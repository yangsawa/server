
<file path=[Content_Types].xml><?xml version="1.0" encoding="utf-8"?>
<Types xmlns="http://schemas.openxmlformats.org/package/2006/content-types">
  <Default Extension="jpeg" ContentType="image/jpeg"/>
  <Default Extension="JPG" ContentType="image/.jpg"/>
  <Default Extension="vml" ContentType="application/vnd.openxmlformats-officedocument.vmlDrawing"/>
  <Default Extension="bin" ContentType="application/vnd.openxmlformats-officedocument.oleObject"/>
  <Default Extension="png" ContentType="image/png"/>
  <Default Extension="wmf" ContentType="image/x-wmf"/>
  <Default Extension="emf" ContentType="image/x-emf"/>
  <Default Extension="wdp" ContentType="image/vnd.ms-photo"/>
  <Default Extension="gif" ContentType="image/gi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tags/tag156.xml" ContentType="application/vnd.openxmlformats-officedocument.presentationml.tags+xml"/>
  <Override PartName="/ppt/tags/tag157.xml" ContentType="application/vnd.openxmlformats-officedocument.presentationml.tags+xml"/>
  <Override PartName="/ppt/tags/tag158.xml" ContentType="application/vnd.openxmlformats-officedocument.presentationml.tags+xml"/>
  <Override PartName="/ppt/tags/tag159.xml" ContentType="application/vnd.openxmlformats-officedocument.presentationml.tags+xml"/>
  <Override PartName="/ppt/tags/tag16.xml" ContentType="application/vnd.openxmlformats-officedocument.presentationml.tags+xml"/>
  <Override PartName="/ppt/tags/tag160.xml" ContentType="application/vnd.openxmlformats-officedocument.presentationml.tags+xml"/>
  <Override PartName="/ppt/tags/tag161.xml" ContentType="application/vnd.openxmlformats-officedocument.presentationml.tags+xml"/>
  <Override PartName="/ppt/tags/tag162.xml" ContentType="application/vnd.openxmlformats-officedocument.presentationml.tags+xml"/>
  <Override PartName="/ppt/tags/tag163.xml" ContentType="application/vnd.openxmlformats-officedocument.presentationml.tags+xml"/>
  <Override PartName="/ppt/tags/tag164.xml" ContentType="application/vnd.openxmlformats-officedocument.presentationml.tags+xml"/>
  <Override PartName="/ppt/tags/tag165.xml" ContentType="application/vnd.openxmlformats-officedocument.presentationml.tags+xml"/>
  <Override PartName="/ppt/tags/tag166.xml" ContentType="application/vnd.openxmlformats-officedocument.presentationml.tags+xml"/>
  <Override PartName="/ppt/tags/tag167.xml" ContentType="application/vnd.openxmlformats-officedocument.presentationml.tags+xml"/>
  <Override PartName="/ppt/tags/tag168.xml" ContentType="application/vnd.openxmlformats-officedocument.presentationml.tags+xml"/>
  <Override PartName="/ppt/tags/tag169.xml" ContentType="application/vnd.openxmlformats-officedocument.presentationml.tags+xml"/>
  <Override PartName="/ppt/tags/tag17.xml" ContentType="application/vnd.openxmlformats-officedocument.presentationml.tags+xml"/>
  <Override PartName="/ppt/tags/tag170.xml" ContentType="application/vnd.openxmlformats-officedocument.presentationml.tags+xml"/>
  <Override PartName="/ppt/tags/tag171.xml" ContentType="application/vnd.openxmlformats-officedocument.presentationml.tags+xml"/>
  <Override PartName="/ppt/tags/tag172.xml" ContentType="application/vnd.openxmlformats-officedocument.presentationml.tags+xml"/>
  <Override PartName="/ppt/tags/tag173.xml" ContentType="application/vnd.openxmlformats-officedocument.presentationml.tags+xml"/>
  <Override PartName="/ppt/tags/tag174.xml" ContentType="application/vnd.openxmlformats-officedocument.presentationml.tags+xml"/>
  <Override PartName="/ppt/tags/tag175.xml" ContentType="application/vnd.openxmlformats-officedocument.presentationml.tags+xml"/>
  <Override PartName="/ppt/tags/tag176.xml" ContentType="application/vnd.openxmlformats-officedocument.presentationml.tags+xml"/>
  <Override PartName="/ppt/tags/tag177.xml" ContentType="application/vnd.openxmlformats-officedocument.presentationml.tags+xml"/>
  <Override PartName="/ppt/tags/tag178.xml" ContentType="application/vnd.openxmlformats-officedocument.presentationml.tags+xml"/>
  <Override PartName="/ppt/tags/tag179.xml" ContentType="application/vnd.openxmlformats-officedocument.presentationml.tags+xml"/>
  <Override PartName="/ppt/tags/tag18.xml" ContentType="application/vnd.openxmlformats-officedocument.presentationml.tags+xml"/>
  <Override PartName="/ppt/tags/tag180.xml" ContentType="application/vnd.openxmlformats-officedocument.presentationml.tags+xml"/>
  <Override PartName="/ppt/tags/tag181.xml" ContentType="application/vnd.openxmlformats-officedocument.presentationml.tags+xml"/>
  <Override PartName="/ppt/tags/tag182.xml" ContentType="application/vnd.openxmlformats-officedocument.presentationml.tags+xml"/>
  <Override PartName="/ppt/tags/tag183.xml" ContentType="application/vnd.openxmlformats-officedocument.presentationml.tags+xml"/>
  <Override PartName="/ppt/tags/tag184.xml" ContentType="application/vnd.openxmlformats-officedocument.presentationml.tags+xml"/>
  <Override PartName="/ppt/tags/tag185.xml" ContentType="application/vnd.openxmlformats-officedocument.presentationml.tags+xml"/>
  <Override PartName="/ppt/tags/tag186.xml" ContentType="application/vnd.openxmlformats-officedocument.presentationml.tags+xml"/>
  <Override PartName="/ppt/tags/tag187.xml" ContentType="application/vnd.openxmlformats-officedocument.presentationml.tags+xml"/>
  <Override PartName="/ppt/tags/tag188.xml" ContentType="application/vnd.openxmlformats-officedocument.presentationml.tags+xml"/>
  <Override PartName="/ppt/tags/tag189.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theme/theme7.xml" ContentType="application/vnd.openxmlformats-officedocument.theme+xml"/>
  <Override PartName="/ppt/theme/theme8.xml" ContentType="application/vnd.openxmlformats-officedocument.theme+xml"/>
  <Override PartName="/ppt/theme/theme9.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1" r:id="rId3"/>
    <p:sldMasterId id="2147483674" r:id="rId4"/>
    <p:sldMasterId id="2147483687" r:id="rId5"/>
    <p:sldMasterId id="2147483700" r:id="rId6"/>
    <p:sldMasterId id="2147483713" r:id="rId7"/>
    <p:sldMasterId id="2147483726" r:id="rId8"/>
    <p:sldMasterId id="2147483739" r:id="rId9"/>
  </p:sldMasterIdLst>
  <p:notesMasterIdLst>
    <p:notesMasterId r:id="rId13"/>
  </p:notesMasterIdLst>
  <p:sldIdLst>
    <p:sldId id="256" r:id="rId10"/>
    <p:sldId id="341" r:id="rId11"/>
    <p:sldId id="306" r:id="rId12"/>
    <p:sldId id="339" r:id="rId14"/>
    <p:sldId id="342" r:id="rId15"/>
    <p:sldId id="340" r:id="rId16"/>
    <p:sldId id="354" r:id="rId17"/>
    <p:sldId id="343" r:id="rId18"/>
    <p:sldId id="447" r:id="rId19"/>
    <p:sldId id="448" r:id="rId20"/>
    <p:sldId id="259" r:id="rId21"/>
    <p:sldId id="260" r:id="rId22"/>
    <p:sldId id="344" r:id="rId23"/>
    <p:sldId id="346" r:id="rId24"/>
    <p:sldId id="347" r:id="rId25"/>
    <p:sldId id="348" r:id="rId26"/>
    <p:sldId id="345" r:id="rId27"/>
    <p:sldId id="350" r:id="rId28"/>
    <p:sldId id="349" r:id="rId29"/>
    <p:sldId id="353" r:id="rId30"/>
    <p:sldId id="262" r:id="rId31"/>
    <p:sldId id="352" r:id="rId32"/>
    <p:sldId id="351" r:id="rId33"/>
    <p:sldId id="307" r:id="rId34"/>
    <p:sldId id="263" r:id="rId35"/>
    <p:sldId id="356" r:id="rId36"/>
    <p:sldId id="452" r:id="rId37"/>
    <p:sldId id="293" r:id="rId38"/>
    <p:sldId id="851" r:id="rId39"/>
    <p:sldId id="264" r:id="rId40"/>
    <p:sldId id="267" r:id="rId41"/>
    <p:sldId id="357" r:id="rId42"/>
    <p:sldId id="453" r:id="rId43"/>
    <p:sldId id="308" r:id="rId44"/>
    <p:sldId id="359" r:id="rId45"/>
    <p:sldId id="309" r:id="rId46"/>
    <p:sldId id="358" r:id="rId47"/>
    <p:sldId id="313" r:id="rId48"/>
    <p:sldId id="314" r:id="rId49"/>
    <p:sldId id="355" r:id="rId50"/>
    <p:sldId id="454" r:id="rId51"/>
    <p:sldId id="270" r:id="rId52"/>
    <p:sldId id="271" r:id="rId53"/>
    <p:sldId id="649" r:id="rId54"/>
    <p:sldId id="650" r:id="rId55"/>
    <p:sldId id="651" r:id="rId56"/>
    <p:sldId id="652" r:id="rId57"/>
    <p:sldId id="653" r:id="rId58"/>
    <p:sldId id="455" r:id="rId59"/>
    <p:sldId id="364" r:id="rId60"/>
    <p:sldId id="365" r:id="rId61"/>
    <p:sldId id="366" r:id="rId62"/>
    <p:sldId id="367" r:id="rId63"/>
    <p:sldId id="456" r:id="rId64"/>
    <p:sldId id="457" r:id="rId65"/>
    <p:sldId id="360" r:id="rId66"/>
    <p:sldId id="361" r:id="rId67"/>
    <p:sldId id="363" r:id="rId68"/>
    <p:sldId id="362" r:id="rId69"/>
    <p:sldId id="1091" r:id="rId70"/>
    <p:sldId id="458" r:id="rId71"/>
    <p:sldId id="459" r:id="rId72"/>
    <p:sldId id="460" r:id="rId73"/>
    <p:sldId id="1079" r:id="rId74"/>
    <p:sldId id="1080" r:id="rId75"/>
    <p:sldId id="1081" r:id="rId76"/>
    <p:sldId id="1082" r:id="rId77"/>
    <p:sldId id="1083" r:id="rId78"/>
    <p:sldId id="1084" r:id="rId79"/>
    <p:sldId id="1085" r:id="rId80"/>
    <p:sldId id="1088" r:id="rId81"/>
    <p:sldId id="1086" r:id="rId82"/>
    <p:sldId id="1087" r:id="rId83"/>
    <p:sldId id="1089" r:id="rId84"/>
    <p:sldId id="1090" r:id="rId85"/>
    <p:sldId id="770" r:id="rId86"/>
    <p:sldId id="471" r:id="rId87"/>
    <p:sldId id="472" r:id="rId88"/>
    <p:sldId id="473" r:id="rId89"/>
    <p:sldId id="474" r:id="rId90"/>
    <p:sldId id="475" r:id="rId91"/>
    <p:sldId id="317" r:id="rId92"/>
    <p:sldId id="296" r:id="rId93"/>
    <p:sldId id="370" r:id="rId94"/>
    <p:sldId id="320" r:id="rId95"/>
    <p:sldId id="476" r:id="rId96"/>
    <p:sldId id="477" r:id="rId97"/>
    <p:sldId id="478" r:id="rId98"/>
    <p:sldId id="389" r:id="rId99"/>
    <p:sldId id="479" r:id="rId100"/>
    <p:sldId id="480" r:id="rId101"/>
    <p:sldId id="481" r:id="rId102"/>
    <p:sldId id="482" r:id="rId103"/>
    <p:sldId id="483" r:id="rId104"/>
    <p:sldId id="388" r:id="rId105"/>
    <p:sldId id="273" r:id="rId106"/>
    <p:sldId id="319" r:id="rId107"/>
    <p:sldId id="589" r:id="rId108"/>
    <p:sldId id="321" r:id="rId109"/>
    <p:sldId id="591" r:id="rId110"/>
    <p:sldId id="390" r:id="rId111"/>
    <p:sldId id="323" r:id="rId112"/>
    <p:sldId id="322" r:id="rId113"/>
    <p:sldId id="325" r:id="rId114"/>
    <p:sldId id="1053" r:id="rId115"/>
    <p:sldId id="1055" r:id="rId116"/>
    <p:sldId id="1056" r:id="rId117"/>
    <p:sldId id="1092" r:id="rId118"/>
    <p:sldId id="1093" r:id="rId119"/>
    <p:sldId id="1094" r:id="rId120"/>
    <p:sldId id="392" r:id="rId121"/>
    <p:sldId id="393" r:id="rId122"/>
    <p:sldId id="384" r:id="rId123"/>
    <p:sldId id="286" r:id="rId124"/>
    <p:sldId id="592" r:id="rId125"/>
    <p:sldId id="593" r:id="rId126"/>
    <p:sldId id="594" r:id="rId127"/>
    <p:sldId id="1095" r:id="rId128"/>
    <p:sldId id="1096" r:id="rId129"/>
    <p:sldId id="485" r:id="rId130"/>
    <p:sldId id="399" r:id="rId131"/>
    <p:sldId id="400" r:id="rId132"/>
    <p:sldId id="396" r:id="rId133"/>
    <p:sldId id="397" r:id="rId134"/>
    <p:sldId id="398" r:id="rId135"/>
    <p:sldId id="328" r:id="rId136"/>
    <p:sldId id="298" r:id="rId137"/>
    <p:sldId id="329" r:id="rId138"/>
    <p:sldId id="385" r:id="rId139"/>
    <p:sldId id="330" r:id="rId140"/>
    <p:sldId id="386" r:id="rId141"/>
    <p:sldId id="275" r:id="rId142"/>
    <p:sldId id="391" r:id="rId143"/>
    <p:sldId id="372" r:id="rId144"/>
    <p:sldId id="743" r:id="rId145"/>
    <p:sldId id="1048" r:id="rId146"/>
    <p:sldId id="1049" r:id="rId147"/>
    <p:sldId id="1050" r:id="rId148"/>
    <p:sldId id="1051" r:id="rId149"/>
    <p:sldId id="1052" r:id="rId150"/>
    <p:sldId id="486" r:id="rId151"/>
    <p:sldId id="487" r:id="rId152"/>
    <p:sldId id="488" r:id="rId153"/>
    <p:sldId id="489" r:id="rId154"/>
    <p:sldId id="490" r:id="rId155"/>
    <p:sldId id="491" r:id="rId156"/>
    <p:sldId id="492" r:id="rId157"/>
    <p:sldId id="493" r:id="rId158"/>
    <p:sldId id="494" r:id="rId159"/>
    <p:sldId id="495" r:id="rId160"/>
    <p:sldId id="496" r:id="rId161"/>
    <p:sldId id="497" r:id="rId162"/>
    <p:sldId id="498" r:id="rId163"/>
    <p:sldId id="499" r:id="rId164"/>
    <p:sldId id="500" r:id="rId165"/>
    <p:sldId id="501" r:id="rId166"/>
    <p:sldId id="502" r:id="rId167"/>
    <p:sldId id="503" r:id="rId168"/>
    <p:sldId id="504" r:id="rId169"/>
    <p:sldId id="337" r:id="rId170"/>
    <p:sldId id="316" r:id="rId171"/>
    <p:sldId id="338" r:id="rId172"/>
  </p:sldIdLst>
  <p:sldSz cx="9144000" cy="6858000" type="screen4x3"/>
  <p:notesSz cx="6858000" cy="9144000"/>
  <p:custDataLst>
    <p:tags r:id="rId177"/>
  </p:custDataLst>
  <p:defaultTextStyle>
    <a:defPPr>
      <a:defRPr lang="zh-CN"/>
    </a:defPPr>
    <a:lvl1pPr algn="l" rtl="0" fontAlgn="base">
      <a:lnSpc>
        <a:spcPct val="120000"/>
      </a:lnSpc>
      <a:spcBef>
        <a:spcPct val="0"/>
      </a:spcBef>
      <a:spcAft>
        <a:spcPct val="0"/>
      </a:spcAft>
      <a:buChar char="•"/>
      <a:defRPr kumimoji="1" sz="2000" kern="1200">
        <a:solidFill>
          <a:srgbClr val="000099"/>
        </a:solidFill>
        <a:latin typeface="Times New Roman" panose="02020603050405020304" pitchFamily="18" charset="0"/>
        <a:ea typeface="华文中宋" panose="02010600040101010101" pitchFamily="2" charset="-122"/>
        <a:cs typeface="+mn-cs"/>
      </a:defRPr>
    </a:lvl1pPr>
    <a:lvl2pPr marL="457200" algn="l" rtl="0" fontAlgn="base">
      <a:lnSpc>
        <a:spcPct val="120000"/>
      </a:lnSpc>
      <a:spcBef>
        <a:spcPct val="0"/>
      </a:spcBef>
      <a:spcAft>
        <a:spcPct val="0"/>
      </a:spcAft>
      <a:buChar char="•"/>
      <a:defRPr kumimoji="1" sz="2000" kern="1200">
        <a:solidFill>
          <a:srgbClr val="000099"/>
        </a:solidFill>
        <a:latin typeface="Times New Roman" panose="02020603050405020304" pitchFamily="18" charset="0"/>
        <a:ea typeface="华文中宋" panose="02010600040101010101" pitchFamily="2" charset="-122"/>
        <a:cs typeface="+mn-cs"/>
      </a:defRPr>
    </a:lvl2pPr>
    <a:lvl3pPr marL="914400" algn="l" rtl="0" fontAlgn="base">
      <a:lnSpc>
        <a:spcPct val="120000"/>
      </a:lnSpc>
      <a:spcBef>
        <a:spcPct val="0"/>
      </a:spcBef>
      <a:spcAft>
        <a:spcPct val="0"/>
      </a:spcAft>
      <a:buChar char="•"/>
      <a:defRPr kumimoji="1" sz="2000" kern="1200">
        <a:solidFill>
          <a:srgbClr val="000099"/>
        </a:solidFill>
        <a:latin typeface="Times New Roman" panose="02020603050405020304" pitchFamily="18" charset="0"/>
        <a:ea typeface="华文中宋" panose="02010600040101010101" pitchFamily="2" charset="-122"/>
        <a:cs typeface="+mn-cs"/>
      </a:defRPr>
    </a:lvl3pPr>
    <a:lvl4pPr marL="1371600" algn="l" rtl="0" fontAlgn="base">
      <a:lnSpc>
        <a:spcPct val="120000"/>
      </a:lnSpc>
      <a:spcBef>
        <a:spcPct val="0"/>
      </a:spcBef>
      <a:spcAft>
        <a:spcPct val="0"/>
      </a:spcAft>
      <a:buChar char="•"/>
      <a:defRPr kumimoji="1" sz="2000" kern="1200">
        <a:solidFill>
          <a:srgbClr val="000099"/>
        </a:solidFill>
        <a:latin typeface="Times New Roman" panose="02020603050405020304" pitchFamily="18" charset="0"/>
        <a:ea typeface="华文中宋" panose="02010600040101010101" pitchFamily="2" charset="-122"/>
        <a:cs typeface="+mn-cs"/>
      </a:defRPr>
    </a:lvl4pPr>
    <a:lvl5pPr marL="1828800" algn="l" rtl="0" fontAlgn="base">
      <a:lnSpc>
        <a:spcPct val="120000"/>
      </a:lnSpc>
      <a:spcBef>
        <a:spcPct val="0"/>
      </a:spcBef>
      <a:spcAft>
        <a:spcPct val="0"/>
      </a:spcAft>
      <a:buChar char="•"/>
      <a:defRPr kumimoji="1" sz="2000" kern="1200">
        <a:solidFill>
          <a:srgbClr val="000099"/>
        </a:solidFill>
        <a:latin typeface="Times New Roman" panose="02020603050405020304" pitchFamily="18" charset="0"/>
        <a:ea typeface="华文中宋" panose="02010600040101010101" pitchFamily="2" charset="-122"/>
        <a:cs typeface="+mn-cs"/>
      </a:defRPr>
    </a:lvl5pPr>
    <a:lvl6pPr marL="2286000" algn="l" defTabSz="914400" rtl="0" eaLnBrk="1" latinLnBrk="0" hangingPunct="1">
      <a:defRPr kumimoji="1" sz="2000" kern="1200">
        <a:solidFill>
          <a:srgbClr val="000099"/>
        </a:solidFill>
        <a:latin typeface="Times New Roman" panose="02020603050405020304" pitchFamily="18" charset="0"/>
        <a:ea typeface="华文中宋" panose="02010600040101010101" pitchFamily="2" charset="-122"/>
        <a:cs typeface="+mn-cs"/>
      </a:defRPr>
    </a:lvl6pPr>
    <a:lvl7pPr marL="2743200" algn="l" defTabSz="914400" rtl="0" eaLnBrk="1" latinLnBrk="0" hangingPunct="1">
      <a:defRPr kumimoji="1" sz="2000" kern="1200">
        <a:solidFill>
          <a:srgbClr val="000099"/>
        </a:solidFill>
        <a:latin typeface="Times New Roman" panose="02020603050405020304" pitchFamily="18" charset="0"/>
        <a:ea typeface="华文中宋" panose="02010600040101010101" pitchFamily="2" charset="-122"/>
        <a:cs typeface="+mn-cs"/>
      </a:defRPr>
    </a:lvl7pPr>
    <a:lvl8pPr marL="3200400" algn="l" defTabSz="914400" rtl="0" eaLnBrk="1" latinLnBrk="0" hangingPunct="1">
      <a:defRPr kumimoji="1" sz="2000" kern="1200">
        <a:solidFill>
          <a:srgbClr val="000099"/>
        </a:solidFill>
        <a:latin typeface="Times New Roman" panose="02020603050405020304" pitchFamily="18" charset="0"/>
        <a:ea typeface="华文中宋" panose="02010600040101010101" pitchFamily="2" charset="-122"/>
        <a:cs typeface="+mn-cs"/>
      </a:defRPr>
    </a:lvl8pPr>
    <a:lvl9pPr marL="3657600" algn="l" defTabSz="914400" rtl="0" eaLnBrk="1" latinLnBrk="0" hangingPunct="1">
      <a:defRPr kumimoji="1" sz="2000" kern="1200">
        <a:solidFill>
          <a:srgbClr val="000099"/>
        </a:solidFill>
        <a:latin typeface="Times New Roman" panose="02020603050405020304" pitchFamily="18" charset="0"/>
        <a:ea typeface="华文中宋" panose="02010600040101010101" pitchFamily="2" charset="-122"/>
        <a:cs typeface="+mn-cs"/>
      </a:defRPr>
    </a:lvl9pPr>
  </p:defaultTextStyle>
  <p:extLst>
    <p:ext uri="{EFAFB233-063F-42B5-8137-9DF3F51BA10A}">
      <p15:sldGuideLst xmlns:p15="http://schemas.microsoft.com/office/powerpoint/2012/main">
        <p15:guide id="1" orient="horz" pos="2277" userDrawn="1">
          <p15:clr>
            <a:srgbClr val="A4A3A4"/>
          </p15:clr>
        </p15:guide>
        <p15:guide id="2" pos="2866"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微软用户" initials="微" lastIdx="2"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0000FF"/>
    <a:srgbClr val="0000B2"/>
    <a:srgbClr val="000000"/>
    <a:srgbClr val="FF3300"/>
    <a:srgbClr val="F0D9D4"/>
    <a:srgbClr val="CC3300"/>
    <a:srgbClr val="000099"/>
    <a:srgbClr val="A50021"/>
    <a:srgbClr val="0033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3480" autoAdjust="0"/>
    <p:restoredTop sz="90874" autoAdjust="0"/>
  </p:normalViewPr>
  <p:slideViewPr>
    <p:cSldViewPr snapToGrid="0" showGuides="1">
      <p:cViewPr varScale="1">
        <p:scale>
          <a:sx n="64" d="100"/>
          <a:sy n="64" d="100"/>
        </p:scale>
        <p:origin x="1420" y="36"/>
      </p:cViewPr>
      <p:guideLst>
        <p:guide orient="horz" pos="2277"/>
        <p:guide pos="2866"/>
      </p:guideLst>
    </p:cSldViewPr>
  </p:slideViewPr>
  <p:outlineViewPr>
    <p:cViewPr>
      <p:scale>
        <a:sx n="25" d="100"/>
        <a:sy n="25" d="100"/>
      </p:scale>
      <p:origin x="0" y="618"/>
    </p:cViewPr>
  </p:outlineViewPr>
  <p:notesTextViewPr>
    <p:cViewPr>
      <p:scale>
        <a:sx n="100" d="100"/>
        <a:sy n="100" d="100"/>
      </p:scale>
      <p:origin x="0" y="0"/>
    </p:cViewPr>
  </p:notesTextViewPr>
  <p:sorterViewPr>
    <p:cViewPr>
      <p:scale>
        <a:sx n="33" d="100"/>
        <a:sy n="33" d="100"/>
      </p:scale>
      <p:origin x="0" y="0"/>
    </p:cViewPr>
  </p:sorterViewPr>
  <p:gridSpacing cx="72008" cy="72008"/>
</p:viewPr>
</file>

<file path=ppt/_rels/presentation.xml.rels><?xml version="1.0" encoding="UTF-8" standalone="yes"?>
<Relationships xmlns="http://schemas.openxmlformats.org/package/2006/relationships"><Relationship Id="rId99" Type="http://schemas.openxmlformats.org/officeDocument/2006/relationships/slide" Target="slides/slide89.xml"/><Relationship Id="rId98" Type="http://schemas.openxmlformats.org/officeDocument/2006/relationships/slide" Target="slides/slide88.xml"/><Relationship Id="rId97" Type="http://schemas.openxmlformats.org/officeDocument/2006/relationships/slide" Target="slides/slide87.xml"/><Relationship Id="rId96" Type="http://schemas.openxmlformats.org/officeDocument/2006/relationships/slide" Target="slides/slide86.xml"/><Relationship Id="rId95" Type="http://schemas.openxmlformats.org/officeDocument/2006/relationships/slide" Target="slides/slide85.xml"/><Relationship Id="rId94" Type="http://schemas.openxmlformats.org/officeDocument/2006/relationships/slide" Target="slides/slide84.xml"/><Relationship Id="rId93" Type="http://schemas.openxmlformats.org/officeDocument/2006/relationships/slide" Target="slides/slide83.xml"/><Relationship Id="rId92" Type="http://schemas.openxmlformats.org/officeDocument/2006/relationships/slide" Target="slides/slide82.xml"/><Relationship Id="rId91" Type="http://schemas.openxmlformats.org/officeDocument/2006/relationships/slide" Target="slides/slide81.xml"/><Relationship Id="rId90" Type="http://schemas.openxmlformats.org/officeDocument/2006/relationships/slide" Target="slides/slide80.xml"/><Relationship Id="rId9" Type="http://schemas.openxmlformats.org/officeDocument/2006/relationships/slideMaster" Target="slideMasters/slideMaster8.xml"/><Relationship Id="rId89" Type="http://schemas.openxmlformats.org/officeDocument/2006/relationships/slide" Target="slides/slide79.xml"/><Relationship Id="rId88" Type="http://schemas.openxmlformats.org/officeDocument/2006/relationships/slide" Target="slides/slide78.xml"/><Relationship Id="rId87" Type="http://schemas.openxmlformats.org/officeDocument/2006/relationships/slide" Target="slides/slide77.xml"/><Relationship Id="rId86" Type="http://schemas.openxmlformats.org/officeDocument/2006/relationships/slide" Target="slides/slide76.xml"/><Relationship Id="rId85" Type="http://schemas.openxmlformats.org/officeDocument/2006/relationships/slide" Target="slides/slide75.xml"/><Relationship Id="rId84" Type="http://schemas.openxmlformats.org/officeDocument/2006/relationships/slide" Target="slides/slide74.xml"/><Relationship Id="rId83" Type="http://schemas.openxmlformats.org/officeDocument/2006/relationships/slide" Target="slides/slide73.xml"/><Relationship Id="rId82" Type="http://schemas.openxmlformats.org/officeDocument/2006/relationships/slide" Target="slides/slide72.xml"/><Relationship Id="rId81" Type="http://schemas.openxmlformats.org/officeDocument/2006/relationships/slide" Target="slides/slide71.xml"/><Relationship Id="rId80" Type="http://schemas.openxmlformats.org/officeDocument/2006/relationships/slide" Target="slides/slide70.xml"/><Relationship Id="rId8" Type="http://schemas.openxmlformats.org/officeDocument/2006/relationships/slideMaster" Target="slideMasters/slideMaster7.xml"/><Relationship Id="rId79" Type="http://schemas.openxmlformats.org/officeDocument/2006/relationships/slide" Target="slides/slide69.xml"/><Relationship Id="rId78" Type="http://schemas.openxmlformats.org/officeDocument/2006/relationships/slide" Target="slides/slide68.xml"/><Relationship Id="rId77" Type="http://schemas.openxmlformats.org/officeDocument/2006/relationships/slide" Target="slides/slide67.xml"/><Relationship Id="rId76" Type="http://schemas.openxmlformats.org/officeDocument/2006/relationships/slide" Target="slides/slide66.xml"/><Relationship Id="rId75" Type="http://schemas.openxmlformats.org/officeDocument/2006/relationships/slide" Target="slides/slide65.xml"/><Relationship Id="rId74" Type="http://schemas.openxmlformats.org/officeDocument/2006/relationships/slide" Target="slides/slide64.xml"/><Relationship Id="rId73" Type="http://schemas.openxmlformats.org/officeDocument/2006/relationships/slide" Target="slides/slide63.xml"/><Relationship Id="rId72" Type="http://schemas.openxmlformats.org/officeDocument/2006/relationships/slide" Target="slides/slide62.xml"/><Relationship Id="rId71" Type="http://schemas.openxmlformats.org/officeDocument/2006/relationships/slide" Target="slides/slide61.xml"/><Relationship Id="rId70" Type="http://schemas.openxmlformats.org/officeDocument/2006/relationships/slide" Target="slides/slide60.xml"/><Relationship Id="rId7" Type="http://schemas.openxmlformats.org/officeDocument/2006/relationships/slideMaster" Target="slideMasters/slideMaster6.xml"/><Relationship Id="rId69" Type="http://schemas.openxmlformats.org/officeDocument/2006/relationships/slide" Target="slides/slide59.xml"/><Relationship Id="rId68" Type="http://schemas.openxmlformats.org/officeDocument/2006/relationships/slide" Target="slides/slide58.xml"/><Relationship Id="rId67" Type="http://schemas.openxmlformats.org/officeDocument/2006/relationships/slide" Target="slides/slide57.xml"/><Relationship Id="rId66" Type="http://schemas.openxmlformats.org/officeDocument/2006/relationships/slide" Target="slides/slide56.xml"/><Relationship Id="rId65" Type="http://schemas.openxmlformats.org/officeDocument/2006/relationships/slide" Target="slides/slide55.xml"/><Relationship Id="rId64" Type="http://schemas.openxmlformats.org/officeDocument/2006/relationships/slide" Target="slides/slide54.xml"/><Relationship Id="rId63" Type="http://schemas.openxmlformats.org/officeDocument/2006/relationships/slide" Target="slides/slide53.xml"/><Relationship Id="rId62" Type="http://schemas.openxmlformats.org/officeDocument/2006/relationships/slide" Target="slides/slide52.xml"/><Relationship Id="rId61" Type="http://schemas.openxmlformats.org/officeDocument/2006/relationships/slide" Target="slides/slide51.xml"/><Relationship Id="rId60" Type="http://schemas.openxmlformats.org/officeDocument/2006/relationships/slide" Target="slides/slide50.xml"/><Relationship Id="rId6" Type="http://schemas.openxmlformats.org/officeDocument/2006/relationships/slideMaster" Target="slideMasters/slideMaster5.xml"/><Relationship Id="rId59" Type="http://schemas.openxmlformats.org/officeDocument/2006/relationships/slide" Target="slides/slide49.xml"/><Relationship Id="rId58" Type="http://schemas.openxmlformats.org/officeDocument/2006/relationships/slide" Target="slides/slide48.xml"/><Relationship Id="rId57" Type="http://schemas.openxmlformats.org/officeDocument/2006/relationships/slide" Target="slides/slide47.xml"/><Relationship Id="rId56" Type="http://schemas.openxmlformats.org/officeDocument/2006/relationships/slide" Target="slides/slide46.xml"/><Relationship Id="rId55" Type="http://schemas.openxmlformats.org/officeDocument/2006/relationships/slide" Target="slides/slide45.xml"/><Relationship Id="rId54" Type="http://schemas.openxmlformats.org/officeDocument/2006/relationships/slide" Target="slides/slide44.xml"/><Relationship Id="rId53" Type="http://schemas.openxmlformats.org/officeDocument/2006/relationships/slide" Target="slides/slide43.xml"/><Relationship Id="rId52" Type="http://schemas.openxmlformats.org/officeDocument/2006/relationships/slide" Target="slides/slide42.xml"/><Relationship Id="rId51" Type="http://schemas.openxmlformats.org/officeDocument/2006/relationships/slide" Target="slides/slide41.xml"/><Relationship Id="rId50" Type="http://schemas.openxmlformats.org/officeDocument/2006/relationships/slide" Target="slides/slide40.xml"/><Relationship Id="rId5" Type="http://schemas.openxmlformats.org/officeDocument/2006/relationships/slideMaster" Target="slideMasters/slideMaster4.xml"/><Relationship Id="rId49" Type="http://schemas.openxmlformats.org/officeDocument/2006/relationships/slide" Target="slides/slide39.xml"/><Relationship Id="rId48" Type="http://schemas.openxmlformats.org/officeDocument/2006/relationships/slide" Target="slides/slide38.xml"/><Relationship Id="rId47" Type="http://schemas.openxmlformats.org/officeDocument/2006/relationships/slide" Target="slides/slide37.xml"/><Relationship Id="rId46" Type="http://schemas.openxmlformats.org/officeDocument/2006/relationships/slide" Target="slides/slide36.xml"/><Relationship Id="rId45" Type="http://schemas.openxmlformats.org/officeDocument/2006/relationships/slide" Target="slides/slide35.xml"/><Relationship Id="rId44" Type="http://schemas.openxmlformats.org/officeDocument/2006/relationships/slide" Target="slides/slide34.xml"/><Relationship Id="rId43" Type="http://schemas.openxmlformats.org/officeDocument/2006/relationships/slide" Target="slides/slide33.xml"/><Relationship Id="rId42" Type="http://schemas.openxmlformats.org/officeDocument/2006/relationships/slide" Target="slides/slide32.xml"/><Relationship Id="rId41" Type="http://schemas.openxmlformats.org/officeDocument/2006/relationships/slide" Target="slides/slide31.xml"/><Relationship Id="rId40" Type="http://schemas.openxmlformats.org/officeDocument/2006/relationships/slide" Target="slides/slide30.xml"/><Relationship Id="rId4" Type="http://schemas.openxmlformats.org/officeDocument/2006/relationships/slideMaster" Target="slideMasters/slideMaster3.xml"/><Relationship Id="rId39" Type="http://schemas.openxmlformats.org/officeDocument/2006/relationships/slide" Target="slides/slide29.xml"/><Relationship Id="rId38" Type="http://schemas.openxmlformats.org/officeDocument/2006/relationships/slide" Target="slides/slide28.xml"/><Relationship Id="rId37" Type="http://schemas.openxmlformats.org/officeDocument/2006/relationships/slide" Target="slides/slide27.xml"/><Relationship Id="rId36" Type="http://schemas.openxmlformats.org/officeDocument/2006/relationships/slide" Target="slides/slide26.xml"/><Relationship Id="rId35" Type="http://schemas.openxmlformats.org/officeDocument/2006/relationships/slide" Target="slides/slide25.xml"/><Relationship Id="rId34" Type="http://schemas.openxmlformats.org/officeDocument/2006/relationships/slide" Target="slides/slide24.xml"/><Relationship Id="rId33" Type="http://schemas.openxmlformats.org/officeDocument/2006/relationships/slide" Target="slides/slide23.xml"/><Relationship Id="rId32" Type="http://schemas.openxmlformats.org/officeDocument/2006/relationships/slide" Target="slides/slide22.xml"/><Relationship Id="rId31" Type="http://schemas.openxmlformats.org/officeDocument/2006/relationships/slide" Target="slides/slide21.xml"/><Relationship Id="rId30" Type="http://schemas.openxmlformats.org/officeDocument/2006/relationships/slide" Target="slides/slide20.xml"/><Relationship Id="rId3" Type="http://schemas.openxmlformats.org/officeDocument/2006/relationships/slideMaster" Target="slideMasters/slideMaster2.xml"/><Relationship Id="rId29" Type="http://schemas.openxmlformats.org/officeDocument/2006/relationships/slide" Target="slides/slide19.xml"/><Relationship Id="rId28" Type="http://schemas.openxmlformats.org/officeDocument/2006/relationships/slide" Target="slides/slide18.xml"/><Relationship Id="rId27" Type="http://schemas.openxmlformats.org/officeDocument/2006/relationships/slide" Target="slides/slide17.xml"/><Relationship Id="rId26" Type="http://schemas.openxmlformats.org/officeDocument/2006/relationships/slide" Target="slides/slide16.xml"/><Relationship Id="rId25" Type="http://schemas.openxmlformats.org/officeDocument/2006/relationships/slide" Target="slides/slide15.xml"/><Relationship Id="rId24" Type="http://schemas.openxmlformats.org/officeDocument/2006/relationships/slide" Target="slides/slide14.xml"/><Relationship Id="rId23" Type="http://schemas.openxmlformats.org/officeDocument/2006/relationships/slide" Target="slides/slide13.xml"/><Relationship Id="rId22" Type="http://schemas.openxmlformats.org/officeDocument/2006/relationships/slide" Target="slides/slide12.xml"/><Relationship Id="rId21" Type="http://schemas.openxmlformats.org/officeDocument/2006/relationships/slide" Target="slides/slide11.xml"/><Relationship Id="rId20" Type="http://schemas.openxmlformats.org/officeDocument/2006/relationships/slide" Target="slides/slide10.xml"/><Relationship Id="rId2" Type="http://schemas.openxmlformats.org/officeDocument/2006/relationships/theme" Target="theme/theme1.xml"/><Relationship Id="rId19" Type="http://schemas.openxmlformats.org/officeDocument/2006/relationships/slide" Target="slides/slide9.xml"/><Relationship Id="rId18" Type="http://schemas.openxmlformats.org/officeDocument/2006/relationships/slide" Target="slides/slide8.xml"/><Relationship Id="rId177" Type="http://schemas.openxmlformats.org/officeDocument/2006/relationships/tags" Target="tags/tag189.xml"/><Relationship Id="rId176" Type="http://schemas.openxmlformats.org/officeDocument/2006/relationships/commentAuthors" Target="commentAuthors.xml"/><Relationship Id="rId175" Type="http://schemas.openxmlformats.org/officeDocument/2006/relationships/tableStyles" Target="tableStyles.xml"/><Relationship Id="rId174" Type="http://schemas.openxmlformats.org/officeDocument/2006/relationships/viewProps" Target="viewProps.xml"/><Relationship Id="rId173" Type="http://schemas.openxmlformats.org/officeDocument/2006/relationships/presProps" Target="presProps.xml"/><Relationship Id="rId172" Type="http://schemas.openxmlformats.org/officeDocument/2006/relationships/slide" Target="slides/slide162.xml"/><Relationship Id="rId171" Type="http://schemas.openxmlformats.org/officeDocument/2006/relationships/slide" Target="slides/slide161.xml"/><Relationship Id="rId170" Type="http://schemas.openxmlformats.org/officeDocument/2006/relationships/slide" Target="slides/slide160.xml"/><Relationship Id="rId17" Type="http://schemas.openxmlformats.org/officeDocument/2006/relationships/slide" Target="slides/slide7.xml"/><Relationship Id="rId169" Type="http://schemas.openxmlformats.org/officeDocument/2006/relationships/slide" Target="slides/slide159.xml"/><Relationship Id="rId168" Type="http://schemas.openxmlformats.org/officeDocument/2006/relationships/slide" Target="slides/slide158.xml"/><Relationship Id="rId167" Type="http://schemas.openxmlformats.org/officeDocument/2006/relationships/slide" Target="slides/slide157.xml"/><Relationship Id="rId166" Type="http://schemas.openxmlformats.org/officeDocument/2006/relationships/slide" Target="slides/slide156.xml"/><Relationship Id="rId165" Type="http://schemas.openxmlformats.org/officeDocument/2006/relationships/slide" Target="slides/slide155.xml"/><Relationship Id="rId164" Type="http://schemas.openxmlformats.org/officeDocument/2006/relationships/slide" Target="slides/slide154.xml"/><Relationship Id="rId163" Type="http://schemas.openxmlformats.org/officeDocument/2006/relationships/slide" Target="slides/slide153.xml"/><Relationship Id="rId162" Type="http://schemas.openxmlformats.org/officeDocument/2006/relationships/slide" Target="slides/slide152.xml"/><Relationship Id="rId161" Type="http://schemas.openxmlformats.org/officeDocument/2006/relationships/slide" Target="slides/slide151.xml"/><Relationship Id="rId160" Type="http://schemas.openxmlformats.org/officeDocument/2006/relationships/slide" Target="slides/slide150.xml"/><Relationship Id="rId16" Type="http://schemas.openxmlformats.org/officeDocument/2006/relationships/slide" Target="slides/slide6.xml"/><Relationship Id="rId159" Type="http://schemas.openxmlformats.org/officeDocument/2006/relationships/slide" Target="slides/slide149.xml"/><Relationship Id="rId158" Type="http://schemas.openxmlformats.org/officeDocument/2006/relationships/slide" Target="slides/slide148.xml"/><Relationship Id="rId157" Type="http://schemas.openxmlformats.org/officeDocument/2006/relationships/slide" Target="slides/slide147.xml"/><Relationship Id="rId156" Type="http://schemas.openxmlformats.org/officeDocument/2006/relationships/slide" Target="slides/slide146.xml"/><Relationship Id="rId155" Type="http://schemas.openxmlformats.org/officeDocument/2006/relationships/slide" Target="slides/slide145.xml"/><Relationship Id="rId154" Type="http://schemas.openxmlformats.org/officeDocument/2006/relationships/slide" Target="slides/slide144.xml"/><Relationship Id="rId153" Type="http://schemas.openxmlformats.org/officeDocument/2006/relationships/slide" Target="slides/slide143.xml"/><Relationship Id="rId152" Type="http://schemas.openxmlformats.org/officeDocument/2006/relationships/slide" Target="slides/slide142.xml"/><Relationship Id="rId151" Type="http://schemas.openxmlformats.org/officeDocument/2006/relationships/slide" Target="slides/slide141.xml"/><Relationship Id="rId150" Type="http://schemas.openxmlformats.org/officeDocument/2006/relationships/slide" Target="slides/slide140.xml"/><Relationship Id="rId15" Type="http://schemas.openxmlformats.org/officeDocument/2006/relationships/slide" Target="slides/slide5.xml"/><Relationship Id="rId149" Type="http://schemas.openxmlformats.org/officeDocument/2006/relationships/slide" Target="slides/slide139.xml"/><Relationship Id="rId148" Type="http://schemas.openxmlformats.org/officeDocument/2006/relationships/slide" Target="slides/slide138.xml"/><Relationship Id="rId147" Type="http://schemas.openxmlformats.org/officeDocument/2006/relationships/slide" Target="slides/slide137.xml"/><Relationship Id="rId146" Type="http://schemas.openxmlformats.org/officeDocument/2006/relationships/slide" Target="slides/slide136.xml"/><Relationship Id="rId145" Type="http://schemas.openxmlformats.org/officeDocument/2006/relationships/slide" Target="slides/slide135.xml"/><Relationship Id="rId144" Type="http://schemas.openxmlformats.org/officeDocument/2006/relationships/slide" Target="slides/slide134.xml"/><Relationship Id="rId143" Type="http://schemas.openxmlformats.org/officeDocument/2006/relationships/slide" Target="slides/slide133.xml"/><Relationship Id="rId142" Type="http://schemas.openxmlformats.org/officeDocument/2006/relationships/slide" Target="slides/slide132.xml"/><Relationship Id="rId141" Type="http://schemas.openxmlformats.org/officeDocument/2006/relationships/slide" Target="slides/slide131.xml"/><Relationship Id="rId140" Type="http://schemas.openxmlformats.org/officeDocument/2006/relationships/slide" Target="slides/slide130.xml"/><Relationship Id="rId14" Type="http://schemas.openxmlformats.org/officeDocument/2006/relationships/slide" Target="slides/slide4.xml"/><Relationship Id="rId139" Type="http://schemas.openxmlformats.org/officeDocument/2006/relationships/slide" Target="slides/slide129.xml"/><Relationship Id="rId138" Type="http://schemas.openxmlformats.org/officeDocument/2006/relationships/slide" Target="slides/slide128.xml"/><Relationship Id="rId137" Type="http://schemas.openxmlformats.org/officeDocument/2006/relationships/slide" Target="slides/slide127.xml"/><Relationship Id="rId136" Type="http://schemas.openxmlformats.org/officeDocument/2006/relationships/slide" Target="slides/slide126.xml"/><Relationship Id="rId135" Type="http://schemas.openxmlformats.org/officeDocument/2006/relationships/slide" Target="slides/slide125.xml"/><Relationship Id="rId134" Type="http://schemas.openxmlformats.org/officeDocument/2006/relationships/slide" Target="slides/slide124.xml"/><Relationship Id="rId133" Type="http://schemas.openxmlformats.org/officeDocument/2006/relationships/slide" Target="slides/slide123.xml"/><Relationship Id="rId132" Type="http://schemas.openxmlformats.org/officeDocument/2006/relationships/slide" Target="slides/slide122.xml"/><Relationship Id="rId131" Type="http://schemas.openxmlformats.org/officeDocument/2006/relationships/slide" Target="slides/slide121.xml"/><Relationship Id="rId130" Type="http://schemas.openxmlformats.org/officeDocument/2006/relationships/slide" Target="slides/slide120.xml"/><Relationship Id="rId13" Type="http://schemas.openxmlformats.org/officeDocument/2006/relationships/notesMaster" Target="notesMasters/notesMaster1.xml"/><Relationship Id="rId129" Type="http://schemas.openxmlformats.org/officeDocument/2006/relationships/slide" Target="slides/slide119.xml"/><Relationship Id="rId128" Type="http://schemas.openxmlformats.org/officeDocument/2006/relationships/slide" Target="slides/slide118.xml"/><Relationship Id="rId127" Type="http://schemas.openxmlformats.org/officeDocument/2006/relationships/slide" Target="slides/slide117.xml"/><Relationship Id="rId126" Type="http://schemas.openxmlformats.org/officeDocument/2006/relationships/slide" Target="slides/slide116.xml"/><Relationship Id="rId125" Type="http://schemas.openxmlformats.org/officeDocument/2006/relationships/slide" Target="slides/slide115.xml"/><Relationship Id="rId124" Type="http://schemas.openxmlformats.org/officeDocument/2006/relationships/slide" Target="slides/slide114.xml"/><Relationship Id="rId123" Type="http://schemas.openxmlformats.org/officeDocument/2006/relationships/slide" Target="slides/slide113.xml"/><Relationship Id="rId122" Type="http://schemas.openxmlformats.org/officeDocument/2006/relationships/slide" Target="slides/slide112.xml"/><Relationship Id="rId121" Type="http://schemas.openxmlformats.org/officeDocument/2006/relationships/slide" Target="slides/slide111.xml"/><Relationship Id="rId120" Type="http://schemas.openxmlformats.org/officeDocument/2006/relationships/slide" Target="slides/slide110.xml"/><Relationship Id="rId12" Type="http://schemas.openxmlformats.org/officeDocument/2006/relationships/slide" Target="slides/slide3.xml"/><Relationship Id="rId119" Type="http://schemas.openxmlformats.org/officeDocument/2006/relationships/slide" Target="slides/slide109.xml"/><Relationship Id="rId118" Type="http://schemas.openxmlformats.org/officeDocument/2006/relationships/slide" Target="slides/slide108.xml"/><Relationship Id="rId117" Type="http://schemas.openxmlformats.org/officeDocument/2006/relationships/slide" Target="slides/slide107.xml"/><Relationship Id="rId116" Type="http://schemas.openxmlformats.org/officeDocument/2006/relationships/slide" Target="slides/slide106.xml"/><Relationship Id="rId115" Type="http://schemas.openxmlformats.org/officeDocument/2006/relationships/slide" Target="slides/slide105.xml"/><Relationship Id="rId114" Type="http://schemas.openxmlformats.org/officeDocument/2006/relationships/slide" Target="slides/slide104.xml"/><Relationship Id="rId113" Type="http://schemas.openxmlformats.org/officeDocument/2006/relationships/slide" Target="slides/slide103.xml"/><Relationship Id="rId112" Type="http://schemas.openxmlformats.org/officeDocument/2006/relationships/slide" Target="slides/slide102.xml"/><Relationship Id="rId111" Type="http://schemas.openxmlformats.org/officeDocument/2006/relationships/slide" Target="slides/slide101.xml"/><Relationship Id="rId110" Type="http://schemas.openxmlformats.org/officeDocument/2006/relationships/slide" Target="slides/slide100.xml"/><Relationship Id="rId11" Type="http://schemas.openxmlformats.org/officeDocument/2006/relationships/slide" Target="slides/slide2.xml"/><Relationship Id="rId109" Type="http://schemas.openxmlformats.org/officeDocument/2006/relationships/slide" Target="slides/slide99.xml"/><Relationship Id="rId108" Type="http://schemas.openxmlformats.org/officeDocument/2006/relationships/slide" Target="slides/slide98.xml"/><Relationship Id="rId107" Type="http://schemas.openxmlformats.org/officeDocument/2006/relationships/slide" Target="slides/slide97.xml"/><Relationship Id="rId106" Type="http://schemas.openxmlformats.org/officeDocument/2006/relationships/slide" Target="slides/slide96.xml"/><Relationship Id="rId105" Type="http://schemas.openxmlformats.org/officeDocument/2006/relationships/slide" Target="slides/slide95.xml"/><Relationship Id="rId104" Type="http://schemas.openxmlformats.org/officeDocument/2006/relationships/slide" Target="slides/slide94.xml"/><Relationship Id="rId103" Type="http://schemas.openxmlformats.org/officeDocument/2006/relationships/slide" Target="slides/slide93.xml"/><Relationship Id="rId102" Type="http://schemas.openxmlformats.org/officeDocument/2006/relationships/slide" Target="slides/slide92.xml"/><Relationship Id="rId101" Type="http://schemas.openxmlformats.org/officeDocument/2006/relationships/slide" Target="slides/slide91.xml"/><Relationship Id="rId100" Type="http://schemas.openxmlformats.org/officeDocument/2006/relationships/slide" Target="slides/slide90.xml"/><Relationship Id="rId10" Type="http://schemas.openxmlformats.org/officeDocument/2006/relationships/slide" Target="slides/slide1.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29.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45.w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55.wmf"/></Relationships>
</file>

<file path=ppt/drawings/_rels/vmlDrawing4.vml.rels><?xml version="1.0" encoding="UTF-8" standalone="yes"?>
<Relationships xmlns="http://schemas.openxmlformats.org/package/2006/relationships"><Relationship Id="rId2" Type="http://schemas.openxmlformats.org/officeDocument/2006/relationships/image" Target="../media/image58.wmf"/><Relationship Id="rId1" Type="http://schemas.openxmlformats.org/officeDocument/2006/relationships/image" Target="../media/image56.emf"/></Relationships>
</file>

<file path=ppt/drawings/_rels/vmlDrawing5.vml.rels><?xml version="1.0" encoding="UTF-8" standalone="yes"?>
<Relationships xmlns="http://schemas.openxmlformats.org/package/2006/relationships"><Relationship Id="rId5" Type="http://schemas.openxmlformats.org/officeDocument/2006/relationships/image" Target="../media/image64.emf"/><Relationship Id="rId4" Type="http://schemas.openxmlformats.org/officeDocument/2006/relationships/image" Target="../media/image63.wmf"/><Relationship Id="rId3" Type="http://schemas.openxmlformats.org/officeDocument/2006/relationships/image" Target="../media/image62.emf"/><Relationship Id="rId2" Type="http://schemas.openxmlformats.org/officeDocument/2006/relationships/image" Target="../media/image61.wmf"/><Relationship Id="rId1" Type="http://schemas.openxmlformats.org/officeDocument/2006/relationships/image" Target="../media/image60.wmf"/></Relationships>
</file>

<file path=ppt/drawings/_rels/vmlDrawing6.vml.rels><?xml version="1.0" encoding="UTF-8" standalone="yes"?>
<Relationships xmlns="http://schemas.openxmlformats.org/package/2006/relationships"><Relationship Id="rId3" Type="http://schemas.openxmlformats.org/officeDocument/2006/relationships/image" Target="../media/image68.wmf"/><Relationship Id="rId2" Type="http://schemas.openxmlformats.org/officeDocument/2006/relationships/image" Target="../media/image67.wmf"/><Relationship Id="rId1" Type="http://schemas.openxmlformats.org/officeDocument/2006/relationships/image" Target="../media/image66.w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69.wmf"/></Relationships>
</file>

<file path=ppt/drawings/_rels/vmlDrawing8.vml.rels><?xml version="1.0" encoding="UTF-8" standalone="yes"?>
<Relationships xmlns="http://schemas.openxmlformats.org/package/2006/relationships"><Relationship Id="rId3" Type="http://schemas.openxmlformats.org/officeDocument/2006/relationships/image" Target="../media/image72.wmf"/><Relationship Id="rId2" Type="http://schemas.openxmlformats.org/officeDocument/2006/relationships/image" Target="../media/image71.wmf"/><Relationship Id="rId1" Type="http://schemas.openxmlformats.org/officeDocument/2006/relationships/image" Target="../media/image70.wmf"/></Relationships>
</file>

<file path=ppt/drawings/_rels/vmlDrawing9.vml.rels><?xml version="1.0" encoding="UTF-8" standalone="yes"?>
<Relationships xmlns="http://schemas.openxmlformats.org/package/2006/relationships"><Relationship Id="rId1" Type="http://schemas.openxmlformats.org/officeDocument/2006/relationships/image" Target="../media/image73.wmf"/></Relationships>
</file>

<file path=ppt/drawings/_rels/vmlDrawing10.vml.rels><?xml version="1.0" encoding="UTF-8" standalone="yes"?>
<Relationships xmlns="http://schemas.openxmlformats.org/package/2006/relationships"><Relationship Id="rId2" Type="http://schemas.openxmlformats.org/officeDocument/2006/relationships/image" Target="../media/image75.wmf"/><Relationship Id="rId1" Type="http://schemas.openxmlformats.org/officeDocument/2006/relationships/image" Target="../media/image74.wmf"/></Relationships>
</file>

<file path=ppt/drawings/_rels/vmlDrawing11.vml.rels><?xml version="1.0" encoding="UTF-8" standalone="yes"?>
<Relationships xmlns="http://schemas.openxmlformats.org/package/2006/relationships"><Relationship Id="rId1" Type="http://schemas.openxmlformats.org/officeDocument/2006/relationships/image" Target="../media/image87.wmf"/></Relationships>
</file>

<file path=ppt/drawings/_rels/vmlDrawing12.vml.rels><?xml version="1.0" encoding="UTF-8" standalone="yes"?>
<Relationships xmlns="http://schemas.openxmlformats.org/package/2006/relationships"><Relationship Id="rId3" Type="http://schemas.openxmlformats.org/officeDocument/2006/relationships/image" Target="../media/image90.wmf"/><Relationship Id="rId2" Type="http://schemas.openxmlformats.org/officeDocument/2006/relationships/image" Target="../media/image89.wmf"/><Relationship Id="rId1" Type="http://schemas.openxmlformats.org/officeDocument/2006/relationships/image" Target="../media/image88.wmf"/></Relationships>
</file>

<file path=ppt/drawings/_rels/vmlDrawing13.vml.rels><?xml version="1.0" encoding="UTF-8" standalone="yes"?>
<Relationships xmlns="http://schemas.openxmlformats.org/package/2006/relationships"><Relationship Id="rId2" Type="http://schemas.openxmlformats.org/officeDocument/2006/relationships/image" Target="../media/image96.wmf"/><Relationship Id="rId1" Type="http://schemas.openxmlformats.org/officeDocument/2006/relationships/image" Target="../media/image95.wmf"/></Relationships>
</file>

<file path=ppt/drawings/_rels/vmlDrawing14.vml.rels><?xml version="1.0" encoding="UTF-8" standalone="yes"?>
<Relationships xmlns="http://schemas.openxmlformats.org/package/2006/relationships"><Relationship Id="rId3" Type="http://schemas.openxmlformats.org/officeDocument/2006/relationships/image" Target="../media/image99.wmf"/><Relationship Id="rId2" Type="http://schemas.openxmlformats.org/officeDocument/2006/relationships/image" Target="../media/image98.wmf"/><Relationship Id="rId1" Type="http://schemas.openxmlformats.org/officeDocument/2006/relationships/image" Target="../media/image97.wmf"/></Relationships>
</file>

<file path=ppt/drawings/_rels/vmlDrawing15.vml.rels><?xml version="1.0" encoding="UTF-8" standalone="yes"?>
<Relationships xmlns="http://schemas.openxmlformats.org/package/2006/relationships"><Relationship Id="rId2" Type="http://schemas.openxmlformats.org/officeDocument/2006/relationships/image" Target="../media/image101.wmf"/><Relationship Id="rId1" Type="http://schemas.openxmlformats.org/officeDocument/2006/relationships/image" Target="../media/image100.wmf"/></Relationships>
</file>

<file path=ppt/drawings/_rels/vmlDrawing16.vml.rels><?xml version="1.0" encoding="UTF-8" standalone="yes"?>
<Relationships xmlns="http://schemas.openxmlformats.org/package/2006/relationships"><Relationship Id="rId6" Type="http://schemas.openxmlformats.org/officeDocument/2006/relationships/image" Target="../media/image104.wmf"/><Relationship Id="rId5" Type="http://schemas.openxmlformats.org/officeDocument/2006/relationships/image" Target="../media/image103.wmf"/><Relationship Id="rId4" Type="http://schemas.openxmlformats.org/officeDocument/2006/relationships/image" Target="../media/image99.wmf"/><Relationship Id="rId3" Type="http://schemas.openxmlformats.org/officeDocument/2006/relationships/image" Target="../media/image98.wmf"/><Relationship Id="rId2" Type="http://schemas.openxmlformats.org/officeDocument/2006/relationships/image" Target="../media/image96.wmf"/><Relationship Id="rId1" Type="http://schemas.openxmlformats.org/officeDocument/2006/relationships/image" Target="../media/image102.wmf"/></Relationships>
</file>

<file path=ppt/drawings/_rels/vmlDrawing17.vml.rels><?xml version="1.0" encoding="UTF-8" standalone="yes"?>
<Relationships xmlns="http://schemas.openxmlformats.org/package/2006/relationships"><Relationship Id="rId6" Type="http://schemas.openxmlformats.org/officeDocument/2006/relationships/image" Target="../media/image101.wmf"/><Relationship Id="rId5" Type="http://schemas.openxmlformats.org/officeDocument/2006/relationships/image" Target="../media/image100.wmf"/><Relationship Id="rId4" Type="http://schemas.openxmlformats.org/officeDocument/2006/relationships/image" Target="../media/image99.wmf"/><Relationship Id="rId3" Type="http://schemas.openxmlformats.org/officeDocument/2006/relationships/image" Target="../media/image98.wmf"/><Relationship Id="rId2" Type="http://schemas.openxmlformats.org/officeDocument/2006/relationships/image" Target="../media/image96.wmf"/><Relationship Id="rId1" Type="http://schemas.openxmlformats.org/officeDocument/2006/relationships/image" Target="../media/image95.wmf"/></Relationships>
</file>

<file path=ppt/drawings/_rels/vmlDrawing18.vml.rels><?xml version="1.0" encoding="UTF-8" standalone="yes"?>
<Relationships xmlns="http://schemas.openxmlformats.org/package/2006/relationships"><Relationship Id="rId1" Type="http://schemas.openxmlformats.org/officeDocument/2006/relationships/image" Target="../media/image112.emf"/></Relationships>
</file>

<file path=ppt/drawings/_rels/vmlDrawing19.vml.rels><?xml version="1.0" encoding="UTF-8" standalone="yes"?>
<Relationships xmlns="http://schemas.openxmlformats.org/package/2006/relationships"><Relationship Id="rId2" Type="http://schemas.openxmlformats.org/officeDocument/2006/relationships/image" Target="../media/image124.emf"/><Relationship Id="rId1" Type="http://schemas.openxmlformats.org/officeDocument/2006/relationships/image" Target="../media/image123.emf"/></Relationships>
</file>

<file path=ppt/drawings/_rels/vmlDrawing20.vml.rels><?xml version="1.0" encoding="UTF-8" standalone="yes"?>
<Relationships xmlns="http://schemas.openxmlformats.org/package/2006/relationships"><Relationship Id="rId1" Type="http://schemas.openxmlformats.org/officeDocument/2006/relationships/image" Target="../media/image125.emf"/></Relationships>
</file>

<file path=ppt/drawings/_rels/vmlDrawing21.vml.rels><?xml version="1.0" encoding="UTF-8" standalone="yes"?>
<Relationships xmlns="http://schemas.openxmlformats.org/package/2006/relationships"><Relationship Id="rId2" Type="http://schemas.openxmlformats.org/officeDocument/2006/relationships/image" Target="../media/image137.png"/><Relationship Id="rId1" Type="http://schemas.openxmlformats.org/officeDocument/2006/relationships/image" Target="../media/image136.wmf"/></Relationships>
</file>

<file path=ppt/drawings/_rels/vmlDrawing22.vml.rels><?xml version="1.0" encoding="UTF-8" standalone="yes"?>
<Relationships xmlns="http://schemas.openxmlformats.org/package/2006/relationships"><Relationship Id="rId2" Type="http://schemas.openxmlformats.org/officeDocument/2006/relationships/image" Target="../media/image137.png"/><Relationship Id="rId1" Type="http://schemas.openxmlformats.org/officeDocument/2006/relationships/image" Target="../media/image142.wmf"/></Relationships>
</file>

<file path=ppt/drawings/_rels/vmlDrawing23.vml.rels><?xml version="1.0" encoding="UTF-8" standalone="yes"?>
<Relationships xmlns="http://schemas.openxmlformats.org/package/2006/relationships"><Relationship Id="rId2" Type="http://schemas.openxmlformats.org/officeDocument/2006/relationships/image" Target="../media/image152.wmf"/><Relationship Id="rId1" Type="http://schemas.openxmlformats.org/officeDocument/2006/relationships/image" Target="../media/image151.wmf"/></Relationships>
</file>

<file path=ppt/drawings/_rels/vmlDrawing24.vml.rels><?xml version="1.0" encoding="UTF-8" standalone="yes"?>
<Relationships xmlns="http://schemas.openxmlformats.org/package/2006/relationships"><Relationship Id="rId1" Type="http://schemas.openxmlformats.org/officeDocument/2006/relationships/image" Target="../media/image153.wmf"/></Relationships>
</file>

<file path=ppt/drawings/_rels/vmlDrawing25.vml.rels><?xml version="1.0" encoding="UTF-8" standalone="yes"?>
<Relationships xmlns="http://schemas.openxmlformats.org/package/2006/relationships"><Relationship Id="rId2" Type="http://schemas.openxmlformats.org/officeDocument/2006/relationships/image" Target="../media/image156.wmf"/><Relationship Id="rId1" Type="http://schemas.openxmlformats.org/officeDocument/2006/relationships/image" Target="../media/image155.wmf"/></Relationships>
</file>

<file path=ppt/drawings/_rels/vmlDrawing26.vml.rels><?xml version="1.0" encoding="UTF-8" standalone="yes"?>
<Relationships xmlns="http://schemas.openxmlformats.org/package/2006/relationships"><Relationship Id="rId1" Type="http://schemas.openxmlformats.org/officeDocument/2006/relationships/image" Target="../media/image157.wmf"/></Relationships>
</file>

<file path=ppt/drawings/_rels/vmlDrawing27.vml.rels><?xml version="1.0" encoding="UTF-8" standalone="yes"?>
<Relationships xmlns="http://schemas.openxmlformats.org/package/2006/relationships"><Relationship Id="rId3" Type="http://schemas.openxmlformats.org/officeDocument/2006/relationships/image" Target="../media/image90.wmf"/><Relationship Id="rId2" Type="http://schemas.openxmlformats.org/officeDocument/2006/relationships/image" Target="../media/image89.wmf"/><Relationship Id="rId1" Type="http://schemas.openxmlformats.org/officeDocument/2006/relationships/image" Target="../media/image88.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9.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3D158E5-7808-4E85-B4A4-2F0C6A30F5B3}"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43512A6-8711-42EB-BA33-562300E6AE55}"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5.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7.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8.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0.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2.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1.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8.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9.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3.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5.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6.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7.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4.xml"/></Relationships>
</file>

<file path=ppt/notesSlides/_rels/notesSlide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5.xml"/></Relationships>
</file>

<file path=ppt/notesSlides/_rels/notesSlide3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8.xml"/></Relationships>
</file>

<file path=ppt/notesSlides/_rels/notesSlide3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defRPr/>
            </a:pPr>
            <a:r>
              <a:rPr kumimoji="1" lang="zh-CN" altLang="en-US" b="0" dirty="0" smtClean="0">
                <a:solidFill>
                  <a:srgbClr val="0000FF"/>
                </a:solidFill>
                <a:ea typeface="黑体" panose="02010609060101010101" pitchFamily="49" charset="-122"/>
              </a:rPr>
              <a:t>滚动体的材料应具有高的硬度和接触疲劳强度，良好的耐磨性和冲击韧性，通常用含铬轴承钢制造，经热处理后硬度应不低于</a:t>
            </a:r>
            <a:r>
              <a:rPr kumimoji="1" lang="en-US" altLang="zh-CN" b="0" dirty="0" smtClean="0">
                <a:solidFill>
                  <a:srgbClr val="0000FF"/>
                </a:solidFill>
                <a:ea typeface="黑体" panose="02010609060101010101" pitchFamily="49" charset="-122"/>
              </a:rPr>
              <a:t>60</a:t>
            </a:r>
            <a:r>
              <a:rPr kumimoji="1" lang="zh-CN" altLang="en-US" b="0" dirty="0" smtClean="0">
                <a:solidFill>
                  <a:srgbClr val="0000FF"/>
                </a:solidFill>
                <a:ea typeface="黑体" panose="02010609060101010101" pitchFamily="49" charset="-122"/>
              </a:rPr>
              <a:t>～</a:t>
            </a:r>
            <a:r>
              <a:rPr kumimoji="1" lang="en-US" altLang="zh-CN" b="0" dirty="0" smtClean="0">
                <a:solidFill>
                  <a:srgbClr val="0000FF"/>
                </a:solidFill>
                <a:ea typeface="黑体" panose="02010609060101010101" pitchFamily="49" charset="-122"/>
              </a:rPr>
              <a:t>65 HRC</a:t>
            </a:r>
            <a:r>
              <a:rPr kumimoji="1" lang="zh-CN" altLang="en-US" b="0" dirty="0" smtClean="0">
                <a:solidFill>
                  <a:srgbClr val="0000FF"/>
                </a:solidFill>
                <a:ea typeface="黑体" panose="02010609060101010101" pitchFamily="49" charset="-122"/>
              </a:rPr>
              <a:t>．工作表面要求磨削抛光。保持架多用低碳钢板冲压制成，也有用铜合金或塑料的。</a:t>
            </a:r>
            <a:endParaRPr kumimoji="1" lang="zh-CN" altLang="en-US" b="0" dirty="0" smtClean="0">
              <a:solidFill>
                <a:srgbClr val="0000FF"/>
              </a:solidFill>
              <a:ea typeface="黑体" panose="02010609060101010101" pitchFamily="49" charset="-122"/>
            </a:endParaRPr>
          </a:p>
          <a:p>
            <a:endParaRPr lang="zh-CN" altLang="en-US" dirty="0"/>
          </a:p>
        </p:txBody>
      </p:sp>
      <p:sp>
        <p:nvSpPr>
          <p:cNvPr id="4" name="灯片编号占位符 3"/>
          <p:cNvSpPr>
            <a:spLocks noGrp="1"/>
          </p:cNvSpPr>
          <p:nvPr>
            <p:ph type="sldNum" sz="quarter" idx="10"/>
          </p:nvPr>
        </p:nvSpPr>
        <p:spPr/>
        <p:txBody>
          <a:bodyPr/>
          <a:lstStyle/>
          <a:p>
            <a:fld id="{B43512A6-8711-42EB-BA33-562300E6AE55}" type="slidenum">
              <a:rPr lang="zh-CN" altLang="en-US" smtClean="0"/>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defRPr/>
            </a:pPr>
            <a:r>
              <a:rPr kumimoji="1" lang="zh-CN" altLang="en-US" b="0" dirty="0" smtClean="0">
                <a:solidFill>
                  <a:srgbClr val="0000FF"/>
                </a:solidFill>
                <a:ea typeface="+mn-ea"/>
              </a:rPr>
              <a:t>外圈的内面和内圈的外面都制有凹槽滚道，保持架将滚动体彼此隔开，使其沿滚道均匀分布。内圈和轴颈配合，外圈和轴承座或机座孔配合。通常内圈随轴颈旋转外圈不转，也可外圈旋转而内圈不转。</a:t>
            </a:r>
            <a:endParaRPr kumimoji="1" lang="zh-CN" altLang="en-US" b="0" dirty="0" smtClean="0">
              <a:solidFill>
                <a:srgbClr val="0000FF"/>
              </a:solidFill>
              <a:ea typeface="+mn-ea"/>
            </a:endParaRPr>
          </a:p>
          <a:p>
            <a:endParaRPr lang="zh-CN" altLang="en-US" dirty="0"/>
          </a:p>
        </p:txBody>
      </p:sp>
      <p:sp>
        <p:nvSpPr>
          <p:cNvPr id="4" name="灯片编号占位符 3"/>
          <p:cNvSpPr>
            <a:spLocks noGrp="1"/>
          </p:cNvSpPr>
          <p:nvPr>
            <p:ph type="sldNum" sz="quarter" idx="10"/>
          </p:nvPr>
        </p:nvSpPr>
        <p:spPr/>
        <p:txBody>
          <a:bodyPr/>
          <a:lstStyle/>
          <a:p>
            <a:fld id="{B43512A6-8711-42EB-BA33-562300E6AE55}" type="slidenum">
              <a:rPr lang="zh-CN" altLang="en-US" smtClean="0"/>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B43512A6-8711-42EB-BA33-562300E6AE55}" type="slidenum">
              <a:rPr lang="zh-CN" altLang="en-US" smtClean="0"/>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B43512A6-8711-42EB-BA33-562300E6AE55}" type="slidenum">
              <a:rPr lang="zh-CN" altLang="en-US" smtClean="0"/>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B43512A6-8711-42EB-BA33-562300E6AE55}" type="slidenum">
              <a:rPr lang="zh-CN" altLang="en-US" smtClean="0"/>
            </a:fld>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B43512A6-8711-42EB-BA33-562300E6AE55}" type="slidenum">
              <a:rPr lang="zh-CN" altLang="en-US" smtClean="0"/>
            </a:fld>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B43512A6-8711-42EB-BA33-562300E6AE55}" type="slidenum">
              <a:rPr lang="zh-CN" altLang="en-US" smtClean="0"/>
            </a:fld>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B43512A6-8711-42EB-BA33-562300E6AE55}" type="slidenum">
              <a:rPr lang="zh-CN" altLang="en-US" smtClean="0"/>
            </a:fld>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B43512A6-8711-42EB-BA33-562300E6AE55}" type="slidenum">
              <a:rPr lang="zh-CN" altLang="en-US" smtClean="0"/>
            </a:fld>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B43512A6-8711-42EB-BA33-562300E6AE55}" type="slidenum">
              <a:rPr lang="zh-CN" altLang="en-US" smtClean="0"/>
            </a:fld>
            <a:endParaRPr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B43512A6-8711-42EB-BA33-562300E6AE55}" type="slidenum">
              <a:rPr lang="zh-CN" altLang="en-US" smtClean="0"/>
            </a:fld>
            <a:endParaRPr lang="zh-CN"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B43512A6-8711-42EB-BA33-562300E6AE55}" type="slidenum">
              <a:rPr lang="zh-CN" altLang="en-US" smtClean="0"/>
            </a:fld>
            <a:endParaRPr lang="zh-CN"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B43512A6-8711-42EB-BA33-562300E6AE55}" type="slidenum">
              <a:rPr lang="zh-CN" altLang="en-US" smtClean="0"/>
            </a:fld>
            <a:endParaRPr lang="zh-CN"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3DF2ACBE-D966-448D-AEF1-013375AF6B8B}" type="slidenum">
              <a:rPr lang="zh-CN" altLang="en-US" smtClean="0"/>
            </a:fld>
            <a:endParaRPr lang="en-US" altLang="zh-CN"/>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B43512A6-8711-42EB-BA33-562300E6AE55}" type="slidenum">
              <a:rPr lang="zh-CN" altLang="en-US" smtClean="0"/>
            </a:fld>
            <a:endParaRPr lang="zh-CN" alt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B43512A6-8711-42EB-BA33-562300E6AE55}" type="slidenum">
              <a:rPr lang="zh-CN" altLang="en-US" smtClean="0"/>
            </a:fld>
            <a:endParaRPr lang="zh-CN" alt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B43512A6-8711-42EB-BA33-562300E6AE55}" type="slidenum">
              <a:rPr lang="zh-CN" altLang="en-US" smtClean="0"/>
            </a:fld>
            <a:endParaRPr lang="zh-CN" alt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B43512A6-8711-42EB-BA33-562300E6AE55}" type="slidenum">
              <a:rPr lang="zh-CN" altLang="en-US" smtClean="0"/>
            </a:fld>
            <a:endParaRPr lang="zh-CN" alt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B43512A6-8711-42EB-BA33-562300E6AE55}" type="slidenum">
              <a:rPr lang="zh-CN" altLang="en-US" smtClean="0"/>
            </a:fld>
            <a:endParaRPr lang="zh-CN" alt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4294967295"/>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4294967295"/>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B43512A6-8711-42EB-BA33-562300E6AE55}" type="slidenum">
              <a:rPr lang="zh-CN" altLang="en-US" smtClean="0"/>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grpSp>
        <p:nvGrpSpPr>
          <p:cNvPr id="4" name="Group 2"/>
          <p:cNvGrpSpPr/>
          <p:nvPr/>
        </p:nvGrpSpPr>
        <p:grpSpPr bwMode="auto">
          <a:xfrm>
            <a:off x="0" y="0"/>
            <a:ext cx="9144000" cy="6858000"/>
            <a:chOff x="0" y="0"/>
            <a:chExt cx="5760" cy="4320"/>
          </a:xfrm>
        </p:grpSpPr>
        <p:grpSp>
          <p:nvGrpSpPr>
            <p:cNvPr id="5" name="Group 3"/>
            <p:cNvGrpSpPr/>
            <p:nvPr/>
          </p:nvGrpSpPr>
          <p:grpSpPr bwMode="auto">
            <a:xfrm>
              <a:off x="0" y="0"/>
              <a:ext cx="5760" cy="4320"/>
              <a:chOff x="0" y="0"/>
              <a:chExt cx="5760" cy="4320"/>
            </a:xfrm>
          </p:grpSpPr>
          <p:sp>
            <p:nvSpPr>
              <p:cNvPr id="15" name="Rectangle 4"/>
              <p:cNvSpPr>
                <a:spLocks noChangeArrowheads="1"/>
              </p:cNvSpPr>
              <p:nvPr/>
            </p:nvSpPr>
            <p:spPr bwMode="ltGray">
              <a:xfrm>
                <a:off x="2112" y="0"/>
                <a:ext cx="3648" cy="96"/>
              </a:xfrm>
              <a:prstGeom prst="rect">
                <a:avLst/>
              </a:prstGeom>
              <a:solidFill>
                <a:schemeClr val="folHlink"/>
              </a:solidFill>
              <a:ln w="9525">
                <a:noFill/>
                <a:miter lim="800000"/>
              </a:ln>
              <a:effectLst/>
            </p:spPr>
            <p:txBody>
              <a:bodyPr wrap="none" anchor="ctr"/>
              <a:lstStyle/>
              <a:p>
                <a:pPr>
                  <a:defRPr/>
                </a:pPr>
                <a:endParaRPr lang="zh-CN" altLang="en-US"/>
              </a:p>
            </p:txBody>
          </p:sp>
          <p:grpSp>
            <p:nvGrpSpPr>
              <p:cNvPr id="16" name="Group 5"/>
              <p:cNvGrpSpPr/>
              <p:nvPr userDrawn="1"/>
            </p:nvGrpSpPr>
            <p:grpSpPr bwMode="auto">
              <a:xfrm>
                <a:off x="0" y="0"/>
                <a:ext cx="5760" cy="4320"/>
                <a:chOff x="0" y="0"/>
                <a:chExt cx="5760" cy="4320"/>
              </a:xfrm>
            </p:grpSpPr>
            <p:sp>
              <p:nvSpPr>
                <p:cNvPr id="18" name="Line 6"/>
                <p:cNvSpPr>
                  <a:spLocks noChangeShapeType="1"/>
                </p:cNvSpPr>
                <p:nvPr/>
              </p:nvSpPr>
              <p:spPr bwMode="white">
                <a:xfrm>
                  <a:off x="0" y="192"/>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19" name="Line 7"/>
                <p:cNvSpPr>
                  <a:spLocks noChangeShapeType="1"/>
                </p:cNvSpPr>
                <p:nvPr/>
              </p:nvSpPr>
              <p:spPr bwMode="white">
                <a:xfrm>
                  <a:off x="0" y="384"/>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20" name="Line 8"/>
                <p:cNvSpPr>
                  <a:spLocks noChangeShapeType="1"/>
                </p:cNvSpPr>
                <p:nvPr/>
              </p:nvSpPr>
              <p:spPr bwMode="white">
                <a:xfrm>
                  <a:off x="0" y="576"/>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21" name="Line 9"/>
                <p:cNvSpPr>
                  <a:spLocks noChangeShapeType="1"/>
                </p:cNvSpPr>
                <p:nvPr/>
              </p:nvSpPr>
              <p:spPr bwMode="white">
                <a:xfrm>
                  <a:off x="0" y="768"/>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22" name="Line 10"/>
                <p:cNvSpPr>
                  <a:spLocks noChangeShapeType="1"/>
                </p:cNvSpPr>
                <p:nvPr/>
              </p:nvSpPr>
              <p:spPr bwMode="white">
                <a:xfrm>
                  <a:off x="0" y="960"/>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23" name="Line 11"/>
                <p:cNvSpPr>
                  <a:spLocks noChangeShapeType="1"/>
                </p:cNvSpPr>
                <p:nvPr/>
              </p:nvSpPr>
              <p:spPr bwMode="white">
                <a:xfrm>
                  <a:off x="0" y="1152"/>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24" name="Line 12"/>
                <p:cNvSpPr>
                  <a:spLocks noChangeShapeType="1"/>
                </p:cNvSpPr>
                <p:nvPr/>
              </p:nvSpPr>
              <p:spPr bwMode="white">
                <a:xfrm>
                  <a:off x="0" y="1344"/>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25" name="Line 13"/>
                <p:cNvSpPr>
                  <a:spLocks noChangeShapeType="1"/>
                </p:cNvSpPr>
                <p:nvPr/>
              </p:nvSpPr>
              <p:spPr bwMode="white">
                <a:xfrm>
                  <a:off x="0" y="1536"/>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26" name="Line 14"/>
                <p:cNvSpPr>
                  <a:spLocks noChangeShapeType="1"/>
                </p:cNvSpPr>
                <p:nvPr/>
              </p:nvSpPr>
              <p:spPr bwMode="white">
                <a:xfrm>
                  <a:off x="0" y="1728"/>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27" name="Line 15"/>
                <p:cNvSpPr>
                  <a:spLocks noChangeShapeType="1"/>
                </p:cNvSpPr>
                <p:nvPr/>
              </p:nvSpPr>
              <p:spPr bwMode="white">
                <a:xfrm>
                  <a:off x="0" y="1920"/>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28" name="Line 16"/>
                <p:cNvSpPr>
                  <a:spLocks noChangeShapeType="1"/>
                </p:cNvSpPr>
                <p:nvPr/>
              </p:nvSpPr>
              <p:spPr bwMode="white">
                <a:xfrm>
                  <a:off x="0" y="2112"/>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29" name="Line 17"/>
                <p:cNvSpPr>
                  <a:spLocks noChangeShapeType="1"/>
                </p:cNvSpPr>
                <p:nvPr/>
              </p:nvSpPr>
              <p:spPr bwMode="white">
                <a:xfrm>
                  <a:off x="0" y="2304"/>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30" name="Line 18"/>
                <p:cNvSpPr>
                  <a:spLocks noChangeShapeType="1"/>
                </p:cNvSpPr>
                <p:nvPr/>
              </p:nvSpPr>
              <p:spPr bwMode="white">
                <a:xfrm>
                  <a:off x="0" y="2496"/>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31" name="Line 19"/>
                <p:cNvSpPr>
                  <a:spLocks noChangeShapeType="1"/>
                </p:cNvSpPr>
                <p:nvPr/>
              </p:nvSpPr>
              <p:spPr bwMode="white">
                <a:xfrm>
                  <a:off x="0" y="2688"/>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32" name="Line 20"/>
                <p:cNvSpPr>
                  <a:spLocks noChangeShapeType="1"/>
                </p:cNvSpPr>
                <p:nvPr/>
              </p:nvSpPr>
              <p:spPr bwMode="white">
                <a:xfrm>
                  <a:off x="0" y="2880"/>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33" name="Line 21"/>
                <p:cNvSpPr>
                  <a:spLocks noChangeShapeType="1"/>
                </p:cNvSpPr>
                <p:nvPr/>
              </p:nvSpPr>
              <p:spPr bwMode="white">
                <a:xfrm>
                  <a:off x="0" y="3072"/>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34" name="Line 22"/>
                <p:cNvSpPr>
                  <a:spLocks noChangeShapeType="1"/>
                </p:cNvSpPr>
                <p:nvPr/>
              </p:nvSpPr>
              <p:spPr bwMode="white">
                <a:xfrm>
                  <a:off x="0" y="3264"/>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35" name="Line 23"/>
                <p:cNvSpPr>
                  <a:spLocks noChangeShapeType="1"/>
                </p:cNvSpPr>
                <p:nvPr/>
              </p:nvSpPr>
              <p:spPr bwMode="white">
                <a:xfrm>
                  <a:off x="0" y="3456"/>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36" name="Line 24"/>
                <p:cNvSpPr>
                  <a:spLocks noChangeShapeType="1"/>
                </p:cNvSpPr>
                <p:nvPr/>
              </p:nvSpPr>
              <p:spPr bwMode="white">
                <a:xfrm>
                  <a:off x="0" y="3648"/>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37" name="Line 25"/>
                <p:cNvSpPr>
                  <a:spLocks noChangeShapeType="1"/>
                </p:cNvSpPr>
                <p:nvPr/>
              </p:nvSpPr>
              <p:spPr bwMode="white">
                <a:xfrm>
                  <a:off x="0" y="3840"/>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38" name="Line 26"/>
                <p:cNvSpPr>
                  <a:spLocks noChangeShapeType="1"/>
                </p:cNvSpPr>
                <p:nvPr/>
              </p:nvSpPr>
              <p:spPr bwMode="white">
                <a:xfrm>
                  <a:off x="0" y="4032"/>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39" name="Line 27"/>
                <p:cNvSpPr>
                  <a:spLocks noChangeShapeType="1"/>
                </p:cNvSpPr>
                <p:nvPr/>
              </p:nvSpPr>
              <p:spPr bwMode="white">
                <a:xfrm>
                  <a:off x="0" y="4224"/>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40" name="Line 28"/>
                <p:cNvSpPr>
                  <a:spLocks noChangeShapeType="1"/>
                </p:cNvSpPr>
                <p:nvPr/>
              </p:nvSpPr>
              <p:spPr bwMode="white">
                <a:xfrm>
                  <a:off x="192"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41" name="Line 29"/>
                <p:cNvSpPr>
                  <a:spLocks noChangeShapeType="1"/>
                </p:cNvSpPr>
                <p:nvPr/>
              </p:nvSpPr>
              <p:spPr bwMode="white">
                <a:xfrm>
                  <a:off x="384"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42" name="Line 30"/>
                <p:cNvSpPr>
                  <a:spLocks noChangeShapeType="1"/>
                </p:cNvSpPr>
                <p:nvPr/>
              </p:nvSpPr>
              <p:spPr bwMode="white">
                <a:xfrm>
                  <a:off x="576"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43" name="Line 31"/>
                <p:cNvSpPr>
                  <a:spLocks noChangeShapeType="1"/>
                </p:cNvSpPr>
                <p:nvPr/>
              </p:nvSpPr>
              <p:spPr bwMode="white">
                <a:xfrm>
                  <a:off x="768"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44" name="Line 32"/>
                <p:cNvSpPr>
                  <a:spLocks noChangeShapeType="1"/>
                </p:cNvSpPr>
                <p:nvPr/>
              </p:nvSpPr>
              <p:spPr bwMode="white">
                <a:xfrm>
                  <a:off x="960"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45" name="Line 33"/>
                <p:cNvSpPr>
                  <a:spLocks noChangeShapeType="1"/>
                </p:cNvSpPr>
                <p:nvPr/>
              </p:nvSpPr>
              <p:spPr bwMode="white">
                <a:xfrm>
                  <a:off x="1152"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46" name="Line 34"/>
                <p:cNvSpPr>
                  <a:spLocks noChangeShapeType="1"/>
                </p:cNvSpPr>
                <p:nvPr/>
              </p:nvSpPr>
              <p:spPr bwMode="white">
                <a:xfrm>
                  <a:off x="1344"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47" name="Line 35"/>
                <p:cNvSpPr>
                  <a:spLocks noChangeShapeType="1"/>
                </p:cNvSpPr>
                <p:nvPr/>
              </p:nvSpPr>
              <p:spPr bwMode="white">
                <a:xfrm>
                  <a:off x="1536"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48" name="Line 36"/>
                <p:cNvSpPr>
                  <a:spLocks noChangeShapeType="1"/>
                </p:cNvSpPr>
                <p:nvPr/>
              </p:nvSpPr>
              <p:spPr bwMode="white">
                <a:xfrm>
                  <a:off x="1728"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49" name="Line 37"/>
                <p:cNvSpPr>
                  <a:spLocks noChangeShapeType="1"/>
                </p:cNvSpPr>
                <p:nvPr/>
              </p:nvSpPr>
              <p:spPr bwMode="white">
                <a:xfrm>
                  <a:off x="1920"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50" name="Line 38"/>
                <p:cNvSpPr>
                  <a:spLocks noChangeShapeType="1"/>
                </p:cNvSpPr>
                <p:nvPr/>
              </p:nvSpPr>
              <p:spPr bwMode="white">
                <a:xfrm>
                  <a:off x="2112"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51" name="Line 39"/>
                <p:cNvSpPr>
                  <a:spLocks noChangeShapeType="1"/>
                </p:cNvSpPr>
                <p:nvPr/>
              </p:nvSpPr>
              <p:spPr bwMode="white">
                <a:xfrm>
                  <a:off x="2304"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52" name="Line 40"/>
                <p:cNvSpPr>
                  <a:spLocks noChangeShapeType="1"/>
                </p:cNvSpPr>
                <p:nvPr/>
              </p:nvSpPr>
              <p:spPr bwMode="white">
                <a:xfrm>
                  <a:off x="2496"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53" name="Line 41"/>
                <p:cNvSpPr>
                  <a:spLocks noChangeShapeType="1"/>
                </p:cNvSpPr>
                <p:nvPr/>
              </p:nvSpPr>
              <p:spPr bwMode="white">
                <a:xfrm>
                  <a:off x="2688"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54" name="Line 42"/>
                <p:cNvSpPr>
                  <a:spLocks noChangeShapeType="1"/>
                </p:cNvSpPr>
                <p:nvPr/>
              </p:nvSpPr>
              <p:spPr bwMode="white">
                <a:xfrm>
                  <a:off x="2880"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55" name="Line 43"/>
                <p:cNvSpPr>
                  <a:spLocks noChangeShapeType="1"/>
                </p:cNvSpPr>
                <p:nvPr/>
              </p:nvSpPr>
              <p:spPr bwMode="white">
                <a:xfrm>
                  <a:off x="3072"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56" name="Line 44"/>
                <p:cNvSpPr>
                  <a:spLocks noChangeShapeType="1"/>
                </p:cNvSpPr>
                <p:nvPr/>
              </p:nvSpPr>
              <p:spPr bwMode="white">
                <a:xfrm>
                  <a:off x="3264"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57" name="Line 45"/>
                <p:cNvSpPr>
                  <a:spLocks noChangeShapeType="1"/>
                </p:cNvSpPr>
                <p:nvPr/>
              </p:nvSpPr>
              <p:spPr bwMode="white">
                <a:xfrm>
                  <a:off x="3456"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58" name="Line 46"/>
                <p:cNvSpPr>
                  <a:spLocks noChangeShapeType="1"/>
                </p:cNvSpPr>
                <p:nvPr/>
              </p:nvSpPr>
              <p:spPr bwMode="white">
                <a:xfrm>
                  <a:off x="3648"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59" name="Line 47"/>
                <p:cNvSpPr>
                  <a:spLocks noChangeShapeType="1"/>
                </p:cNvSpPr>
                <p:nvPr/>
              </p:nvSpPr>
              <p:spPr bwMode="white">
                <a:xfrm>
                  <a:off x="3840"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60" name="Line 48"/>
                <p:cNvSpPr>
                  <a:spLocks noChangeShapeType="1"/>
                </p:cNvSpPr>
                <p:nvPr/>
              </p:nvSpPr>
              <p:spPr bwMode="white">
                <a:xfrm>
                  <a:off x="4032"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61" name="Line 49"/>
                <p:cNvSpPr>
                  <a:spLocks noChangeShapeType="1"/>
                </p:cNvSpPr>
                <p:nvPr/>
              </p:nvSpPr>
              <p:spPr bwMode="white">
                <a:xfrm>
                  <a:off x="4224"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62" name="Line 50"/>
                <p:cNvSpPr>
                  <a:spLocks noChangeShapeType="1"/>
                </p:cNvSpPr>
                <p:nvPr/>
              </p:nvSpPr>
              <p:spPr bwMode="white">
                <a:xfrm>
                  <a:off x="4416"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63" name="Line 51"/>
                <p:cNvSpPr>
                  <a:spLocks noChangeShapeType="1"/>
                </p:cNvSpPr>
                <p:nvPr/>
              </p:nvSpPr>
              <p:spPr bwMode="white">
                <a:xfrm>
                  <a:off x="4608"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64" name="Line 52"/>
                <p:cNvSpPr>
                  <a:spLocks noChangeShapeType="1"/>
                </p:cNvSpPr>
                <p:nvPr/>
              </p:nvSpPr>
              <p:spPr bwMode="white">
                <a:xfrm>
                  <a:off x="4800"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65" name="Line 53"/>
                <p:cNvSpPr>
                  <a:spLocks noChangeShapeType="1"/>
                </p:cNvSpPr>
                <p:nvPr/>
              </p:nvSpPr>
              <p:spPr bwMode="white">
                <a:xfrm>
                  <a:off x="4992"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66" name="Line 54"/>
                <p:cNvSpPr>
                  <a:spLocks noChangeShapeType="1"/>
                </p:cNvSpPr>
                <p:nvPr/>
              </p:nvSpPr>
              <p:spPr bwMode="white">
                <a:xfrm>
                  <a:off x="5184"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67" name="Line 55"/>
                <p:cNvSpPr>
                  <a:spLocks noChangeShapeType="1"/>
                </p:cNvSpPr>
                <p:nvPr/>
              </p:nvSpPr>
              <p:spPr bwMode="white">
                <a:xfrm>
                  <a:off x="5376"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68" name="Line 56"/>
                <p:cNvSpPr>
                  <a:spLocks noChangeShapeType="1"/>
                </p:cNvSpPr>
                <p:nvPr/>
              </p:nvSpPr>
              <p:spPr bwMode="white">
                <a:xfrm>
                  <a:off x="5568"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grpSp>
          <p:sp>
            <p:nvSpPr>
              <p:cNvPr id="17" name="Line 57"/>
              <p:cNvSpPr>
                <a:spLocks noChangeShapeType="1"/>
              </p:cNvSpPr>
              <p:nvPr/>
            </p:nvSpPr>
            <p:spPr bwMode="ltGray">
              <a:xfrm>
                <a:off x="5568" y="0"/>
                <a:ext cx="0" cy="1488"/>
              </a:xfrm>
              <a:prstGeom prst="line">
                <a:avLst/>
              </a:prstGeom>
              <a:noFill/>
              <a:ln w="9525">
                <a:solidFill>
                  <a:schemeClr val="hlink"/>
                </a:solidFill>
                <a:round/>
              </a:ln>
              <a:effectLst/>
            </p:spPr>
            <p:txBody>
              <a:bodyPr wrap="none" anchor="ctr"/>
              <a:lstStyle/>
              <a:p>
                <a:pPr>
                  <a:defRPr/>
                </a:pPr>
                <a:endParaRPr lang="zh-CN" altLang="en-US"/>
              </a:p>
            </p:txBody>
          </p:sp>
        </p:grpSp>
        <p:grpSp>
          <p:nvGrpSpPr>
            <p:cNvPr id="6" name="Group 58"/>
            <p:cNvGrpSpPr/>
            <p:nvPr userDrawn="1"/>
          </p:nvGrpSpPr>
          <p:grpSpPr bwMode="auto">
            <a:xfrm>
              <a:off x="3" y="559"/>
              <a:ext cx="4192" cy="1796"/>
              <a:chOff x="3" y="559"/>
              <a:chExt cx="4192" cy="1796"/>
            </a:xfrm>
          </p:grpSpPr>
          <p:sp>
            <p:nvSpPr>
              <p:cNvPr id="11" name="Line 59"/>
              <p:cNvSpPr>
                <a:spLocks noChangeShapeType="1"/>
              </p:cNvSpPr>
              <p:nvPr/>
            </p:nvSpPr>
            <p:spPr bwMode="ltGray">
              <a:xfrm>
                <a:off x="506" y="559"/>
                <a:ext cx="0" cy="1796"/>
              </a:xfrm>
              <a:prstGeom prst="line">
                <a:avLst/>
              </a:prstGeom>
              <a:noFill/>
              <a:ln w="9525">
                <a:solidFill>
                  <a:schemeClr val="hlink"/>
                </a:solidFill>
                <a:round/>
              </a:ln>
              <a:effectLst/>
            </p:spPr>
            <p:txBody>
              <a:bodyPr wrap="none" anchor="ctr"/>
              <a:lstStyle/>
              <a:p>
                <a:pPr>
                  <a:defRPr/>
                </a:pPr>
                <a:endParaRPr lang="zh-CN" altLang="en-US"/>
              </a:p>
            </p:txBody>
          </p:sp>
          <p:sp>
            <p:nvSpPr>
              <p:cNvPr id="12" name="Line 60"/>
              <p:cNvSpPr>
                <a:spLocks noChangeShapeType="1"/>
              </p:cNvSpPr>
              <p:nvPr/>
            </p:nvSpPr>
            <p:spPr bwMode="ltGray">
              <a:xfrm flipH="1" flipV="1">
                <a:off x="3" y="1924"/>
                <a:ext cx="3211" cy="1"/>
              </a:xfrm>
              <a:prstGeom prst="line">
                <a:avLst/>
              </a:prstGeom>
              <a:noFill/>
              <a:ln w="9525">
                <a:solidFill>
                  <a:schemeClr val="hlink"/>
                </a:solidFill>
                <a:round/>
              </a:ln>
              <a:effectLst/>
            </p:spPr>
            <p:txBody>
              <a:bodyPr wrap="none" anchor="ctr"/>
              <a:lstStyle/>
              <a:p>
                <a:pPr>
                  <a:defRPr/>
                </a:pPr>
                <a:endParaRPr lang="zh-CN" altLang="en-US"/>
              </a:p>
            </p:txBody>
          </p:sp>
          <p:sp>
            <p:nvSpPr>
              <p:cNvPr id="13" name="Line 61"/>
              <p:cNvSpPr>
                <a:spLocks noChangeShapeType="1"/>
              </p:cNvSpPr>
              <p:nvPr/>
            </p:nvSpPr>
            <p:spPr bwMode="ltGray">
              <a:xfrm flipH="1" flipV="1">
                <a:off x="384" y="938"/>
                <a:ext cx="3811" cy="1"/>
              </a:xfrm>
              <a:prstGeom prst="line">
                <a:avLst/>
              </a:prstGeom>
              <a:noFill/>
              <a:ln w="9525">
                <a:solidFill>
                  <a:schemeClr val="hlink"/>
                </a:solidFill>
                <a:round/>
              </a:ln>
              <a:effectLst/>
            </p:spPr>
            <p:txBody>
              <a:bodyPr wrap="none" anchor="ctr"/>
              <a:lstStyle/>
              <a:p>
                <a:pPr>
                  <a:defRPr/>
                </a:pPr>
                <a:endParaRPr lang="zh-CN" altLang="en-US"/>
              </a:p>
            </p:txBody>
          </p:sp>
          <p:sp>
            <p:nvSpPr>
              <p:cNvPr id="14" name="Arc 62"/>
              <p:cNvSpPr/>
              <p:nvPr/>
            </p:nvSpPr>
            <p:spPr bwMode="ltGray">
              <a:xfrm rot="16200000" flipH="1">
                <a:off x="426" y="860"/>
                <a:ext cx="156" cy="157"/>
              </a:xfrm>
              <a:custGeom>
                <a:avLst/>
                <a:gdLst>
                  <a:gd name="G0" fmla="+- 21595 0 0"/>
                  <a:gd name="G1" fmla="+- 21600 0 0"/>
                  <a:gd name="G2" fmla="+- 21600 0 0"/>
                  <a:gd name="T0" fmla="*/ 21114 w 43195"/>
                  <a:gd name="T1" fmla="*/ 5 h 43200"/>
                  <a:gd name="T2" fmla="*/ 0 w 43195"/>
                  <a:gd name="T3" fmla="*/ 22056 h 43200"/>
                  <a:gd name="T4" fmla="*/ 21595 w 43195"/>
                  <a:gd name="T5" fmla="*/ 21600 h 43200"/>
                </a:gdLst>
                <a:ahLst/>
                <a:cxnLst>
                  <a:cxn ang="0">
                    <a:pos x="T0" y="T1"/>
                  </a:cxn>
                  <a:cxn ang="0">
                    <a:pos x="T2" y="T3"/>
                  </a:cxn>
                  <a:cxn ang="0">
                    <a:pos x="T4" y="T5"/>
                  </a:cxn>
                </a:cxnLst>
                <a:rect l="0" t="0" r="r" b="b"/>
                <a:pathLst>
                  <a:path w="43195" h="43200" fill="none" extrusionOk="0">
                    <a:moveTo>
                      <a:pt x="21114" y="5"/>
                    </a:moveTo>
                    <a:cubicBezTo>
                      <a:pt x="21274" y="1"/>
                      <a:pt x="21434" y="-1"/>
                      <a:pt x="21595" y="0"/>
                    </a:cubicBezTo>
                    <a:cubicBezTo>
                      <a:pt x="33524" y="0"/>
                      <a:pt x="43195" y="9670"/>
                      <a:pt x="43195" y="21600"/>
                    </a:cubicBezTo>
                    <a:cubicBezTo>
                      <a:pt x="43195" y="33529"/>
                      <a:pt x="33524" y="43200"/>
                      <a:pt x="21595" y="43200"/>
                    </a:cubicBezTo>
                    <a:cubicBezTo>
                      <a:pt x="9843" y="43200"/>
                      <a:pt x="247" y="33805"/>
                      <a:pt x="-1" y="22056"/>
                    </a:cubicBezTo>
                  </a:path>
                  <a:path w="43195" h="43200" stroke="0" extrusionOk="0">
                    <a:moveTo>
                      <a:pt x="21114" y="5"/>
                    </a:moveTo>
                    <a:cubicBezTo>
                      <a:pt x="21274" y="1"/>
                      <a:pt x="21434" y="-1"/>
                      <a:pt x="21595" y="0"/>
                    </a:cubicBezTo>
                    <a:cubicBezTo>
                      <a:pt x="33524" y="0"/>
                      <a:pt x="43195" y="9670"/>
                      <a:pt x="43195" y="21600"/>
                    </a:cubicBezTo>
                    <a:cubicBezTo>
                      <a:pt x="43195" y="33529"/>
                      <a:pt x="33524" y="43200"/>
                      <a:pt x="21595" y="43200"/>
                    </a:cubicBezTo>
                    <a:cubicBezTo>
                      <a:pt x="9843" y="43200"/>
                      <a:pt x="247" y="33805"/>
                      <a:pt x="-1" y="22056"/>
                    </a:cubicBezTo>
                    <a:lnTo>
                      <a:pt x="21595" y="21600"/>
                    </a:lnTo>
                    <a:close/>
                  </a:path>
                </a:pathLst>
              </a:custGeom>
              <a:noFill/>
              <a:ln w="9525">
                <a:solidFill>
                  <a:schemeClr val="hlink"/>
                </a:solidFill>
                <a:round/>
              </a:ln>
              <a:effectLst/>
            </p:spPr>
            <p:txBody>
              <a:bodyPr wrap="none" anchor="ctr"/>
              <a:lstStyle/>
              <a:p>
                <a:pPr>
                  <a:defRPr/>
                </a:pPr>
                <a:endParaRPr lang="zh-CN" altLang="en-US"/>
              </a:p>
            </p:txBody>
          </p:sp>
        </p:grpSp>
        <p:grpSp>
          <p:nvGrpSpPr>
            <p:cNvPr id="7" name="Group 63"/>
            <p:cNvGrpSpPr/>
            <p:nvPr userDrawn="1"/>
          </p:nvGrpSpPr>
          <p:grpSpPr bwMode="auto">
            <a:xfrm>
              <a:off x="1480" y="1952"/>
              <a:ext cx="3808" cy="1812"/>
              <a:chOff x="1480" y="1952"/>
              <a:chExt cx="3808" cy="1812"/>
            </a:xfrm>
          </p:grpSpPr>
          <p:sp>
            <p:nvSpPr>
              <p:cNvPr id="8" name="Line 64"/>
              <p:cNvSpPr>
                <a:spLocks noChangeShapeType="1"/>
              </p:cNvSpPr>
              <p:nvPr/>
            </p:nvSpPr>
            <p:spPr bwMode="ltGray">
              <a:xfrm flipV="1">
                <a:off x="1480" y="3442"/>
                <a:ext cx="3808" cy="0"/>
              </a:xfrm>
              <a:prstGeom prst="line">
                <a:avLst/>
              </a:prstGeom>
              <a:noFill/>
              <a:ln w="9525">
                <a:solidFill>
                  <a:schemeClr val="hlink"/>
                </a:solidFill>
                <a:round/>
              </a:ln>
              <a:effectLst/>
            </p:spPr>
            <p:txBody>
              <a:bodyPr wrap="none" anchor="ctr"/>
              <a:lstStyle/>
              <a:p>
                <a:pPr>
                  <a:defRPr/>
                </a:pPr>
                <a:endParaRPr lang="zh-CN" altLang="en-US"/>
              </a:p>
            </p:txBody>
          </p:sp>
          <p:sp>
            <p:nvSpPr>
              <p:cNvPr id="9" name="Line 65"/>
              <p:cNvSpPr>
                <a:spLocks noChangeShapeType="1"/>
              </p:cNvSpPr>
              <p:nvPr/>
            </p:nvSpPr>
            <p:spPr bwMode="ltGray">
              <a:xfrm flipH="1">
                <a:off x="5172" y="1952"/>
                <a:ext cx="0" cy="1812"/>
              </a:xfrm>
              <a:prstGeom prst="line">
                <a:avLst/>
              </a:prstGeom>
              <a:noFill/>
              <a:ln w="9525">
                <a:solidFill>
                  <a:schemeClr val="hlink"/>
                </a:solidFill>
                <a:round/>
              </a:ln>
              <a:effectLst/>
            </p:spPr>
            <p:txBody>
              <a:bodyPr wrap="none" anchor="ctr"/>
              <a:lstStyle/>
              <a:p>
                <a:pPr>
                  <a:defRPr/>
                </a:pPr>
                <a:endParaRPr lang="zh-CN" altLang="en-US"/>
              </a:p>
            </p:txBody>
          </p:sp>
          <p:sp>
            <p:nvSpPr>
              <p:cNvPr id="10" name="Arc 66"/>
              <p:cNvSpPr/>
              <p:nvPr/>
            </p:nvSpPr>
            <p:spPr bwMode="ltGray">
              <a:xfrm rot="5400000">
                <a:off x="5097" y="3347"/>
                <a:ext cx="156" cy="157"/>
              </a:xfrm>
              <a:custGeom>
                <a:avLst/>
                <a:gdLst>
                  <a:gd name="G0" fmla="+- 21595 0 0"/>
                  <a:gd name="G1" fmla="+- 21600 0 0"/>
                  <a:gd name="G2" fmla="+- 21600 0 0"/>
                  <a:gd name="T0" fmla="*/ 21114 w 43195"/>
                  <a:gd name="T1" fmla="*/ 5 h 43200"/>
                  <a:gd name="T2" fmla="*/ 0 w 43195"/>
                  <a:gd name="T3" fmla="*/ 22056 h 43200"/>
                  <a:gd name="T4" fmla="*/ 21595 w 43195"/>
                  <a:gd name="T5" fmla="*/ 21600 h 43200"/>
                </a:gdLst>
                <a:ahLst/>
                <a:cxnLst>
                  <a:cxn ang="0">
                    <a:pos x="T0" y="T1"/>
                  </a:cxn>
                  <a:cxn ang="0">
                    <a:pos x="T2" y="T3"/>
                  </a:cxn>
                  <a:cxn ang="0">
                    <a:pos x="T4" y="T5"/>
                  </a:cxn>
                </a:cxnLst>
                <a:rect l="0" t="0" r="r" b="b"/>
                <a:pathLst>
                  <a:path w="43195" h="43200" fill="none" extrusionOk="0">
                    <a:moveTo>
                      <a:pt x="21114" y="5"/>
                    </a:moveTo>
                    <a:cubicBezTo>
                      <a:pt x="21274" y="1"/>
                      <a:pt x="21434" y="-1"/>
                      <a:pt x="21595" y="0"/>
                    </a:cubicBezTo>
                    <a:cubicBezTo>
                      <a:pt x="33524" y="0"/>
                      <a:pt x="43195" y="9670"/>
                      <a:pt x="43195" y="21600"/>
                    </a:cubicBezTo>
                    <a:cubicBezTo>
                      <a:pt x="43195" y="33529"/>
                      <a:pt x="33524" y="43200"/>
                      <a:pt x="21595" y="43200"/>
                    </a:cubicBezTo>
                    <a:cubicBezTo>
                      <a:pt x="9843" y="43200"/>
                      <a:pt x="247" y="33805"/>
                      <a:pt x="-1" y="22056"/>
                    </a:cubicBezTo>
                  </a:path>
                  <a:path w="43195" h="43200" stroke="0" extrusionOk="0">
                    <a:moveTo>
                      <a:pt x="21114" y="5"/>
                    </a:moveTo>
                    <a:cubicBezTo>
                      <a:pt x="21274" y="1"/>
                      <a:pt x="21434" y="-1"/>
                      <a:pt x="21595" y="0"/>
                    </a:cubicBezTo>
                    <a:cubicBezTo>
                      <a:pt x="33524" y="0"/>
                      <a:pt x="43195" y="9670"/>
                      <a:pt x="43195" y="21600"/>
                    </a:cubicBezTo>
                    <a:cubicBezTo>
                      <a:pt x="43195" y="33529"/>
                      <a:pt x="33524" y="43200"/>
                      <a:pt x="21595" y="43200"/>
                    </a:cubicBezTo>
                    <a:cubicBezTo>
                      <a:pt x="9843" y="43200"/>
                      <a:pt x="247" y="33805"/>
                      <a:pt x="-1" y="22056"/>
                    </a:cubicBezTo>
                    <a:lnTo>
                      <a:pt x="21595" y="21600"/>
                    </a:lnTo>
                    <a:close/>
                  </a:path>
                </a:pathLst>
              </a:custGeom>
              <a:noFill/>
              <a:ln w="9525">
                <a:solidFill>
                  <a:schemeClr val="hlink"/>
                </a:solidFill>
                <a:round/>
              </a:ln>
              <a:effectLst/>
            </p:spPr>
            <p:txBody>
              <a:bodyPr wrap="none" anchor="ctr"/>
              <a:lstStyle/>
              <a:p>
                <a:pPr>
                  <a:defRPr/>
                </a:pPr>
                <a:endParaRPr lang="zh-CN" altLang="en-US"/>
              </a:p>
            </p:txBody>
          </p:sp>
        </p:grpSp>
      </p:grpSp>
      <p:sp>
        <p:nvSpPr>
          <p:cNvPr id="6211" name="Rectangle 67"/>
          <p:cNvSpPr>
            <a:spLocks noGrp="1" noChangeArrowheads="1"/>
          </p:cNvSpPr>
          <p:nvPr>
            <p:ph type="ctrTitle"/>
          </p:nvPr>
        </p:nvSpPr>
        <p:spPr bwMode="auto">
          <a:xfrm>
            <a:off x="990600" y="1752600"/>
            <a:ext cx="7772400" cy="1143000"/>
          </a:xfrm>
          <a:prstGeom prst="rect">
            <a:avLst/>
          </a:prstGeom>
          <a:noFill/>
          <a:ln>
            <a:miter lim="800000"/>
          </a:ln>
        </p:spPr>
        <p:txBody>
          <a:bodyPr vert="horz" wrap="square" lIns="91440" tIns="45720" rIns="91440" bIns="45720" numCol="1" anchor="b" anchorCtr="0" compatLnSpc="1"/>
          <a:lstStyle>
            <a:lvl1pPr>
              <a:defRPr/>
            </a:lvl1pPr>
          </a:lstStyle>
          <a:p>
            <a:r>
              <a:rPr lang="zh-CN" altLang="en-US"/>
              <a:t>单击此处编辑母版标题样式</a:t>
            </a:r>
            <a:endParaRPr lang="zh-CN" altLang="en-US"/>
          </a:p>
        </p:txBody>
      </p:sp>
      <p:sp>
        <p:nvSpPr>
          <p:cNvPr id="6212" name="Rectangle 68" descr="Rectangle: Click to edit Master text styles&#10;Second level&#10;Third level&#10;Fourth level&#10;Fifth level"/>
          <p:cNvSpPr>
            <a:spLocks noGrp="1" noChangeArrowheads="1"/>
          </p:cNvSpPr>
          <p:nvPr>
            <p:ph type="subTitle" idx="1"/>
          </p:nvPr>
        </p:nvSpPr>
        <p:spPr bwMode="auto">
          <a:xfrm>
            <a:off x="990600" y="3309938"/>
            <a:ext cx="6400800" cy="1752600"/>
          </a:xfrm>
          <a:prstGeom prst="rect">
            <a:avLst/>
          </a:prstGeom>
          <a:noFill/>
          <a:ln>
            <a:miter lim="800000"/>
          </a:ln>
        </p:spPr>
        <p:txBody>
          <a:bodyPr vert="horz" wrap="square" lIns="91440" tIns="45720" rIns="91440" bIns="45720" numCol="1" anchor="t" anchorCtr="0" compatLnSpc="1"/>
          <a:lstStyle>
            <a:lvl1pPr marL="0" indent="0">
              <a:buFont typeface="Wingdings" panose="05000000000000000000" pitchFamily="2" charset="2"/>
              <a:buNone/>
              <a:defRPr/>
            </a:lvl1pPr>
          </a:lstStyle>
          <a:p>
            <a:r>
              <a:rPr lang="zh-CN" altLang="en-US"/>
              <a:t>单击此处编辑母版副标题样式</a:t>
            </a:r>
            <a:endParaRPr lang="zh-CN" altLang="en-US"/>
          </a:p>
        </p:txBody>
      </p:sp>
      <p:sp>
        <p:nvSpPr>
          <p:cNvPr id="69" name="Rectangle 69"/>
          <p:cNvSpPr>
            <a:spLocks noGrp="1" noChangeArrowheads="1"/>
          </p:cNvSpPr>
          <p:nvPr>
            <p:ph type="dt" sz="quarter" idx="10"/>
          </p:nvPr>
        </p:nvSpPr>
        <p:spPr bwMode="auto">
          <a:xfrm>
            <a:off x="685800" y="6248400"/>
            <a:ext cx="1905000" cy="457200"/>
          </a:xfrm>
          <a:prstGeom prst="rect">
            <a:avLst/>
          </a:prstGeom>
          <a:ln>
            <a:miter lim="800000"/>
          </a:ln>
        </p:spPr>
        <p:txBody>
          <a:bodyPr vert="horz" wrap="square" lIns="91440" tIns="45720" rIns="91440" bIns="45720" numCol="1" anchor="b" anchorCtr="0" compatLnSpc="1"/>
          <a:lstStyle>
            <a:lvl1pPr>
              <a:lnSpc>
                <a:spcPct val="100000"/>
              </a:lnSpc>
              <a:buFontTx/>
              <a:buNone/>
              <a:defRPr kumimoji="0" sz="1400">
                <a:solidFill>
                  <a:schemeClr val="tx1"/>
                </a:solidFill>
                <a:latin typeface="+mn-lt"/>
                <a:ea typeface="+mn-ea"/>
              </a:defRPr>
            </a:lvl1pPr>
          </a:lstStyle>
          <a:p>
            <a:pPr>
              <a:defRPr/>
            </a:pPr>
            <a:endParaRPr lang="en-US" altLang="zh-CN"/>
          </a:p>
        </p:txBody>
      </p:sp>
      <p:sp>
        <p:nvSpPr>
          <p:cNvPr id="70" name="Rectangle 70"/>
          <p:cNvSpPr>
            <a:spLocks noGrp="1" noChangeArrowheads="1"/>
          </p:cNvSpPr>
          <p:nvPr>
            <p:ph type="ftr" sz="quarter" idx="11"/>
          </p:nvPr>
        </p:nvSpPr>
        <p:spPr bwMode="auto">
          <a:xfrm>
            <a:off x="3124200" y="6248400"/>
            <a:ext cx="2895600" cy="457200"/>
          </a:xfrm>
          <a:prstGeom prst="rect">
            <a:avLst/>
          </a:prstGeom>
          <a:ln>
            <a:miter lim="800000"/>
          </a:ln>
        </p:spPr>
        <p:txBody>
          <a:bodyPr vert="horz" wrap="square" lIns="91440" tIns="45720" rIns="91440" bIns="45720" numCol="1" anchor="b" anchorCtr="0" compatLnSpc="1"/>
          <a:lstStyle>
            <a:lvl1pPr algn="ctr">
              <a:lnSpc>
                <a:spcPct val="100000"/>
              </a:lnSpc>
              <a:buFontTx/>
              <a:buNone/>
              <a:defRPr kumimoji="0" sz="1400">
                <a:solidFill>
                  <a:schemeClr val="tx1"/>
                </a:solidFill>
                <a:latin typeface="+mn-lt"/>
                <a:ea typeface="+mn-ea"/>
              </a:defRPr>
            </a:lvl1pPr>
          </a:lstStyle>
          <a:p>
            <a:pPr>
              <a:defRPr/>
            </a:pPr>
            <a:endParaRPr lang="en-US" altLang="zh-CN"/>
          </a:p>
        </p:txBody>
      </p:sp>
      <p:sp>
        <p:nvSpPr>
          <p:cNvPr id="71" name="Rectangle 71"/>
          <p:cNvSpPr>
            <a:spLocks noGrp="1" noChangeArrowheads="1"/>
          </p:cNvSpPr>
          <p:nvPr>
            <p:ph type="sldNum" sz="quarter" idx="12"/>
          </p:nvPr>
        </p:nvSpPr>
        <p:spPr bwMode="auto">
          <a:xfrm>
            <a:off x="6553200" y="6248400"/>
            <a:ext cx="1905000" cy="457200"/>
          </a:xfrm>
          <a:prstGeom prst="rect">
            <a:avLst/>
          </a:prstGeom>
          <a:ln>
            <a:miter lim="800000"/>
          </a:ln>
        </p:spPr>
        <p:txBody>
          <a:bodyPr vert="horz" wrap="square" lIns="91440" tIns="45720" rIns="91440" bIns="45720" numCol="1" anchor="b" anchorCtr="0" compatLnSpc="1"/>
          <a:lstStyle>
            <a:lvl1pPr algn="r">
              <a:lnSpc>
                <a:spcPct val="100000"/>
              </a:lnSpc>
              <a:buFontTx/>
              <a:buNone/>
              <a:defRPr kumimoji="0" sz="1400">
                <a:solidFill>
                  <a:schemeClr val="tx1"/>
                </a:solidFill>
                <a:latin typeface="Tahoma" panose="020B0604030504040204" pitchFamily="34" charset="0"/>
                <a:ea typeface="宋体" panose="02010600030101010101" pitchFamily="2" charset="-122"/>
              </a:defRPr>
            </a:lvl1pPr>
          </a:lstStyle>
          <a:p>
            <a:fld id="{5E9702FD-B3F6-420C-A21A-8F05E8822967}" type="slidenum">
              <a:rPr lang="en-US" altLang="zh-CN"/>
            </a:fld>
            <a:endParaRPr lang="en-US" altLang="zh-CN"/>
          </a:p>
        </p:txBody>
      </p:sp>
    </p:spTree>
  </p:cSld>
  <p:clrMapOvr>
    <a:masterClrMapping/>
  </p:clrMapOvr>
  <p:transition>
    <p:wipe dir="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a:xfrm>
            <a:off x="457200" y="1600200"/>
            <a:ext cx="8229600" cy="4525963"/>
          </a:xfrm>
          <a:prstGeom prst="rect">
            <a:avLst/>
          </a:prstGeo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Tree>
  </p:cSld>
  <p:clrMapOvr>
    <a:masterClrMapping/>
  </p:clrMapOvr>
  <p:transition>
    <p:wipe dir="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a:prstGeom prst="rect">
            <a:avLst/>
          </a:prstGeom>
        </p:spPr>
        <p:txBody>
          <a:bodyPr anchor="t"/>
          <a:lstStyle>
            <a:lvl1pPr algn="l">
              <a:defRPr sz="4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313" y="2906713"/>
            <a:ext cx="7772400" cy="1500187"/>
          </a:xfrm>
          <a:prstGeom prst="rect">
            <a:avLst/>
          </a:prstGeo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smtClean="0"/>
              <a:t>单击此处编辑母版文本样式</a:t>
            </a:r>
            <a:endParaRPr lang="zh-CN" altLang="en-US" smtClean="0"/>
          </a:p>
        </p:txBody>
      </p:sp>
    </p:spTree>
  </p:cSld>
  <p:clrMapOvr>
    <a:masterClrMapping/>
  </p:clrMapOvr>
  <p:transition>
    <p:wipe dir="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457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nvPr>
        </p:nvSpPr>
        <p:spPr>
          <a:xfrm>
            <a:off x="4648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Tree>
  </p:cSld>
  <p:clrMapOvr>
    <a:masterClrMapping/>
  </p:clrMapOvr>
  <p:transition>
    <p:wipe dir="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535113"/>
            <a:ext cx="4040188"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4" name="内容占位符 3"/>
          <p:cNvSpPr>
            <a:spLocks noGrp="1"/>
          </p:cNvSpPr>
          <p:nvPr>
            <p:ph sz="half" idx="2"/>
          </p:nvPr>
        </p:nvSpPr>
        <p:spPr>
          <a:xfrm>
            <a:off x="457200" y="2174875"/>
            <a:ext cx="4040188"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p:nvPr>
        </p:nvSpPr>
        <p:spPr>
          <a:xfrm>
            <a:off x="4645025" y="1535113"/>
            <a:ext cx="4041775"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6" name="内容占位符 5"/>
          <p:cNvSpPr>
            <a:spLocks noGrp="1"/>
          </p:cNvSpPr>
          <p:nvPr>
            <p:ph sz="quarter" idx="4"/>
          </p:nvPr>
        </p:nvSpPr>
        <p:spPr>
          <a:xfrm>
            <a:off x="4645025" y="2174875"/>
            <a:ext cx="4041775"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Tree>
  </p:cSld>
  <p:clrMapOvr>
    <a:masterClrMapping/>
  </p:clrMapOvr>
  <p:transition>
    <p:wipe dir="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smtClean="0"/>
              <a:t>单击此处编辑母版标题样式</a:t>
            </a:r>
            <a:endParaRPr lang="zh-CN" altLang="en-US"/>
          </a:p>
        </p:txBody>
      </p:sp>
    </p:spTree>
  </p:cSld>
  <p:clrMapOvr>
    <a:masterClrMapping/>
  </p:clrMapOvr>
  <p:transition>
    <p:wipe dir="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transition>
    <p:wipe dir="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a:prstGeom prst="rect">
            <a:avLst/>
          </a:prstGeom>
        </p:spPr>
        <p:txBody>
          <a:bodyPr anchor="b"/>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050" y="273050"/>
            <a:ext cx="5111750" cy="5853113"/>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文本占位符 3"/>
          <p:cNvSpPr>
            <a:spLocks noGrp="1"/>
          </p:cNvSpPr>
          <p:nvPr>
            <p:ph type="body" sz="half" idx="2"/>
          </p:nvPr>
        </p:nvSpPr>
        <p:spPr>
          <a:xfrm>
            <a:off x="457200" y="1435100"/>
            <a:ext cx="3008313" cy="4691063"/>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endParaRPr lang="zh-CN" altLang="en-US" smtClean="0"/>
          </a:p>
        </p:txBody>
      </p:sp>
    </p:spTree>
  </p:cSld>
  <p:clrMapOvr>
    <a:masterClrMapping/>
  </p:clrMapOvr>
  <p:transition>
    <p:wipe dir="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a:prstGeom prst="rect">
            <a:avLst/>
          </a:prstGeom>
        </p:spPr>
        <p:txBody>
          <a:bodyPr anchor="b"/>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612775"/>
            <a:ext cx="5486400" cy="41148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smtClean="0"/>
          </a:p>
        </p:txBody>
      </p:sp>
      <p:sp>
        <p:nvSpPr>
          <p:cNvPr id="4" name="文本占位符 3"/>
          <p:cNvSpPr>
            <a:spLocks noGrp="1"/>
          </p:cNvSpPr>
          <p:nvPr>
            <p:ph type="body" sz="half" idx="2"/>
          </p:nvPr>
        </p:nvSpPr>
        <p:spPr>
          <a:xfrm>
            <a:off x="1792288" y="5367338"/>
            <a:ext cx="5486400" cy="80486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endParaRPr lang="zh-CN" altLang="en-US" smtClean="0"/>
          </a:p>
        </p:txBody>
      </p:sp>
    </p:spTree>
  </p:cSld>
  <p:clrMapOvr>
    <a:masterClrMapping/>
  </p:clrMapOvr>
  <p:transition>
    <p:wipe dir="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457200" y="1600200"/>
            <a:ext cx="8229600" cy="4525963"/>
          </a:xfrm>
          <a:prstGeom prst="rect">
            <a:avLst/>
          </a:prstGeo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Tree>
  </p:cSld>
  <p:clrMapOvr>
    <a:masterClrMapping/>
  </p:clrMapOvr>
  <p:transition>
    <p:wipe dir="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a:prstGeom prst="rect">
            <a:avLst/>
          </a:prstGeo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457200" y="274638"/>
            <a:ext cx="6019800" cy="5851525"/>
          </a:xfrm>
          <a:prstGeom prst="rect">
            <a:avLst/>
          </a:prstGeo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Tree>
  </p:cSld>
  <p:clrMapOvr>
    <a:masterClrMapping/>
  </p:clrMapOvr>
  <p:transition>
    <p:wipe dir="r"/>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objOnly">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685800" y="609600"/>
            <a:ext cx="7772400" cy="5486400"/>
          </a:xfrm>
          <a:prstGeom prst="rect">
            <a:avLst/>
          </a:prstGeo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3" name="日期占位符 2"/>
          <p:cNvSpPr>
            <a:spLocks noGrp="1"/>
          </p:cNvSpPr>
          <p:nvPr>
            <p:ph type="dt" sz="half" idx="10"/>
          </p:nvPr>
        </p:nvSpPr>
        <p:spPr>
          <a:xfrm>
            <a:off x="685800" y="6248400"/>
            <a:ext cx="1905000" cy="457200"/>
          </a:xfrm>
          <a:prstGeom prst="rect">
            <a:avLst/>
          </a:prstGeom>
        </p:spPr>
        <p:txBody>
          <a:bodyPr/>
          <a:lstStyle>
            <a:lvl1pPr>
              <a:defRPr/>
            </a:lvl1pPr>
          </a:lstStyle>
          <a:p>
            <a:endParaRPr lang="en-US" altLang="zh-CN"/>
          </a:p>
        </p:txBody>
      </p:sp>
      <p:sp>
        <p:nvSpPr>
          <p:cNvPr id="4" name="页脚占位符 3"/>
          <p:cNvSpPr>
            <a:spLocks noGrp="1"/>
          </p:cNvSpPr>
          <p:nvPr>
            <p:ph type="ftr" sz="quarter" idx="11"/>
          </p:nvPr>
        </p:nvSpPr>
        <p:spPr>
          <a:xfrm>
            <a:off x="3124200" y="6248400"/>
            <a:ext cx="2895600" cy="457200"/>
          </a:xfrm>
          <a:prstGeom prst="rect">
            <a:avLst/>
          </a:prstGeom>
        </p:spPr>
        <p:txBody>
          <a:bodyPr/>
          <a:lstStyle>
            <a:lvl1pPr>
              <a:defRPr/>
            </a:lvl1pPr>
          </a:lstStyle>
          <a:p>
            <a:endParaRPr lang="en-US" altLang="zh-CN"/>
          </a:p>
        </p:txBody>
      </p:sp>
      <p:sp>
        <p:nvSpPr>
          <p:cNvPr id="5" name="灯片编号占位符 4"/>
          <p:cNvSpPr>
            <a:spLocks noGrp="1"/>
          </p:cNvSpPr>
          <p:nvPr>
            <p:ph type="sldNum" sz="quarter" idx="12"/>
          </p:nvPr>
        </p:nvSpPr>
        <p:spPr>
          <a:xfrm>
            <a:off x="6553200" y="6248400"/>
            <a:ext cx="1905000" cy="457200"/>
          </a:xfrm>
          <a:prstGeom prst="rect">
            <a:avLst/>
          </a:prstGeom>
        </p:spPr>
        <p:txBody>
          <a:bodyPr/>
          <a:lstStyle>
            <a:lvl1pPr>
              <a:defRPr/>
            </a:lvl1pPr>
          </a:lstStyle>
          <a:p>
            <a:fld id="{1B734201-4F60-46F2-A162-2F7728C20015}" type="slidenum">
              <a:rPr lang="zh-CN" altLang="en-US"/>
            </a:fld>
            <a:endParaRPr lang="en-US" altLang="zh-CN"/>
          </a:p>
        </p:txBody>
      </p:sp>
    </p:spTree>
  </p:cSld>
  <p:clrMapOvr>
    <a:masterClrMapping/>
  </p:clrMapOvr>
  <p:transition>
    <p:wipe dir="r"/>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grpSp>
        <p:nvGrpSpPr>
          <p:cNvPr id="4" name="Group 2"/>
          <p:cNvGrpSpPr/>
          <p:nvPr/>
        </p:nvGrpSpPr>
        <p:grpSpPr bwMode="auto">
          <a:xfrm>
            <a:off x="0" y="0"/>
            <a:ext cx="9144000" cy="6858000"/>
            <a:chOff x="0" y="0"/>
            <a:chExt cx="5760" cy="4320"/>
          </a:xfrm>
        </p:grpSpPr>
        <p:grpSp>
          <p:nvGrpSpPr>
            <p:cNvPr id="5" name="Group 3"/>
            <p:cNvGrpSpPr/>
            <p:nvPr/>
          </p:nvGrpSpPr>
          <p:grpSpPr bwMode="auto">
            <a:xfrm>
              <a:off x="0" y="0"/>
              <a:ext cx="5760" cy="4320"/>
              <a:chOff x="0" y="0"/>
              <a:chExt cx="5760" cy="4320"/>
            </a:xfrm>
          </p:grpSpPr>
          <p:sp>
            <p:nvSpPr>
              <p:cNvPr id="15" name="Rectangle 4"/>
              <p:cNvSpPr>
                <a:spLocks noChangeArrowheads="1"/>
              </p:cNvSpPr>
              <p:nvPr/>
            </p:nvSpPr>
            <p:spPr bwMode="ltGray">
              <a:xfrm>
                <a:off x="2112" y="0"/>
                <a:ext cx="3648" cy="96"/>
              </a:xfrm>
              <a:prstGeom prst="rect">
                <a:avLst/>
              </a:prstGeom>
              <a:solidFill>
                <a:schemeClr val="folHlink"/>
              </a:solidFill>
              <a:ln w="9525">
                <a:noFill/>
                <a:miter lim="800000"/>
              </a:ln>
              <a:effectLst/>
            </p:spPr>
            <p:txBody>
              <a:bodyPr wrap="none" anchor="ctr"/>
              <a:lstStyle/>
              <a:p>
                <a:pPr>
                  <a:defRPr/>
                </a:pPr>
                <a:endParaRPr lang="zh-CN" altLang="en-US"/>
              </a:p>
            </p:txBody>
          </p:sp>
          <p:grpSp>
            <p:nvGrpSpPr>
              <p:cNvPr id="16" name="Group 5"/>
              <p:cNvGrpSpPr/>
              <p:nvPr userDrawn="1"/>
            </p:nvGrpSpPr>
            <p:grpSpPr bwMode="auto">
              <a:xfrm>
                <a:off x="0" y="0"/>
                <a:ext cx="5760" cy="4320"/>
                <a:chOff x="0" y="0"/>
                <a:chExt cx="5760" cy="4320"/>
              </a:xfrm>
            </p:grpSpPr>
            <p:sp>
              <p:nvSpPr>
                <p:cNvPr id="18" name="Line 6"/>
                <p:cNvSpPr>
                  <a:spLocks noChangeShapeType="1"/>
                </p:cNvSpPr>
                <p:nvPr/>
              </p:nvSpPr>
              <p:spPr bwMode="white">
                <a:xfrm>
                  <a:off x="0" y="192"/>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19" name="Line 7"/>
                <p:cNvSpPr>
                  <a:spLocks noChangeShapeType="1"/>
                </p:cNvSpPr>
                <p:nvPr/>
              </p:nvSpPr>
              <p:spPr bwMode="white">
                <a:xfrm>
                  <a:off x="0" y="384"/>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20" name="Line 8"/>
                <p:cNvSpPr>
                  <a:spLocks noChangeShapeType="1"/>
                </p:cNvSpPr>
                <p:nvPr/>
              </p:nvSpPr>
              <p:spPr bwMode="white">
                <a:xfrm>
                  <a:off x="0" y="576"/>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21" name="Line 9"/>
                <p:cNvSpPr>
                  <a:spLocks noChangeShapeType="1"/>
                </p:cNvSpPr>
                <p:nvPr/>
              </p:nvSpPr>
              <p:spPr bwMode="white">
                <a:xfrm>
                  <a:off x="0" y="768"/>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22" name="Line 10"/>
                <p:cNvSpPr>
                  <a:spLocks noChangeShapeType="1"/>
                </p:cNvSpPr>
                <p:nvPr/>
              </p:nvSpPr>
              <p:spPr bwMode="white">
                <a:xfrm>
                  <a:off x="0" y="960"/>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23" name="Line 11"/>
                <p:cNvSpPr>
                  <a:spLocks noChangeShapeType="1"/>
                </p:cNvSpPr>
                <p:nvPr/>
              </p:nvSpPr>
              <p:spPr bwMode="white">
                <a:xfrm>
                  <a:off x="0" y="1152"/>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24" name="Line 12"/>
                <p:cNvSpPr>
                  <a:spLocks noChangeShapeType="1"/>
                </p:cNvSpPr>
                <p:nvPr/>
              </p:nvSpPr>
              <p:spPr bwMode="white">
                <a:xfrm>
                  <a:off x="0" y="1344"/>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25" name="Line 13"/>
                <p:cNvSpPr>
                  <a:spLocks noChangeShapeType="1"/>
                </p:cNvSpPr>
                <p:nvPr/>
              </p:nvSpPr>
              <p:spPr bwMode="white">
                <a:xfrm>
                  <a:off x="0" y="1536"/>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26" name="Line 14"/>
                <p:cNvSpPr>
                  <a:spLocks noChangeShapeType="1"/>
                </p:cNvSpPr>
                <p:nvPr/>
              </p:nvSpPr>
              <p:spPr bwMode="white">
                <a:xfrm>
                  <a:off x="0" y="1728"/>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27" name="Line 15"/>
                <p:cNvSpPr>
                  <a:spLocks noChangeShapeType="1"/>
                </p:cNvSpPr>
                <p:nvPr/>
              </p:nvSpPr>
              <p:spPr bwMode="white">
                <a:xfrm>
                  <a:off x="0" y="1920"/>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28" name="Line 16"/>
                <p:cNvSpPr>
                  <a:spLocks noChangeShapeType="1"/>
                </p:cNvSpPr>
                <p:nvPr/>
              </p:nvSpPr>
              <p:spPr bwMode="white">
                <a:xfrm>
                  <a:off x="0" y="2112"/>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29" name="Line 17"/>
                <p:cNvSpPr>
                  <a:spLocks noChangeShapeType="1"/>
                </p:cNvSpPr>
                <p:nvPr/>
              </p:nvSpPr>
              <p:spPr bwMode="white">
                <a:xfrm>
                  <a:off x="0" y="2304"/>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30" name="Line 18"/>
                <p:cNvSpPr>
                  <a:spLocks noChangeShapeType="1"/>
                </p:cNvSpPr>
                <p:nvPr/>
              </p:nvSpPr>
              <p:spPr bwMode="white">
                <a:xfrm>
                  <a:off x="0" y="2496"/>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31" name="Line 19"/>
                <p:cNvSpPr>
                  <a:spLocks noChangeShapeType="1"/>
                </p:cNvSpPr>
                <p:nvPr/>
              </p:nvSpPr>
              <p:spPr bwMode="white">
                <a:xfrm>
                  <a:off x="0" y="2688"/>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32" name="Line 20"/>
                <p:cNvSpPr>
                  <a:spLocks noChangeShapeType="1"/>
                </p:cNvSpPr>
                <p:nvPr/>
              </p:nvSpPr>
              <p:spPr bwMode="white">
                <a:xfrm>
                  <a:off x="0" y="2880"/>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33" name="Line 21"/>
                <p:cNvSpPr>
                  <a:spLocks noChangeShapeType="1"/>
                </p:cNvSpPr>
                <p:nvPr/>
              </p:nvSpPr>
              <p:spPr bwMode="white">
                <a:xfrm>
                  <a:off x="0" y="3072"/>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34" name="Line 22"/>
                <p:cNvSpPr>
                  <a:spLocks noChangeShapeType="1"/>
                </p:cNvSpPr>
                <p:nvPr/>
              </p:nvSpPr>
              <p:spPr bwMode="white">
                <a:xfrm>
                  <a:off x="0" y="3264"/>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35" name="Line 23"/>
                <p:cNvSpPr>
                  <a:spLocks noChangeShapeType="1"/>
                </p:cNvSpPr>
                <p:nvPr/>
              </p:nvSpPr>
              <p:spPr bwMode="white">
                <a:xfrm>
                  <a:off x="0" y="3456"/>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36" name="Line 24"/>
                <p:cNvSpPr>
                  <a:spLocks noChangeShapeType="1"/>
                </p:cNvSpPr>
                <p:nvPr/>
              </p:nvSpPr>
              <p:spPr bwMode="white">
                <a:xfrm>
                  <a:off x="0" y="3648"/>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37" name="Line 25"/>
                <p:cNvSpPr>
                  <a:spLocks noChangeShapeType="1"/>
                </p:cNvSpPr>
                <p:nvPr/>
              </p:nvSpPr>
              <p:spPr bwMode="white">
                <a:xfrm>
                  <a:off x="0" y="3840"/>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38" name="Line 26"/>
                <p:cNvSpPr>
                  <a:spLocks noChangeShapeType="1"/>
                </p:cNvSpPr>
                <p:nvPr/>
              </p:nvSpPr>
              <p:spPr bwMode="white">
                <a:xfrm>
                  <a:off x="0" y="4032"/>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39" name="Line 27"/>
                <p:cNvSpPr>
                  <a:spLocks noChangeShapeType="1"/>
                </p:cNvSpPr>
                <p:nvPr/>
              </p:nvSpPr>
              <p:spPr bwMode="white">
                <a:xfrm>
                  <a:off x="0" y="4224"/>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40" name="Line 28"/>
                <p:cNvSpPr>
                  <a:spLocks noChangeShapeType="1"/>
                </p:cNvSpPr>
                <p:nvPr/>
              </p:nvSpPr>
              <p:spPr bwMode="white">
                <a:xfrm>
                  <a:off x="192"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41" name="Line 29"/>
                <p:cNvSpPr>
                  <a:spLocks noChangeShapeType="1"/>
                </p:cNvSpPr>
                <p:nvPr/>
              </p:nvSpPr>
              <p:spPr bwMode="white">
                <a:xfrm>
                  <a:off x="384"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42" name="Line 30"/>
                <p:cNvSpPr>
                  <a:spLocks noChangeShapeType="1"/>
                </p:cNvSpPr>
                <p:nvPr/>
              </p:nvSpPr>
              <p:spPr bwMode="white">
                <a:xfrm>
                  <a:off x="576"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43" name="Line 31"/>
                <p:cNvSpPr>
                  <a:spLocks noChangeShapeType="1"/>
                </p:cNvSpPr>
                <p:nvPr/>
              </p:nvSpPr>
              <p:spPr bwMode="white">
                <a:xfrm>
                  <a:off x="768"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44" name="Line 32"/>
                <p:cNvSpPr>
                  <a:spLocks noChangeShapeType="1"/>
                </p:cNvSpPr>
                <p:nvPr/>
              </p:nvSpPr>
              <p:spPr bwMode="white">
                <a:xfrm>
                  <a:off x="960"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45" name="Line 33"/>
                <p:cNvSpPr>
                  <a:spLocks noChangeShapeType="1"/>
                </p:cNvSpPr>
                <p:nvPr/>
              </p:nvSpPr>
              <p:spPr bwMode="white">
                <a:xfrm>
                  <a:off x="1152"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46" name="Line 34"/>
                <p:cNvSpPr>
                  <a:spLocks noChangeShapeType="1"/>
                </p:cNvSpPr>
                <p:nvPr/>
              </p:nvSpPr>
              <p:spPr bwMode="white">
                <a:xfrm>
                  <a:off x="1344"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47" name="Line 35"/>
                <p:cNvSpPr>
                  <a:spLocks noChangeShapeType="1"/>
                </p:cNvSpPr>
                <p:nvPr/>
              </p:nvSpPr>
              <p:spPr bwMode="white">
                <a:xfrm>
                  <a:off x="1536"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48" name="Line 36"/>
                <p:cNvSpPr>
                  <a:spLocks noChangeShapeType="1"/>
                </p:cNvSpPr>
                <p:nvPr/>
              </p:nvSpPr>
              <p:spPr bwMode="white">
                <a:xfrm>
                  <a:off x="1728"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49" name="Line 37"/>
                <p:cNvSpPr>
                  <a:spLocks noChangeShapeType="1"/>
                </p:cNvSpPr>
                <p:nvPr/>
              </p:nvSpPr>
              <p:spPr bwMode="white">
                <a:xfrm>
                  <a:off x="1920"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50" name="Line 38"/>
                <p:cNvSpPr>
                  <a:spLocks noChangeShapeType="1"/>
                </p:cNvSpPr>
                <p:nvPr/>
              </p:nvSpPr>
              <p:spPr bwMode="white">
                <a:xfrm>
                  <a:off x="2112"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51" name="Line 39"/>
                <p:cNvSpPr>
                  <a:spLocks noChangeShapeType="1"/>
                </p:cNvSpPr>
                <p:nvPr/>
              </p:nvSpPr>
              <p:spPr bwMode="white">
                <a:xfrm>
                  <a:off x="2304"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52" name="Line 40"/>
                <p:cNvSpPr>
                  <a:spLocks noChangeShapeType="1"/>
                </p:cNvSpPr>
                <p:nvPr/>
              </p:nvSpPr>
              <p:spPr bwMode="white">
                <a:xfrm>
                  <a:off x="2496"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53" name="Line 41"/>
                <p:cNvSpPr>
                  <a:spLocks noChangeShapeType="1"/>
                </p:cNvSpPr>
                <p:nvPr/>
              </p:nvSpPr>
              <p:spPr bwMode="white">
                <a:xfrm>
                  <a:off x="2688"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54" name="Line 42"/>
                <p:cNvSpPr>
                  <a:spLocks noChangeShapeType="1"/>
                </p:cNvSpPr>
                <p:nvPr/>
              </p:nvSpPr>
              <p:spPr bwMode="white">
                <a:xfrm>
                  <a:off x="2880"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55" name="Line 43"/>
                <p:cNvSpPr>
                  <a:spLocks noChangeShapeType="1"/>
                </p:cNvSpPr>
                <p:nvPr/>
              </p:nvSpPr>
              <p:spPr bwMode="white">
                <a:xfrm>
                  <a:off x="3072"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56" name="Line 44"/>
                <p:cNvSpPr>
                  <a:spLocks noChangeShapeType="1"/>
                </p:cNvSpPr>
                <p:nvPr/>
              </p:nvSpPr>
              <p:spPr bwMode="white">
                <a:xfrm>
                  <a:off x="3264"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57" name="Line 45"/>
                <p:cNvSpPr>
                  <a:spLocks noChangeShapeType="1"/>
                </p:cNvSpPr>
                <p:nvPr/>
              </p:nvSpPr>
              <p:spPr bwMode="white">
                <a:xfrm>
                  <a:off x="3456"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58" name="Line 46"/>
                <p:cNvSpPr>
                  <a:spLocks noChangeShapeType="1"/>
                </p:cNvSpPr>
                <p:nvPr/>
              </p:nvSpPr>
              <p:spPr bwMode="white">
                <a:xfrm>
                  <a:off x="3648"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59" name="Line 47"/>
                <p:cNvSpPr>
                  <a:spLocks noChangeShapeType="1"/>
                </p:cNvSpPr>
                <p:nvPr/>
              </p:nvSpPr>
              <p:spPr bwMode="white">
                <a:xfrm>
                  <a:off x="3840"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60" name="Line 48"/>
                <p:cNvSpPr>
                  <a:spLocks noChangeShapeType="1"/>
                </p:cNvSpPr>
                <p:nvPr/>
              </p:nvSpPr>
              <p:spPr bwMode="white">
                <a:xfrm>
                  <a:off x="4032"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61" name="Line 49"/>
                <p:cNvSpPr>
                  <a:spLocks noChangeShapeType="1"/>
                </p:cNvSpPr>
                <p:nvPr/>
              </p:nvSpPr>
              <p:spPr bwMode="white">
                <a:xfrm>
                  <a:off x="4224"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62" name="Line 50"/>
                <p:cNvSpPr>
                  <a:spLocks noChangeShapeType="1"/>
                </p:cNvSpPr>
                <p:nvPr/>
              </p:nvSpPr>
              <p:spPr bwMode="white">
                <a:xfrm>
                  <a:off x="4416"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63" name="Line 51"/>
                <p:cNvSpPr>
                  <a:spLocks noChangeShapeType="1"/>
                </p:cNvSpPr>
                <p:nvPr/>
              </p:nvSpPr>
              <p:spPr bwMode="white">
                <a:xfrm>
                  <a:off x="4608"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64" name="Line 52"/>
                <p:cNvSpPr>
                  <a:spLocks noChangeShapeType="1"/>
                </p:cNvSpPr>
                <p:nvPr/>
              </p:nvSpPr>
              <p:spPr bwMode="white">
                <a:xfrm>
                  <a:off x="4800"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65" name="Line 53"/>
                <p:cNvSpPr>
                  <a:spLocks noChangeShapeType="1"/>
                </p:cNvSpPr>
                <p:nvPr/>
              </p:nvSpPr>
              <p:spPr bwMode="white">
                <a:xfrm>
                  <a:off x="4992"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66" name="Line 54"/>
                <p:cNvSpPr>
                  <a:spLocks noChangeShapeType="1"/>
                </p:cNvSpPr>
                <p:nvPr/>
              </p:nvSpPr>
              <p:spPr bwMode="white">
                <a:xfrm>
                  <a:off x="5184"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67" name="Line 55"/>
                <p:cNvSpPr>
                  <a:spLocks noChangeShapeType="1"/>
                </p:cNvSpPr>
                <p:nvPr/>
              </p:nvSpPr>
              <p:spPr bwMode="white">
                <a:xfrm>
                  <a:off x="5376"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68" name="Line 56"/>
                <p:cNvSpPr>
                  <a:spLocks noChangeShapeType="1"/>
                </p:cNvSpPr>
                <p:nvPr/>
              </p:nvSpPr>
              <p:spPr bwMode="white">
                <a:xfrm>
                  <a:off x="5568"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grpSp>
          <p:sp>
            <p:nvSpPr>
              <p:cNvPr id="17" name="Line 57"/>
              <p:cNvSpPr>
                <a:spLocks noChangeShapeType="1"/>
              </p:cNvSpPr>
              <p:nvPr/>
            </p:nvSpPr>
            <p:spPr bwMode="ltGray">
              <a:xfrm>
                <a:off x="5568" y="0"/>
                <a:ext cx="0" cy="1488"/>
              </a:xfrm>
              <a:prstGeom prst="line">
                <a:avLst/>
              </a:prstGeom>
              <a:noFill/>
              <a:ln w="9525">
                <a:solidFill>
                  <a:schemeClr val="hlink"/>
                </a:solidFill>
                <a:round/>
              </a:ln>
              <a:effectLst/>
            </p:spPr>
            <p:txBody>
              <a:bodyPr wrap="none" anchor="ctr"/>
              <a:lstStyle/>
              <a:p>
                <a:pPr>
                  <a:defRPr/>
                </a:pPr>
                <a:endParaRPr lang="zh-CN" altLang="en-US"/>
              </a:p>
            </p:txBody>
          </p:sp>
        </p:grpSp>
        <p:grpSp>
          <p:nvGrpSpPr>
            <p:cNvPr id="6" name="Group 58"/>
            <p:cNvGrpSpPr/>
            <p:nvPr userDrawn="1"/>
          </p:nvGrpSpPr>
          <p:grpSpPr bwMode="auto">
            <a:xfrm>
              <a:off x="3" y="559"/>
              <a:ext cx="4192" cy="1796"/>
              <a:chOff x="3" y="559"/>
              <a:chExt cx="4192" cy="1796"/>
            </a:xfrm>
          </p:grpSpPr>
          <p:sp>
            <p:nvSpPr>
              <p:cNvPr id="11" name="Line 59"/>
              <p:cNvSpPr>
                <a:spLocks noChangeShapeType="1"/>
              </p:cNvSpPr>
              <p:nvPr/>
            </p:nvSpPr>
            <p:spPr bwMode="ltGray">
              <a:xfrm>
                <a:off x="506" y="559"/>
                <a:ext cx="0" cy="1796"/>
              </a:xfrm>
              <a:prstGeom prst="line">
                <a:avLst/>
              </a:prstGeom>
              <a:noFill/>
              <a:ln w="9525">
                <a:solidFill>
                  <a:schemeClr val="hlink"/>
                </a:solidFill>
                <a:round/>
              </a:ln>
              <a:effectLst/>
            </p:spPr>
            <p:txBody>
              <a:bodyPr wrap="none" anchor="ctr"/>
              <a:lstStyle/>
              <a:p>
                <a:pPr>
                  <a:defRPr/>
                </a:pPr>
                <a:endParaRPr lang="zh-CN" altLang="en-US"/>
              </a:p>
            </p:txBody>
          </p:sp>
          <p:sp>
            <p:nvSpPr>
              <p:cNvPr id="12" name="Line 60"/>
              <p:cNvSpPr>
                <a:spLocks noChangeShapeType="1"/>
              </p:cNvSpPr>
              <p:nvPr/>
            </p:nvSpPr>
            <p:spPr bwMode="ltGray">
              <a:xfrm flipH="1" flipV="1">
                <a:off x="3" y="1924"/>
                <a:ext cx="3211" cy="1"/>
              </a:xfrm>
              <a:prstGeom prst="line">
                <a:avLst/>
              </a:prstGeom>
              <a:noFill/>
              <a:ln w="9525">
                <a:solidFill>
                  <a:schemeClr val="hlink"/>
                </a:solidFill>
                <a:round/>
              </a:ln>
              <a:effectLst/>
            </p:spPr>
            <p:txBody>
              <a:bodyPr wrap="none" anchor="ctr"/>
              <a:lstStyle/>
              <a:p>
                <a:pPr>
                  <a:defRPr/>
                </a:pPr>
                <a:endParaRPr lang="zh-CN" altLang="en-US"/>
              </a:p>
            </p:txBody>
          </p:sp>
          <p:sp>
            <p:nvSpPr>
              <p:cNvPr id="13" name="Line 61"/>
              <p:cNvSpPr>
                <a:spLocks noChangeShapeType="1"/>
              </p:cNvSpPr>
              <p:nvPr/>
            </p:nvSpPr>
            <p:spPr bwMode="ltGray">
              <a:xfrm flipH="1" flipV="1">
                <a:off x="384" y="938"/>
                <a:ext cx="3811" cy="1"/>
              </a:xfrm>
              <a:prstGeom prst="line">
                <a:avLst/>
              </a:prstGeom>
              <a:noFill/>
              <a:ln w="9525">
                <a:solidFill>
                  <a:schemeClr val="hlink"/>
                </a:solidFill>
                <a:round/>
              </a:ln>
              <a:effectLst/>
            </p:spPr>
            <p:txBody>
              <a:bodyPr wrap="none" anchor="ctr"/>
              <a:lstStyle/>
              <a:p>
                <a:pPr>
                  <a:defRPr/>
                </a:pPr>
                <a:endParaRPr lang="zh-CN" altLang="en-US"/>
              </a:p>
            </p:txBody>
          </p:sp>
          <p:sp>
            <p:nvSpPr>
              <p:cNvPr id="14" name="Arc 62"/>
              <p:cNvSpPr/>
              <p:nvPr/>
            </p:nvSpPr>
            <p:spPr bwMode="ltGray">
              <a:xfrm rot="16200000" flipH="1">
                <a:off x="426" y="860"/>
                <a:ext cx="156" cy="157"/>
              </a:xfrm>
              <a:custGeom>
                <a:avLst/>
                <a:gdLst>
                  <a:gd name="G0" fmla="+- 21595 0 0"/>
                  <a:gd name="G1" fmla="+- 21600 0 0"/>
                  <a:gd name="G2" fmla="+- 21600 0 0"/>
                  <a:gd name="T0" fmla="*/ 21114 w 43195"/>
                  <a:gd name="T1" fmla="*/ 5 h 43200"/>
                  <a:gd name="T2" fmla="*/ 0 w 43195"/>
                  <a:gd name="T3" fmla="*/ 22056 h 43200"/>
                  <a:gd name="T4" fmla="*/ 21595 w 43195"/>
                  <a:gd name="T5" fmla="*/ 21600 h 43200"/>
                </a:gdLst>
                <a:ahLst/>
                <a:cxnLst>
                  <a:cxn ang="0">
                    <a:pos x="T0" y="T1"/>
                  </a:cxn>
                  <a:cxn ang="0">
                    <a:pos x="T2" y="T3"/>
                  </a:cxn>
                  <a:cxn ang="0">
                    <a:pos x="T4" y="T5"/>
                  </a:cxn>
                </a:cxnLst>
                <a:rect l="0" t="0" r="r" b="b"/>
                <a:pathLst>
                  <a:path w="43195" h="43200" fill="none" extrusionOk="0">
                    <a:moveTo>
                      <a:pt x="21114" y="5"/>
                    </a:moveTo>
                    <a:cubicBezTo>
                      <a:pt x="21274" y="1"/>
                      <a:pt x="21434" y="-1"/>
                      <a:pt x="21595" y="0"/>
                    </a:cubicBezTo>
                    <a:cubicBezTo>
                      <a:pt x="33524" y="0"/>
                      <a:pt x="43195" y="9670"/>
                      <a:pt x="43195" y="21600"/>
                    </a:cubicBezTo>
                    <a:cubicBezTo>
                      <a:pt x="43195" y="33529"/>
                      <a:pt x="33524" y="43200"/>
                      <a:pt x="21595" y="43200"/>
                    </a:cubicBezTo>
                    <a:cubicBezTo>
                      <a:pt x="9843" y="43200"/>
                      <a:pt x="247" y="33805"/>
                      <a:pt x="-1" y="22056"/>
                    </a:cubicBezTo>
                  </a:path>
                  <a:path w="43195" h="43200" stroke="0" extrusionOk="0">
                    <a:moveTo>
                      <a:pt x="21114" y="5"/>
                    </a:moveTo>
                    <a:cubicBezTo>
                      <a:pt x="21274" y="1"/>
                      <a:pt x="21434" y="-1"/>
                      <a:pt x="21595" y="0"/>
                    </a:cubicBezTo>
                    <a:cubicBezTo>
                      <a:pt x="33524" y="0"/>
                      <a:pt x="43195" y="9670"/>
                      <a:pt x="43195" y="21600"/>
                    </a:cubicBezTo>
                    <a:cubicBezTo>
                      <a:pt x="43195" y="33529"/>
                      <a:pt x="33524" y="43200"/>
                      <a:pt x="21595" y="43200"/>
                    </a:cubicBezTo>
                    <a:cubicBezTo>
                      <a:pt x="9843" y="43200"/>
                      <a:pt x="247" y="33805"/>
                      <a:pt x="-1" y="22056"/>
                    </a:cubicBezTo>
                    <a:lnTo>
                      <a:pt x="21595" y="21600"/>
                    </a:lnTo>
                    <a:close/>
                  </a:path>
                </a:pathLst>
              </a:custGeom>
              <a:noFill/>
              <a:ln w="9525">
                <a:solidFill>
                  <a:schemeClr val="hlink"/>
                </a:solidFill>
                <a:round/>
              </a:ln>
              <a:effectLst/>
            </p:spPr>
            <p:txBody>
              <a:bodyPr wrap="none" anchor="ctr"/>
              <a:lstStyle/>
              <a:p>
                <a:pPr>
                  <a:defRPr/>
                </a:pPr>
                <a:endParaRPr lang="zh-CN" altLang="en-US"/>
              </a:p>
            </p:txBody>
          </p:sp>
        </p:grpSp>
        <p:grpSp>
          <p:nvGrpSpPr>
            <p:cNvPr id="7" name="Group 63"/>
            <p:cNvGrpSpPr/>
            <p:nvPr userDrawn="1"/>
          </p:nvGrpSpPr>
          <p:grpSpPr bwMode="auto">
            <a:xfrm>
              <a:off x="1480" y="1952"/>
              <a:ext cx="3808" cy="1812"/>
              <a:chOff x="1480" y="1952"/>
              <a:chExt cx="3808" cy="1812"/>
            </a:xfrm>
          </p:grpSpPr>
          <p:sp>
            <p:nvSpPr>
              <p:cNvPr id="8" name="Line 64"/>
              <p:cNvSpPr>
                <a:spLocks noChangeShapeType="1"/>
              </p:cNvSpPr>
              <p:nvPr/>
            </p:nvSpPr>
            <p:spPr bwMode="ltGray">
              <a:xfrm flipV="1">
                <a:off x="1480" y="3442"/>
                <a:ext cx="3808" cy="0"/>
              </a:xfrm>
              <a:prstGeom prst="line">
                <a:avLst/>
              </a:prstGeom>
              <a:noFill/>
              <a:ln w="9525">
                <a:solidFill>
                  <a:schemeClr val="hlink"/>
                </a:solidFill>
                <a:round/>
              </a:ln>
              <a:effectLst/>
            </p:spPr>
            <p:txBody>
              <a:bodyPr wrap="none" anchor="ctr"/>
              <a:lstStyle/>
              <a:p>
                <a:pPr>
                  <a:defRPr/>
                </a:pPr>
                <a:endParaRPr lang="zh-CN" altLang="en-US"/>
              </a:p>
            </p:txBody>
          </p:sp>
          <p:sp>
            <p:nvSpPr>
              <p:cNvPr id="9" name="Line 65"/>
              <p:cNvSpPr>
                <a:spLocks noChangeShapeType="1"/>
              </p:cNvSpPr>
              <p:nvPr/>
            </p:nvSpPr>
            <p:spPr bwMode="ltGray">
              <a:xfrm flipH="1">
                <a:off x="5172" y="1952"/>
                <a:ext cx="0" cy="1812"/>
              </a:xfrm>
              <a:prstGeom prst="line">
                <a:avLst/>
              </a:prstGeom>
              <a:noFill/>
              <a:ln w="9525">
                <a:solidFill>
                  <a:schemeClr val="hlink"/>
                </a:solidFill>
                <a:round/>
              </a:ln>
              <a:effectLst/>
            </p:spPr>
            <p:txBody>
              <a:bodyPr wrap="none" anchor="ctr"/>
              <a:lstStyle/>
              <a:p>
                <a:pPr>
                  <a:defRPr/>
                </a:pPr>
                <a:endParaRPr lang="zh-CN" altLang="en-US"/>
              </a:p>
            </p:txBody>
          </p:sp>
          <p:sp>
            <p:nvSpPr>
              <p:cNvPr id="10" name="Arc 66"/>
              <p:cNvSpPr/>
              <p:nvPr/>
            </p:nvSpPr>
            <p:spPr bwMode="ltGray">
              <a:xfrm rot="5400000">
                <a:off x="5097" y="3347"/>
                <a:ext cx="156" cy="157"/>
              </a:xfrm>
              <a:custGeom>
                <a:avLst/>
                <a:gdLst>
                  <a:gd name="G0" fmla="+- 21595 0 0"/>
                  <a:gd name="G1" fmla="+- 21600 0 0"/>
                  <a:gd name="G2" fmla="+- 21600 0 0"/>
                  <a:gd name="T0" fmla="*/ 21114 w 43195"/>
                  <a:gd name="T1" fmla="*/ 5 h 43200"/>
                  <a:gd name="T2" fmla="*/ 0 w 43195"/>
                  <a:gd name="T3" fmla="*/ 22056 h 43200"/>
                  <a:gd name="T4" fmla="*/ 21595 w 43195"/>
                  <a:gd name="T5" fmla="*/ 21600 h 43200"/>
                </a:gdLst>
                <a:ahLst/>
                <a:cxnLst>
                  <a:cxn ang="0">
                    <a:pos x="T0" y="T1"/>
                  </a:cxn>
                  <a:cxn ang="0">
                    <a:pos x="T2" y="T3"/>
                  </a:cxn>
                  <a:cxn ang="0">
                    <a:pos x="T4" y="T5"/>
                  </a:cxn>
                </a:cxnLst>
                <a:rect l="0" t="0" r="r" b="b"/>
                <a:pathLst>
                  <a:path w="43195" h="43200" fill="none" extrusionOk="0">
                    <a:moveTo>
                      <a:pt x="21114" y="5"/>
                    </a:moveTo>
                    <a:cubicBezTo>
                      <a:pt x="21274" y="1"/>
                      <a:pt x="21434" y="-1"/>
                      <a:pt x="21595" y="0"/>
                    </a:cubicBezTo>
                    <a:cubicBezTo>
                      <a:pt x="33524" y="0"/>
                      <a:pt x="43195" y="9670"/>
                      <a:pt x="43195" y="21600"/>
                    </a:cubicBezTo>
                    <a:cubicBezTo>
                      <a:pt x="43195" y="33529"/>
                      <a:pt x="33524" y="43200"/>
                      <a:pt x="21595" y="43200"/>
                    </a:cubicBezTo>
                    <a:cubicBezTo>
                      <a:pt x="9843" y="43200"/>
                      <a:pt x="247" y="33805"/>
                      <a:pt x="-1" y="22056"/>
                    </a:cubicBezTo>
                  </a:path>
                  <a:path w="43195" h="43200" stroke="0" extrusionOk="0">
                    <a:moveTo>
                      <a:pt x="21114" y="5"/>
                    </a:moveTo>
                    <a:cubicBezTo>
                      <a:pt x="21274" y="1"/>
                      <a:pt x="21434" y="-1"/>
                      <a:pt x="21595" y="0"/>
                    </a:cubicBezTo>
                    <a:cubicBezTo>
                      <a:pt x="33524" y="0"/>
                      <a:pt x="43195" y="9670"/>
                      <a:pt x="43195" y="21600"/>
                    </a:cubicBezTo>
                    <a:cubicBezTo>
                      <a:pt x="43195" y="33529"/>
                      <a:pt x="33524" y="43200"/>
                      <a:pt x="21595" y="43200"/>
                    </a:cubicBezTo>
                    <a:cubicBezTo>
                      <a:pt x="9843" y="43200"/>
                      <a:pt x="247" y="33805"/>
                      <a:pt x="-1" y="22056"/>
                    </a:cubicBezTo>
                    <a:lnTo>
                      <a:pt x="21595" y="21600"/>
                    </a:lnTo>
                    <a:close/>
                  </a:path>
                </a:pathLst>
              </a:custGeom>
              <a:noFill/>
              <a:ln w="9525">
                <a:solidFill>
                  <a:schemeClr val="hlink"/>
                </a:solidFill>
                <a:round/>
              </a:ln>
              <a:effectLst/>
            </p:spPr>
            <p:txBody>
              <a:bodyPr wrap="none" anchor="ctr"/>
              <a:lstStyle/>
              <a:p>
                <a:pPr>
                  <a:defRPr/>
                </a:pPr>
                <a:endParaRPr lang="zh-CN" altLang="en-US"/>
              </a:p>
            </p:txBody>
          </p:sp>
        </p:grpSp>
      </p:grpSp>
      <p:sp>
        <p:nvSpPr>
          <p:cNvPr id="6211" name="Rectangle 67"/>
          <p:cNvSpPr>
            <a:spLocks noGrp="1" noChangeArrowheads="1"/>
          </p:cNvSpPr>
          <p:nvPr>
            <p:ph type="ctrTitle"/>
          </p:nvPr>
        </p:nvSpPr>
        <p:spPr bwMode="auto">
          <a:xfrm>
            <a:off x="990600" y="1752600"/>
            <a:ext cx="7772400" cy="1143000"/>
          </a:xfrm>
          <a:prstGeom prst="rect">
            <a:avLst/>
          </a:prstGeom>
          <a:noFill/>
          <a:ln>
            <a:miter lim="800000"/>
          </a:ln>
        </p:spPr>
        <p:txBody>
          <a:bodyPr vert="horz" wrap="square" lIns="91440" tIns="45720" rIns="91440" bIns="45720" numCol="1" anchor="b" anchorCtr="0" compatLnSpc="1"/>
          <a:lstStyle>
            <a:lvl1pPr>
              <a:defRPr/>
            </a:lvl1pPr>
          </a:lstStyle>
          <a:p>
            <a:r>
              <a:rPr lang="zh-CN" altLang="en-US"/>
              <a:t>单击此处编辑母版标题样式</a:t>
            </a:r>
            <a:endParaRPr lang="zh-CN" altLang="en-US"/>
          </a:p>
        </p:txBody>
      </p:sp>
      <p:sp>
        <p:nvSpPr>
          <p:cNvPr id="6212" name="Rectangle 68" descr="Rectangle: Click to edit Master text styles&#10;Second level&#10;Third level&#10;Fourth level&#10;Fifth level"/>
          <p:cNvSpPr>
            <a:spLocks noGrp="1" noChangeArrowheads="1"/>
          </p:cNvSpPr>
          <p:nvPr>
            <p:ph type="subTitle" idx="1"/>
          </p:nvPr>
        </p:nvSpPr>
        <p:spPr bwMode="auto">
          <a:xfrm>
            <a:off x="990600" y="3309938"/>
            <a:ext cx="6400800" cy="1752600"/>
          </a:xfrm>
          <a:prstGeom prst="rect">
            <a:avLst/>
          </a:prstGeom>
          <a:noFill/>
          <a:ln>
            <a:miter lim="800000"/>
          </a:ln>
        </p:spPr>
        <p:txBody>
          <a:bodyPr vert="horz" wrap="square" lIns="91440" tIns="45720" rIns="91440" bIns="45720" numCol="1" anchor="t" anchorCtr="0" compatLnSpc="1"/>
          <a:lstStyle>
            <a:lvl1pPr marL="0" indent="0">
              <a:buFont typeface="Wingdings" panose="05000000000000000000" pitchFamily="2" charset="2"/>
              <a:buNone/>
              <a:defRPr/>
            </a:lvl1pPr>
          </a:lstStyle>
          <a:p>
            <a:r>
              <a:rPr lang="zh-CN" altLang="en-US"/>
              <a:t>单击此处编辑母版副标题样式</a:t>
            </a:r>
            <a:endParaRPr lang="zh-CN" altLang="en-US"/>
          </a:p>
        </p:txBody>
      </p:sp>
      <p:sp>
        <p:nvSpPr>
          <p:cNvPr id="69" name="Rectangle 69"/>
          <p:cNvSpPr>
            <a:spLocks noGrp="1" noChangeArrowheads="1"/>
          </p:cNvSpPr>
          <p:nvPr>
            <p:ph type="dt" sz="quarter" idx="10"/>
          </p:nvPr>
        </p:nvSpPr>
        <p:spPr bwMode="auto">
          <a:xfrm>
            <a:off x="685800" y="6248400"/>
            <a:ext cx="1905000" cy="457200"/>
          </a:xfrm>
          <a:prstGeom prst="rect">
            <a:avLst/>
          </a:prstGeom>
          <a:ln>
            <a:miter lim="800000"/>
          </a:ln>
        </p:spPr>
        <p:txBody>
          <a:bodyPr vert="horz" wrap="square" lIns="91440" tIns="45720" rIns="91440" bIns="45720" numCol="1" anchor="b" anchorCtr="0" compatLnSpc="1"/>
          <a:lstStyle>
            <a:lvl1pPr>
              <a:lnSpc>
                <a:spcPct val="100000"/>
              </a:lnSpc>
              <a:buFontTx/>
              <a:buNone/>
              <a:defRPr kumimoji="0" sz="1400">
                <a:solidFill>
                  <a:schemeClr val="tx1"/>
                </a:solidFill>
                <a:latin typeface="+mn-lt"/>
                <a:ea typeface="+mn-ea"/>
              </a:defRPr>
            </a:lvl1pPr>
          </a:lstStyle>
          <a:p>
            <a:pPr>
              <a:defRPr/>
            </a:pPr>
            <a:endParaRPr lang="en-US" altLang="zh-CN"/>
          </a:p>
        </p:txBody>
      </p:sp>
      <p:sp>
        <p:nvSpPr>
          <p:cNvPr id="70" name="Rectangle 70"/>
          <p:cNvSpPr>
            <a:spLocks noGrp="1" noChangeArrowheads="1"/>
          </p:cNvSpPr>
          <p:nvPr>
            <p:ph type="ftr" sz="quarter" idx="11"/>
          </p:nvPr>
        </p:nvSpPr>
        <p:spPr bwMode="auto">
          <a:xfrm>
            <a:off x="3124200" y="6248400"/>
            <a:ext cx="2895600" cy="457200"/>
          </a:xfrm>
          <a:prstGeom prst="rect">
            <a:avLst/>
          </a:prstGeom>
          <a:ln>
            <a:miter lim="800000"/>
          </a:ln>
        </p:spPr>
        <p:txBody>
          <a:bodyPr vert="horz" wrap="square" lIns="91440" tIns="45720" rIns="91440" bIns="45720" numCol="1" anchor="b" anchorCtr="0" compatLnSpc="1"/>
          <a:lstStyle>
            <a:lvl1pPr algn="ctr">
              <a:lnSpc>
                <a:spcPct val="100000"/>
              </a:lnSpc>
              <a:buFontTx/>
              <a:buNone/>
              <a:defRPr kumimoji="0" sz="1400">
                <a:solidFill>
                  <a:schemeClr val="tx1"/>
                </a:solidFill>
                <a:latin typeface="+mn-lt"/>
                <a:ea typeface="+mn-ea"/>
              </a:defRPr>
            </a:lvl1pPr>
          </a:lstStyle>
          <a:p>
            <a:pPr>
              <a:defRPr/>
            </a:pPr>
            <a:endParaRPr lang="en-US" altLang="zh-CN"/>
          </a:p>
        </p:txBody>
      </p:sp>
      <p:sp>
        <p:nvSpPr>
          <p:cNvPr id="71" name="Rectangle 71"/>
          <p:cNvSpPr>
            <a:spLocks noGrp="1" noChangeArrowheads="1"/>
          </p:cNvSpPr>
          <p:nvPr>
            <p:ph type="sldNum" sz="quarter" idx="12"/>
          </p:nvPr>
        </p:nvSpPr>
        <p:spPr bwMode="auto">
          <a:xfrm>
            <a:off x="6553200" y="6248400"/>
            <a:ext cx="1905000" cy="457200"/>
          </a:xfrm>
          <a:prstGeom prst="rect">
            <a:avLst/>
          </a:prstGeom>
          <a:ln>
            <a:miter lim="800000"/>
          </a:ln>
        </p:spPr>
        <p:txBody>
          <a:bodyPr vert="horz" wrap="square" lIns="91440" tIns="45720" rIns="91440" bIns="45720" numCol="1" anchor="b" anchorCtr="0" compatLnSpc="1"/>
          <a:lstStyle>
            <a:lvl1pPr algn="r">
              <a:lnSpc>
                <a:spcPct val="100000"/>
              </a:lnSpc>
              <a:buFontTx/>
              <a:buNone/>
              <a:defRPr kumimoji="0" sz="1400">
                <a:solidFill>
                  <a:schemeClr val="tx1"/>
                </a:solidFill>
                <a:latin typeface="Tahoma" panose="020B0604030504040204" pitchFamily="34" charset="0"/>
                <a:ea typeface="宋体" panose="02010600030101010101" pitchFamily="2" charset="-122"/>
              </a:defRPr>
            </a:lvl1pPr>
          </a:lstStyle>
          <a:p>
            <a:fld id="{5E9702FD-B3F6-420C-A21A-8F05E8822967}" type="slidenum">
              <a:rPr lang="en-US" altLang="zh-CN"/>
            </a:fld>
            <a:endParaRPr lang="en-US" altLang="zh-CN"/>
          </a:p>
        </p:txBody>
      </p:sp>
    </p:spTree>
  </p:cSld>
  <p:clrMapOvr>
    <a:masterClrMapping/>
  </p:clrMapOvr>
  <p:transition>
    <p:wipe dir="r"/>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a:xfrm>
            <a:off x="457200" y="1600200"/>
            <a:ext cx="8229600" cy="4525963"/>
          </a:xfrm>
          <a:prstGeom prst="rect">
            <a:avLst/>
          </a:prstGeo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Tree>
  </p:cSld>
  <p:clrMapOvr>
    <a:masterClrMapping/>
  </p:clrMapOvr>
  <p:transition>
    <p:wipe dir="r"/>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a:prstGeom prst="rect">
            <a:avLst/>
          </a:prstGeom>
        </p:spPr>
        <p:txBody>
          <a:bodyPr anchor="t"/>
          <a:lstStyle>
            <a:lvl1pPr algn="l">
              <a:defRPr sz="4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313" y="2906713"/>
            <a:ext cx="7772400" cy="1500187"/>
          </a:xfrm>
          <a:prstGeom prst="rect">
            <a:avLst/>
          </a:prstGeo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smtClean="0"/>
              <a:t>单击此处编辑母版文本样式</a:t>
            </a:r>
            <a:endParaRPr lang="zh-CN" altLang="en-US" smtClean="0"/>
          </a:p>
        </p:txBody>
      </p:sp>
    </p:spTree>
  </p:cSld>
  <p:clrMapOvr>
    <a:masterClrMapping/>
  </p:clrMapOvr>
  <p:transition>
    <p:wipe dir="r"/>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457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nvPr>
        </p:nvSpPr>
        <p:spPr>
          <a:xfrm>
            <a:off x="4648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Tree>
  </p:cSld>
  <p:clrMapOvr>
    <a:masterClrMapping/>
  </p:clrMapOvr>
  <p:transition>
    <p:wipe dir="r"/>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535113"/>
            <a:ext cx="4040188"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4" name="内容占位符 3"/>
          <p:cNvSpPr>
            <a:spLocks noGrp="1"/>
          </p:cNvSpPr>
          <p:nvPr>
            <p:ph sz="half" idx="2"/>
          </p:nvPr>
        </p:nvSpPr>
        <p:spPr>
          <a:xfrm>
            <a:off x="457200" y="2174875"/>
            <a:ext cx="4040188"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p:nvPr>
        </p:nvSpPr>
        <p:spPr>
          <a:xfrm>
            <a:off x="4645025" y="1535113"/>
            <a:ext cx="4041775"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6" name="内容占位符 5"/>
          <p:cNvSpPr>
            <a:spLocks noGrp="1"/>
          </p:cNvSpPr>
          <p:nvPr>
            <p:ph sz="quarter" idx="4"/>
          </p:nvPr>
        </p:nvSpPr>
        <p:spPr>
          <a:xfrm>
            <a:off x="4645025" y="2174875"/>
            <a:ext cx="4041775"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Tree>
  </p:cSld>
  <p:clrMapOvr>
    <a:masterClrMapping/>
  </p:clrMapOvr>
  <p:transition>
    <p:wipe dir="r"/>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smtClean="0"/>
              <a:t>单击此处编辑母版标题样式</a:t>
            </a:r>
            <a:endParaRPr lang="zh-CN" altLang="en-US"/>
          </a:p>
        </p:txBody>
      </p:sp>
    </p:spTree>
  </p:cSld>
  <p:clrMapOvr>
    <a:masterClrMapping/>
  </p:clrMapOvr>
  <p:transition>
    <p:wipe dir="r"/>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transition>
    <p:wipe dir="r"/>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a:prstGeom prst="rect">
            <a:avLst/>
          </a:prstGeom>
        </p:spPr>
        <p:txBody>
          <a:bodyPr anchor="b"/>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050" y="273050"/>
            <a:ext cx="5111750" cy="5853113"/>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文本占位符 3"/>
          <p:cNvSpPr>
            <a:spLocks noGrp="1"/>
          </p:cNvSpPr>
          <p:nvPr>
            <p:ph type="body" sz="half" idx="2"/>
          </p:nvPr>
        </p:nvSpPr>
        <p:spPr>
          <a:xfrm>
            <a:off x="457200" y="1435100"/>
            <a:ext cx="3008313" cy="4691063"/>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endParaRPr lang="zh-CN" altLang="en-US" smtClean="0"/>
          </a:p>
        </p:txBody>
      </p:sp>
    </p:spTree>
  </p:cSld>
  <p:clrMapOvr>
    <a:masterClrMapping/>
  </p:clrMapOvr>
  <p:transition>
    <p:wipe dir="r"/>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a:prstGeom prst="rect">
            <a:avLst/>
          </a:prstGeom>
        </p:spPr>
        <p:txBody>
          <a:bodyPr anchor="b"/>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612775"/>
            <a:ext cx="5486400" cy="41148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smtClean="0"/>
          </a:p>
        </p:txBody>
      </p:sp>
      <p:sp>
        <p:nvSpPr>
          <p:cNvPr id="4" name="文本占位符 3"/>
          <p:cNvSpPr>
            <a:spLocks noGrp="1"/>
          </p:cNvSpPr>
          <p:nvPr>
            <p:ph type="body" sz="half" idx="2"/>
          </p:nvPr>
        </p:nvSpPr>
        <p:spPr>
          <a:xfrm>
            <a:off x="1792288" y="5367338"/>
            <a:ext cx="5486400" cy="80486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endParaRPr lang="zh-CN" altLang="en-US" smtClean="0"/>
          </a:p>
        </p:txBody>
      </p:sp>
    </p:spTree>
  </p:cSld>
  <p:clrMapOvr>
    <a:masterClrMapping/>
  </p:clrMapOvr>
  <p:transition>
    <p:wipe dir="r"/>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457200" y="1600200"/>
            <a:ext cx="8229600" cy="4525963"/>
          </a:xfrm>
          <a:prstGeom prst="rect">
            <a:avLst/>
          </a:prstGeo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Tree>
  </p:cSld>
  <p:clrMapOvr>
    <a:masterClrMapping/>
  </p:clrMapOvr>
  <p:transition>
    <p:wipe dir="r"/>
  </p:transition>
</p:sldLayout>
</file>

<file path=ppt/slideLayouts/slideLayout23.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a:prstGeom prst="rect">
            <a:avLst/>
          </a:prstGeo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457200" y="274638"/>
            <a:ext cx="6019800" cy="5851525"/>
          </a:xfrm>
          <a:prstGeom prst="rect">
            <a:avLst/>
          </a:prstGeo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Tree>
  </p:cSld>
  <p:clrMapOvr>
    <a:masterClrMapping/>
  </p:clrMapOvr>
  <p:transition>
    <p:wipe dir="r"/>
  </p:transition>
</p:sldLayout>
</file>

<file path=ppt/slideLayouts/slideLayout24.xml><?xml version="1.0" encoding="utf-8"?>
<p:sldLayout xmlns:a="http://schemas.openxmlformats.org/drawingml/2006/main" xmlns:r="http://schemas.openxmlformats.org/officeDocument/2006/relationships" xmlns:p="http://schemas.openxmlformats.org/presentationml/2006/main" type="objOnly">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685800" y="609600"/>
            <a:ext cx="7772400" cy="5486400"/>
          </a:xfrm>
          <a:prstGeom prst="rect">
            <a:avLst/>
          </a:prstGeo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3" name="日期占位符 2"/>
          <p:cNvSpPr>
            <a:spLocks noGrp="1"/>
          </p:cNvSpPr>
          <p:nvPr>
            <p:ph type="dt" sz="half" idx="10"/>
          </p:nvPr>
        </p:nvSpPr>
        <p:spPr>
          <a:xfrm>
            <a:off x="685800" y="6248400"/>
            <a:ext cx="1905000" cy="457200"/>
          </a:xfrm>
          <a:prstGeom prst="rect">
            <a:avLst/>
          </a:prstGeom>
        </p:spPr>
        <p:txBody>
          <a:bodyPr/>
          <a:lstStyle>
            <a:lvl1pPr>
              <a:defRPr/>
            </a:lvl1pPr>
          </a:lstStyle>
          <a:p>
            <a:endParaRPr lang="en-US" altLang="zh-CN"/>
          </a:p>
        </p:txBody>
      </p:sp>
      <p:sp>
        <p:nvSpPr>
          <p:cNvPr id="4" name="页脚占位符 3"/>
          <p:cNvSpPr>
            <a:spLocks noGrp="1"/>
          </p:cNvSpPr>
          <p:nvPr>
            <p:ph type="ftr" sz="quarter" idx="11"/>
          </p:nvPr>
        </p:nvSpPr>
        <p:spPr>
          <a:xfrm>
            <a:off x="3124200" y="6248400"/>
            <a:ext cx="2895600" cy="457200"/>
          </a:xfrm>
          <a:prstGeom prst="rect">
            <a:avLst/>
          </a:prstGeom>
        </p:spPr>
        <p:txBody>
          <a:bodyPr/>
          <a:lstStyle>
            <a:lvl1pPr>
              <a:defRPr/>
            </a:lvl1pPr>
          </a:lstStyle>
          <a:p>
            <a:endParaRPr lang="en-US" altLang="zh-CN"/>
          </a:p>
        </p:txBody>
      </p:sp>
      <p:sp>
        <p:nvSpPr>
          <p:cNvPr id="5" name="灯片编号占位符 4"/>
          <p:cNvSpPr>
            <a:spLocks noGrp="1"/>
          </p:cNvSpPr>
          <p:nvPr>
            <p:ph type="sldNum" sz="quarter" idx="12"/>
          </p:nvPr>
        </p:nvSpPr>
        <p:spPr>
          <a:xfrm>
            <a:off x="6553200" y="6248400"/>
            <a:ext cx="1905000" cy="457200"/>
          </a:xfrm>
          <a:prstGeom prst="rect">
            <a:avLst/>
          </a:prstGeom>
        </p:spPr>
        <p:txBody>
          <a:bodyPr/>
          <a:lstStyle>
            <a:lvl1pPr>
              <a:defRPr/>
            </a:lvl1pPr>
          </a:lstStyle>
          <a:p>
            <a:fld id="{1B734201-4F60-46F2-A162-2F7728C20015}" type="slidenum">
              <a:rPr lang="zh-CN" altLang="en-US"/>
            </a:fld>
            <a:endParaRPr lang="en-US" altLang="zh-CN"/>
          </a:p>
        </p:txBody>
      </p:sp>
    </p:spTree>
  </p:cSld>
  <p:clrMapOvr>
    <a:masterClrMapping/>
  </p:clrMapOvr>
  <p:transition>
    <p:wipe dir="r"/>
  </p:transition>
</p:sldLayout>
</file>

<file path=ppt/slideLayouts/slideLayout25.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grpSp>
        <p:nvGrpSpPr>
          <p:cNvPr id="4" name="Group 2"/>
          <p:cNvGrpSpPr/>
          <p:nvPr/>
        </p:nvGrpSpPr>
        <p:grpSpPr bwMode="auto">
          <a:xfrm>
            <a:off x="0" y="0"/>
            <a:ext cx="9144000" cy="6858000"/>
            <a:chOff x="0" y="0"/>
            <a:chExt cx="5760" cy="4320"/>
          </a:xfrm>
        </p:grpSpPr>
        <p:grpSp>
          <p:nvGrpSpPr>
            <p:cNvPr id="5" name="Group 3"/>
            <p:cNvGrpSpPr/>
            <p:nvPr/>
          </p:nvGrpSpPr>
          <p:grpSpPr bwMode="auto">
            <a:xfrm>
              <a:off x="0" y="0"/>
              <a:ext cx="5760" cy="4320"/>
              <a:chOff x="0" y="0"/>
              <a:chExt cx="5760" cy="4320"/>
            </a:xfrm>
          </p:grpSpPr>
          <p:sp>
            <p:nvSpPr>
              <p:cNvPr id="15" name="Rectangle 4"/>
              <p:cNvSpPr>
                <a:spLocks noChangeArrowheads="1"/>
              </p:cNvSpPr>
              <p:nvPr/>
            </p:nvSpPr>
            <p:spPr bwMode="ltGray">
              <a:xfrm>
                <a:off x="2112" y="0"/>
                <a:ext cx="3648" cy="96"/>
              </a:xfrm>
              <a:prstGeom prst="rect">
                <a:avLst/>
              </a:prstGeom>
              <a:solidFill>
                <a:schemeClr val="folHlink"/>
              </a:solidFill>
              <a:ln w="9525">
                <a:noFill/>
                <a:miter lim="800000"/>
              </a:ln>
              <a:effectLst/>
            </p:spPr>
            <p:txBody>
              <a:bodyPr wrap="none" anchor="ctr"/>
              <a:lstStyle/>
              <a:p>
                <a:pPr>
                  <a:defRPr/>
                </a:pPr>
                <a:endParaRPr lang="zh-CN" altLang="en-US"/>
              </a:p>
            </p:txBody>
          </p:sp>
          <p:grpSp>
            <p:nvGrpSpPr>
              <p:cNvPr id="16" name="Group 5"/>
              <p:cNvGrpSpPr/>
              <p:nvPr userDrawn="1"/>
            </p:nvGrpSpPr>
            <p:grpSpPr bwMode="auto">
              <a:xfrm>
                <a:off x="0" y="0"/>
                <a:ext cx="5760" cy="4320"/>
                <a:chOff x="0" y="0"/>
                <a:chExt cx="5760" cy="4320"/>
              </a:xfrm>
            </p:grpSpPr>
            <p:sp>
              <p:nvSpPr>
                <p:cNvPr id="18" name="Line 6"/>
                <p:cNvSpPr>
                  <a:spLocks noChangeShapeType="1"/>
                </p:cNvSpPr>
                <p:nvPr/>
              </p:nvSpPr>
              <p:spPr bwMode="white">
                <a:xfrm>
                  <a:off x="0" y="192"/>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19" name="Line 7"/>
                <p:cNvSpPr>
                  <a:spLocks noChangeShapeType="1"/>
                </p:cNvSpPr>
                <p:nvPr/>
              </p:nvSpPr>
              <p:spPr bwMode="white">
                <a:xfrm>
                  <a:off x="0" y="384"/>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20" name="Line 8"/>
                <p:cNvSpPr>
                  <a:spLocks noChangeShapeType="1"/>
                </p:cNvSpPr>
                <p:nvPr/>
              </p:nvSpPr>
              <p:spPr bwMode="white">
                <a:xfrm>
                  <a:off x="0" y="576"/>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21" name="Line 9"/>
                <p:cNvSpPr>
                  <a:spLocks noChangeShapeType="1"/>
                </p:cNvSpPr>
                <p:nvPr/>
              </p:nvSpPr>
              <p:spPr bwMode="white">
                <a:xfrm>
                  <a:off x="0" y="768"/>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22" name="Line 10"/>
                <p:cNvSpPr>
                  <a:spLocks noChangeShapeType="1"/>
                </p:cNvSpPr>
                <p:nvPr/>
              </p:nvSpPr>
              <p:spPr bwMode="white">
                <a:xfrm>
                  <a:off x="0" y="960"/>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23" name="Line 11"/>
                <p:cNvSpPr>
                  <a:spLocks noChangeShapeType="1"/>
                </p:cNvSpPr>
                <p:nvPr/>
              </p:nvSpPr>
              <p:spPr bwMode="white">
                <a:xfrm>
                  <a:off x="0" y="1152"/>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24" name="Line 12"/>
                <p:cNvSpPr>
                  <a:spLocks noChangeShapeType="1"/>
                </p:cNvSpPr>
                <p:nvPr/>
              </p:nvSpPr>
              <p:spPr bwMode="white">
                <a:xfrm>
                  <a:off x="0" y="1344"/>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25" name="Line 13"/>
                <p:cNvSpPr>
                  <a:spLocks noChangeShapeType="1"/>
                </p:cNvSpPr>
                <p:nvPr/>
              </p:nvSpPr>
              <p:spPr bwMode="white">
                <a:xfrm>
                  <a:off x="0" y="1536"/>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26" name="Line 14"/>
                <p:cNvSpPr>
                  <a:spLocks noChangeShapeType="1"/>
                </p:cNvSpPr>
                <p:nvPr/>
              </p:nvSpPr>
              <p:spPr bwMode="white">
                <a:xfrm>
                  <a:off x="0" y="1728"/>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27" name="Line 15"/>
                <p:cNvSpPr>
                  <a:spLocks noChangeShapeType="1"/>
                </p:cNvSpPr>
                <p:nvPr/>
              </p:nvSpPr>
              <p:spPr bwMode="white">
                <a:xfrm>
                  <a:off x="0" y="1920"/>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28" name="Line 16"/>
                <p:cNvSpPr>
                  <a:spLocks noChangeShapeType="1"/>
                </p:cNvSpPr>
                <p:nvPr/>
              </p:nvSpPr>
              <p:spPr bwMode="white">
                <a:xfrm>
                  <a:off x="0" y="2112"/>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29" name="Line 17"/>
                <p:cNvSpPr>
                  <a:spLocks noChangeShapeType="1"/>
                </p:cNvSpPr>
                <p:nvPr/>
              </p:nvSpPr>
              <p:spPr bwMode="white">
                <a:xfrm>
                  <a:off x="0" y="2304"/>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30" name="Line 18"/>
                <p:cNvSpPr>
                  <a:spLocks noChangeShapeType="1"/>
                </p:cNvSpPr>
                <p:nvPr/>
              </p:nvSpPr>
              <p:spPr bwMode="white">
                <a:xfrm>
                  <a:off x="0" y="2496"/>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31" name="Line 19"/>
                <p:cNvSpPr>
                  <a:spLocks noChangeShapeType="1"/>
                </p:cNvSpPr>
                <p:nvPr/>
              </p:nvSpPr>
              <p:spPr bwMode="white">
                <a:xfrm>
                  <a:off x="0" y="2688"/>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32" name="Line 20"/>
                <p:cNvSpPr>
                  <a:spLocks noChangeShapeType="1"/>
                </p:cNvSpPr>
                <p:nvPr/>
              </p:nvSpPr>
              <p:spPr bwMode="white">
                <a:xfrm>
                  <a:off x="0" y="2880"/>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33" name="Line 21"/>
                <p:cNvSpPr>
                  <a:spLocks noChangeShapeType="1"/>
                </p:cNvSpPr>
                <p:nvPr/>
              </p:nvSpPr>
              <p:spPr bwMode="white">
                <a:xfrm>
                  <a:off x="0" y="3072"/>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34" name="Line 22"/>
                <p:cNvSpPr>
                  <a:spLocks noChangeShapeType="1"/>
                </p:cNvSpPr>
                <p:nvPr/>
              </p:nvSpPr>
              <p:spPr bwMode="white">
                <a:xfrm>
                  <a:off x="0" y="3264"/>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35" name="Line 23"/>
                <p:cNvSpPr>
                  <a:spLocks noChangeShapeType="1"/>
                </p:cNvSpPr>
                <p:nvPr/>
              </p:nvSpPr>
              <p:spPr bwMode="white">
                <a:xfrm>
                  <a:off x="0" y="3456"/>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36" name="Line 24"/>
                <p:cNvSpPr>
                  <a:spLocks noChangeShapeType="1"/>
                </p:cNvSpPr>
                <p:nvPr/>
              </p:nvSpPr>
              <p:spPr bwMode="white">
                <a:xfrm>
                  <a:off x="0" y="3648"/>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37" name="Line 25"/>
                <p:cNvSpPr>
                  <a:spLocks noChangeShapeType="1"/>
                </p:cNvSpPr>
                <p:nvPr/>
              </p:nvSpPr>
              <p:spPr bwMode="white">
                <a:xfrm>
                  <a:off x="0" y="3840"/>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38" name="Line 26"/>
                <p:cNvSpPr>
                  <a:spLocks noChangeShapeType="1"/>
                </p:cNvSpPr>
                <p:nvPr/>
              </p:nvSpPr>
              <p:spPr bwMode="white">
                <a:xfrm>
                  <a:off x="0" y="4032"/>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39" name="Line 27"/>
                <p:cNvSpPr>
                  <a:spLocks noChangeShapeType="1"/>
                </p:cNvSpPr>
                <p:nvPr/>
              </p:nvSpPr>
              <p:spPr bwMode="white">
                <a:xfrm>
                  <a:off x="0" y="4224"/>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40" name="Line 28"/>
                <p:cNvSpPr>
                  <a:spLocks noChangeShapeType="1"/>
                </p:cNvSpPr>
                <p:nvPr/>
              </p:nvSpPr>
              <p:spPr bwMode="white">
                <a:xfrm>
                  <a:off x="192"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41" name="Line 29"/>
                <p:cNvSpPr>
                  <a:spLocks noChangeShapeType="1"/>
                </p:cNvSpPr>
                <p:nvPr/>
              </p:nvSpPr>
              <p:spPr bwMode="white">
                <a:xfrm>
                  <a:off x="384"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42" name="Line 30"/>
                <p:cNvSpPr>
                  <a:spLocks noChangeShapeType="1"/>
                </p:cNvSpPr>
                <p:nvPr/>
              </p:nvSpPr>
              <p:spPr bwMode="white">
                <a:xfrm>
                  <a:off x="576"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43" name="Line 31"/>
                <p:cNvSpPr>
                  <a:spLocks noChangeShapeType="1"/>
                </p:cNvSpPr>
                <p:nvPr/>
              </p:nvSpPr>
              <p:spPr bwMode="white">
                <a:xfrm>
                  <a:off x="768"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44" name="Line 32"/>
                <p:cNvSpPr>
                  <a:spLocks noChangeShapeType="1"/>
                </p:cNvSpPr>
                <p:nvPr/>
              </p:nvSpPr>
              <p:spPr bwMode="white">
                <a:xfrm>
                  <a:off x="960"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45" name="Line 33"/>
                <p:cNvSpPr>
                  <a:spLocks noChangeShapeType="1"/>
                </p:cNvSpPr>
                <p:nvPr/>
              </p:nvSpPr>
              <p:spPr bwMode="white">
                <a:xfrm>
                  <a:off x="1152"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46" name="Line 34"/>
                <p:cNvSpPr>
                  <a:spLocks noChangeShapeType="1"/>
                </p:cNvSpPr>
                <p:nvPr/>
              </p:nvSpPr>
              <p:spPr bwMode="white">
                <a:xfrm>
                  <a:off x="1344"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47" name="Line 35"/>
                <p:cNvSpPr>
                  <a:spLocks noChangeShapeType="1"/>
                </p:cNvSpPr>
                <p:nvPr/>
              </p:nvSpPr>
              <p:spPr bwMode="white">
                <a:xfrm>
                  <a:off x="1536"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48" name="Line 36"/>
                <p:cNvSpPr>
                  <a:spLocks noChangeShapeType="1"/>
                </p:cNvSpPr>
                <p:nvPr/>
              </p:nvSpPr>
              <p:spPr bwMode="white">
                <a:xfrm>
                  <a:off x="1728"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49" name="Line 37"/>
                <p:cNvSpPr>
                  <a:spLocks noChangeShapeType="1"/>
                </p:cNvSpPr>
                <p:nvPr/>
              </p:nvSpPr>
              <p:spPr bwMode="white">
                <a:xfrm>
                  <a:off x="1920"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50" name="Line 38"/>
                <p:cNvSpPr>
                  <a:spLocks noChangeShapeType="1"/>
                </p:cNvSpPr>
                <p:nvPr/>
              </p:nvSpPr>
              <p:spPr bwMode="white">
                <a:xfrm>
                  <a:off x="2112"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51" name="Line 39"/>
                <p:cNvSpPr>
                  <a:spLocks noChangeShapeType="1"/>
                </p:cNvSpPr>
                <p:nvPr/>
              </p:nvSpPr>
              <p:spPr bwMode="white">
                <a:xfrm>
                  <a:off x="2304"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52" name="Line 40"/>
                <p:cNvSpPr>
                  <a:spLocks noChangeShapeType="1"/>
                </p:cNvSpPr>
                <p:nvPr/>
              </p:nvSpPr>
              <p:spPr bwMode="white">
                <a:xfrm>
                  <a:off x="2496"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53" name="Line 41"/>
                <p:cNvSpPr>
                  <a:spLocks noChangeShapeType="1"/>
                </p:cNvSpPr>
                <p:nvPr/>
              </p:nvSpPr>
              <p:spPr bwMode="white">
                <a:xfrm>
                  <a:off x="2688"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54" name="Line 42"/>
                <p:cNvSpPr>
                  <a:spLocks noChangeShapeType="1"/>
                </p:cNvSpPr>
                <p:nvPr/>
              </p:nvSpPr>
              <p:spPr bwMode="white">
                <a:xfrm>
                  <a:off x="2880"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55" name="Line 43"/>
                <p:cNvSpPr>
                  <a:spLocks noChangeShapeType="1"/>
                </p:cNvSpPr>
                <p:nvPr/>
              </p:nvSpPr>
              <p:spPr bwMode="white">
                <a:xfrm>
                  <a:off x="3072"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56" name="Line 44"/>
                <p:cNvSpPr>
                  <a:spLocks noChangeShapeType="1"/>
                </p:cNvSpPr>
                <p:nvPr/>
              </p:nvSpPr>
              <p:spPr bwMode="white">
                <a:xfrm>
                  <a:off x="3264"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57" name="Line 45"/>
                <p:cNvSpPr>
                  <a:spLocks noChangeShapeType="1"/>
                </p:cNvSpPr>
                <p:nvPr/>
              </p:nvSpPr>
              <p:spPr bwMode="white">
                <a:xfrm>
                  <a:off x="3456"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58" name="Line 46"/>
                <p:cNvSpPr>
                  <a:spLocks noChangeShapeType="1"/>
                </p:cNvSpPr>
                <p:nvPr/>
              </p:nvSpPr>
              <p:spPr bwMode="white">
                <a:xfrm>
                  <a:off x="3648"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59" name="Line 47"/>
                <p:cNvSpPr>
                  <a:spLocks noChangeShapeType="1"/>
                </p:cNvSpPr>
                <p:nvPr/>
              </p:nvSpPr>
              <p:spPr bwMode="white">
                <a:xfrm>
                  <a:off x="3840"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60" name="Line 48"/>
                <p:cNvSpPr>
                  <a:spLocks noChangeShapeType="1"/>
                </p:cNvSpPr>
                <p:nvPr/>
              </p:nvSpPr>
              <p:spPr bwMode="white">
                <a:xfrm>
                  <a:off x="4032"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61" name="Line 49"/>
                <p:cNvSpPr>
                  <a:spLocks noChangeShapeType="1"/>
                </p:cNvSpPr>
                <p:nvPr/>
              </p:nvSpPr>
              <p:spPr bwMode="white">
                <a:xfrm>
                  <a:off x="4224"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62" name="Line 50"/>
                <p:cNvSpPr>
                  <a:spLocks noChangeShapeType="1"/>
                </p:cNvSpPr>
                <p:nvPr/>
              </p:nvSpPr>
              <p:spPr bwMode="white">
                <a:xfrm>
                  <a:off x="4416"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63" name="Line 51"/>
                <p:cNvSpPr>
                  <a:spLocks noChangeShapeType="1"/>
                </p:cNvSpPr>
                <p:nvPr/>
              </p:nvSpPr>
              <p:spPr bwMode="white">
                <a:xfrm>
                  <a:off x="4608"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64" name="Line 52"/>
                <p:cNvSpPr>
                  <a:spLocks noChangeShapeType="1"/>
                </p:cNvSpPr>
                <p:nvPr/>
              </p:nvSpPr>
              <p:spPr bwMode="white">
                <a:xfrm>
                  <a:off x="4800"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65" name="Line 53"/>
                <p:cNvSpPr>
                  <a:spLocks noChangeShapeType="1"/>
                </p:cNvSpPr>
                <p:nvPr/>
              </p:nvSpPr>
              <p:spPr bwMode="white">
                <a:xfrm>
                  <a:off x="4992"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66" name="Line 54"/>
                <p:cNvSpPr>
                  <a:spLocks noChangeShapeType="1"/>
                </p:cNvSpPr>
                <p:nvPr/>
              </p:nvSpPr>
              <p:spPr bwMode="white">
                <a:xfrm>
                  <a:off x="5184"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67" name="Line 55"/>
                <p:cNvSpPr>
                  <a:spLocks noChangeShapeType="1"/>
                </p:cNvSpPr>
                <p:nvPr/>
              </p:nvSpPr>
              <p:spPr bwMode="white">
                <a:xfrm>
                  <a:off x="5376"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68" name="Line 56"/>
                <p:cNvSpPr>
                  <a:spLocks noChangeShapeType="1"/>
                </p:cNvSpPr>
                <p:nvPr/>
              </p:nvSpPr>
              <p:spPr bwMode="white">
                <a:xfrm>
                  <a:off x="5568"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grpSp>
          <p:sp>
            <p:nvSpPr>
              <p:cNvPr id="17" name="Line 57"/>
              <p:cNvSpPr>
                <a:spLocks noChangeShapeType="1"/>
              </p:cNvSpPr>
              <p:nvPr/>
            </p:nvSpPr>
            <p:spPr bwMode="ltGray">
              <a:xfrm>
                <a:off x="5568" y="0"/>
                <a:ext cx="0" cy="1488"/>
              </a:xfrm>
              <a:prstGeom prst="line">
                <a:avLst/>
              </a:prstGeom>
              <a:noFill/>
              <a:ln w="9525">
                <a:solidFill>
                  <a:schemeClr val="hlink"/>
                </a:solidFill>
                <a:round/>
              </a:ln>
              <a:effectLst/>
            </p:spPr>
            <p:txBody>
              <a:bodyPr wrap="none" anchor="ctr"/>
              <a:lstStyle/>
              <a:p>
                <a:pPr>
                  <a:defRPr/>
                </a:pPr>
                <a:endParaRPr lang="zh-CN" altLang="en-US"/>
              </a:p>
            </p:txBody>
          </p:sp>
        </p:grpSp>
        <p:grpSp>
          <p:nvGrpSpPr>
            <p:cNvPr id="6" name="Group 58"/>
            <p:cNvGrpSpPr/>
            <p:nvPr userDrawn="1"/>
          </p:nvGrpSpPr>
          <p:grpSpPr bwMode="auto">
            <a:xfrm>
              <a:off x="3" y="559"/>
              <a:ext cx="4192" cy="1796"/>
              <a:chOff x="3" y="559"/>
              <a:chExt cx="4192" cy="1796"/>
            </a:xfrm>
          </p:grpSpPr>
          <p:sp>
            <p:nvSpPr>
              <p:cNvPr id="11" name="Line 59"/>
              <p:cNvSpPr>
                <a:spLocks noChangeShapeType="1"/>
              </p:cNvSpPr>
              <p:nvPr/>
            </p:nvSpPr>
            <p:spPr bwMode="ltGray">
              <a:xfrm>
                <a:off x="506" y="559"/>
                <a:ext cx="0" cy="1796"/>
              </a:xfrm>
              <a:prstGeom prst="line">
                <a:avLst/>
              </a:prstGeom>
              <a:noFill/>
              <a:ln w="9525">
                <a:solidFill>
                  <a:schemeClr val="hlink"/>
                </a:solidFill>
                <a:round/>
              </a:ln>
              <a:effectLst/>
            </p:spPr>
            <p:txBody>
              <a:bodyPr wrap="none" anchor="ctr"/>
              <a:lstStyle/>
              <a:p>
                <a:pPr>
                  <a:defRPr/>
                </a:pPr>
                <a:endParaRPr lang="zh-CN" altLang="en-US"/>
              </a:p>
            </p:txBody>
          </p:sp>
          <p:sp>
            <p:nvSpPr>
              <p:cNvPr id="12" name="Line 60"/>
              <p:cNvSpPr>
                <a:spLocks noChangeShapeType="1"/>
              </p:cNvSpPr>
              <p:nvPr/>
            </p:nvSpPr>
            <p:spPr bwMode="ltGray">
              <a:xfrm flipH="1" flipV="1">
                <a:off x="3" y="1924"/>
                <a:ext cx="3211" cy="1"/>
              </a:xfrm>
              <a:prstGeom prst="line">
                <a:avLst/>
              </a:prstGeom>
              <a:noFill/>
              <a:ln w="9525">
                <a:solidFill>
                  <a:schemeClr val="hlink"/>
                </a:solidFill>
                <a:round/>
              </a:ln>
              <a:effectLst/>
            </p:spPr>
            <p:txBody>
              <a:bodyPr wrap="none" anchor="ctr"/>
              <a:lstStyle/>
              <a:p>
                <a:pPr>
                  <a:defRPr/>
                </a:pPr>
                <a:endParaRPr lang="zh-CN" altLang="en-US"/>
              </a:p>
            </p:txBody>
          </p:sp>
          <p:sp>
            <p:nvSpPr>
              <p:cNvPr id="13" name="Line 61"/>
              <p:cNvSpPr>
                <a:spLocks noChangeShapeType="1"/>
              </p:cNvSpPr>
              <p:nvPr/>
            </p:nvSpPr>
            <p:spPr bwMode="ltGray">
              <a:xfrm flipH="1" flipV="1">
                <a:off x="384" y="938"/>
                <a:ext cx="3811" cy="1"/>
              </a:xfrm>
              <a:prstGeom prst="line">
                <a:avLst/>
              </a:prstGeom>
              <a:noFill/>
              <a:ln w="9525">
                <a:solidFill>
                  <a:schemeClr val="hlink"/>
                </a:solidFill>
                <a:round/>
              </a:ln>
              <a:effectLst/>
            </p:spPr>
            <p:txBody>
              <a:bodyPr wrap="none" anchor="ctr"/>
              <a:lstStyle/>
              <a:p>
                <a:pPr>
                  <a:defRPr/>
                </a:pPr>
                <a:endParaRPr lang="zh-CN" altLang="en-US"/>
              </a:p>
            </p:txBody>
          </p:sp>
          <p:sp>
            <p:nvSpPr>
              <p:cNvPr id="14" name="Arc 62"/>
              <p:cNvSpPr/>
              <p:nvPr/>
            </p:nvSpPr>
            <p:spPr bwMode="ltGray">
              <a:xfrm rot="16200000" flipH="1">
                <a:off x="426" y="860"/>
                <a:ext cx="156" cy="157"/>
              </a:xfrm>
              <a:custGeom>
                <a:avLst/>
                <a:gdLst>
                  <a:gd name="G0" fmla="+- 21595 0 0"/>
                  <a:gd name="G1" fmla="+- 21600 0 0"/>
                  <a:gd name="G2" fmla="+- 21600 0 0"/>
                  <a:gd name="T0" fmla="*/ 21114 w 43195"/>
                  <a:gd name="T1" fmla="*/ 5 h 43200"/>
                  <a:gd name="T2" fmla="*/ 0 w 43195"/>
                  <a:gd name="T3" fmla="*/ 22056 h 43200"/>
                  <a:gd name="T4" fmla="*/ 21595 w 43195"/>
                  <a:gd name="T5" fmla="*/ 21600 h 43200"/>
                </a:gdLst>
                <a:ahLst/>
                <a:cxnLst>
                  <a:cxn ang="0">
                    <a:pos x="T0" y="T1"/>
                  </a:cxn>
                  <a:cxn ang="0">
                    <a:pos x="T2" y="T3"/>
                  </a:cxn>
                  <a:cxn ang="0">
                    <a:pos x="T4" y="T5"/>
                  </a:cxn>
                </a:cxnLst>
                <a:rect l="0" t="0" r="r" b="b"/>
                <a:pathLst>
                  <a:path w="43195" h="43200" fill="none" extrusionOk="0">
                    <a:moveTo>
                      <a:pt x="21114" y="5"/>
                    </a:moveTo>
                    <a:cubicBezTo>
                      <a:pt x="21274" y="1"/>
                      <a:pt x="21434" y="-1"/>
                      <a:pt x="21595" y="0"/>
                    </a:cubicBezTo>
                    <a:cubicBezTo>
                      <a:pt x="33524" y="0"/>
                      <a:pt x="43195" y="9670"/>
                      <a:pt x="43195" y="21600"/>
                    </a:cubicBezTo>
                    <a:cubicBezTo>
                      <a:pt x="43195" y="33529"/>
                      <a:pt x="33524" y="43200"/>
                      <a:pt x="21595" y="43200"/>
                    </a:cubicBezTo>
                    <a:cubicBezTo>
                      <a:pt x="9843" y="43200"/>
                      <a:pt x="247" y="33805"/>
                      <a:pt x="-1" y="22056"/>
                    </a:cubicBezTo>
                  </a:path>
                  <a:path w="43195" h="43200" stroke="0" extrusionOk="0">
                    <a:moveTo>
                      <a:pt x="21114" y="5"/>
                    </a:moveTo>
                    <a:cubicBezTo>
                      <a:pt x="21274" y="1"/>
                      <a:pt x="21434" y="-1"/>
                      <a:pt x="21595" y="0"/>
                    </a:cubicBezTo>
                    <a:cubicBezTo>
                      <a:pt x="33524" y="0"/>
                      <a:pt x="43195" y="9670"/>
                      <a:pt x="43195" y="21600"/>
                    </a:cubicBezTo>
                    <a:cubicBezTo>
                      <a:pt x="43195" y="33529"/>
                      <a:pt x="33524" y="43200"/>
                      <a:pt x="21595" y="43200"/>
                    </a:cubicBezTo>
                    <a:cubicBezTo>
                      <a:pt x="9843" y="43200"/>
                      <a:pt x="247" y="33805"/>
                      <a:pt x="-1" y="22056"/>
                    </a:cubicBezTo>
                    <a:lnTo>
                      <a:pt x="21595" y="21600"/>
                    </a:lnTo>
                    <a:close/>
                  </a:path>
                </a:pathLst>
              </a:custGeom>
              <a:noFill/>
              <a:ln w="9525">
                <a:solidFill>
                  <a:schemeClr val="hlink"/>
                </a:solidFill>
                <a:round/>
              </a:ln>
              <a:effectLst/>
            </p:spPr>
            <p:txBody>
              <a:bodyPr wrap="none" anchor="ctr"/>
              <a:lstStyle/>
              <a:p>
                <a:pPr>
                  <a:defRPr/>
                </a:pPr>
                <a:endParaRPr lang="zh-CN" altLang="en-US"/>
              </a:p>
            </p:txBody>
          </p:sp>
        </p:grpSp>
        <p:grpSp>
          <p:nvGrpSpPr>
            <p:cNvPr id="7" name="Group 63"/>
            <p:cNvGrpSpPr/>
            <p:nvPr userDrawn="1"/>
          </p:nvGrpSpPr>
          <p:grpSpPr bwMode="auto">
            <a:xfrm>
              <a:off x="1480" y="1952"/>
              <a:ext cx="3808" cy="1812"/>
              <a:chOff x="1480" y="1952"/>
              <a:chExt cx="3808" cy="1812"/>
            </a:xfrm>
          </p:grpSpPr>
          <p:sp>
            <p:nvSpPr>
              <p:cNvPr id="8" name="Line 64"/>
              <p:cNvSpPr>
                <a:spLocks noChangeShapeType="1"/>
              </p:cNvSpPr>
              <p:nvPr/>
            </p:nvSpPr>
            <p:spPr bwMode="ltGray">
              <a:xfrm flipV="1">
                <a:off x="1480" y="3442"/>
                <a:ext cx="3808" cy="0"/>
              </a:xfrm>
              <a:prstGeom prst="line">
                <a:avLst/>
              </a:prstGeom>
              <a:noFill/>
              <a:ln w="9525">
                <a:solidFill>
                  <a:schemeClr val="hlink"/>
                </a:solidFill>
                <a:round/>
              </a:ln>
              <a:effectLst/>
            </p:spPr>
            <p:txBody>
              <a:bodyPr wrap="none" anchor="ctr"/>
              <a:lstStyle/>
              <a:p>
                <a:pPr>
                  <a:defRPr/>
                </a:pPr>
                <a:endParaRPr lang="zh-CN" altLang="en-US"/>
              </a:p>
            </p:txBody>
          </p:sp>
          <p:sp>
            <p:nvSpPr>
              <p:cNvPr id="9" name="Line 65"/>
              <p:cNvSpPr>
                <a:spLocks noChangeShapeType="1"/>
              </p:cNvSpPr>
              <p:nvPr/>
            </p:nvSpPr>
            <p:spPr bwMode="ltGray">
              <a:xfrm flipH="1">
                <a:off x="5172" y="1952"/>
                <a:ext cx="0" cy="1812"/>
              </a:xfrm>
              <a:prstGeom prst="line">
                <a:avLst/>
              </a:prstGeom>
              <a:noFill/>
              <a:ln w="9525">
                <a:solidFill>
                  <a:schemeClr val="hlink"/>
                </a:solidFill>
                <a:round/>
              </a:ln>
              <a:effectLst/>
            </p:spPr>
            <p:txBody>
              <a:bodyPr wrap="none" anchor="ctr"/>
              <a:lstStyle/>
              <a:p>
                <a:pPr>
                  <a:defRPr/>
                </a:pPr>
                <a:endParaRPr lang="zh-CN" altLang="en-US"/>
              </a:p>
            </p:txBody>
          </p:sp>
          <p:sp>
            <p:nvSpPr>
              <p:cNvPr id="10" name="Arc 66"/>
              <p:cNvSpPr/>
              <p:nvPr/>
            </p:nvSpPr>
            <p:spPr bwMode="ltGray">
              <a:xfrm rot="5400000">
                <a:off x="5097" y="3347"/>
                <a:ext cx="156" cy="157"/>
              </a:xfrm>
              <a:custGeom>
                <a:avLst/>
                <a:gdLst>
                  <a:gd name="G0" fmla="+- 21595 0 0"/>
                  <a:gd name="G1" fmla="+- 21600 0 0"/>
                  <a:gd name="G2" fmla="+- 21600 0 0"/>
                  <a:gd name="T0" fmla="*/ 21114 w 43195"/>
                  <a:gd name="T1" fmla="*/ 5 h 43200"/>
                  <a:gd name="T2" fmla="*/ 0 w 43195"/>
                  <a:gd name="T3" fmla="*/ 22056 h 43200"/>
                  <a:gd name="T4" fmla="*/ 21595 w 43195"/>
                  <a:gd name="T5" fmla="*/ 21600 h 43200"/>
                </a:gdLst>
                <a:ahLst/>
                <a:cxnLst>
                  <a:cxn ang="0">
                    <a:pos x="T0" y="T1"/>
                  </a:cxn>
                  <a:cxn ang="0">
                    <a:pos x="T2" y="T3"/>
                  </a:cxn>
                  <a:cxn ang="0">
                    <a:pos x="T4" y="T5"/>
                  </a:cxn>
                </a:cxnLst>
                <a:rect l="0" t="0" r="r" b="b"/>
                <a:pathLst>
                  <a:path w="43195" h="43200" fill="none" extrusionOk="0">
                    <a:moveTo>
                      <a:pt x="21114" y="5"/>
                    </a:moveTo>
                    <a:cubicBezTo>
                      <a:pt x="21274" y="1"/>
                      <a:pt x="21434" y="-1"/>
                      <a:pt x="21595" y="0"/>
                    </a:cubicBezTo>
                    <a:cubicBezTo>
                      <a:pt x="33524" y="0"/>
                      <a:pt x="43195" y="9670"/>
                      <a:pt x="43195" y="21600"/>
                    </a:cubicBezTo>
                    <a:cubicBezTo>
                      <a:pt x="43195" y="33529"/>
                      <a:pt x="33524" y="43200"/>
                      <a:pt x="21595" y="43200"/>
                    </a:cubicBezTo>
                    <a:cubicBezTo>
                      <a:pt x="9843" y="43200"/>
                      <a:pt x="247" y="33805"/>
                      <a:pt x="-1" y="22056"/>
                    </a:cubicBezTo>
                  </a:path>
                  <a:path w="43195" h="43200" stroke="0" extrusionOk="0">
                    <a:moveTo>
                      <a:pt x="21114" y="5"/>
                    </a:moveTo>
                    <a:cubicBezTo>
                      <a:pt x="21274" y="1"/>
                      <a:pt x="21434" y="-1"/>
                      <a:pt x="21595" y="0"/>
                    </a:cubicBezTo>
                    <a:cubicBezTo>
                      <a:pt x="33524" y="0"/>
                      <a:pt x="43195" y="9670"/>
                      <a:pt x="43195" y="21600"/>
                    </a:cubicBezTo>
                    <a:cubicBezTo>
                      <a:pt x="43195" y="33529"/>
                      <a:pt x="33524" y="43200"/>
                      <a:pt x="21595" y="43200"/>
                    </a:cubicBezTo>
                    <a:cubicBezTo>
                      <a:pt x="9843" y="43200"/>
                      <a:pt x="247" y="33805"/>
                      <a:pt x="-1" y="22056"/>
                    </a:cubicBezTo>
                    <a:lnTo>
                      <a:pt x="21595" y="21600"/>
                    </a:lnTo>
                    <a:close/>
                  </a:path>
                </a:pathLst>
              </a:custGeom>
              <a:noFill/>
              <a:ln w="9525">
                <a:solidFill>
                  <a:schemeClr val="hlink"/>
                </a:solidFill>
                <a:round/>
              </a:ln>
              <a:effectLst/>
            </p:spPr>
            <p:txBody>
              <a:bodyPr wrap="none" anchor="ctr"/>
              <a:lstStyle/>
              <a:p>
                <a:pPr>
                  <a:defRPr/>
                </a:pPr>
                <a:endParaRPr lang="zh-CN" altLang="en-US"/>
              </a:p>
            </p:txBody>
          </p:sp>
        </p:grpSp>
      </p:grpSp>
      <p:sp>
        <p:nvSpPr>
          <p:cNvPr id="6211" name="Rectangle 67"/>
          <p:cNvSpPr>
            <a:spLocks noGrp="1" noChangeArrowheads="1"/>
          </p:cNvSpPr>
          <p:nvPr>
            <p:ph type="ctrTitle"/>
          </p:nvPr>
        </p:nvSpPr>
        <p:spPr bwMode="auto">
          <a:xfrm>
            <a:off x="990600" y="1752600"/>
            <a:ext cx="7772400" cy="1143000"/>
          </a:xfrm>
          <a:prstGeom prst="rect">
            <a:avLst/>
          </a:prstGeom>
          <a:noFill/>
          <a:ln>
            <a:miter lim="800000"/>
          </a:ln>
        </p:spPr>
        <p:txBody>
          <a:bodyPr vert="horz" wrap="square" lIns="91440" tIns="45720" rIns="91440" bIns="45720" numCol="1" anchor="b" anchorCtr="0" compatLnSpc="1"/>
          <a:lstStyle>
            <a:lvl1pPr>
              <a:defRPr/>
            </a:lvl1pPr>
          </a:lstStyle>
          <a:p>
            <a:r>
              <a:rPr lang="zh-CN" altLang="en-US"/>
              <a:t>单击此处编辑母版标题样式</a:t>
            </a:r>
            <a:endParaRPr lang="zh-CN" altLang="en-US"/>
          </a:p>
        </p:txBody>
      </p:sp>
      <p:sp>
        <p:nvSpPr>
          <p:cNvPr id="6212" name="Rectangle 68" descr="Rectangle: Click to edit Master text styles&#10;Second level&#10;Third level&#10;Fourth level&#10;Fifth level"/>
          <p:cNvSpPr>
            <a:spLocks noGrp="1" noChangeArrowheads="1"/>
          </p:cNvSpPr>
          <p:nvPr>
            <p:ph type="subTitle" idx="1"/>
          </p:nvPr>
        </p:nvSpPr>
        <p:spPr bwMode="auto">
          <a:xfrm>
            <a:off x="990600" y="3309938"/>
            <a:ext cx="6400800" cy="1752600"/>
          </a:xfrm>
          <a:prstGeom prst="rect">
            <a:avLst/>
          </a:prstGeom>
          <a:noFill/>
          <a:ln>
            <a:miter lim="800000"/>
          </a:ln>
        </p:spPr>
        <p:txBody>
          <a:bodyPr vert="horz" wrap="square" lIns="91440" tIns="45720" rIns="91440" bIns="45720" numCol="1" anchor="t" anchorCtr="0" compatLnSpc="1"/>
          <a:lstStyle>
            <a:lvl1pPr marL="0" indent="0">
              <a:buFont typeface="Wingdings" panose="05000000000000000000" pitchFamily="2" charset="2"/>
              <a:buNone/>
              <a:defRPr/>
            </a:lvl1pPr>
          </a:lstStyle>
          <a:p>
            <a:r>
              <a:rPr lang="zh-CN" altLang="en-US"/>
              <a:t>单击此处编辑母版副标题样式</a:t>
            </a:r>
            <a:endParaRPr lang="zh-CN" altLang="en-US"/>
          </a:p>
        </p:txBody>
      </p:sp>
      <p:sp>
        <p:nvSpPr>
          <p:cNvPr id="69" name="Rectangle 69"/>
          <p:cNvSpPr>
            <a:spLocks noGrp="1" noChangeArrowheads="1"/>
          </p:cNvSpPr>
          <p:nvPr>
            <p:ph type="dt" sz="quarter" idx="10"/>
          </p:nvPr>
        </p:nvSpPr>
        <p:spPr bwMode="auto">
          <a:xfrm>
            <a:off x="685800" y="6248400"/>
            <a:ext cx="1905000" cy="457200"/>
          </a:xfrm>
          <a:prstGeom prst="rect">
            <a:avLst/>
          </a:prstGeom>
          <a:ln>
            <a:miter lim="800000"/>
          </a:ln>
        </p:spPr>
        <p:txBody>
          <a:bodyPr vert="horz" wrap="square" lIns="91440" tIns="45720" rIns="91440" bIns="45720" numCol="1" anchor="b" anchorCtr="0" compatLnSpc="1"/>
          <a:lstStyle>
            <a:lvl1pPr>
              <a:lnSpc>
                <a:spcPct val="100000"/>
              </a:lnSpc>
              <a:buFontTx/>
              <a:buNone/>
              <a:defRPr kumimoji="0" sz="1400">
                <a:solidFill>
                  <a:schemeClr val="tx1"/>
                </a:solidFill>
                <a:latin typeface="+mn-lt"/>
                <a:ea typeface="+mn-ea"/>
              </a:defRPr>
            </a:lvl1pPr>
          </a:lstStyle>
          <a:p>
            <a:pPr>
              <a:defRPr/>
            </a:pPr>
            <a:endParaRPr lang="en-US" altLang="zh-CN"/>
          </a:p>
        </p:txBody>
      </p:sp>
      <p:sp>
        <p:nvSpPr>
          <p:cNvPr id="70" name="Rectangle 70"/>
          <p:cNvSpPr>
            <a:spLocks noGrp="1" noChangeArrowheads="1"/>
          </p:cNvSpPr>
          <p:nvPr>
            <p:ph type="ftr" sz="quarter" idx="11"/>
          </p:nvPr>
        </p:nvSpPr>
        <p:spPr bwMode="auto">
          <a:xfrm>
            <a:off x="3124200" y="6248400"/>
            <a:ext cx="2895600" cy="457200"/>
          </a:xfrm>
          <a:prstGeom prst="rect">
            <a:avLst/>
          </a:prstGeom>
          <a:ln>
            <a:miter lim="800000"/>
          </a:ln>
        </p:spPr>
        <p:txBody>
          <a:bodyPr vert="horz" wrap="square" lIns="91440" tIns="45720" rIns="91440" bIns="45720" numCol="1" anchor="b" anchorCtr="0" compatLnSpc="1"/>
          <a:lstStyle>
            <a:lvl1pPr algn="ctr">
              <a:lnSpc>
                <a:spcPct val="100000"/>
              </a:lnSpc>
              <a:buFontTx/>
              <a:buNone/>
              <a:defRPr kumimoji="0" sz="1400">
                <a:solidFill>
                  <a:schemeClr val="tx1"/>
                </a:solidFill>
                <a:latin typeface="+mn-lt"/>
                <a:ea typeface="+mn-ea"/>
              </a:defRPr>
            </a:lvl1pPr>
          </a:lstStyle>
          <a:p>
            <a:pPr>
              <a:defRPr/>
            </a:pPr>
            <a:endParaRPr lang="en-US" altLang="zh-CN"/>
          </a:p>
        </p:txBody>
      </p:sp>
      <p:sp>
        <p:nvSpPr>
          <p:cNvPr id="71" name="Rectangle 71"/>
          <p:cNvSpPr>
            <a:spLocks noGrp="1" noChangeArrowheads="1"/>
          </p:cNvSpPr>
          <p:nvPr>
            <p:ph type="sldNum" sz="quarter" idx="12"/>
          </p:nvPr>
        </p:nvSpPr>
        <p:spPr bwMode="auto">
          <a:xfrm>
            <a:off x="6553200" y="6248400"/>
            <a:ext cx="1905000" cy="457200"/>
          </a:xfrm>
          <a:prstGeom prst="rect">
            <a:avLst/>
          </a:prstGeom>
          <a:ln>
            <a:miter lim="800000"/>
          </a:ln>
        </p:spPr>
        <p:txBody>
          <a:bodyPr vert="horz" wrap="square" lIns="91440" tIns="45720" rIns="91440" bIns="45720" numCol="1" anchor="b" anchorCtr="0" compatLnSpc="1"/>
          <a:lstStyle>
            <a:lvl1pPr algn="r">
              <a:lnSpc>
                <a:spcPct val="100000"/>
              </a:lnSpc>
              <a:buFontTx/>
              <a:buNone/>
              <a:defRPr kumimoji="0" sz="1400">
                <a:solidFill>
                  <a:schemeClr val="tx1"/>
                </a:solidFill>
                <a:latin typeface="Tahoma" panose="020B0604030504040204" pitchFamily="34" charset="0"/>
                <a:ea typeface="宋体" panose="02010600030101010101" pitchFamily="2" charset="-122"/>
              </a:defRPr>
            </a:lvl1pPr>
          </a:lstStyle>
          <a:p>
            <a:fld id="{5E9702FD-B3F6-420C-A21A-8F05E8822967}" type="slidenum">
              <a:rPr lang="en-US" altLang="zh-CN"/>
            </a:fld>
            <a:endParaRPr lang="en-US" altLang="zh-CN"/>
          </a:p>
        </p:txBody>
      </p:sp>
    </p:spTree>
  </p:cSld>
  <p:clrMapOvr>
    <a:masterClrMapping/>
  </p:clrMapOvr>
  <p:transition>
    <p:wipe dir="r"/>
  </p:transition>
</p:sldLayout>
</file>

<file path=ppt/slideLayouts/slideLayout26.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a:xfrm>
            <a:off x="457200" y="1600200"/>
            <a:ext cx="8229600" cy="4525963"/>
          </a:xfrm>
          <a:prstGeom prst="rect">
            <a:avLst/>
          </a:prstGeo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Tree>
  </p:cSld>
  <p:clrMapOvr>
    <a:masterClrMapping/>
  </p:clrMapOvr>
  <p:transition>
    <p:wipe dir="r"/>
  </p:transition>
</p:sldLayout>
</file>

<file path=ppt/slideLayouts/slideLayout27.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a:prstGeom prst="rect">
            <a:avLst/>
          </a:prstGeom>
        </p:spPr>
        <p:txBody>
          <a:bodyPr anchor="t"/>
          <a:lstStyle>
            <a:lvl1pPr algn="l">
              <a:defRPr sz="4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313" y="2906713"/>
            <a:ext cx="7772400" cy="1500187"/>
          </a:xfrm>
          <a:prstGeom prst="rect">
            <a:avLst/>
          </a:prstGeo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smtClean="0"/>
              <a:t>单击此处编辑母版文本样式</a:t>
            </a:r>
            <a:endParaRPr lang="zh-CN" altLang="en-US" smtClean="0"/>
          </a:p>
        </p:txBody>
      </p:sp>
    </p:spTree>
  </p:cSld>
  <p:clrMapOvr>
    <a:masterClrMapping/>
  </p:clrMapOvr>
  <p:transition>
    <p:wipe dir="r"/>
  </p:transition>
</p:sldLayout>
</file>

<file path=ppt/slideLayouts/slideLayout28.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457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nvPr>
        </p:nvSpPr>
        <p:spPr>
          <a:xfrm>
            <a:off x="4648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Tree>
  </p:cSld>
  <p:clrMapOvr>
    <a:masterClrMapping/>
  </p:clrMapOvr>
  <p:transition>
    <p:wipe dir="r"/>
  </p:transition>
</p:sldLayout>
</file>

<file path=ppt/slideLayouts/slideLayout29.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535113"/>
            <a:ext cx="4040188"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4" name="内容占位符 3"/>
          <p:cNvSpPr>
            <a:spLocks noGrp="1"/>
          </p:cNvSpPr>
          <p:nvPr>
            <p:ph sz="half" idx="2"/>
          </p:nvPr>
        </p:nvSpPr>
        <p:spPr>
          <a:xfrm>
            <a:off x="457200" y="2174875"/>
            <a:ext cx="4040188"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p:nvPr>
        </p:nvSpPr>
        <p:spPr>
          <a:xfrm>
            <a:off x="4645025" y="1535113"/>
            <a:ext cx="4041775"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6" name="内容占位符 5"/>
          <p:cNvSpPr>
            <a:spLocks noGrp="1"/>
          </p:cNvSpPr>
          <p:nvPr>
            <p:ph sz="quarter" idx="4"/>
          </p:nvPr>
        </p:nvSpPr>
        <p:spPr>
          <a:xfrm>
            <a:off x="4645025" y="2174875"/>
            <a:ext cx="4041775"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Tree>
  </p:cSld>
  <p:clrMapOvr>
    <a:masterClrMapping/>
  </p:clrMapOvr>
  <p:transition>
    <p:wipe dir="r"/>
  </p:transition>
</p:sldLayout>
</file>

<file path=ppt/slideLayouts/slideLayout30.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smtClean="0"/>
              <a:t>单击此处编辑母版标题样式</a:t>
            </a:r>
            <a:endParaRPr lang="zh-CN" altLang="en-US"/>
          </a:p>
        </p:txBody>
      </p:sp>
    </p:spTree>
  </p:cSld>
  <p:clrMapOvr>
    <a:masterClrMapping/>
  </p:clrMapOvr>
  <p:transition>
    <p:wipe dir="r"/>
  </p:transition>
</p:sldLayout>
</file>

<file path=ppt/slideLayouts/slideLayout31.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transition>
    <p:wipe dir="r"/>
  </p:transition>
</p:sldLayout>
</file>

<file path=ppt/slideLayouts/slideLayout32.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a:prstGeom prst="rect">
            <a:avLst/>
          </a:prstGeom>
        </p:spPr>
        <p:txBody>
          <a:bodyPr anchor="b"/>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050" y="273050"/>
            <a:ext cx="5111750" cy="5853113"/>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文本占位符 3"/>
          <p:cNvSpPr>
            <a:spLocks noGrp="1"/>
          </p:cNvSpPr>
          <p:nvPr>
            <p:ph type="body" sz="half" idx="2"/>
          </p:nvPr>
        </p:nvSpPr>
        <p:spPr>
          <a:xfrm>
            <a:off x="457200" y="1435100"/>
            <a:ext cx="3008313" cy="4691063"/>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endParaRPr lang="zh-CN" altLang="en-US" smtClean="0"/>
          </a:p>
        </p:txBody>
      </p:sp>
    </p:spTree>
  </p:cSld>
  <p:clrMapOvr>
    <a:masterClrMapping/>
  </p:clrMapOvr>
  <p:transition>
    <p:wipe dir="r"/>
  </p:transition>
</p:sldLayout>
</file>

<file path=ppt/slideLayouts/slideLayout33.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a:prstGeom prst="rect">
            <a:avLst/>
          </a:prstGeom>
        </p:spPr>
        <p:txBody>
          <a:bodyPr anchor="b"/>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612775"/>
            <a:ext cx="5486400" cy="41148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smtClean="0"/>
          </a:p>
        </p:txBody>
      </p:sp>
      <p:sp>
        <p:nvSpPr>
          <p:cNvPr id="4" name="文本占位符 3"/>
          <p:cNvSpPr>
            <a:spLocks noGrp="1"/>
          </p:cNvSpPr>
          <p:nvPr>
            <p:ph type="body" sz="half" idx="2"/>
          </p:nvPr>
        </p:nvSpPr>
        <p:spPr>
          <a:xfrm>
            <a:off x="1792288" y="5367338"/>
            <a:ext cx="5486400" cy="80486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endParaRPr lang="zh-CN" altLang="en-US" smtClean="0"/>
          </a:p>
        </p:txBody>
      </p:sp>
    </p:spTree>
  </p:cSld>
  <p:clrMapOvr>
    <a:masterClrMapping/>
  </p:clrMapOvr>
  <p:transition>
    <p:wipe dir="r"/>
  </p:transition>
</p:sldLayout>
</file>

<file path=ppt/slideLayouts/slideLayout34.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457200" y="1600200"/>
            <a:ext cx="8229600" cy="4525963"/>
          </a:xfrm>
          <a:prstGeom prst="rect">
            <a:avLst/>
          </a:prstGeo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Tree>
  </p:cSld>
  <p:clrMapOvr>
    <a:masterClrMapping/>
  </p:clrMapOvr>
  <p:transition>
    <p:wipe dir="r"/>
  </p:transition>
</p:sldLayout>
</file>

<file path=ppt/slideLayouts/slideLayout35.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a:prstGeom prst="rect">
            <a:avLst/>
          </a:prstGeo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457200" y="274638"/>
            <a:ext cx="6019800" cy="5851525"/>
          </a:xfrm>
          <a:prstGeom prst="rect">
            <a:avLst/>
          </a:prstGeo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Tree>
  </p:cSld>
  <p:clrMapOvr>
    <a:masterClrMapping/>
  </p:clrMapOvr>
  <p:transition>
    <p:wipe dir="r"/>
  </p:transition>
</p:sldLayout>
</file>

<file path=ppt/slideLayouts/slideLayout36.xml><?xml version="1.0" encoding="utf-8"?>
<p:sldLayout xmlns:a="http://schemas.openxmlformats.org/drawingml/2006/main" xmlns:r="http://schemas.openxmlformats.org/officeDocument/2006/relationships" xmlns:p="http://schemas.openxmlformats.org/presentationml/2006/main" type="objOnly">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685800" y="609600"/>
            <a:ext cx="7772400" cy="5486400"/>
          </a:xfrm>
          <a:prstGeom prst="rect">
            <a:avLst/>
          </a:prstGeo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3" name="日期占位符 2"/>
          <p:cNvSpPr>
            <a:spLocks noGrp="1"/>
          </p:cNvSpPr>
          <p:nvPr>
            <p:ph type="dt" sz="half" idx="10"/>
          </p:nvPr>
        </p:nvSpPr>
        <p:spPr>
          <a:xfrm>
            <a:off x="685800" y="6248400"/>
            <a:ext cx="1905000" cy="457200"/>
          </a:xfrm>
          <a:prstGeom prst="rect">
            <a:avLst/>
          </a:prstGeom>
        </p:spPr>
        <p:txBody>
          <a:bodyPr/>
          <a:lstStyle>
            <a:lvl1pPr>
              <a:defRPr/>
            </a:lvl1pPr>
          </a:lstStyle>
          <a:p>
            <a:endParaRPr lang="en-US" altLang="zh-CN"/>
          </a:p>
        </p:txBody>
      </p:sp>
      <p:sp>
        <p:nvSpPr>
          <p:cNvPr id="4" name="页脚占位符 3"/>
          <p:cNvSpPr>
            <a:spLocks noGrp="1"/>
          </p:cNvSpPr>
          <p:nvPr>
            <p:ph type="ftr" sz="quarter" idx="11"/>
          </p:nvPr>
        </p:nvSpPr>
        <p:spPr>
          <a:xfrm>
            <a:off x="3124200" y="6248400"/>
            <a:ext cx="2895600" cy="457200"/>
          </a:xfrm>
          <a:prstGeom prst="rect">
            <a:avLst/>
          </a:prstGeom>
        </p:spPr>
        <p:txBody>
          <a:bodyPr/>
          <a:lstStyle>
            <a:lvl1pPr>
              <a:defRPr/>
            </a:lvl1pPr>
          </a:lstStyle>
          <a:p>
            <a:endParaRPr lang="en-US" altLang="zh-CN"/>
          </a:p>
        </p:txBody>
      </p:sp>
      <p:sp>
        <p:nvSpPr>
          <p:cNvPr id="5" name="灯片编号占位符 4"/>
          <p:cNvSpPr>
            <a:spLocks noGrp="1"/>
          </p:cNvSpPr>
          <p:nvPr>
            <p:ph type="sldNum" sz="quarter" idx="12"/>
          </p:nvPr>
        </p:nvSpPr>
        <p:spPr>
          <a:xfrm>
            <a:off x="6553200" y="6248400"/>
            <a:ext cx="1905000" cy="457200"/>
          </a:xfrm>
          <a:prstGeom prst="rect">
            <a:avLst/>
          </a:prstGeom>
        </p:spPr>
        <p:txBody>
          <a:bodyPr/>
          <a:lstStyle>
            <a:lvl1pPr>
              <a:defRPr/>
            </a:lvl1pPr>
          </a:lstStyle>
          <a:p>
            <a:fld id="{1B734201-4F60-46F2-A162-2F7728C20015}" type="slidenum">
              <a:rPr lang="zh-CN" altLang="en-US"/>
            </a:fld>
            <a:endParaRPr lang="en-US" altLang="zh-CN"/>
          </a:p>
        </p:txBody>
      </p:sp>
    </p:spTree>
  </p:cSld>
  <p:clrMapOvr>
    <a:masterClrMapping/>
  </p:clrMapOvr>
  <p:transition>
    <p:wipe dir="r"/>
  </p:transition>
</p:sldLayout>
</file>

<file path=ppt/slideLayouts/slideLayout37.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grpSp>
        <p:nvGrpSpPr>
          <p:cNvPr id="4" name="Group 2"/>
          <p:cNvGrpSpPr/>
          <p:nvPr/>
        </p:nvGrpSpPr>
        <p:grpSpPr bwMode="auto">
          <a:xfrm>
            <a:off x="0" y="0"/>
            <a:ext cx="9144000" cy="6858000"/>
            <a:chOff x="0" y="0"/>
            <a:chExt cx="5760" cy="4320"/>
          </a:xfrm>
        </p:grpSpPr>
        <p:grpSp>
          <p:nvGrpSpPr>
            <p:cNvPr id="5" name="Group 3"/>
            <p:cNvGrpSpPr/>
            <p:nvPr/>
          </p:nvGrpSpPr>
          <p:grpSpPr bwMode="auto">
            <a:xfrm>
              <a:off x="0" y="0"/>
              <a:ext cx="5760" cy="4320"/>
              <a:chOff x="0" y="0"/>
              <a:chExt cx="5760" cy="4320"/>
            </a:xfrm>
          </p:grpSpPr>
          <p:sp>
            <p:nvSpPr>
              <p:cNvPr id="15" name="Rectangle 4"/>
              <p:cNvSpPr>
                <a:spLocks noChangeArrowheads="1"/>
              </p:cNvSpPr>
              <p:nvPr/>
            </p:nvSpPr>
            <p:spPr bwMode="ltGray">
              <a:xfrm>
                <a:off x="2112" y="0"/>
                <a:ext cx="3648" cy="96"/>
              </a:xfrm>
              <a:prstGeom prst="rect">
                <a:avLst/>
              </a:prstGeom>
              <a:solidFill>
                <a:schemeClr val="folHlink"/>
              </a:solidFill>
              <a:ln w="9525">
                <a:noFill/>
                <a:miter lim="800000"/>
              </a:ln>
              <a:effectLst/>
            </p:spPr>
            <p:txBody>
              <a:bodyPr wrap="none" anchor="ctr"/>
              <a:lstStyle/>
              <a:p>
                <a:pPr>
                  <a:defRPr/>
                </a:pPr>
                <a:endParaRPr lang="zh-CN" altLang="en-US"/>
              </a:p>
            </p:txBody>
          </p:sp>
          <p:grpSp>
            <p:nvGrpSpPr>
              <p:cNvPr id="16" name="Group 5"/>
              <p:cNvGrpSpPr/>
              <p:nvPr userDrawn="1"/>
            </p:nvGrpSpPr>
            <p:grpSpPr bwMode="auto">
              <a:xfrm>
                <a:off x="0" y="0"/>
                <a:ext cx="5760" cy="4320"/>
                <a:chOff x="0" y="0"/>
                <a:chExt cx="5760" cy="4320"/>
              </a:xfrm>
            </p:grpSpPr>
            <p:sp>
              <p:nvSpPr>
                <p:cNvPr id="18" name="Line 6"/>
                <p:cNvSpPr>
                  <a:spLocks noChangeShapeType="1"/>
                </p:cNvSpPr>
                <p:nvPr/>
              </p:nvSpPr>
              <p:spPr bwMode="white">
                <a:xfrm>
                  <a:off x="0" y="192"/>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19" name="Line 7"/>
                <p:cNvSpPr>
                  <a:spLocks noChangeShapeType="1"/>
                </p:cNvSpPr>
                <p:nvPr/>
              </p:nvSpPr>
              <p:spPr bwMode="white">
                <a:xfrm>
                  <a:off x="0" y="384"/>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20" name="Line 8"/>
                <p:cNvSpPr>
                  <a:spLocks noChangeShapeType="1"/>
                </p:cNvSpPr>
                <p:nvPr/>
              </p:nvSpPr>
              <p:spPr bwMode="white">
                <a:xfrm>
                  <a:off x="0" y="576"/>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21" name="Line 9"/>
                <p:cNvSpPr>
                  <a:spLocks noChangeShapeType="1"/>
                </p:cNvSpPr>
                <p:nvPr/>
              </p:nvSpPr>
              <p:spPr bwMode="white">
                <a:xfrm>
                  <a:off x="0" y="768"/>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22" name="Line 10"/>
                <p:cNvSpPr>
                  <a:spLocks noChangeShapeType="1"/>
                </p:cNvSpPr>
                <p:nvPr/>
              </p:nvSpPr>
              <p:spPr bwMode="white">
                <a:xfrm>
                  <a:off x="0" y="960"/>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23" name="Line 11"/>
                <p:cNvSpPr>
                  <a:spLocks noChangeShapeType="1"/>
                </p:cNvSpPr>
                <p:nvPr/>
              </p:nvSpPr>
              <p:spPr bwMode="white">
                <a:xfrm>
                  <a:off x="0" y="1152"/>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24" name="Line 12"/>
                <p:cNvSpPr>
                  <a:spLocks noChangeShapeType="1"/>
                </p:cNvSpPr>
                <p:nvPr/>
              </p:nvSpPr>
              <p:spPr bwMode="white">
                <a:xfrm>
                  <a:off x="0" y="1344"/>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25" name="Line 13"/>
                <p:cNvSpPr>
                  <a:spLocks noChangeShapeType="1"/>
                </p:cNvSpPr>
                <p:nvPr/>
              </p:nvSpPr>
              <p:spPr bwMode="white">
                <a:xfrm>
                  <a:off x="0" y="1536"/>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26" name="Line 14"/>
                <p:cNvSpPr>
                  <a:spLocks noChangeShapeType="1"/>
                </p:cNvSpPr>
                <p:nvPr/>
              </p:nvSpPr>
              <p:spPr bwMode="white">
                <a:xfrm>
                  <a:off x="0" y="1728"/>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27" name="Line 15"/>
                <p:cNvSpPr>
                  <a:spLocks noChangeShapeType="1"/>
                </p:cNvSpPr>
                <p:nvPr/>
              </p:nvSpPr>
              <p:spPr bwMode="white">
                <a:xfrm>
                  <a:off x="0" y="1920"/>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28" name="Line 16"/>
                <p:cNvSpPr>
                  <a:spLocks noChangeShapeType="1"/>
                </p:cNvSpPr>
                <p:nvPr/>
              </p:nvSpPr>
              <p:spPr bwMode="white">
                <a:xfrm>
                  <a:off x="0" y="2112"/>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29" name="Line 17"/>
                <p:cNvSpPr>
                  <a:spLocks noChangeShapeType="1"/>
                </p:cNvSpPr>
                <p:nvPr/>
              </p:nvSpPr>
              <p:spPr bwMode="white">
                <a:xfrm>
                  <a:off x="0" y="2304"/>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30" name="Line 18"/>
                <p:cNvSpPr>
                  <a:spLocks noChangeShapeType="1"/>
                </p:cNvSpPr>
                <p:nvPr/>
              </p:nvSpPr>
              <p:spPr bwMode="white">
                <a:xfrm>
                  <a:off x="0" y="2496"/>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31" name="Line 19"/>
                <p:cNvSpPr>
                  <a:spLocks noChangeShapeType="1"/>
                </p:cNvSpPr>
                <p:nvPr/>
              </p:nvSpPr>
              <p:spPr bwMode="white">
                <a:xfrm>
                  <a:off x="0" y="2688"/>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32" name="Line 20"/>
                <p:cNvSpPr>
                  <a:spLocks noChangeShapeType="1"/>
                </p:cNvSpPr>
                <p:nvPr/>
              </p:nvSpPr>
              <p:spPr bwMode="white">
                <a:xfrm>
                  <a:off x="0" y="2880"/>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33" name="Line 21"/>
                <p:cNvSpPr>
                  <a:spLocks noChangeShapeType="1"/>
                </p:cNvSpPr>
                <p:nvPr/>
              </p:nvSpPr>
              <p:spPr bwMode="white">
                <a:xfrm>
                  <a:off x="0" y="3072"/>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34" name="Line 22"/>
                <p:cNvSpPr>
                  <a:spLocks noChangeShapeType="1"/>
                </p:cNvSpPr>
                <p:nvPr/>
              </p:nvSpPr>
              <p:spPr bwMode="white">
                <a:xfrm>
                  <a:off x="0" y="3264"/>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35" name="Line 23"/>
                <p:cNvSpPr>
                  <a:spLocks noChangeShapeType="1"/>
                </p:cNvSpPr>
                <p:nvPr/>
              </p:nvSpPr>
              <p:spPr bwMode="white">
                <a:xfrm>
                  <a:off x="0" y="3456"/>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36" name="Line 24"/>
                <p:cNvSpPr>
                  <a:spLocks noChangeShapeType="1"/>
                </p:cNvSpPr>
                <p:nvPr/>
              </p:nvSpPr>
              <p:spPr bwMode="white">
                <a:xfrm>
                  <a:off x="0" y="3648"/>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37" name="Line 25"/>
                <p:cNvSpPr>
                  <a:spLocks noChangeShapeType="1"/>
                </p:cNvSpPr>
                <p:nvPr/>
              </p:nvSpPr>
              <p:spPr bwMode="white">
                <a:xfrm>
                  <a:off x="0" y="3840"/>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38" name="Line 26"/>
                <p:cNvSpPr>
                  <a:spLocks noChangeShapeType="1"/>
                </p:cNvSpPr>
                <p:nvPr/>
              </p:nvSpPr>
              <p:spPr bwMode="white">
                <a:xfrm>
                  <a:off x="0" y="4032"/>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39" name="Line 27"/>
                <p:cNvSpPr>
                  <a:spLocks noChangeShapeType="1"/>
                </p:cNvSpPr>
                <p:nvPr/>
              </p:nvSpPr>
              <p:spPr bwMode="white">
                <a:xfrm>
                  <a:off x="0" y="4224"/>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40" name="Line 28"/>
                <p:cNvSpPr>
                  <a:spLocks noChangeShapeType="1"/>
                </p:cNvSpPr>
                <p:nvPr/>
              </p:nvSpPr>
              <p:spPr bwMode="white">
                <a:xfrm>
                  <a:off x="192"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41" name="Line 29"/>
                <p:cNvSpPr>
                  <a:spLocks noChangeShapeType="1"/>
                </p:cNvSpPr>
                <p:nvPr/>
              </p:nvSpPr>
              <p:spPr bwMode="white">
                <a:xfrm>
                  <a:off x="384"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42" name="Line 30"/>
                <p:cNvSpPr>
                  <a:spLocks noChangeShapeType="1"/>
                </p:cNvSpPr>
                <p:nvPr/>
              </p:nvSpPr>
              <p:spPr bwMode="white">
                <a:xfrm>
                  <a:off x="576"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43" name="Line 31"/>
                <p:cNvSpPr>
                  <a:spLocks noChangeShapeType="1"/>
                </p:cNvSpPr>
                <p:nvPr/>
              </p:nvSpPr>
              <p:spPr bwMode="white">
                <a:xfrm>
                  <a:off x="768"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44" name="Line 32"/>
                <p:cNvSpPr>
                  <a:spLocks noChangeShapeType="1"/>
                </p:cNvSpPr>
                <p:nvPr/>
              </p:nvSpPr>
              <p:spPr bwMode="white">
                <a:xfrm>
                  <a:off x="960"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45" name="Line 33"/>
                <p:cNvSpPr>
                  <a:spLocks noChangeShapeType="1"/>
                </p:cNvSpPr>
                <p:nvPr/>
              </p:nvSpPr>
              <p:spPr bwMode="white">
                <a:xfrm>
                  <a:off x="1152"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46" name="Line 34"/>
                <p:cNvSpPr>
                  <a:spLocks noChangeShapeType="1"/>
                </p:cNvSpPr>
                <p:nvPr/>
              </p:nvSpPr>
              <p:spPr bwMode="white">
                <a:xfrm>
                  <a:off x="1344"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47" name="Line 35"/>
                <p:cNvSpPr>
                  <a:spLocks noChangeShapeType="1"/>
                </p:cNvSpPr>
                <p:nvPr/>
              </p:nvSpPr>
              <p:spPr bwMode="white">
                <a:xfrm>
                  <a:off x="1536"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48" name="Line 36"/>
                <p:cNvSpPr>
                  <a:spLocks noChangeShapeType="1"/>
                </p:cNvSpPr>
                <p:nvPr/>
              </p:nvSpPr>
              <p:spPr bwMode="white">
                <a:xfrm>
                  <a:off x="1728"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49" name="Line 37"/>
                <p:cNvSpPr>
                  <a:spLocks noChangeShapeType="1"/>
                </p:cNvSpPr>
                <p:nvPr/>
              </p:nvSpPr>
              <p:spPr bwMode="white">
                <a:xfrm>
                  <a:off x="1920"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50" name="Line 38"/>
                <p:cNvSpPr>
                  <a:spLocks noChangeShapeType="1"/>
                </p:cNvSpPr>
                <p:nvPr/>
              </p:nvSpPr>
              <p:spPr bwMode="white">
                <a:xfrm>
                  <a:off x="2112"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51" name="Line 39"/>
                <p:cNvSpPr>
                  <a:spLocks noChangeShapeType="1"/>
                </p:cNvSpPr>
                <p:nvPr/>
              </p:nvSpPr>
              <p:spPr bwMode="white">
                <a:xfrm>
                  <a:off x="2304"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52" name="Line 40"/>
                <p:cNvSpPr>
                  <a:spLocks noChangeShapeType="1"/>
                </p:cNvSpPr>
                <p:nvPr/>
              </p:nvSpPr>
              <p:spPr bwMode="white">
                <a:xfrm>
                  <a:off x="2496"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53" name="Line 41"/>
                <p:cNvSpPr>
                  <a:spLocks noChangeShapeType="1"/>
                </p:cNvSpPr>
                <p:nvPr/>
              </p:nvSpPr>
              <p:spPr bwMode="white">
                <a:xfrm>
                  <a:off x="2688"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54" name="Line 42"/>
                <p:cNvSpPr>
                  <a:spLocks noChangeShapeType="1"/>
                </p:cNvSpPr>
                <p:nvPr/>
              </p:nvSpPr>
              <p:spPr bwMode="white">
                <a:xfrm>
                  <a:off x="2880"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55" name="Line 43"/>
                <p:cNvSpPr>
                  <a:spLocks noChangeShapeType="1"/>
                </p:cNvSpPr>
                <p:nvPr/>
              </p:nvSpPr>
              <p:spPr bwMode="white">
                <a:xfrm>
                  <a:off x="3072"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56" name="Line 44"/>
                <p:cNvSpPr>
                  <a:spLocks noChangeShapeType="1"/>
                </p:cNvSpPr>
                <p:nvPr/>
              </p:nvSpPr>
              <p:spPr bwMode="white">
                <a:xfrm>
                  <a:off x="3264"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57" name="Line 45"/>
                <p:cNvSpPr>
                  <a:spLocks noChangeShapeType="1"/>
                </p:cNvSpPr>
                <p:nvPr/>
              </p:nvSpPr>
              <p:spPr bwMode="white">
                <a:xfrm>
                  <a:off x="3456"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58" name="Line 46"/>
                <p:cNvSpPr>
                  <a:spLocks noChangeShapeType="1"/>
                </p:cNvSpPr>
                <p:nvPr/>
              </p:nvSpPr>
              <p:spPr bwMode="white">
                <a:xfrm>
                  <a:off x="3648"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59" name="Line 47"/>
                <p:cNvSpPr>
                  <a:spLocks noChangeShapeType="1"/>
                </p:cNvSpPr>
                <p:nvPr/>
              </p:nvSpPr>
              <p:spPr bwMode="white">
                <a:xfrm>
                  <a:off x="3840"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60" name="Line 48"/>
                <p:cNvSpPr>
                  <a:spLocks noChangeShapeType="1"/>
                </p:cNvSpPr>
                <p:nvPr/>
              </p:nvSpPr>
              <p:spPr bwMode="white">
                <a:xfrm>
                  <a:off x="4032"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61" name="Line 49"/>
                <p:cNvSpPr>
                  <a:spLocks noChangeShapeType="1"/>
                </p:cNvSpPr>
                <p:nvPr/>
              </p:nvSpPr>
              <p:spPr bwMode="white">
                <a:xfrm>
                  <a:off x="4224"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62" name="Line 50"/>
                <p:cNvSpPr>
                  <a:spLocks noChangeShapeType="1"/>
                </p:cNvSpPr>
                <p:nvPr/>
              </p:nvSpPr>
              <p:spPr bwMode="white">
                <a:xfrm>
                  <a:off x="4416"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63" name="Line 51"/>
                <p:cNvSpPr>
                  <a:spLocks noChangeShapeType="1"/>
                </p:cNvSpPr>
                <p:nvPr/>
              </p:nvSpPr>
              <p:spPr bwMode="white">
                <a:xfrm>
                  <a:off x="4608"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64" name="Line 52"/>
                <p:cNvSpPr>
                  <a:spLocks noChangeShapeType="1"/>
                </p:cNvSpPr>
                <p:nvPr/>
              </p:nvSpPr>
              <p:spPr bwMode="white">
                <a:xfrm>
                  <a:off x="4800"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65" name="Line 53"/>
                <p:cNvSpPr>
                  <a:spLocks noChangeShapeType="1"/>
                </p:cNvSpPr>
                <p:nvPr/>
              </p:nvSpPr>
              <p:spPr bwMode="white">
                <a:xfrm>
                  <a:off x="4992"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66" name="Line 54"/>
                <p:cNvSpPr>
                  <a:spLocks noChangeShapeType="1"/>
                </p:cNvSpPr>
                <p:nvPr/>
              </p:nvSpPr>
              <p:spPr bwMode="white">
                <a:xfrm>
                  <a:off x="5184"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67" name="Line 55"/>
                <p:cNvSpPr>
                  <a:spLocks noChangeShapeType="1"/>
                </p:cNvSpPr>
                <p:nvPr/>
              </p:nvSpPr>
              <p:spPr bwMode="white">
                <a:xfrm>
                  <a:off x="5376"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68" name="Line 56"/>
                <p:cNvSpPr>
                  <a:spLocks noChangeShapeType="1"/>
                </p:cNvSpPr>
                <p:nvPr/>
              </p:nvSpPr>
              <p:spPr bwMode="white">
                <a:xfrm>
                  <a:off x="5568"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grpSp>
          <p:sp>
            <p:nvSpPr>
              <p:cNvPr id="17" name="Line 57"/>
              <p:cNvSpPr>
                <a:spLocks noChangeShapeType="1"/>
              </p:cNvSpPr>
              <p:nvPr/>
            </p:nvSpPr>
            <p:spPr bwMode="ltGray">
              <a:xfrm>
                <a:off x="5568" y="0"/>
                <a:ext cx="0" cy="1488"/>
              </a:xfrm>
              <a:prstGeom prst="line">
                <a:avLst/>
              </a:prstGeom>
              <a:noFill/>
              <a:ln w="9525">
                <a:solidFill>
                  <a:schemeClr val="hlink"/>
                </a:solidFill>
                <a:round/>
              </a:ln>
              <a:effectLst/>
            </p:spPr>
            <p:txBody>
              <a:bodyPr wrap="none" anchor="ctr"/>
              <a:lstStyle/>
              <a:p>
                <a:pPr>
                  <a:defRPr/>
                </a:pPr>
                <a:endParaRPr lang="zh-CN" altLang="en-US"/>
              </a:p>
            </p:txBody>
          </p:sp>
        </p:grpSp>
        <p:grpSp>
          <p:nvGrpSpPr>
            <p:cNvPr id="6" name="Group 58"/>
            <p:cNvGrpSpPr/>
            <p:nvPr userDrawn="1"/>
          </p:nvGrpSpPr>
          <p:grpSpPr bwMode="auto">
            <a:xfrm>
              <a:off x="3" y="559"/>
              <a:ext cx="4192" cy="1796"/>
              <a:chOff x="3" y="559"/>
              <a:chExt cx="4192" cy="1796"/>
            </a:xfrm>
          </p:grpSpPr>
          <p:sp>
            <p:nvSpPr>
              <p:cNvPr id="11" name="Line 59"/>
              <p:cNvSpPr>
                <a:spLocks noChangeShapeType="1"/>
              </p:cNvSpPr>
              <p:nvPr/>
            </p:nvSpPr>
            <p:spPr bwMode="ltGray">
              <a:xfrm>
                <a:off x="506" y="559"/>
                <a:ext cx="0" cy="1796"/>
              </a:xfrm>
              <a:prstGeom prst="line">
                <a:avLst/>
              </a:prstGeom>
              <a:noFill/>
              <a:ln w="9525">
                <a:solidFill>
                  <a:schemeClr val="hlink"/>
                </a:solidFill>
                <a:round/>
              </a:ln>
              <a:effectLst/>
            </p:spPr>
            <p:txBody>
              <a:bodyPr wrap="none" anchor="ctr"/>
              <a:lstStyle/>
              <a:p>
                <a:pPr>
                  <a:defRPr/>
                </a:pPr>
                <a:endParaRPr lang="zh-CN" altLang="en-US"/>
              </a:p>
            </p:txBody>
          </p:sp>
          <p:sp>
            <p:nvSpPr>
              <p:cNvPr id="12" name="Line 60"/>
              <p:cNvSpPr>
                <a:spLocks noChangeShapeType="1"/>
              </p:cNvSpPr>
              <p:nvPr/>
            </p:nvSpPr>
            <p:spPr bwMode="ltGray">
              <a:xfrm flipH="1" flipV="1">
                <a:off x="3" y="1924"/>
                <a:ext cx="3211" cy="1"/>
              </a:xfrm>
              <a:prstGeom prst="line">
                <a:avLst/>
              </a:prstGeom>
              <a:noFill/>
              <a:ln w="9525">
                <a:solidFill>
                  <a:schemeClr val="hlink"/>
                </a:solidFill>
                <a:round/>
              </a:ln>
              <a:effectLst/>
            </p:spPr>
            <p:txBody>
              <a:bodyPr wrap="none" anchor="ctr"/>
              <a:lstStyle/>
              <a:p>
                <a:pPr>
                  <a:defRPr/>
                </a:pPr>
                <a:endParaRPr lang="zh-CN" altLang="en-US"/>
              </a:p>
            </p:txBody>
          </p:sp>
          <p:sp>
            <p:nvSpPr>
              <p:cNvPr id="13" name="Line 61"/>
              <p:cNvSpPr>
                <a:spLocks noChangeShapeType="1"/>
              </p:cNvSpPr>
              <p:nvPr/>
            </p:nvSpPr>
            <p:spPr bwMode="ltGray">
              <a:xfrm flipH="1" flipV="1">
                <a:off x="384" y="938"/>
                <a:ext cx="3811" cy="1"/>
              </a:xfrm>
              <a:prstGeom prst="line">
                <a:avLst/>
              </a:prstGeom>
              <a:noFill/>
              <a:ln w="9525">
                <a:solidFill>
                  <a:schemeClr val="hlink"/>
                </a:solidFill>
                <a:round/>
              </a:ln>
              <a:effectLst/>
            </p:spPr>
            <p:txBody>
              <a:bodyPr wrap="none" anchor="ctr"/>
              <a:lstStyle/>
              <a:p>
                <a:pPr>
                  <a:defRPr/>
                </a:pPr>
                <a:endParaRPr lang="zh-CN" altLang="en-US"/>
              </a:p>
            </p:txBody>
          </p:sp>
          <p:sp>
            <p:nvSpPr>
              <p:cNvPr id="14" name="Arc 62"/>
              <p:cNvSpPr/>
              <p:nvPr/>
            </p:nvSpPr>
            <p:spPr bwMode="ltGray">
              <a:xfrm rot="16200000" flipH="1">
                <a:off x="426" y="860"/>
                <a:ext cx="156" cy="157"/>
              </a:xfrm>
              <a:custGeom>
                <a:avLst/>
                <a:gdLst>
                  <a:gd name="G0" fmla="+- 21595 0 0"/>
                  <a:gd name="G1" fmla="+- 21600 0 0"/>
                  <a:gd name="G2" fmla="+- 21600 0 0"/>
                  <a:gd name="T0" fmla="*/ 21114 w 43195"/>
                  <a:gd name="T1" fmla="*/ 5 h 43200"/>
                  <a:gd name="T2" fmla="*/ 0 w 43195"/>
                  <a:gd name="T3" fmla="*/ 22056 h 43200"/>
                  <a:gd name="T4" fmla="*/ 21595 w 43195"/>
                  <a:gd name="T5" fmla="*/ 21600 h 43200"/>
                </a:gdLst>
                <a:ahLst/>
                <a:cxnLst>
                  <a:cxn ang="0">
                    <a:pos x="T0" y="T1"/>
                  </a:cxn>
                  <a:cxn ang="0">
                    <a:pos x="T2" y="T3"/>
                  </a:cxn>
                  <a:cxn ang="0">
                    <a:pos x="T4" y="T5"/>
                  </a:cxn>
                </a:cxnLst>
                <a:rect l="0" t="0" r="r" b="b"/>
                <a:pathLst>
                  <a:path w="43195" h="43200" fill="none" extrusionOk="0">
                    <a:moveTo>
                      <a:pt x="21114" y="5"/>
                    </a:moveTo>
                    <a:cubicBezTo>
                      <a:pt x="21274" y="1"/>
                      <a:pt x="21434" y="-1"/>
                      <a:pt x="21595" y="0"/>
                    </a:cubicBezTo>
                    <a:cubicBezTo>
                      <a:pt x="33524" y="0"/>
                      <a:pt x="43195" y="9670"/>
                      <a:pt x="43195" y="21600"/>
                    </a:cubicBezTo>
                    <a:cubicBezTo>
                      <a:pt x="43195" y="33529"/>
                      <a:pt x="33524" y="43200"/>
                      <a:pt x="21595" y="43200"/>
                    </a:cubicBezTo>
                    <a:cubicBezTo>
                      <a:pt x="9843" y="43200"/>
                      <a:pt x="247" y="33805"/>
                      <a:pt x="-1" y="22056"/>
                    </a:cubicBezTo>
                  </a:path>
                  <a:path w="43195" h="43200" stroke="0" extrusionOk="0">
                    <a:moveTo>
                      <a:pt x="21114" y="5"/>
                    </a:moveTo>
                    <a:cubicBezTo>
                      <a:pt x="21274" y="1"/>
                      <a:pt x="21434" y="-1"/>
                      <a:pt x="21595" y="0"/>
                    </a:cubicBezTo>
                    <a:cubicBezTo>
                      <a:pt x="33524" y="0"/>
                      <a:pt x="43195" y="9670"/>
                      <a:pt x="43195" y="21600"/>
                    </a:cubicBezTo>
                    <a:cubicBezTo>
                      <a:pt x="43195" y="33529"/>
                      <a:pt x="33524" y="43200"/>
                      <a:pt x="21595" y="43200"/>
                    </a:cubicBezTo>
                    <a:cubicBezTo>
                      <a:pt x="9843" y="43200"/>
                      <a:pt x="247" y="33805"/>
                      <a:pt x="-1" y="22056"/>
                    </a:cubicBezTo>
                    <a:lnTo>
                      <a:pt x="21595" y="21600"/>
                    </a:lnTo>
                    <a:close/>
                  </a:path>
                </a:pathLst>
              </a:custGeom>
              <a:noFill/>
              <a:ln w="9525">
                <a:solidFill>
                  <a:schemeClr val="hlink"/>
                </a:solidFill>
                <a:round/>
              </a:ln>
              <a:effectLst/>
            </p:spPr>
            <p:txBody>
              <a:bodyPr wrap="none" anchor="ctr"/>
              <a:lstStyle/>
              <a:p>
                <a:pPr>
                  <a:defRPr/>
                </a:pPr>
                <a:endParaRPr lang="zh-CN" altLang="en-US"/>
              </a:p>
            </p:txBody>
          </p:sp>
        </p:grpSp>
        <p:grpSp>
          <p:nvGrpSpPr>
            <p:cNvPr id="7" name="Group 63"/>
            <p:cNvGrpSpPr/>
            <p:nvPr userDrawn="1"/>
          </p:nvGrpSpPr>
          <p:grpSpPr bwMode="auto">
            <a:xfrm>
              <a:off x="1480" y="1952"/>
              <a:ext cx="3808" cy="1812"/>
              <a:chOff x="1480" y="1952"/>
              <a:chExt cx="3808" cy="1812"/>
            </a:xfrm>
          </p:grpSpPr>
          <p:sp>
            <p:nvSpPr>
              <p:cNvPr id="8" name="Line 64"/>
              <p:cNvSpPr>
                <a:spLocks noChangeShapeType="1"/>
              </p:cNvSpPr>
              <p:nvPr/>
            </p:nvSpPr>
            <p:spPr bwMode="ltGray">
              <a:xfrm flipV="1">
                <a:off x="1480" y="3442"/>
                <a:ext cx="3808" cy="0"/>
              </a:xfrm>
              <a:prstGeom prst="line">
                <a:avLst/>
              </a:prstGeom>
              <a:noFill/>
              <a:ln w="9525">
                <a:solidFill>
                  <a:schemeClr val="hlink"/>
                </a:solidFill>
                <a:round/>
              </a:ln>
              <a:effectLst/>
            </p:spPr>
            <p:txBody>
              <a:bodyPr wrap="none" anchor="ctr"/>
              <a:lstStyle/>
              <a:p>
                <a:pPr>
                  <a:defRPr/>
                </a:pPr>
                <a:endParaRPr lang="zh-CN" altLang="en-US"/>
              </a:p>
            </p:txBody>
          </p:sp>
          <p:sp>
            <p:nvSpPr>
              <p:cNvPr id="9" name="Line 65"/>
              <p:cNvSpPr>
                <a:spLocks noChangeShapeType="1"/>
              </p:cNvSpPr>
              <p:nvPr/>
            </p:nvSpPr>
            <p:spPr bwMode="ltGray">
              <a:xfrm flipH="1">
                <a:off x="5172" y="1952"/>
                <a:ext cx="0" cy="1812"/>
              </a:xfrm>
              <a:prstGeom prst="line">
                <a:avLst/>
              </a:prstGeom>
              <a:noFill/>
              <a:ln w="9525">
                <a:solidFill>
                  <a:schemeClr val="hlink"/>
                </a:solidFill>
                <a:round/>
              </a:ln>
              <a:effectLst/>
            </p:spPr>
            <p:txBody>
              <a:bodyPr wrap="none" anchor="ctr"/>
              <a:lstStyle/>
              <a:p>
                <a:pPr>
                  <a:defRPr/>
                </a:pPr>
                <a:endParaRPr lang="zh-CN" altLang="en-US"/>
              </a:p>
            </p:txBody>
          </p:sp>
          <p:sp>
            <p:nvSpPr>
              <p:cNvPr id="10" name="Arc 66"/>
              <p:cNvSpPr/>
              <p:nvPr/>
            </p:nvSpPr>
            <p:spPr bwMode="ltGray">
              <a:xfrm rot="5400000">
                <a:off x="5097" y="3347"/>
                <a:ext cx="156" cy="157"/>
              </a:xfrm>
              <a:custGeom>
                <a:avLst/>
                <a:gdLst>
                  <a:gd name="G0" fmla="+- 21595 0 0"/>
                  <a:gd name="G1" fmla="+- 21600 0 0"/>
                  <a:gd name="G2" fmla="+- 21600 0 0"/>
                  <a:gd name="T0" fmla="*/ 21114 w 43195"/>
                  <a:gd name="T1" fmla="*/ 5 h 43200"/>
                  <a:gd name="T2" fmla="*/ 0 w 43195"/>
                  <a:gd name="T3" fmla="*/ 22056 h 43200"/>
                  <a:gd name="T4" fmla="*/ 21595 w 43195"/>
                  <a:gd name="T5" fmla="*/ 21600 h 43200"/>
                </a:gdLst>
                <a:ahLst/>
                <a:cxnLst>
                  <a:cxn ang="0">
                    <a:pos x="T0" y="T1"/>
                  </a:cxn>
                  <a:cxn ang="0">
                    <a:pos x="T2" y="T3"/>
                  </a:cxn>
                  <a:cxn ang="0">
                    <a:pos x="T4" y="T5"/>
                  </a:cxn>
                </a:cxnLst>
                <a:rect l="0" t="0" r="r" b="b"/>
                <a:pathLst>
                  <a:path w="43195" h="43200" fill="none" extrusionOk="0">
                    <a:moveTo>
                      <a:pt x="21114" y="5"/>
                    </a:moveTo>
                    <a:cubicBezTo>
                      <a:pt x="21274" y="1"/>
                      <a:pt x="21434" y="-1"/>
                      <a:pt x="21595" y="0"/>
                    </a:cubicBezTo>
                    <a:cubicBezTo>
                      <a:pt x="33524" y="0"/>
                      <a:pt x="43195" y="9670"/>
                      <a:pt x="43195" y="21600"/>
                    </a:cubicBezTo>
                    <a:cubicBezTo>
                      <a:pt x="43195" y="33529"/>
                      <a:pt x="33524" y="43200"/>
                      <a:pt x="21595" y="43200"/>
                    </a:cubicBezTo>
                    <a:cubicBezTo>
                      <a:pt x="9843" y="43200"/>
                      <a:pt x="247" y="33805"/>
                      <a:pt x="-1" y="22056"/>
                    </a:cubicBezTo>
                  </a:path>
                  <a:path w="43195" h="43200" stroke="0" extrusionOk="0">
                    <a:moveTo>
                      <a:pt x="21114" y="5"/>
                    </a:moveTo>
                    <a:cubicBezTo>
                      <a:pt x="21274" y="1"/>
                      <a:pt x="21434" y="-1"/>
                      <a:pt x="21595" y="0"/>
                    </a:cubicBezTo>
                    <a:cubicBezTo>
                      <a:pt x="33524" y="0"/>
                      <a:pt x="43195" y="9670"/>
                      <a:pt x="43195" y="21600"/>
                    </a:cubicBezTo>
                    <a:cubicBezTo>
                      <a:pt x="43195" y="33529"/>
                      <a:pt x="33524" y="43200"/>
                      <a:pt x="21595" y="43200"/>
                    </a:cubicBezTo>
                    <a:cubicBezTo>
                      <a:pt x="9843" y="43200"/>
                      <a:pt x="247" y="33805"/>
                      <a:pt x="-1" y="22056"/>
                    </a:cubicBezTo>
                    <a:lnTo>
                      <a:pt x="21595" y="21600"/>
                    </a:lnTo>
                    <a:close/>
                  </a:path>
                </a:pathLst>
              </a:custGeom>
              <a:noFill/>
              <a:ln w="9525">
                <a:solidFill>
                  <a:schemeClr val="hlink"/>
                </a:solidFill>
                <a:round/>
              </a:ln>
              <a:effectLst/>
            </p:spPr>
            <p:txBody>
              <a:bodyPr wrap="none" anchor="ctr"/>
              <a:lstStyle/>
              <a:p>
                <a:pPr>
                  <a:defRPr/>
                </a:pPr>
                <a:endParaRPr lang="zh-CN" altLang="en-US"/>
              </a:p>
            </p:txBody>
          </p:sp>
        </p:grpSp>
      </p:grpSp>
      <p:sp>
        <p:nvSpPr>
          <p:cNvPr id="6211" name="Rectangle 67"/>
          <p:cNvSpPr>
            <a:spLocks noGrp="1" noChangeArrowheads="1"/>
          </p:cNvSpPr>
          <p:nvPr>
            <p:ph type="ctrTitle"/>
          </p:nvPr>
        </p:nvSpPr>
        <p:spPr bwMode="auto">
          <a:xfrm>
            <a:off x="990600" y="1752600"/>
            <a:ext cx="7772400" cy="1143000"/>
          </a:xfrm>
          <a:prstGeom prst="rect">
            <a:avLst/>
          </a:prstGeom>
          <a:noFill/>
          <a:ln>
            <a:miter lim="800000"/>
          </a:ln>
        </p:spPr>
        <p:txBody>
          <a:bodyPr vert="horz" wrap="square" lIns="91440" tIns="45720" rIns="91440" bIns="45720" numCol="1" anchor="b" anchorCtr="0" compatLnSpc="1"/>
          <a:lstStyle>
            <a:lvl1pPr>
              <a:defRPr/>
            </a:lvl1pPr>
          </a:lstStyle>
          <a:p>
            <a:r>
              <a:rPr lang="zh-CN" altLang="en-US"/>
              <a:t>单击此处编辑母版标题样式</a:t>
            </a:r>
            <a:endParaRPr lang="zh-CN" altLang="en-US"/>
          </a:p>
        </p:txBody>
      </p:sp>
      <p:sp>
        <p:nvSpPr>
          <p:cNvPr id="6212" name="Rectangle 68" descr="Rectangle: Click to edit Master text styles&#10;Second level&#10;Third level&#10;Fourth level&#10;Fifth level"/>
          <p:cNvSpPr>
            <a:spLocks noGrp="1" noChangeArrowheads="1"/>
          </p:cNvSpPr>
          <p:nvPr>
            <p:ph type="subTitle" idx="1"/>
          </p:nvPr>
        </p:nvSpPr>
        <p:spPr bwMode="auto">
          <a:xfrm>
            <a:off x="990600" y="3309938"/>
            <a:ext cx="6400800" cy="1752600"/>
          </a:xfrm>
          <a:prstGeom prst="rect">
            <a:avLst/>
          </a:prstGeom>
          <a:noFill/>
          <a:ln>
            <a:miter lim="800000"/>
          </a:ln>
        </p:spPr>
        <p:txBody>
          <a:bodyPr vert="horz" wrap="square" lIns="91440" tIns="45720" rIns="91440" bIns="45720" numCol="1" anchor="t" anchorCtr="0" compatLnSpc="1"/>
          <a:lstStyle>
            <a:lvl1pPr marL="0" indent="0">
              <a:buFont typeface="Wingdings" panose="05000000000000000000" pitchFamily="2" charset="2"/>
              <a:buNone/>
              <a:defRPr/>
            </a:lvl1pPr>
          </a:lstStyle>
          <a:p>
            <a:r>
              <a:rPr lang="zh-CN" altLang="en-US"/>
              <a:t>单击此处编辑母版副标题样式</a:t>
            </a:r>
            <a:endParaRPr lang="zh-CN" altLang="en-US"/>
          </a:p>
        </p:txBody>
      </p:sp>
      <p:sp>
        <p:nvSpPr>
          <p:cNvPr id="69" name="Rectangle 69"/>
          <p:cNvSpPr>
            <a:spLocks noGrp="1" noChangeArrowheads="1"/>
          </p:cNvSpPr>
          <p:nvPr>
            <p:ph type="dt" sz="quarter" idx="10"/>
          </p:nvPr>
        </p:nvSpPr>
        <p:spPr bwMode="auto">
          <a:xfrm>
            <a:off x="685800" y="6248400"/>
            <a:ext cx="1905000" cy="457200"/>
          </a:xfrm>
          <a:prstGeom prst="rect">
            <a:avLst/>
          </a:prstGeom>
          <a:ln>
            <a:miter lim="800000"/>
          </a:ln>
        </p:spPr>
        <p:txBody>
          <a:bodyPr vert="horz" wrap="square" lIns="91440" tIns="45720" rIns="91440" bIns="45720" numCol="1" anchor="b" anchorCtr="0" compatLnSpc="1"/>
          <a:lstStyle>
            <a:lvl1pPr>
              <a:lnSpc>
                <a:spcPct val="100000"/>
              </a:lnSpc>
              <a:buFontTx/>
              <a:buNone/>
              <a:defRPr kumimoji="0" sz="1400">
                <a:solidFill>
                  <a:schemeClr val="tx1"/>
                </a:solidFill>
                <a:latin typeface="+mn-lt"/>
                <a:ea typeface="+mn-ea"/>
              </a:defRPr>
            </a:lvl1pPr>
          </a:lstStyle>
          <a:p>
            <a:pPr>
              <a:defRPr/>
            </a:pPr>
            <a:endParaRPr lang="en-US" altLang="zh-CN"/>
          </a:p>
        </p:txBody>
      </p:sp>
      <p:sp>
        <p:nvSpPr>
          <p:cNvPr id="70" name="Rectangle 70"/>
          <p:cNvSpPr>
            <a:spLocks noGrp="1" noChangeArrowheads="1"/>
          </p:cNvSpPr>
          <p:nvPr>
            <p:ph type="ftr" sz="quarter" idx="11"/>
          </p:nvPr>
        </p:nvSpPr>
        <p:spPr bwMode="auto">
          <a:xfrm>
            <a:off x="3124200" y="6248400"/>
            <a:ext cx="2895600" cy="457200"/>
          </a:xfrm>
          <a:prstGeom prst="rect">
            <a:avLst/>
          </a:prstGeom>
          <a:ln>
            <a:miter lim="800000"/>
          </a:ln>
        </p:spPr>
        <p:txBody>
          <a:bodyPr vert="horz" wrap="square" lIns="91440" tIns="45720" rIns="91440" bIns="45720" numCol="1" anchor="b" anchorCtr="0" compatLnSpc="1"/>
          <a:lstStyle>
            <a:lvl1pPr algn="ctr">
              <a:lnSpc>
                <a:spcPct val="100000"/>
              </a:lnSpc>
              <a:buFontTx/>
              <a:buNone/>
              <a:defRPr kumimoji="0" sz="1400">
                <a:solidFill>
                  <a:schemeClr val="tx1"/>
                </a:solidFill>
                <a:latin typeface="+mn-lt"/>
                <a:ea typeface="+mn-ea"/>
              </a:defRPr>
            </a:lvl1pPr>
          </a:lstStyle>
          <a:p>
            <a:pPr>
              <a:defRPr/>
            </a:pPr>
            <a:endParaRPr lang="en-US" altLang="zh-CN"/>
          </a:p>
        </p:txBody>
      </p:sp>
      <p:sp>
        <p:nvSpPr>
          <p:cNvPr id="71" name="Rectangle 71"/>
          <p:cNvSpPr>
            <a:spLocks noGrp="1" noChangeArrowheads="1"/>
          </p:cNvSpPr>
          <p:nvPr>
            <p:ph type="sldNum" sz="quarter" idx="12"/>
          </p:nvPr>
        </p:nvSpPr>
        <p:spPr bwMode="auto">
          <a:xfrm>
            <a:off x="6553200" y="6248400"/>
            <a:ext cx="1905000" cy="457200"/>
          </a:xfrm>
          <a:prstGeom prst="rect">
            <a:avLst/>
          </a:prstGeom>
          <a:ln>
            <a:miter lim="800000"/>
          </a:ln>
        </p:spPr>
        <p:txBody>
          <a:bodyPr vert="horz" wrap="square" lIns="91440" tIns="45720" rIns="91440" bIns="45720" numCol="1" anchor="b" anchorCtr="0" compatLnSpc="1"/>
          <a:lstStyle>
            <a:lvl1pPr algn="r">
              <a:lnSpc>
                <a:spcPct val="100000"/>
              </a:lnSpc>
              <a:buFontTx/>
              <a:buNone/>
              <a:defRPr kumimoji="0" sz="1400">
                <a:solidFill>
                  <a:schemeClr val="tx1"/>
                </a:solidFill>
                <a:latin typeface="Tahoma" panose="020B0604030504040204" pitchFamily="34" charset="0"/>
                <a:ea typeface="宋体" panose="02010600030101010101" pitchFamily="2" charset="-122"/>
              </a:defRPr>
            </a:lvl1pPr>
          </a:lstStyle>
          <a:p>
            <a:fld id="{5E9702FD-B3F6-420C-A21A-8F05E8822967}" type="slidenum">
              <a:rPr lang="en-US" altLang="zh-CN"/>
            </a:fld>
            <a:endParaRPr lang="en-US" altLang="zh-CN"/>
          </a:p>
        </p:txBody>
      </p:sp>
    </p:spTree>
  </p:cSld>
  <p:clrMapOvr>
    <a:masterClrMapping/>
  </p:clrMapOvr>
  <p:transition>
    <p:wipe dir="r"/>
  </p:transition>
</p:sldLayout>
</file>

<file path=ppt/slideLayouts/slideLayout38.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a:xfrm>
            <a:off x="457200" y="1600200"/>
            <a:ext cx="8229600" cy="4525963"/>
          </a:xfrm>
          <a:prstGeom prst="rect">
            <a:avLst/>
          </a:prstGeo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Tree>
  </p:cSld>
  <p:clrMapOvr>
    <a:masterClrMapping/>
  </p:clrMapOvr>
  <p:transition>
    <p:wipe dir="r"/>
  </p:transition>
</p:sldLayout>
</file>

<file path=ppt/slideLayouts/slideLayout39.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a:prstGeom prst="rect">
            <a:avLst/>
          </a:prstGeom>
        </p:spPr>
        <p:txBody>
          <a:bodyPr anchor="t"/>
          <a:lstStyle>
            <a:lvl1pPr algn="l">
              <a:defRPr sz="4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313" y="2906713"/>
            <a:ext cx="7772400" cy="1500187"/>
          </a:xfrm>
          <a:prstGeom prst="rect">
            <a:avLst/>
          </a:prstGeo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smtClean="0"/>
              <a:t>单击此处编辑母版文本样式</a:t>
            </a:r>
            <a:endParaRPr lang="zh-CN" altLang="en-US" smtClean="0"/>
          </a:p>
        </p:txBody>
      </p:sp>
    </p:spTree>
  </p:cSld>
  <p:clrMapOvr>
    <a:masterClrMapping/>
  </p:clrMapOvr>
  <p:transition>
    <p:wipe dir="r"/>
  </p:transition>
</p:sldLayout>
</file>

<file path=ppt/slideLayouts/slideLayout40.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457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nvPr>
        </p:nvSpPr>
        <p:spPr>
          <a:xfrm>
            <a:off x="4648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Tree>
  </p:cSld>
  <p:clrMapOvr>
    <a:masterClrMapping/>
  </p:clrMapOvr>
  <p:transition>
    <p:wipe dir="r"/>
  </p:transition>
</p:sldLayout>
</file>

<file path=ppt/slideLayouts/slideLayout41.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535113"/>
            <a:ext cx="4040188"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4" name="内容占位符 3"/>
          <p:cNvSpPr>
            <a:spLocks noGrp="1"/>
          </p:cNvSpPr>
          <p:nvPr>
            <p:ph sz="half" idx="2"/>
          </p:nvPr>
        </p:nvSpPr>
        <p:spPr>
          <a:xfrm>
            <a:off x="457200" y="2174875"/>
            <a:ext cx="4040188"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p:nvPr>
        </p:nvSpPr>
        <p:spPr>
          <a:xfrm>
            <a:off x="4645025" y="1535113"/>
            <a:ext cx="4041775"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6" name="内容占位符 5"/>
          <p:cNvSpPr>
            <a:spLocks noGrp="1"/>
          </p:cNvSpPr>
          <p:nvPr>
            <p:ph sz="quarter" idx="4"/>
          </p:nvPr>
        </p:nvSpPr>
        <p:spPr>
          <a:xfrm>
            <a:off x="4645025" y="2174875"/>
            <a:ext cx="4041775"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Tree>
  </p:cSld>
  <p:clrMapOvr>
    <a:masterClrMapping/>
  </p:clrMapOvr>
  <p:transition>
    <p:wipe dir="r"/>
  </p:transition>
</p:sldLayout>
</file>

<file path=ppt/slideLayouts/slideLayout42.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smtClean="0"/>
              <a:t>单击此处编辑母版标题样式</a:t>
            </a:r>
            <a:endParaRPr lang="zh-CN" altLang="en-US"/>
          </a:p>
        </p:txBody>
      </p:sp>
    </p:spTree>
  </p:cSld>
  <p:clrMapOvr>
    <a:masterClrMapping/>
  </p:clrMapOvr>
  <p:transition>
    <p:wipe dir="r"/>
  </p:transition>
</p:sldLayout>
</file>

<file path=ppt/slideLayouts/slideLayout43.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transition>
    <p:wipe dir="r"/>
  </p:transition>
</p:sldLayout>
</file>

<file path=ppt/slideLayouts/slideLayout44.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a:prstGeom prst="rect">
            <a:avLst/>
          </a:prstGeom>
        </p:spPr>
        <p:txBody>
          <a:bodyPr anchor="b"/>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050" y="273050"/>
            <a:ext cx="5111750" cy="5853113"/>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文本占位符 3"/>
          <p:cNvSpPr>
            <a:spLocks noGrp="1"/>
          </p:cNvSpPr>
          <p:nvPr>
            <p:ph type="body" sz="half" idx="2"/>
          </p:nvPr>
        </p:nvSpPr>
        <p:spPr>
          <a:xfrm>
            <a:off x="457200" y="1435100"/>
            <a:ext cx="3008313" cy="4691063"/>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endParaRPr lang="zh-CN" altLang="en-US" smtClean="0"/>
          </a:p>
        </p:txBody>
      </p:sp>
    </p:spTree>
  </p:cSld>
  <p:clrMapOvr>
    <a:masterClrMapping/>
  </p:clrMapOvr>
  <p:transition>
    <p:wipe dir="r"/>
  </p:transition>
</p:sldLayout>
</file>

<file path=ppt/slideLayouts/slideLayout45.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a:prstGeom prst="rect">
            <a:avLst/>
          </a:prstGeom>
        </p:spPr>
        <p:txBody>
          <a:bodyPr anchor="b"/>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612775"/>
            <a:ext cx="5486400" cy="41148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smtClean="0"/>
          </a:p>
        </p:txBody>
      </p:sp>
      <p:sp>
        <p:nvSpPr>
          <p:cNvPr id="4" name="文本占位符 3"/>
          <p:cNvSpPr>
            <a:spLocks noGrp="1"/>
          </p:cNvSpPr>
          <p:nvPr>
            <p:ph type="body" sz="half" idx="2"/>
          </p:nvPr>
        </p:nvSpPr>
        <p:spPr>
          <a:xfrm>
            <a:off x="1792288" y="5367338"/>
            <a:ext cx="5486400" cy="80486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endParaRPr lang="zh-CN" altLang="en-US" smtClean="0"/>
          </a:p>
        </p:txBody>
      </p:sp>
    </p:spTree>
  </p:cSld>
  <p:clrMapOvr>
    <a:masterClrMapping/>
  </p:clrMapOvr>
  <p:transition>
    <p:wipe dir="r"/>
  </p:transition>
</p:sldLayout>
</file>

<file path=ppt/slideLayouts/slideLayout46.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457200" y="1600200"/>
            <a:ext cx="8229600" cy="4525963"/>
          </a:xfrm>
          <a:prstGeom prst="rect">
            <a:avLst/>
          </a:prstGeo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Tree>
  </p:cSld>
  <p:clrMapOvr>
    <a:masterClrMapping/>
  </p:clrMapOvr>
  <p:transition>
    <p:wipe dir="r"/>
  </p:transition>
</p:sldLayout>
</file>

<file path=ppt/slideLayouts/slideLayout47.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a:prstGeom prst="rect">
            <a:avLst/>
          </a:prstGeo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457200" y="274638"/>
            <a:ext cx="6019800" cy="5851525"/>
          </a:xfrm>
          <a:prstGeom prst="rect">
            <a:avLst/>
          </a:prstGeo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Tree>
  </p:cSld>
  <p:clrMapOvr>
    <a:masterClrMapping/>
  </p:clrMapOvr>
  <p:transition>
    <p:wipe dir="r"/>
  </p:transition>
</p:sldLayout>
</file>

<file path=ppt/slideLayouts/slideLayout48.xml><?xml version="1.0" encoding="utf-8"?>
<p:sldLayout xmlns:a="http://schemas.openxmlformats.org/drawingml/2006/main" xmlns:r="http://schemas.openxmlformats.org/officeDocument/2006/relationships" xmlns:p="http://schemas.openxmlformats.org/presentationml/2006/main" type="objOnly">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685800" y="609600"/>
            <a:ext cx="7772400" cy="5486400"/>
          </a:xfrm>
          <a:prstGeom prst="rect">
            <a:avLst/>
          </a:prstGeo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3" name="日期占位符 2"/>
          <p:cNvSpPr>
            <a:spLocks noGrp="1"/>
          </p:cNvSpPr>
          <p:nvPr>
            <p:ph type="dt" sz="half" idx="10"/>
          </p:nvPr>
        </p:nvSpPr>
        <p:spPr>
          <a:xfrm>
            <a:off x="685800" y="6248400"/>
            <a:ext cx="1905000" cy="457200"/>
          </a:xfrm>
          <a:prstGeom prst="rect">
            <a:avLst/>
          </a:prstGeom>
        </p:spPr>
        <p:txBody>
          <a:bodyPr/>
          <a:lstStyle>
            <a:lvl1pPr>
              <a:defRPr/>
            </a:lvl1pPr>
          </a:lstStyle>
          <a:p>
            <a:endParaRPr lang="en-US" altLang="zh-CN"/>
          </a:p>
        </p:txBody>
      </p:sp>
      <p:sp>
        <p:nvSpPr>
          <p:cNvPr id="4" name="页脚占位符 3"/>
          <p:cNvSpPr>
            <a:spLocks noGrp="1"/>
          </p:cNvSpPr>
          <p:nvPr>
            <p:ph type="ftr" sz="quarter" idx="11"/>
          </p:nvPr>
        </p:nvSpPr>
        <p:spPr>
          <a:xfrm>
            <a:off x="3124200" y="6248400"/>
            <a:ext cx="2895600" cy="457200"/>
          </a:xfrm>
          <a:prstGeom prst="rect">
            <a:avLst/>
          </a:prstGeom>
        </p:spPr>
        <p:txBody>
          <a:bodyPr/>
          <a:lstStyle>
            <a:lvl1pPr>
              <a:defRPr/>
            </a:lvl1pPr>
          </a:lstStyle>
          <a:p>
            <a:endParaRPr lang="en-US" altLang="zh-CN"/>
          </a:p>
        </p:txBody>
      </p:sp>
      <p:sp>
        <p:nvSpPr>
          <p:cNvPr id="5" name="灯片编号占位符 4"/>
          <p:cNvSpPr>
            <a:spLocks noGrp="1"/>
          </p:cNvSpPr>
          <p:nvPr>
            <p:ph type="sldNum" sz="quarter" idx="12"/>
          </p:nvPr>
        </p:nvSpPr>
        <p:spPr>
          <a:xfrm>
            <a:off x="6553200" y="6248400"/>
            <a:ext cx="1905000" cy="457200"/>
          </a:xfrm>
          <a:prstGeom prst="rect">
            <a:avLst/>
          </a:prstGeom>
        </p:spPr>
        <p:txBody>
          <a:bodyPr/>
          <a:lstStyle>
            <a:lvl1pPr>
              <a:defRPr/>
            </a:lvl1pPr>
          </a:lstStyle>
          <a:p>
            <a:fld id="{1B734201-4F60-46F2-A162-2F7728C20015}" type="slidenum">
              <a:rPr lang="zh-CN" altLang="en-US"/>
            </a:fld>
            <a:endParaRPr lang="en-US" altLang="zh-CN"/>
          </a:p>
        </p:txBody>
      </p:sp>
    </p:spTree>
  </p:cSld>
  <p:clrMapOvr>
    <a:masterClrMapping/>
  </p:clrMapOvr>
  <p:transition>
    <p:wipe dir="r"/>
  </p:transition>
</p:sldLayout>
</file>

<file path=ppt/slideLayouts/slideLayout49.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grpSp>
        <p:nvGrpSpPr>
          <p:cNvPr id="4" name="Group 2"/>
          <p:cNvGrpSpPr/>
          <p:nvPr/>
        </p:nvGrpSpPr>
        <p:grpSpPr bwMode="auto">
          <a:xfrm>
            <a:off x="0" y="0"/>
            <a:ext cx="9144000" cy="6858000"/>
            <a:chOff x="0" y="0"/>
            <a:chExt cx="5760" cy="4320"/>
          </a:xfrm>
        </p:grpSpPr>
        <p:grpSp>
          <p:nvGrpSpPr>
            <p:cNvPr id="5" name="Group 3"/>
            <p:cNvGrpSpPr/>
            <p:nvPr/>
          </p:nvGrpSpPr>
          <p:grpSpPr bwMode="auto">
            <a:xfrm>
              <a:off x="0" y="0"/>
              <a:ext cx="5760" cy="4320"/>
              <a:chOff x="0" y="0"/>
              <a:chExt cx="5760" cy="4320"/>
            </a:xfrm>
          </p:grpSpPr>
          <p:sp>
            <p:nvSpPr>
              <p:cNvPr id="15" name="Rectangle 4"/>
              <p:cNvSpPr>
                <a:spLocks noChangeArrowheads="1"/>
              </p:cNvSpPr>
              <p:nvPr/>
            </p:nvSpPr>
            <p:spPr bwMode="ltGray">
              <a:xfrm>
                <a:off x="2112" y="0"/>
                <a:ext cx="3648" cy="96"/>
              </a:xfrm>
              <a:prstGeom prst="rect">
                <a:avLst/>
              </a:prstGeom>
              <a:solidFill>
                <a:schemeClr val="folHlink"/>
              </a:solidFill>
              <a:ln w="9525">
                <a:noFill/>
                <a:miter lim="800000"/>
              </a:ln>
              <a:effectLst/>
            </p:spPr>
            <p:txBody>
              <a:bodyPr wrap="none" anchor="ctr"/>
              <a:lstStyle/>
              <a:p>
                <a:pPr>
                  <a:defRPr/>
                </a:pPr>
                <a:endParaRPr lang="zh-CN" altLang="en-US"/>
              </a:p>
            </p:txBody>
          </p:sp>
          <p:grpSp>
            <p:nvGrpSpPr>
              <p:cNvPr id="16" name="Group 5"/>
              <p:cNvGrpSpPr/>
              <p:nvPr userDrawn="1"/>
            </p:nvGrpSpPr>
            <p:grpSpPr bwMode="auto">
              <a:xfrm>
                <a:off x="0" y="0"/>
                <a:ext cx="5760" cy="4320"/>
                <a:chOff x="0" y="0"/>
                <a:chExt cx="5760" cy="4320"/>
              </a:xfrm>
            </p:grpSpPr>
            <p:sp>
              <p:nvSpPr>
                <p:cNvPr id="18" name="Line 6"/>
                <p:cNvSpPr>
                  <a:spLocks noChangeShapeType="1"/>
                </p:cNvSpPr>
                <p:nvPr/>
              </p:nvSpPr>
              <p:spPr bwMode="white">
                <a:xfrm>
                  <a:off x="0" y="192"/>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19" name="Line 7"/>
                <p:cNvSpPr>
                  <a:spLocks noChangeShapeType="1"/>
                </p:cNvSpPr>
                <p:nvPr/>
              </p:nvSpPr>
              <p:spPr bwMode="white">
                <a:xfrm>
                  <a:off x="0" y="384"/>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20" name="Line 8"/>
                <p:cNvSpPr>
                  <a:spLocks noChangeShapeType="1"/>
                </p:cNvSpPr>
                <p:nvPr/>
              </p:nvSpPr>
              <p:spPr bwMode="white">
                <a:xfrm>
                  <a:off x="0" y="576"/>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21" name="Line 9"/>
                <p:cNvSpPr>
                  <a:spLocks noChangeShapeType="1"/>
                </p:cNvSpPr>
                <p:nvPr/>
              </p:nvSpPr>
              <p:spPr bwMode="white">
                <a:xfrm>
                  <a:off x="0" y="768"/>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22" name="Line 10"/>
                <p:cNvSpPr>
                  <a:spLocks noChangeShapeType="1"/>
                </p:cNvSpPr>
                <p:nvPr/>
              </p:nvSpPr>
              <p:spPr bwMode="white">
                <a:xfrm>
                  <a:off x="0" y="960"/>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23" name="Line 11"/>
                <p:cNvSpPr>
                  <a:spLocks noChangeShapeType="1"/>
                </p:cNvSpPr>
                <p:nvPr/>
              </p:nvSpPr>
              <p:spPr bwMode="white">
                <a:xfrm>
                  <a:off x="0" y="1152"/>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24" name="Line 12"/>
                <p:cNvSpPr>
                  <a:spLocks noChangeShapeType="1"/>
                </p:cNvSpPr>
                <p:nvPr/>
              </p:nvSpPr>
              <p:spPr bwMode="white">
                <a:xfrm>
                  <a:off x="0" y="1344"/>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25" name="Line 13"/>
                <p:cNvSpPr>
                  <a:spLocks noChangeShapeType="1"/>
                </p:cNvSpPr>
                <p:nvPr/>
              </p:nvSpPr>
              <p:spPr bwMode="white">
                <a:xfrm>
                  <a:off x="0" y="1536"/>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26" name="Line 14"/>
                <p:cNvSpPr>
                  <a:spLocks noChangeShapeType="1"/>
                </p:cNvSpPr>
                <p:nvPr/>
              </p:nvSpPr>
              <p:spPr bwMode="white">
                <a:xfrm>
                  <a:off x="0" y="1728"/>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27" name="Line 15"/>
                <p:cNvSpPr>
                  <a:spLocks noChangeShapeType="1"/>
                </p:cNvSpPr>
                <p:nvPr/>
              </p:nvSpPr>
              <p:spPr bwMode="white">
                <a:xfrm>
                  <a:off x="0" y="1920"/>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28" name="Line 16"/>
                <p:cNvSpPr>
                  <a:spLocks noChangeShapeType="1"/>
                </p:cNvSpPr>
                <p:nvPr/>
              </p:nvSpPr>
              <p:spPr bwMode="white">
                <a:xfrm>
                  <a:off x="0" y="2112"/>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29" name="Line 17"/>
                <p:cNvSpPr>
                  <a:spLocks noChangeShapeType="1"/>
                </p:cNvSpPr>
                <p:nvPr/>
              </p:nvSpPr>
              <p:spPr bwMode="white">
                <a:xfrm>
                  <a:off x="0" y="2304"/>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30" name="Line 18"/>
                <p:cNvSpPr>
                  <a:spLocks noChangeShapeType="1"/>
                </p:cNvSpPr>
                <p:nvPr/>
              </p:nvSpPr>
              <p:spPr bwMode="white">
                <a:xfrm>
                  <a:off x="0" y="2496"/>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31" name="Line 19"/>
                <p:cNvSpPr>
                  <a:spLocks noChangeShapeType="1"/>
                </p:cNvSpPr>
                <p:nvPr/>
              </p:nvSpPr>
              <p:spPr bwMode="white">
                <a:xfrm>
                  <a:off x="0" y="2688"/>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32" name="Line 20"/>
                <p:cNvSpPr>
                  <a:spLocks noChangeShapeType="1"/>
                </p:cNvSpPr>
                <p:nvPr/>
              </p:nvSpPr>
              <p:spPr bwMode="white">
                <a:xfrm>
                  <a:off x="0" y="2880"/>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33" name="Line 21"/>
                <p:cNvSpPr>
                  <a:spLocks noChangeShapeType="1"/>
                </p:cNvSpPr>
                <p:nvPr/>
              </p:nvSpPr>
              <p:spPr bwMode="white">
                <a:xfrm>
                  <a:off x="0" y="3072"/>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34" name="Line 22"/>
                <p:cNvSpPr>
                  <a:spLocks noChangeShapeType="1"/>
                </p:cNvSpPr>
                <p:nvPr/>
              </p:nvSpPr>
              <p:spPr bwMode="white">
                <a:xfrm>
                  <a:off x="0" y="3264"/>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35" name="Line 23"/>
                <p:cNvSpPr>
                  <a:spLocks noChangeShapeType="1"/>
                </p:cNvSpPr>
                <p:nvPr/>
              </p:nvSpPr>
              <p:spPr bwMode="white">
                <a:xfrm>
                  <a:off x="0" y="3456"/>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36" name="Line 24"/>
                <p:cNvSpPr>
                  <a:spLocks noChangeShapeType="1"/>
                </p:cNvSpPr>
                <p:nvPr/>
              </p:nvSpPr>
              <p:spPr bwMode="white">
                <a:xfrm>
                  <a:off x="0" y="3648"/>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37" name="Line 25"/>
                <p:cNvSpPr>
                  <a:spLocks noChangeShapeType="1"/>
                </p:cNvSpPr>
                <p:nvPr/>
              </p:nvSpPr>
              <p:spPr bwMode="white">
                <a:xfrm>
                  <a:off x="0" y="3840"/>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38" name="Line 26"/>
                <p:cNvSpPr>
                  <a:spLocks noChangeShapeType="1"/>
                </p:cNvSpPr>
                <p:nvPr/>
              </p:nvSpPr>
              <p:spPr bwMode="white">
                <a:xfrm>
                  <a:off x="0" y="4032"/>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39" name="Line 27"/>
                <p:cNvSpPr>
                  <a:spLocks noChangeShapeType="1"/>
                </p:cNvSpPr>
                <p:nvPr/>
              </p:nvSpPr>
              <p:spPr bwMode="white">
                <a:xfrm>
                  <a:off x="0" y="4224"/>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40" name="Line 28"/>
                <p:cNvSpPr>
                  <a:spLocks noChangeShapeType="1"/>
                </p:cNvSpPr>
                <p:nvPr/>
              </p:nvSpPr>
              <p:spPr bwMode="white">
                <a:xfrm>
                  <a:off x="192"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41" name="Line 29"/>
                <p:cNvSpPr>
                  <a:spLocks noChangeShapeType="1"/>
                </p:cNvSpPr>
                <p:nvPr/>
              </p:nvSpPr>
              <p:spPr bwMode="white">
                <a:xfrm>
                  <a:off x="384"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42" name="Line 30"/>
                <p:cNvSpPr>
                  <a:spLocks noChangeShapeType="1"/>
                </p:cNvSpPr>
                <p:nvPr/>
              </p:nvSpPr>
              <p:spPr bwMode="white">
                <a:xfrm>
                  <a:off x="576"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43" name="Line 31"/>
                <p:cNvSpPr>
                  <a:spLocks noChangeShapeType="1"/>
                </p:cNvSpPr>
                <p:nvPr/>
              </p:nvSpPr>
              <p:spPr bwMode="white">
                <a:xfrm>
                  <a:off x="768"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44" name="Line 32"/>
                <p:cNvSpPr>
                  <a:spLocks noChangeShapeType="1"/>
                </p:cNvSpPr>
                <p:nvPr/>
              </p:nvSpPr>
              <p:spPr bwMode="white">
                <a:xfrm>
                  <a:off x="960"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45" name="Line 33"/>
                <p:cNvSpPr>
                  <a:spLocks noChangeShapeType="1"/>
                </p:cNvSpPr>
                <p:nvPr/>
              </p:nvSpPr>
              <p:spPr bwMode="white">
                <a:xfrm>
                  <a:off x="1152"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46" name="Line 34"/>
                <p:cNvSpPr>
                  <a:spLocks noChangeShapeType="1"/>
                </p:cNvSpPr>
                <p:nvPr/>
              </p:nvSpPr>
              <p:spPr bwMode="white">
                <a:xfrm>
                  <a:off x="1344"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47" name="Line 35"/>
                <p:cNvSpPr>
                  <a:spLocks noChangeShapeType="1"/>
                </p:cNvSpPr>
                <p:nvPr/>
              </p:nvSpPr>
              <p:spPr bwMode="white">
                <a:xfrm>
                  <a:off x="1536"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48" name="Line 36"/>
                <p:cNvSpPr>
                  <a:spLocks noChangeShapeType="1"/>
                </p:cNvSpPr>
                <p:nvPr/>
              </p:nvSpPr>
              <p:spPr bwMode="white">
                <a:xfrm>
                  <a:off x="1728"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49" name="Line 37"/>
                <p:cNvSpPr>
                  <a:spLocks noChangeShapeType="1"/>
                </p:cNvSpPr>
                <p:nvPr/>
              </p:nvSpPr>
              <p:spPr bwMode="white">
                <a:xfrm>
                  <a:off x="1920"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50" name="Line 38"/>
                <p:cNvSpPr>
                  <a:spLocks noChangeShapeType="1"/>
                </p:cNvSpPr>
                <p:nvPr/>
              </p:nvSpPr>
              <p:spPr bwMode="white">
                <a:xfrm>
                  <a:off x="2112"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51" name="Line 39"/>
                <p:cNvSpPr>
                  <a:spLocks noChangeShapeType="1"/>
                </p:cNvSpPr>
                <p:nvPr/>
              </p:nvSpPr>
              <p:spPr bwMode="white">
                <a:xfrm>
                  <a:off x="2304"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52" name="Line 40"/>
                <p:cNvSpPr>
                  <a:spLocks noChangeShapeType="1"/>
                </p:cNvSpPr>
                <p:nvPr/>
              </p:nvSpPr>
              <p:spPr bwMode="white">
                <a:xfrm>
                  <a:off x="2496"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53" name="Line 41"/>
                <p:cNvSpPr>
                  <a:spLocks noChangeShapeType="1"/>
                </p:cNvSpPr>
                <p:nvPr/>
              </p:nvSpPr>
              <p:spPr bwMode="white">
                <a:xfrm>
                  <a:off x="2688"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54" name="Line 42"/>
                <p:cNvSpPr>
                  <a:spLocks noChangeShapeType="1"/>
                </p:cNvSpPr>
                <p:nvPr/>
              </p:nvSpPr>
              <p:spPr bwMode="white">
                <a:xfrm>
                  <a:off x="2880"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55" name="Line 43"/>
                <p:cNvSpPr>
                  <a:spLocks noChangeShapeType="1"/>
                </p:cNvSpPr>
                <p:nvPr/>
              </p:nvSpPr>
              <p:spPr bwMode="white">
                <a:xfrm>
                  <a:off x="3072"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56" name="Line 44"/>
                <p:cNvSpPr>
                  <a:spLocks noChangeShapeType="1"/>
                </p:cNvSpPr>
                <p:nvPr/>
              </p:nvSpPr>
              <p:spPr bwMode="white">
                <a:xfrm>
                  <a:off x="3264"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57" name="Line 45"/>
                <p:cNvSpPr>
                  <a:spLocks noChangeShapeType="1"/>
                </p:cNvSpPr>
                <p:nvPr/>
              </p:nvSpPr>
              <p:spPr bwMode="white">
                <a:xfrm>
                  <a:off x="3456"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58" name="Line 46"/>
                <p:cNvSpPr>
                  <a:spLocks noChangeShapeType="1"/>
                </p:cNvSpPr>
                <p:nvPr/>
              </p:nvSpPr>
              <p:spPr bwMode="white">
                <a:xfrm>
                  <a:off x="3648"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59" name="Line 47"/>
                <p:cNvSpPr>
                  <a:spLocks noChangeShapeType="1"/>
                </p:cNvSpPr>
                <p:nvPr/>
              </p:nvSpPr>
              <p:spPr bwMode="white">
                <a:xfrm>
                  <a:off x="3840"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60" name="Line 48"/>
                <p:cNvSpPr>
                  <a:spLocks noChangeShapeType="1"/>
                </p:cNvSpPr>
                <p:nvPr/>
              </p:nvSpPr>
              <p:spPr bwMode="white">
                <a:xfrm>
                  <a:off x="4032"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61" name="Line 49"/>
                <p:cNvSpPr>
                  <a:spLocks noChangeShapeType="1"/>
                </p:cNvSpPr>
                <p:nvPr/>
              </p:nvSpPr>
              <p:spPr bwMode="white">
                <a:xfrm>
                  <a:off x="4224"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62" name="Line 50"/>
                <p:cNvSpPr>
                  <a:spLocks noChangeShapeType="1"/>
                </p:cNvSpPr>
                <p:nvPr/>
              </p:nvSpPr>
              <p:spPr bwMode="white">
                <a:xfrm>
                  <a:off x="4416"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63" name="Line 51"/>
                <p:cNvSpPr>
                  <a:spLocks noChangeShapeType="1"/>
                </p:cNvSpPr>
                <p:nvPr/>
              </p:nvSpPr>
              <p:spPr bwMode="white">
                <a:xfrm>
                  <a:off x="4608"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64" name="Line 52"/>
                <p:cNvSpPr>
                  <a:spLocks noChangeShapeType="1"/>
                </p:cNvSpPr>
                <p:nvPr/>
              </p:nvSpPr>
              <p:spPr bwMode="white">
                <a:xfrm>
                  <a:off x="4800"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65" name="Line 53"/>
                <p:cNvSpPr>
                  <a:spLocks noChangeShapeType="1"/>
                </p:cNvSpPr>
                <p:nvPr/>
              </p:nvSpPr>
              <p:spPr bwMode="white">
                <a:xfrm>
                  <a:off x="4992"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66" name="Line 54"/>
                <p:cNvSpPr>
                  <a:spLocks noChangeShapeType="1"/>
                </p:cNvSpPr>
                <p:nvPr/>
              </p:nvSpPr>
              <p:spPr bwMode="white">
                <a:xfrm>
                  <a:off x="5184"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67" name="Line 55"/>
                <p:cNvSpPr>
                  <a:spLocks noChangeShapeType="1"/>
                </p:cNvSpPr>
                <p:nvPr/>
              </p:nvSpPr>
              <p:spPr bwMode="white">
                <a:xfrm>
                  <a:off x="5376"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68" name="Line 56"/>
                <p:cNvSpPr>
                  <a:spLocks noChangeShapeType="1"/>
                </p:cNvSpPr>
                <p:nvPr/>
              </p:nvSpPr>
              <p:spPr bwMode="white">
                <a:xfrm>
                  <a:off x="5568"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grpSp>
          <p:sp>
            <p:nvSpPr>
              <p:cNvPr id="17" name="Line 57"/>
              <p:cNvSpPr>
                <a:spLocks noChangeShapeType="1"/>
              </p:cNvSpPr>
              <p:nvPr/>
            </p:nvSpPr>
            <p:spPr bwMode="ltGray">
              <a:xfrm>
                <a:off x="5568" y="0"/>
                <a:ext cx="0" cy="1488"/>
              </a:xfrm>
              <a:prstGeom prst="line">
                <a:avLst/>
              </a:prstGeom>
              <a:noFill/>
              <a:ln w="9525">
                <a:solidFill>
                  <a:schemeClr val="hlink"/>
                </a:solidFill>
                <a:round/>
              </a:ln>
              <a:effectLst/>
            </p:spPr>
            <p:txBody>
              <a:bodyPr wrap="none" anchor="ctr"/>
              <a:lstStyle/>
              <a:p>
                <a:pPr>
                  <a:defRPr/>
                </a:pPr>
                <a:endParaRPr lang="zh-CN" altLang="en-US"/>
              </a:p>
            </p:txBody>
          </p:sp>
        </p:grpSp>
        <p:grpSp>
          <p:nvGrpSpPr>
            <p:cNvPr id="6" name="Group 58"/>
            <p:cNvGrpSpPr/>
            <p:nvPr userDrawn="1"/>
          </p:nvGrpSpPr>
          <p:grpSpPr bwMode="auto">
            <a:xfrm>
              <a:off x="3" y="559"/>
              <a:ext cx="4192" cy="1796"/>
              <a:chOff x="3" y="559"/>
              <a:chExt cx="4192" cy="1796"/>
            </a:xfrm>
          </p:grpSpPr>
          <p:sp>
            <p:nvSpPr>
              <p:cNvPr id="11" name="Line 59"/>
              <p:cNvSpPr>
                <a:spLocks noChangeShapeType="1"/>
              </p:cNvSpPr>
              <p:nvPr/>
            </p:nvSpPr>
            <p:spPr bwMode="ltGray">
              <a:xfrm>
                <a:off x="506" y="559"/>
                <a:ext cx="0" cy="1796"/>
              </a:xfrm>
              <a:prstGeom prst="line">
                <a:avLst/>
              </a:prstGeom>
              <a:noFill/>
              <a:ln w="9525">
                <a:solidFill>
                  <a:schemeClr val="hlink"/>
                </a:solidFill>
                <a:round/>
              </a:ln>
              <a:effectLst/>
            </p:spPr>
            <p:txBody>
              <a:bodyPr wrap="none" anchor="ctr"/>
              <a:lstStyle/>
              <a:p>
                <a:pPr>
                  <a:defRPr/>
                </a:pPr>
                <a:endParaRPr lang="zh-CN" altLang="en-US"/>
              </a:p>
            </p:txBody>
          </p:sp>
          <p:sp>
            <p:nvSpPr>
              <p:cNvPr id="12" name="Line 60"/>
              <p:cNvSpPr>
                <a:spLocks noChangeShapeType="1"/>
              </p:cNvSpPr>
              <p:nvPr/>
            </p:nvSpPr>
            <p:spPr bwMode="ltGray">
              <a:xfrm flipH="1" flipV="1">
                <a:off x="3" y="1924"/>
                <a:ext cx="3211" cy="1"/>
              </a:xfrm>
              <a:prstGeom prst="line">
                <a:avLst/>
              </a:prstGeom>
              <a:noFill/>
              <a:ln w="9525">
                <a:solidFill>
                  <a:schemeClr val="hlink"/>
                </a:solidFill>
                <a:round/>
              </a:ln>
              <a:effectLst/>
            </p:spPr>
            <p:txBody>
              <a:bodyPr wrap="none" anchor="ctr"/>
              <a:lstStyle/>
              <a:p>
                <a:pPr>
                  <a:defRPr/>
                </a:pPr>
                <a:endParaRPr lang="zh-CN" altLang="en-US"/>
              </a:p>
            </p:txBody>
          </p:sp>
          <p:sp>
            <p:nvSpPr>
              <p:cNvPr id="13" name="Line 61"/>
              <p:cNvSpPr>
                <a:spLocks noChangeShapeType="1"/>
              </p:cNvSpPr>
              <p:nvPr/>
            </p:nvSpPr>
            <p:spPr bwMode="ltGray">
              <a:xfrm flipH="1" flipV="1">
                <a:off x="384" y="938"/>
                <a:ext cx="3811" cy="1"/>
              </a:xfrm>
              <a:prstGeom prst="line">
                <a:avLst/>
              </a:prstGeom>
              <a:noFill/>
              <a:ln w="9525">
                <a:solidFill>
                  <a:schemeClr val="hlink"/>
                </a:solidFill>
                <a:round/>
              </a:ln>
              <a:effectLst/>
            </p:spPr>
            <p:txBody>
              <a:bodyPr wrap="none" anchor="ctr"/>
              <a:lstStyle/>
              <a:p>
                <a:pPr>
                  <a:defRPr/>
                </a:pPr>
                <a:endParaRPr lang="zh-CN" altLang="en-US"/>
              </a:p>
            </p:txBody>
          </p:sp>
          <p:sp>
            <p:nvSpPr>
              <p:cNvPr id="14" name="Arc 62"/>
              <p:cNvSpPr/>
              <p:nvPr/>
            </p:nvSpPr>
            <p:spPr bwMode="ltGray">
              <a:xfrm rot="16200000" flipH="1">
                <a:off x="426" y="860"/>
                <a:ext cx="156" cy="157"/>
              </a:xfrm>
              <a:custGeom>
                <a:avLst/>
                <a:gdLst>
                  <a:gd name="G0" fmla="+- 21595 0 0"/>
                  <a:gd name="G1" fmla="+- 21600 0 0"/>
                  <a:gd name="G2" fmla="+- 21600 0 0"/>
                  <a:gd name="T0" fmla="*/ 21114 w 43195"/>
                  <a:gd name="T1" fmla="*/ 5 h 43200"/>
                  <a:gd name="T2" fmla="*/ 0 w 43195"/>
                  <a:gd name="T3" fmla="*/ 22056 h 43200"/>
                  <a:gd name="T4" fmla="*/ 21595 w 43195"/>
                  <a:gd name="T5" fmla="*/ 21600 h 43200"/>
                </a:gdLst>
                <a:ahLst/>
                <a:cxnLst>
                  <a:cxn ang="0">
                    <a:pos x="T0" y="T1"/>
                  </a:cxn>
                  <a:cxn ang="0">
                    <a:pos x="T2" y="T3"/>
                  </a:cxn>
                  <a:cxn ang="0">
                    <a:pos x="T4" y="T5"/>
                  </a:cxn>
                </a:cxnLst>
                <a:rect l="0" t="0" r="r" b="b"/>
                <a:pathLst>
                  <a:path w="43195" h="43200" fill="none" extrusionOk="0">
                    <a:moveTo>
                      <a:pt x="21114" y="5"/>
                    </a:moveTo>
                    <a:cubicBezTo>
                      <a:pt x="21274" y="1"/>
                      <a:pt x="21434" y="-1"/>
                      <a:pt x="21595" y="0"/>
                    </a:cubicBezTo>
                    <a:cubicBezTo>
                      <a:pt x="33524" y="0"/>
                      <a:pt x="43195" y="9670"/>
                      <a:pt x="43195" y="21600"/>
                    </a:cubicBezTo>
                    <a:cubicBezTo>
                      <a:pt x="43195" y="33529"/>
                      <a:pt x="33524" y="43200"/>
                      <a:pt x="21595" y="43200"/>
                    </a:cubicBezTo>
                    <a:cubicBezTo>
                      <a:pt x="9843" y="43200"/>
                      <a:pt x="247" y="33805"/>
                      <a:pt x="-1" y="22056"/>
                    </a:cubicBezTo>
                  </a:path>
                  <a:path w="43195" h="43200" stroke="0" extrusionOk="0">
                    <a:moveTo>
                      <a:pt x="21114" y="5"/>
                    </a:moveTo>
                    <a:cubicBezTo>
                      <a:pt x="21274" y="1"/>
                      <a:pt x="21434" y="-1"/>
                      <a:pt x="21595" y="0"/>
                    </a:cubicBezTo>
                    <a:cubicBezTo>
                      <a:pt x="33524" y="0"/>
                      <a:pt x="43195" y="9670"/>
                      <a:pt x="43195" y="21600"/>
                    </a:cubicBezTo>
                    <a:cubicBezTo>
                      <a:pt x="43195" y="33529"/>
                      <a:pt x="33524" y="43200"/>
                      <a:pt x="21595" y="43200"/>
                    </a:cubicBezTo>
                    <a:cubicBezTo>
                      <a:pt x="9843" y="43200"/>
                      <a:pt x="247" y="33805"/>
                      <a:pt x="-1" y="22056"/>
                    </a:cubicBezTo>
                    <a:lnTo>
                      <a:pt x="21595" y="21600"/>
                    </a:lnTo>
                    <a:close/>
                  </a:path>
                </a:pathLst>
              </a:custGeom>
              <a:noFill/>
              <a:ln w="9525">
                <a:solidFill>
                  <a:schemeClr val="hlink"/>
                </a:solidFill>
                <a:round/>
              </a:ln>
              <a:effectLst/>
            </p:spPr>
            <p:txBody>
              <a:bodyPr wrap="none" anchor="ctr"/>
              <a:lstStyle/>
              <a:p>
                <a:pPr>
                  <a:defRPr/>
                </a:pPr>
                <a:endParaRPr lang="zh-CN" altLang="en-US"/>
              </a:p>
            </p:txBody>
          </p:sp>
        </p:grpSp>
        <p:grpSp>
          <p:nvGrpSpPr>
            <p:cNvPr id="7" name="Group 63"/>
            <p:cNvGrpSpPr/>
            <p:nvPr userDrawn="1"/>
          </p:nvGrpSpPr>
          <p:grpSpPr bwMode="auto">
            <a:xfrm>
              <a:off x="1480" y="1952"/>
              <a:ext cx="3808" cy="1812"/>
              <a:chOff x="1480" y="1952"/>
              <a:chExt cx="3808" cy="1812"/>
            </a:xfrm>
          </p:grpSpPr>
          <p:sp>
            <p:nvSpPr>
              <p:cNvPr id="8" name="Line 64"/>
              <p:cNvSpPr>
                <a:spLocks noChangeShapeType="1"/>
              </p:cNvSpPr>
              <p:nvPr/>
            </p:nvSpPr>
            <p:spPr bwMode="ltGray">
              <a:xfrm flipV="1">
                <a:off x="1480" y="3442"/>
                <a:ext cx="3808" cy="0"/>
              </a:xfrm>
              <a:prstGeom prst="line">
                <a:avLst/>
              </a:prstGeom>
              <a:noFill/>
              <a:ln w="9525">
                <a:solidFill>
                  <a:schemeClr val="hlink"/>
                </a:solidFill>
                <a:round/>
              </a:ln>
              <a:effectLst/>
            </p:spPr>
            <p:txBody>
              <a:bodyPr wrap="none" anchor="ctr"/>
              <a:lstStyle/>
              <a:p>
                <a:pPr>
                  <a:defRPr/>
                </a:pPr>
                <a:endParaRPr lang="zh-CN" altLang="en-US"/>
              </a:p>
            </p:txBody>
          </p:sp>
          <p:sp>
            <p:nvSpPr>
              <p:cNvPr id="9" name="Line 65"/>
              <p:cNvSpPr>
                <a:spLocks noChangeShapeType="1"/>
              </p:cNvSpPr>
              <p:nvPr/>
            </p:nvSpPr>
            <p:spPr bwMode="ltGray">
              <a:xfrm flipH="1">
                <a:off x="5172" y="1952"/>
                <a:ext cx="0" cy="1812"/>
              </a:xfrm>
              <a:prstGeom prst="line">
                <a:avLst/>
              </a:prstGeom>
              <a:noFill/>
              <a:ln w="9525">
                <a:solidFill>
                  <a:schemeClr val="hlink"/>
                </a:solidFill>
                <a:round/>
              </a:ln>
              <a:effectLst/>
            </p:spPr>
            <p:txBody>
              <a:bodyPr wrap="none" anchor="ctr"/>
              <a:lstStyle/>
              <a:p>
                <a:pPr>
                  <a:defRPr/>
                </a:pPr>
                <a:endParaRPr lang="zh-CN" altLang="en-US"/>
              </a:p>
            </p:txBody>
          </p:sp>
          <p:sp>
            <p:nvSpPr>
              <p:cNvPr id="10" name="Arc 66"/>
              <p:cNvSpPr/>
              <p:nvPr/>
            </p:nvSpPr>
            <p:spPr bwMode="ltGray">
              <a:xfrm rot="5400000">
                <a:off x="5097" y="3347"/>
                <a:ext cx="156" cy="157"/>
              </a:xfrm>
              <a:custGeom>
                <a:avLst/>
                <a:gdLst>
                  <a:gd name="G0" fmla="+- 21595 0 0"/>
                  <a:gd name="G1" fmla="+- 21600 0 0"/>
                  <a:gd name="G2" fmla="+- 21600 0 0"/>
                  <a:gd name="T0" fmla="*/ 21114 w 43195"/>
                  <a:gd name="T1" fmla="*/ 5 h 43200"/>
                  <a:gd name="T2" fmla="*/ 0 w 43195"/>
                  <a:gd name="T3" fmla="*/ 22056 h 43200"/>
                  <a:gd name="T4" fmla="*/ 21595 w 43195"/>
                  <a:gd name="T5" fmla="*/ 21600 h 43200"/>
                </a:gdLst>
                <a:ahLst/>
                <a:cxnLst>
                  <a:cxn ang="0">
                    <a:pos x="T0" y="T1"/>
                  </a:cxn>
                  <a:cxn ang="0">
                    <a:pos x="T2" y="T3"/>
                  </a:cxn>
                  <a:cxn ang="0">
                    <a:pos x="T4" y="T5"/>
                  </a:cxn>
                </a:cxnLst>
                <a:rect l="0" t="0" r="r" b="b"/>
                <a:pathLst>
                  <a:path w="43195" h="43200" fill="none" extrusionOk="0">
                    <a:moveTo>
                      <a:pt x="21114" y="5"/>
                    </a:moveTo>
                    <a:cubicBezTo>
                      <a:pt x="21274" y="1"/>
                      <a:pt x="21434" y="-1"/>
                      <a:pt x="21595" y="0"/>
                    </a:cubicBezTo>
                    <a:cubicBezTo>
                      <a:pt x="33524" y="0"/>
                      <a:pt x="43195" y="9670"/>
                      <a:pt x="43195" y="21600"/>
                    </a:cubicBezTo>
                    <a:cubicBezTo>
                      <a:pt x="43195" y="33529"/>
                      <a:pt x="33524" y="43200"/>
                      <a:pt x="21595" y="43200"/>
                    </a:cubicBezTo>
                    <a:cubicBezTo>
                      <a:pt x="9843" y="43200"/>
                      <a:pt x="247" y="33805"/>
                      <a:pt x="-1" y="22056"/>
                    </a:cubicBezTo>
                  </a:path>
                  <a:path w="43195" h="43200" stroke="0" extrusionOk="0">
                    <a:moveTo>
                      <a:pt x="21114" y="5"/>
                    </a:moveTo>
                    <a:cubicBezTo>
                      <a:pt x="21274" y="1"/>
                      <a:pt x="21434" y="-1"/>
                      <a:pt x="21595" y="0"/>
                    </a:cubicBezTo>
                    <a:cubicBezTo>
                      <a:pt x="33524" y="0"/>
                      <a:pt x="43195" y="9670"/>
                      <a:pt x="43195" y="21600"/>
                    </a:cubicBezTo>
                    <a:cubicBezTo>
                      <a:pt x="43195" y="33529"/>
                      <a:pt x="33524" y="43200"/>
                      <a:pt x="21595" y="43200"/>
                    </a:cubicBezTo>
                    <a:cubicBezTo>
                      <a:pt x="9843" y="43200"/>
                      <a:pt x="247" y="33805"/>
                      <a:pt x="-1" y="22056"/>
                    </a:cubicBezTo>
                    <a:lnTo>
                      <a:pt x="21595" y="21600"/>
                    </a:lnTo>
                    <a:close/>
                  </a:path>
                </a:pathLst>
              </a:custGeom>
              <a:noFill/>
              <a:ln w="9525">
                <a:solidFill>
                  <a:schemeClr val="hlink"/>
                </a:solidFill>
                <a:round/>
              </a:ln>
              <a:effectLst/>
            </p:spPr>
            <p:txBody>
              <a:bodyPr wrap="none" anchor="ctr"/>
              <a:lstStyle/>
              <a:p>
                <a:pPr>
                  <a:defRPr/>
                </a:pPr>
                <a:endParaRPr lang="zh-CN" altLang="en-US"/>
              </a:p>
            </p:txBody>
          </p:sp>
        </p:grpSp>
      </p:grpSp>
      <p:sp>
        <p:nvSpPr>
          <p:cNvPr id="6211" name="Rectangle 67"/>
          <p:cNvSpPr>
            <a:spLocks noGrp="1" noChangeArrowheads="1"/>
          </p:cNvSpPr>
          <p:nvPr>
            <p:ph type="ctrTitle"/>
          </p:nvPr>
        </p:nvSpPr>
        <p:spPr bwMode="auto">
          <a:xfrm>
            <a:off x="990600" y="1752600"/>
            <a:ext cx="7772400" cy="1143000"/>
          </a:xfrm>
          <a:prstGeom prst="rect">
            <a:avLst/>
          </a:prstGeom>
          <a:noFill/>
          <a:ln>
            <a:miter lim="800000"/>
          </a:ln>
        </p:spPr>
        <p:txBody>
          <a:bodyPr vert="horz" wrap="square" lIns="91440" tIns="45720" rIns="91440" bIns="45720" numCol="1" anchor="b" anchorCtr="0" compatLnSpc="1"/>
          <a:lstStyle>
            <a:lvl1pPr>
              <a:defRPr/>
            </a:lvl1pPr>
          </a:lstStyle>
          <a:p>
            <a:r>
              <a:rPr lang="zh-CN" altLang="en-US"/>
              <a:t>单击此处编辑母版标题样式</a:t>
            </a:r>
            <a:endParaRPr lang="zh-CN" altLang="en-US"/>
          </a:p>
        </p:txBody>
      </p:sp>
      <p:sp>
        <p:nvSpPr>
          <p:cNvPr id="6212" name="Rectangle 68" descr="Rectangle: Click to edit Master text styles&#10;Second level&#10;Third level&#10;Fourth level&#10;Fifth level"/>
          <p:cNvSpPr>
            <a:spLocks noGrp="1" noChangeArrowheads="1"/>
          </p:cNvSpPr>
          <p:nvPr>
            <p:ph type="subTitle" idx="1"/>
          </p:nvPr>
        </p:nvSpPr>
        <p:spPr bwMode="auto">
          <a:xfrm>
            <a:off x="990600" y="3309938"/>
            <a:ext cx="6400800" cy="1752600"/>
          </a:xfrm>
          <a:prstGeom prst="rect">
            <a:avLst/>
          </a:prstGeom>
          <a:noFill/>
          <a:ln>
            <a:miter lim="800000"/>
          </a:ln>
        </p:spPr>
        <p:txBody>
          <a:bodyPr vert="horz" wrap="square" lIns="91440" tIns="45720" rIns="91440" bIns="45720" numCol="1" anchor="t" anchorCtr="0" compatLnSpc="1"/>
          <a:lstStyle>
            <a:lvl1pPr marL="0" indent="0">
              <a:buFont typeface="Wingdings" panose="05000000000000000000" pitchFamily="2" charset="2"/>
              <a:buNone/>
              <a:defRPr/>
            </a:lvl1pPr>
          </a:lstStyle>
          <a:p>
            <a:r>
              <a:rPr lang="zh-CN" altLang="en-US"/>
              <a:t>单击此处编辑母版副标题样式</a:t>
            </a:r>
            <a:endParaRPr lang="zh-CN" altLang="en-US"/>
          </a:p>
        </p:txBody>
      </p:sp>
      <p:sp>
        <p:nvSpPr>
          <p:cNvPr id="69" name="Rectangle 69"/>
          <p:cNvSpPr>
            <a:spLocks noGrp="1" noChangeArrowheads="1"/>
          </p:cNvSpPr>
          <p:nvPr>
            <p:ph type="dt" sz="quarter" idx="10"/>
          </p:nvPr>
        </p:nvSpPr>
        <p:spPr bwMode="auto">
          <a:xfrm>
            <a:off x="685800" y="6248400"/>
            <a:ext cx="1905000" cy="457200"/>
          </a:xfrm>
          <a:prstGeom prst="rect">
            <a:avLst/>
          </a:prstGeom>
          <a:ln>
            <a:miter lim="800000"/>
          </a:ln>
        </p:spPr>
        <p:txBody>
          <a:bodyPr vert="horz" wrap="square" lIns="91440" tIns="45720" rIns="91440" bIns="45720" numCol="1" anchor="b" anchorCtr="0" compatLnSpc="1"/>
          <a:lstStyle>
            <a:lvl1pPr>
              <a:lnSpc>
                <a:spcPct val="100000"/>
              </a:lnSpc>
              <a:buFontTx/>
              <a:buNone/>
              <a:defRPr kumimoji="0" sz="1400">
                <a:solidFill>
                  <a:schemeClr val="tx1"/>
                </a:solidFill>
                <a:latin typeface="+mn-lt"/>
                <a:ea typeface="+mn-ea"/>
              </a:defRPr>
            </a:lvl1pPr>
          </a:lstStyle>
          <a:p>
            <a:pPr>
              <a:defRPr/>
            </a:pPr>
            <a:endParaRPr lang="en-US" altLang="zh-CN"/>
          </a:p>
        </p:txBody>
      </p:sp>
      <p:sp>
        <p:nvSpPr>
          <p:cNvPr id="70" name="Rectangle 70"/>
          <p:cNvSpPr>
            <a:spLocks noGrp="1" noChangeArrowheads="1"/>
          </p:cNvSpPr>
          <p:nvPr>
            <p:ph type="ftr" sz="quarter" idx="11"/>
          </p:nvPr>
        </p:nvSpPr>
        <p:spPr bwMode="auto">
          <a:xfrm>
            <a:off x="3124200" y="6248400"/>
            <a:ext cx="2895600" cy="457200"/>
          </a:xfrm>
          <a:prstGeom prst="rect">
            <a:avLst/>
          </a:prstGeom>
          <a:ln>
            <a:miter lim="800000"/>
          </a:ln>
        </p:spPr>
        <p:txBody>
          <a:bodyPr vert="horz" wrap="square" lIns="91440" tIns="45720" rIns="91440" bIns="45720" numCol="1" anchor="b" anchorCtr="0" compatLnSpc="1"/>
          <a:lstStyle>
            <a:lvl1pPr algn="ctr">
              <a:lnSpc>
                <a:spcPct val="100000"/>
              </a:lnSpc>
              <a:buFontTx/>
              <a:buNone/>
              <a:defRPr kumimoji="0" sz="1400">
                <a:solidFill>
                  <a:schemeClr val="tx1"/>
                </a:solidFill>
                <a:latin typeface="+mn-lt"/>
                <a:ea typeface="+mn-ea"/>
              </a:defRPr>
            </a:lvl1pPr>
          </a:lstStyle>
          <a:p>
            <a:pPr>
              <a:defRPr/>
            </a:pPr>
            <a:endParaRPr lang="en-US" altLang="zh-CN"/>
          </a:p>
        </p:txBody>
      </p:sp>
      <p:sp>
        <p:nvSpPr>
          <p:cNvPr id="71" name="Rectangle 71"/>
          <p:cNvSpPr>
            <a:spLocks noGrp="1" noChangeArrowheads="1"/>
          </p:cNvSpPr>
          <p:nvPr>
            <p:ph type="sldNum" sz="quarter" idx="12"/>
          </p:nvPr>
        </p:nvSpPr>
        <p:spPr bwMode="auto">
          <a:xfrm>
            <a:off x="6553200" y="6248400"/>
            <a:ext cx="1905000" cy="457200"/>
          </a:xfrm>
          <a:prstGeom prst="rect">
            <a:avLst/>
          </a:prstGeom>
          <a:ln>
            <a:miter lim="800000"/>
          </a:ln>
        </p:spPr>
        <p:txBody>
          <a:bodyPr vert="horz" wrap="square" lIns="91440" tIns="45720" rIns="91440" bIns="45720" numCol="1" anchor="b" anchorCtr="0" compatLnSpc="1"/>
          <a:lstStyle>
            <a:lvl1pPr algn="r">
              <a:lnSpc>
                <a:spcPct val="100000"/>
              </a:lnSpc>
              <a:buFontTx/>
              <a:buNone/>
              <a:defRPr kumimoji="0" sz="1400">
                <a:solidFill>
                  <a:schemeClr val="tx1"/>
                </a:solidFill>
                <a:latin typeface="Tahoma" panose="020B0604030504040204" pitchFamily="34" charset="0"/>
                <a:ea typeface="宋体" panose="02010600030101010101" pitchFamily="2" charset="-122"/>
              </a:defRPr>
            </a:lvl1pPr>
          </a:lstStyle>
          <a:p>
            <a:fld id="{5E9702FD-B3F6-420C-A21A-8F05E8822967}" type="slidenum">
              <a:rPr lang="en-US" altLang="zh-CN"/>
            </a:fld>
            <a:endParaRPr lang="en-US" altLang="zh-CN"/>
          </a:p>
        </p:txBody>
      </p:sp>
    </p:spTree>
  </p:cSld>
  <p:clrMapOvr>
    <a:masterClrMapping/>
  </p:clrMapOvr>
  <p:transition>
    <p:wipe dir="r"/>
  </p:transition>
</p:sldLayout>
</file>

<file path=ppt/slideLayouts/slideLayout50.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a:xfrm>
            <a:off x="457200" y="1600200"/>
            <a:ext cx="8229600" cy="4525963"/>
          </a:xfrm>
          <a:prstGeom prst="rect">
            <a:avLst/>
          </a:prstGeo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Tree>
  </p:cSld>
  <p:clrMapOvr>
    <a:masterClrMapping/>
  </p:clrMapOvr>
  <p:transition>
    <p:wipe dir="r"/>
  </p:transition>
</p:sldLayout>
</file>

<file path=ppt/slideLayouts/slideLayout51.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a:prstGeom prst="rect">
            <a:avLst/>
          </a:prstGeom>
        </p:spPr>
        <p:txBody>
          <a:bodyPr anchor="t"/>
          <a:lstStyle>
            <a:lvl1pPr algn="l">
              <a:defRPr sz="4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313" y="2906713"/>
            <a:ext cx="7772400" cy="1500187"/>
          </a:xfrm>
          <a:prstGeom prst="rect">
            <a:avLst/>
          </a:prstGeo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smtClean="0"/>
              <a:t>单击此处编辑母版文本样式</a:t>
            </a:r>
            <a:endParaRPr lang="zh-CN" altLang="en-US" smtClean="0"/>
          </a:p>
        </p:txBody>
      </p:sp>
    </p:spTree>
  </p:cSld>
  <p:clrMapOvr>
    <a:masterClrMapping/>
  </p:clrMapOvr>
  <p:transition>
    <p:wipe dir="r"/>
  </p:transition>
</p:sldLayout>
</file>

<file path=ppt/slideLayouts/slideLayout52.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457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nvPr>
        </p:nvSpPr>
        <p:spPr>
          <a:xfrm>
            <a:off x="4648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Tree>
  </p:cSld>
  <p:clrMapOvr>
    <a:masterClrMapping/>
  </p:clrMapOvr>
  <p:transition>
    <p:wipe dir="r"/>
  </p:transition>
</p:sldLayout>
</file>

<file path=ppt/slideLayouts/slideLayout53.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535113"/>
            <a:ext cx="4040188"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4" name="内容占位符 3"/>
          <p:cNvSpPr>
            <a:spLocks noGrp="1"/>
          </p:cNvSpPr>
          <p:nvPr>
            <p:ph sz="half" idx="2"/>
          </p:nvPr>
        </p:nvSpPr>
        <p:spPr>
          <a:xfrm>
            <a:off x="457200" y="2174875"/>
            <a:ext cx="4040188"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p:nvPr>
        </p:nvSpPr>
        <p:spPr>
          <a:xfrm>
            <a:off x="4645025" y="1535113"/>
            <a:ext cx="4041775"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6" name="内容占位符 5"/>
          <p:cNvSpPr>
            <a:spLocks noGrp="1"/>
          </p:cNvSpPr>
          <p:nvPr>
            <p:ph sz="quarter" idx="4"/>
          </p:nvPr>
        </p:nvSpPr>
        <p:spPr>
          <a:xfrm>
            <a:off x="4645025" y="2174875"/>
            <a:ext cx="4041775"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Tree>
  </p:cSld>
  <p:clrMapOvr>
    <a:masterClrMapping/>
  </p:clrMapOvr>
  <p:transition>
    <p:wipe dir="r"/>
  </p:transition>
</p:sldLayout>
</file>

<file path=ppt/slideLayouts/slideLayout54.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smtClean="0"/>
              <a:t>单击此处编辑母版标题样式</a:t>
            </a:r>
            <a:endParaRPr lang="zh-CN" altLang="en-US"/>
          </a:p>
        </p:txBody>
      </p:sp>
    </p:spTree>
  </p:cSld>
  <p:clrMapOvr>
    <a:masterClrMapping/>
  </p:clrMapOvr>
  <p:transition>
    <p:wipe dir="r"/>
  </p:transition>
</p:sldLayout>
</file>

<file path=ppt/slideLayouts/slideLayout55.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transition>
    <p:wipe dir="r"/>
  </p:transition>
</p:sldLayout>
</file>

<file path=ppt/slideLayouts/slideLayout56.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a:prstGeom prst="rect">
            <a:avLst/>
          </a:prstGeom>
        </p:spPr>
        <p:txBody>
          <a:bodyPr anchor="b"/>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050" y="273050"/>
            <a:ext cx="5111750" cy="5853113"/>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文本占位符 3"/>
          <p:cNvSpPr>
            <a:spLocks noGrp="1"/>
          </p:cNvSpPr>
          <p:nvPr>
            <p:ph type="body" sz="half" idx="2"/>
          </p:nvPr>
        </p:nvSpPr>
        <p:spPr>
          <a:xfrm>
            <a:off x="457200" y="1435100"/>
            <a:ext cx="3008313" cy="4691063"/>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endParaRPr lang="zh-CN" altLang="en-US" smtClean="0"/>
          </a:p>
        </p:txBody>
      </p:sp>
    </p:spTree>
  </p:cSld>
  <p:clrMapOvr>
    <a:masterClrMapping/>
  </p:clrMapOvr>
  <p:transition>
    <p:wipe dir="r"/>
  </p:transition>
</p:sldLayout>
</file>

<file path=ppt/slideLayouts/slideLayout57.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a:prstGeom prst="rect">
            <a:avLst/>
          </a:prstGeom>
        </p:spPr>
        <p:txBody>
          <a:bodyPr anchor="b"/>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612775"/>
            <a:ext cx="5486400" cy="41148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smtClean="0"/>
          </a:p>
        </p:txBody>
      </p:sp>
      <p:sp>
        <p:nvSpPr>
          <p:cNvPr id="4" name="文本占位符 3"/>
          <p:cNvSpPr>
            <a:spLocks noGrp="1"/>
          </p:cNvSpPr>
          <p:nvPr>
            <p:ph type="body" sz="half" idx="2"/>
          </p:nvPr>
        </p:nvSpPr>
        <p:spPr>
          <a:xfrm>
            <a:off x="1792288" y="5367338"/>
            <a:ext cx="5486400" cy="80486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endParaRPr lang="zh-CN" altLang="en-US" smtClean="0"/>
          </a:p>
        </p:txBody>
      </p:sp>
    </p:spTree>
  </p:cSld>
  <p:clrMapOvr>
    <a:masterClrMapping/>
  </p:clrMapOvr>
  <p:transition>
    <p:wipe dir="r"/>
  </p:transition>
</p:sldLayout>
</file>

<file path=ppt/slideLayouts/slideLayout58.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457200" y="1600200"/>
            <a:ext cx="8229600" cy="4525963"/>
          </a:xfrm>
          <a:prstGeom prst="rect">
            <a:avLst/>
          </a:prstGeo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Tree>
  </p:cSld>
  <p:clrMapOvr>
    <a:masterClrMapping/>
  </p:clrMapOvr>
  <p:transition>
    <p:wipe dir="r"/>
  </p:transition>
</p:sldLayout>
</file>

<file path=ppt/slideLayouts/slideLayout59.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a:prstGeom prst="rect">
            <a:avLst/>
          </a:prstGeo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457200" y="274638"/>
            <a:ext cx="6019800" cy="5851525"/>
          </a:xfrm>
          <a:prstGeom prst="rect">
            <a:avLst/>
          </a:prstGeo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Tree>
  </p:cSld>
  <p:clrMapOvr>
    <a:masterClrMapping/>
  </p:clrMapOvr>
  <p:transition>
    <p:wipe dir="r"/>
  </p:transition>
</p:sldLayout>
</file>

<file path=ppt/slideLayouts/slideLayout60.xml><?xml version="1.0" encoding="utf-8"?>
<p:sldLayout xmlns:a="http://schemas.openxmlformats.org/drawingml/2006/main" xmlns:r="http://schemas.openxmlformats.org/officeDocument/2006/relationships" xmlns:p="http://schemas.openxmlformats.org/presentationml/2006/main" type="objOnly">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685800" y="609600"/>
            <a:ext cx="7772400" cy="5486400"/>
          </a:xfrm>
          <a:prstGeom prst="rect">
            <a:avLst/>
          </a:prstGeo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3" name="日期占位符 2"/>
          <p:cNvSpPr>
            <a:spLocks noGrp="1"/>
          </p:cNvSpPr>
          <p:nvPr>
            <p:ph type="dt" sz="half" idx="10"/>
          </p:nvPr>
        </p:nvSpPr>
        <p:spPr>
          <a:xfrm>
            <a:off x="685800" y="6248400"/>
            <a:ext cx="1905000" cy="457200"/>
          </a:xfrm>
          <a:prstGeom prst="rect">
            <a:avLst/>
          </a:prstGeom>
        </p:spPr>
        <p:txBody>
          <a:bodyPr/>
          <a:lstStyle>
            <a:lvl1pPr>
              <a:defRPr/>
            </a:lvl1pPr>
          </a:lstStyle>
          <a:p>
            <a:endParaRPr lang="en-US" altLang="zh-CN"/>
          </a:p>
        </p:txBody>
      </p:sp>
      <p:sp>
        <p:nvSpPr>
          <p:cNvPr id="4" name="页脚占位符 3"/>
          <p:cNvSpPr>
            <a:spLocks noGrp="1"/>
          </p:cNvSpPr>
          <p:nvPr>
            <p:ph type="ftr" sz="quarter" idx="11"/>
          </p:nvPr>
        </p:nvSpPr>
        <p:spPr>
          <a:xfrm>
            <a:off x="3124200" y="6248400"/>
            <a:ext cx="2895600" cy="457200"/>
          </a:xfrm>
          <a:prstGeom prst="rect">
            <a:avLst/>
          </a:prstGeom>
        </p:spPr>
        <p:txBody>
          <a:bodyPr/>
          <a:lstStyle>
            <a:lvl1pPr>
              <a:defRPr/>
            </a:lvl1pPr>
          </a:lstStyle>
          <a:p>
            <a:endParaRPr lang="en-US" altLang="zh-CN"/>
          </a:p>
        </p:txBody>
      </p:sp>
      <p:sp>
        <p:nvSpPr>
          <p:cNvPr id="5" name="灯片编号占位符 4"/>
          <p:cNvSpPr>
            <a:spLocks noGrp="1"/>
          </p:cNvSpPr>
          <p:nvPr>
            <p:ph type="sldNum" sz="quarter" idx="12"/>
          </p:nvPr>
        </p:nvSpPr>
        <p:spPr>
          <a:xfrm>
            <a:off x="6553200" y="6248400"/>
            <a:ext cx="1905000" cy="457200"/>
          </a:xfrm>
          <a:prstGeom prst="rect">
            <a:avLst/>
          </a:prstGeom>
        </p:spPr>
        <p:txBody>
          <a:bodyPr/>
          <a:lstStyle>
            <a:lvl1pPr>
              <a:defRPr/>
            </a:lvl1pPr>
          </a:lstStyle>
          <a:p>
            <a:fld id="{1B734201-4F60-46F2-A162-2F7728C20015}" type="slidenum">
              <a:rPr lang="zh-CN" altLang="en-US"/>
            </a:fld>
            <a:endParaRPr lang="en-US" altLang="zh-CN"/>
          </a:p>
        </p:txBody>
      </p:sp>
    </p:spTree>
  </p:cSld>
  <p:clrMapOvr>
    <a:masterClrMapping/>
  </p:clrMapOvr>
  <p:transition>
    <p:wipe dir="r"/>
  </p:transition>
</p:sldLayout>
</file>

<file path=ppt/slideLayouts/slideLayout6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grpSp>
        <p:nvGrpSpPr>
          <p:cNvPr id="4" name="Group 2"/>
          <p:cNvGrpSpPr/>
          <p:nvPr/>
        </p:nvGrpSpPr>
        <p:grpSpPr bwMode="auto">
          <a:xfrm>
            <a:off x="0" y="0"/>
            <a:ext cx="9144000" cy="6858000"/>
            <a:chOff x="0" y="0"/>
            <a:chExt cx="5760" cy="4320"/>
          </a:xfrm>
        </p:grpSpPr>
        <p:grpSp>
          <p:nvGrpSpPr>
            <p:cNvPr id="5" name="Group 3"/>
            <p:cNvGrpSpPr/>
            <p:nvPr/>
          </p:nvGrpSpPr>
          <p:grpSpPr bwMode="auto">
            <a:xfrm>
              <a:off x="0" y="0"/>
              <a:ext cx="5760" cy="4320"/>
              <a:chOff x="0" y="0"/>
              <a:chExt cx="5760" cy="4320"/>
            </a:xfrm>
          </p:grpSpPr>
          <p:sp>
            <p:nvSpPr>
              <p:cNvPr id="15" name="Rectangle 4"/>
              <p:cNvSpPr>
                <a:spLocks noChangeArrowheads="1"/>
              </p:cNvSpPr>
              <p:nvPr/>
            </p:nvSpPr>
            <p:spPr bwMode="ltGray">
              <a:xfrm>
                <a:off x="2112" y="0"/>
                <a:ext cx="3648" cy="96"/>
              </a:xfrm>
              <a:prstGeom prst="rect">
                <a:avLst/>
              </a:prstGeom>
              <a:solidFill>
                <a:schemeClr val="folHlink"/>
              </a:solidFill>
              <a:ln w="9525">
                <a:noFill/>
                <a:miter lim="800000"/>
              </a:ln>
              <a:effectLst/>
            </p:spPr>
            <p:txBody>
              <a:bodyPr wrap="none" anchor="ctr"/>
              <a:lstStyle/>
              <a:p>
                <a:pPr>
                  <a:defRPr/>
                </a:pPr>
                <a:endParaRPr lang="zh-CN" altLang="en-US"/>
              </a:p>
            </p:txBody>
          </p:sp>
          <p:grpSp>
            <p:nvGrpSpPr>
              <p:cNvPr id="16" name="Group 5"/>
              <p:cNvGrpSpPr/>
              <p:nvPr userDrawn="1"/>
            </p:nvGrpSpPr>
            <p:grpSpPr bwMode="auto">
              <a:xfrm>
                <a:off x="0" y="0"/>
                <a:ext cx="5760" cy="4320"/>
                <a:chOff x="0" y="0"/>
                <a:chExt cx="5760" cy="4320"/>
              </a:xfrm>
            </p:grpSpPr>
            <p:sp>
              <p:nvSpPr>
                <p:cNvPr id="18" name="Line 6"/>
                <p:cNvSpPr>
                  <a:spLocks noChangeShapeType="1"/>
                </p:cNvSpPr>
                <p:nvPr/>
              </p:nvSpPr>
              <p:spPr bwMode="white">
                <a:xfrm>
                  <a:off x="0" y="192"/>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19" name="Line 7"/>
                <p:cNvSpPr>
                  <a:spLocks noChangeShapeType="1"/>
                </p:cNvSpPr>
                <p:nvPr/>
              </p:nvSpPr>
              <p:spPr bwMode="white">
                <a:xfrm>
                  <a:off x="0" y="384"/>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20" name="Line 8"/>
                <p:cNvSpPr>
                  <a:spLocks noChangeShapeType="1"/>
                </p:cNvSpPr>
                <p:nvPr/>
              </p:nvSpPr>
              <p:spPr bwMode="white">
                <a:xfrm>
                  <a:off x="0" y="576"/>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21" name="Line 9"/>
                <p:cNvSpPr>
                  <a:spLocks noChangeShapeType="1"/>
                </p:cNvSpPr>
                <p:nvPr/>
              </p:nvSpPr>
              <p:spPr bwMode="white">
                <a:xfrm>
                  <a:off x="0" y="768"/>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22" name="Line 10"/>
                <p:cNvSpPr>
                  <a:spLocks noChangeShapeType="1"/>
                </p:cNvSpPr>
                <p:nvPr/>
              </p:nvSpPr>
              <p:spPr bwMode="white">
                <a:xfrm>
                  <a:off x="0" y="960"/>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23" name="Line 11"/>
                <p:cNvSpPr>
                  <a:spLocks noChangeShapeType="1"/>
                </p:cNvSpPr>
                <p:nvPr/>
              </p:nvSpPr>
              <p:spPr bwMode="white">
                <a:xfrm>
                  <a:off x="0" y="1152"/>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24" name="Line 12"/>
                <p:cNvSpPr>
                  <a:spLocks noChangeShapeType="1"/>
                </p:cNvSpPr>
                <p:nvPr/>
              </p:nvSpPr>
              <p:spPr bwMode="white">
                <a:xfrm>
                  <a:off x="0" y="1344"/>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25" name="Line 13"/>
                <p:cNvSpPr>
                  <a:spLocks noChangeShapeType="1"/>
                </p:cNvSpPr>
                <p:nvPr/>
              </p:nvSpPr>
              <p:spPr bwMode="white">
                <a:xfrm>
                  <a:off x="0" y="1536"/>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26" name="Line 14"/>
                <p:cNvSpPr>
                  <a:spLocks noChangeShapeType="1"/>
                </p:cNvSpPr>
                <p:nvPr/>
              </p:nvSpPr>
              <p:spPr bwMode="white">
                <a:xfrm>
                  <a:off x="0" y="1728"/>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27" name="Line 15"/>
                <p:cNvSpPr>
                  <a:spLocks noChangeShapeType="1"/>
                </p:cNvSpPr>
                <p:nvPr/>
              </p:nvSpPr>
              <p:spPr bwMode="white">
                <a:xfrm>
                  <a:off x="0" y="1920"/>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28" name="Line 16"/>
                <p:cNvSpPr>
                  <a:spLocks noChangeShapeType="1"/>
                </p:cNvSpPr>
                <p:nvPr/>
              </p:nvSpPr>
              <p:spPr bwMode="white">
                <a:xfrm>
                  <a:off x="0" y="2112"/>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29" name="Line 17"/>
                <p:cNvSpPr>
                  <a:spLocks noChangeShapeType="1"/>
                </p:cNvSpPr>
                <p:nvPr/>
              </p:nvSpPr>
              <p:spPr bwMode="white">
                <a:xfrm>
                  <a:off x="0" y="2304"/>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30" name="Line 18"/>
                <p:cNvSpPr>
                  <a:spLocks noChangeShapeType="1"/>
                </p:cNvSpPr>
                <p:nvPr/>
              </p:nvSpPr>
              <p:spPr bwMode="white">
                <a:xfrm>
                  <a:off x="0" y="2496"/>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31" name="Line 19"/>
                <p:cNvSpPr>
                  <a:spLocks noChangeShapeType="1"/>
                </p:cNvSpPr>
                <p:nvPr/>
              </p:nvSpPr>
              <p:spPr bwMode="white">
                <a:xfrm>
                  <a:off x="0" y="2688"/>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32" name="Line 20"/>
                <p:cNvSpPr>
                  <a:spLocks noChangeShapeType="1"/>
                </p:cNvSpPr>
                <p:nvPr/>
              </p:nvSpPr>
              <p:spPr bwMode="white">
                <a:xfrm>
                  <a:off x="0" y="2880"/>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33" name="Line 21"/>
                <p:cNvSpPr>
                  <a:spLocks noChangeShapeType="1"/>
                </p:cNvSpPr>
                <p:nvPr/>
              </p:nvSpPr>
              <p:spPr bwMode="white">
                <a:xfrm>
                  <a:off x="0" y="3072"/>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34" name="Line 22"/>
                <p:cNvSpPr>
                  <a:spLocks noChangeShapeType="1"/>
                </p:cNvSpPr>
                <p:nvPr/>
              </p:nvSpPr>
              <p:spPr bwMode="white">
                <a:xfrm>
                  <a:off x="0" y="3264"/>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35" name="Line 23"/>
                <p:cNvSpPr>
                  <a:spLocks noChangeShapeType="1"/>
                </p:cNvSpPr>
                <p:nvPr/>
              </p:nvSpPr>
              <p:spPr bwMode="white">
                <a:xfrm>
                  <a:off x="0" y="3456"/>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36" name="Line 24"/>
                <p:cNvSpPr>
                  <a:spLocks noChangeShapeType="1"/>
                </p:cNvSpPr>
                <p:nvPr/>
              </p:nvSpPr>
              <p:spPr bwMode="white">
                <a:xfrm>
                  <a:off x="0" y="3648"/>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37" name="Line 25"/>
                <p:cNvSpPr>
                  <a:spLocks noChangeShapeType="1"/>
                </p:cNvSpPr>
                <p:nvPr/>
              </p:nvSpPr>
              <p:spPr bwMode="white">
                <a:xfrm>
                  <a:off x="0" y="3840"/>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38" name="Line 26"/>
                <p:cNvSpPr>
                  <a:spLocks noChangeShapeType="1"/>
                </p:cNvSpPr>
                <p:nvPr/>
              </p:nvSpPr>
              <p:spPr bwMode="white">
                <a:xfrm>
                  <a:off x="0" y="4032"/>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39" name="Line 27"/>
                <p:cNvSpPr>
                  <a:spLocks noChangeShapeType="1"/>
                </p:cNvSpPr>
                <p:nvPr/>
              </p:nvSpPr>
              <p:spPr bwMode="white">
                <a:xfrm>
                  <a:off x="0" y="4224"/>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40" name="Line 28"/>
                <p:cNvSpPr>
                  <a:spLocks noChangeShapeType="1"/>
                </p:cNvSpPr>
                <p:nvPr/>
              </p:nvSpPr>
              <p:spPr bwMode="white">
                <a:xfrm>
                  <a:off x="192"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41" name="Line 29"/>
                <p:cNvSpPr>
                  <a:spLocks noChangeShapeType="1"/>
                </p:cNvSpPr>
                <p:nvPr/>
              </p:nvSpPr>
              <p:spPr bwMode="white">
                <a:xfrm>
                  <a:off x="384"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42" name="Line 30"/>
                <p:cNvSpPr>
                  <a:spLocks noChangeShapeType="1"/>
                </p:cNvSpPr>
                <p:nvPr/>
              </p:nvSpPr>
              <p:spPr bwMode="white">
                <a:xfrm>
                  <a:off x="576"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43" name="Line 31"/>
                <p:cNvSpPr>
                  <a:spLocks noChangeShapeType="1"/>
                </p:cNvSpPr>
                <p:nvPr/>
              </p:nvSpPr>
              <p:spPr bwMode="white">
                <a:xfrm>
                  <a:off x="768"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44" name="Line 32"/>
                <p:cNvSpPr>
                  <a:spLocks noChangeShapeType="1"/>
                </p:cNvSpPr>
                <p:nvPr/>
              </p:nvSpPr>
              <p:spPr bwMode="white">
                <a:xfrm>
                  <a:off x="960"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45" name="Line 33"/>
                <p:cNvSpPr>
                  <a:spLocks noChangeShapeType="1"/>
                </p:cNvSpPr>
                <p:nvPr/>
              </p:nvSpPr>
              <p:spPr bwMode="white">
                <a:xfrm>
                  <a:off x="1152"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46" name="Line 34"/>
                <p:cNvSpPr>
                  <a:spLocks noChangeShapeType="1"/>
                </p:cNvSpPr>
                <p:nvPr/>
              </p:nvSpPr>
              <p:spPr bwMode="white">
                <a:xfrm>
                  <a:off x="1344"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47" name="Line 35"/>
                <p:cNvSpPr>
                  <a:spLocks noChangeShapeType="1"/>
                </p:cNvSpPr>
                <p:nvPr/>
              </p:nvSpPr>
              <p:spPr bwMode="white">
                <a:xfrm>
                  <a:off x="1536"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48" name="Line 36"/>
                <p:cNvSpPr>
                  <a:spLocks noChangeShapeType="1"/>
                </p:cNvSpPr>
                <p:nvPr/>
              </p:nvSpPr>
              <p:spPr bwMode="white">
                <a:xfrm>
                  <a:off x="1728"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49" name="Line 37"/>
                <p:cNvSpPr>
                  <a:spLocks noChangeShapeType="1"/>
                </p:cNvSpPr>
                <p:nvPr/>
              </p:nvSpPr>
              <p:spPr bwMode="white">
                <a:xfrm>
                  <a:off x="1920"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50" name="Line 38"/>
                <p:cNvSpPr>
                  <a:spLocks noChangeShapeType="1"/>
                </p:cNvSpPr>
                <p:nvPr/>
              </p:nvSpPr>
              <p:spPr bwMode="white">
                <a:xfrm>
                  <a:off x="2112"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51" name="Line 39"/>
                <p:cNvSpPr>
                  <a:spLocks noChangeShapeType="1"/>
                </p:cNvSpPr>
                <p:nvPr/>
              </p:nvSpPr>
              <p:spPr bwMode="white">
                <a:xfrm>
                  <a:off x="2304"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52" name="Line 40"/>
                <p:cNvSpPr>
                  <a:spLocks noChangeShapeType="1"/>
                </p:cNvSpPr>
                <p:nvPr/>
              </p:nvSpPr>
              <p:spPr bwMode="white">
                <a:xfrm>
                  <a:off x="2496"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53" name="Line 41"/>
                <p:cNvSpPr>
                  <a:spLocks noChangeShapeType="1"/>
                </p:cNvSpPr>
                <p:nvPr/>
              </p:nvSpPr>
              <p:spPr bwMode="white">
                <a:xfrm>
                  <a:off x="2688"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54" name="Line 42"/>
                <p:cNvSpPr>
                  <a:spLocks noChangeShapeType="1"/>
                </p:cNvSpPr>
                <p:nvPr/>
              </p:nvSpPr>
              <p:spPr bwMode="white">
                <a:xfrm>
                  <a:off x="2880"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55" name="Line 43"/>
                <p:cNvSpPr>
                  <a:spLocks noChangeShapeType="1"/>
                </p:cNvSpPr>
                <p:nvPr/>
              </p:nvSpPr>
              <p:spPr bwMode="white">
                <a:xfrm>
                  <a:off x="3072"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56" name="Line 44"/>
                <p:cNvSpPr>
                  <a:spLocks noChangeShapeType="1"/>
                </p:cNvSpPr>
                <p:nvPr/>
              </p:nvSpPr>
              <p:spPr bwMode="white">
                <a:xfrm>
                  <a:off x="3264"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57" name="Line 45"/>
                <p:cNvSpPr>
                  <a:spLocks noChangeShapeType="1"/>
                </p:cNvSpPr>
                <p:nvPr/>
              </p:nvSpPr>
              <p:spPr bwMode="white">
                <a:xfrm>
                  <a:off x="3456"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58" name="Line 46"/>
                <p:cNvSpPr>
                  <a:spLocks noChangeShapeType="1"/>
                </p:cNvSpPr>
                <p:nvPr/>
              </p:nvSpPr>
              <p:spPr bwMode="white">
                <a:xfrm>
                  <a:off x="3648"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59" name="Line 47"/>
                <p:cNvSpPr>
                  <a:spLocks noChangeShapeType="1"/>
                </p:cNvSpPr>
                <p:nvPr/>
              </p:nvSpPr>
              <p:spPr bwMode="white">
                <a:xfrm>
                  <a:off x="3840"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60" name="Line 48"/>
                <p:cNvSpPr>
                  <a:spLocks noChangeShapeType="1"/>
                </p:cNvSpPr>
                <p:nvPr/>
              </p:nvSpPr>
              <p:spPr bwMode="white">
                <a:xfrm>
                  <a:off x="4032"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61" name="Line 49"/>
                <p:cNvSpPr>
                  <a:spLocks noChangeShapeType="1"/>
                </p:cNvSpPr>
                <p:nvPr/>
              </p:nvSpPr>
              <p:spPr bwMode="white">
                <a:xfrm>
                  <a:off x="4224"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62" name="Line 50"/>
                <p:cNvSpPr>
                  <a:spLocks noChangeShapeType="1"/>
                </p:cNvSpPr>
                <p:nvPr/>
              </p:nvSpPr>
              <p:spPr bwMode="white">
                <a:xfrm>
                  <a:off x="4416"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63" name="Line 51"/>
                <p:cNvSpPr>
                  <a:spLocks noChangeShapeType="1"/>
                </p:cNvSpPr>
                <p:nvPr/>
              </p:nvSpPr>
              <p:spPr bwMode="white">
                <a:xfrm>
                  <a:off x="4608"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64" name="Line 52"/>
                <p:cNvSpPr>
                  <a:spLocks noChangeShapeType="1"/>
                </p:cNvSpPr>
                <p:nvPr/>
              </p:nvSpPr>
              <p:spPr bwMode="white">
                <a:xfrm>
                  <a:off x="4800"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65" name="Line 53"/>
                <p:cNvSpPr>
                  <a:spLocks noChangeShapeType="1"/>
                </p:cNvSpPr>
                <p:nvPr/>
              </p:nvSpPr>
              <p:spPr bwMode="white">
                <a:xfrm>
                  <a:off x="4992"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66" name="Line 54"/>
                <p:cNvSpPr>
                  <a:spLocks noChangeShapeType="1"/>
                </p:cNvSpPr>
                <p:nvPr/>
              </p:nvSpPr>
              <p:spPr bwMode="white">
                <a:xfrm>
                  <a:off x="5184"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67" name="Line 55"/>
                <p:cNvSpPr>
                  <a:spLocks noChangeShapeType="1"/>
                </p:cNvSpPr>
                <p:nvPr/>
              </p:nvSpPr>
              <p:spPr bwMode="white">
                <a:xfrm>
                  <a:off x="5376"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68" name="Line 56"/>
                <p:cNvSpPr>
                  <a:spLocks noChangeShapeType="1"/>
                </p:cNvSpPr>
                <p:nvPr/>
              </p:nvSpPr>
              <p:spPr bwMode="white">
                <a:xfrm>
                  <a:off x="5568"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grpSp>
          <p:sp>
            <p:nvSpPr>
              <p:cNvPr id="17" name="Line 57"/>
              <p:cNvSpPr>
                <a:spLocks noChangeShapeType="1"/>
              </p:cNvSpPr>
              <p:nvPr/>
            </p:nvSpPr>
            <p:spPr bwMode="ltGray">
              <a:xfrm>
                <a:off x="5568" y="0"/>
                <a:ext cx="0" cy="1488"/>
              </a:xfrm>
              <a:prstGeom prst="line">
                <a:avLst/>
              </a:prstGeom>
              <a:noFill/>
              <a:ln w="9525">
                <a:solidFill>
                  <a:schemeClr val="hlink"/>
                </a:solidFill>
                <a:round/>
              </a:ln>
              <a:effectLst/>
            </p:spPr>
            <p:txBody>
              <a:bodyPr wrap="none" anchor="ctr"/>
              <a:lstStyle/>
              <a:p>
                <a:pPr>
                  <a:defRPr/>
                </a:pPr>
                <a:endParaRPr lang="zh-CN" altLang="en-US"/>
              </a:p>
            </p:txBody>
          </p:sp>
        </p:grpSp>
        <p:grpSp>
          <p:nvGrpSpPr>
            <p:cNvPr id="6" name="Group 58"/>
            <p:cNvGrpSpPr/>
            <p:nvPr userDrawn="1"/>
          </p:nvGrpSpPr>
          <p:grpSpPr bwMode="auto">
            <a:xfrm>
              <a:off x="3" y="559"/>
              <a:ext cx="4192" cy="1796"/>
              <a:chOff x="3" y="559"/>
              <a:chExt cx="4192" cy="1796"/>
            </a:xfrm>
          </p:grpSpPr>
          <p:sp>
            <p:nvSpPr>
              <p:cNvPr id="11" name="Line 59"/>
              <p:cNvSpPr>
                <a:spLocks noChangeShapeType="1"/>
              </p:cNvSpPr>
              <p:nvPr/>
            </p:nvSpPr>
            <p:spPr bwMode="ltGray">
              <a:xfrm>
                <a:off x="506" y="559"/>
                <a:ext cx="0" cy="1796"/>
              </a:xfrm>
              <a:prstGeom prst="line">
                <a:avLst/>
              </a:prstGeom>
              <a:noFill/>
              <a:ln w="9525">
                <a:solidFill>
                  <a:schemeClr val="hlink"/>
                </a:solidFill>
                <a:round/>
              </a:ln>
              <a:effectLst/>
            </p:spPr>
            <p:txBody>
              <a:bodyPr wrap="none" anchor="ctr"/>
              <a:lstStyle/>
              <a:p>
                <a:pPr>
                  <a:defRPr/>
                </a:pPr>
                <a:endParaRPr lang="zh-CN" altLang="en-US"/>
              </a:p>
            </p:txBody>
          </p:sp>
          <p:sp>
            <p:nvSpPr>
              <p:cNvPr id="12" name="Line 60"/>
              <p:cNvSpPr>
                <a:spLocks noChangeShapeType="1"/>
              </p:cNvSpPr>
              <p:nvPr/>
            </p:nvSpPr>
            <p:spPr bwMode="ltGray">
              <a:xfrm flipH="1" flipV="1">
                <a:off x="3" y="1924"/>
                <a:ext cx="3211" cy="1"/>
              </a:xfrm>
              <a:prstGeom prst="line">
                <a:avLst/>
              </a:prstGeom>
              <a:noFill/>
              <a:ln w="9525">
                <a:solidFill>
                  <a:schemeClr val="hlink"/>
                </a:solidFill>
                <a:round/>
              </a:ln>
              <a:effectLst/>
            </p:spPr>
            <p:txBody>
              <a:bodyPr wrap="none" anchor="ctr"/>
              <a:lstStyle/>
              <a:p>
                <a:pPr>
                  <a:defRPr/>
                </a:pPr>
                <a:endParaRPr lang="zh-CN" altLang="en-US"/>
              </a:p>
            </p:txBody>
          </p:sp>
          <p:sp>
            <p:nvSpPr>
              <p:cNvPr id="13" name="Line 61"/>
              <p:cNvSpPr>
                <a:spLocks noChangeShapeType="1"/>
              </p:cNvSpPr>
              <p:nvPr/>
            </p:nvSpPr>
            <p:spPr bwMode="ltGray">
              <a:xfrm flipH="1" flipV="1">
                <a:off x="384" y="938"/>
                <a:ext cx="3811" cy="1"/>
              </a:xfrm>
              <a:prstGeom prst="line">
                <a:avLst/>
              </a:prstGeom>
              <a:noFill/>
              <a:ln w="9525">
                <a:solidFill>
                  <a:schemeClr val="hlink"/>
                </a:solidFill>
                <a:round/>
              </a:ln>
              <a:effectLst/>
            </p:spPr>
            <p:txBody>
              <a:bodyPr wrap="none" anchor="ctr"/>
              <a:lstStyle/>
              <a:p>
                <a:pPr>
                  <a:defRPr/>
                </a:pPr>
                <a:endParaRPr lang="zh-CN" altLang="en-US"/>
              </a:p>
            </p:txBody>
          </p:sp>
          <p:sp>
            <p:nvSpPr>
              <p:cNvPr id="14" name="Arc 62"/>
              <p:cNvSpPr/>
              <p:nvPr/>
            </p:nvSpPr>
            <p:spPr bwMode="ltGray">
              <a:xfrm rot="16200000" flipH="1">
                <a:off x="426" y="860"/>
                <a:ext cx="156" cy="157"/>
              </a:xfrm>
              <a:custGeom>
                <a:avLst/>
                <a:gdLst>
                  <a:gd name="G0" fmla="+- 21595 0 0"/>
                  <a:gd name="G1" fmla="+- 21600 0 0"/>
                  <a:gd name="G2" fmla="+- 21600 0 0"/>
                  <a:gd name="T0" fmla="*/ 21114 w 43195"/>
                  <a:gd name="T1" fmla="*/ 5 h 43200"/>
                  <a:gd name="T2" fmla="*/ 0 w 43195"/>
                  <a:gd name="T3" fmla="*/ 22056 h 43200"/>
                  <a:gd name="T4" fmla="*/ 21595 w 43195"/>
                  <a:gd name="T5" fmla="*/ 21600 h 43200"/>
                </a:gdLst>
                <a:ahLst/>
                <a:cxnLst>
                  <a:cxn ang="0">
                    <a:pos x="T0" y="T1"/>
                  </a:cxn>
                  <a:cxn ang="0">
                    <a:pos x="T2" y="T3"/>
                  </a:cxn>
                  <a:cxn ang="0">
                    <a:pos x="T4" y="T5"/>
                  </a:cxn>
                </a:cxnLst>
                <a:rect l="0" t="0" r="r" b="b"/>
                <a:pathLst>
                  <a:path w="43195" h="43200" fill="none" extrusionOk="0">
                    <a:moveTo>
                      <a:pt x="21114" y="5"/>
                    </a:moveTo>
                    <a:cubicBezTo>
                      <a:pt x="21274" y="1"/>
                      <a:pt x="21434" y="-1"/>
                      <a:pt x="21595" y="0"/>
                    </a:cubicBezTo>
                    <a:cubicBezTo>
                      <a:pt x="33524" y="0"/>
                      <a:pt x="43195" y="9670"/>
                      <a:pt x="43195" y="21600"/>
                    </a:cubicBezTo>
                    <a:cubicBezTo>
                      <a:pt x="43195" y="33529"/>
                      <a:pt x="33524" y="43200"/>
                      <a:pt x="21595" y="43200"/>
                    </a:cubicBezTo>
                    <a:cubicBezTo>
                      <a:pt x="9843" y="43200"/>
                      <a:pt x="247" y="33805"/>
                      <a:pt x="-1" y="22056"/>
                    </a:cubicBezTo>
                  </a:path>
                  <a:path w="43195" h="43200" stroke="0" extrusionOk="0">
                    <a:moveTo>
                      <a:pt x="21114" y="5"/>
                    </a:moveTo>
                    <a:cubicBezTo>
                      <a:pt x="21274" y="1"/>
                      <a:pt x="21434" y="-1"/>
                      <a:pt x="21595" y="0"/>
                    </a:cubicBezTo>
                    <a:cubicBezTo>
                      <a:pt x="33524" y="0"/>
                      <a:pt x="43195" y="9670"/>
                      <a:pt x="43195" y="21600"/>
                    </a:cubicBezTo>
                    <a:cubicBezTo>
                      <a:pt x="43195" y="33529"/>
                      <a:pt x="33524" y="43200"/>
                      <a:pt x="21595" y="43200"/>
                    </a:cubicBezTo>
                    <a:cubicBezTo>
                      <a:pt x="9843" y="43200"/>
                      <a:pt x="247" y="33805"/>
                      <a:pt x="-1" y="22056"/>
                    </a:cubicBezTo>
                    <a:lnTo>
                      <a:pt x="21595" y="21600"/>
                    </a:lnTo>
                    <a:close/>
                  </a:path>
                </a:pathLst>
              </a:custGeom>
              <a:noFill/>
              <a:ln w="9525">
                <a:solidFill>
                  <a:schemeClr val="hlink"/>
                </a:solidFill>
                <a:round/>
              </a:ln>
              <a:effectLst/>
            </p:spPr>
            <p:txBody>
              <a:bodyPr wrap="none" anchor="ctr"/>
              <a:lstStyle/>
              <a:p>
                <a:pPr>
                  <a:defRPr/>
                </a:pPr>
                <a:endParaRPr lang="zh-CN" altLang="en-US"/>
              </a:p>
            </p:txBody>
          </p:sp>
        </p:grpSp>
        <p:grpSp>
          <p:nvGrpSpPr>
            <p:cNvPr id="7" name="Group 63"/>
            <p:cNvGrpSpPr/>
            <p:nvPr userDrawn="1"/>
          </p:nvGrpSpPr>
          <p:grpSpPr bwMode="auto">
            <a:xfrm>
              <a:off x="1480" y="1952"/>
              <a:ext cx="3808" cy="1812"/>
              <a:chOff x="1480" y="1952"/>
              <a:chExt cx="3808" cy="1812"/>
            </a:xfrm>
          </p:grpSpPr>
          <p:sp>
            <p:nvSpPr>
              <p:cNvPr id="8" name="Line 64"/>
              <p:cNvSpPr>
                <a:spLocks noChangeShapeType="1"/>
              </p:cNvSpPr>
              <p:nvPr/>
            </p:nvSpPr>
            <p:spPr bwMode="ltGray">
              <a:xfrm flipV="1">
                <a:off x="1480" y="3442"/>
                <a:ext cx="3808" cy="0"/>
              </a:xfrm>
              <a:prstGeom prst="line">
                <a:avLst/>
              </a:prstGeom>
              <a:noFill/>
              <a:ln w="9525">
                <a:solidFill>
                  <a:schemeClr val="hlink"/>
                </a:solidFill>
                <a:round/>
              </a:ln>
              <a:effectLst/>
            </p:spPr>
            <p:txBody>
              <a:bodyPr wrap="none" anchor="ctr"/>
              <a:lstStyle/>
              <a:p>
                <a:pPr>
                  <a:defRPr/>
                </a:pPr>
                <a:endParaRPr lang="zh-CN" altLang="en-US"/>
              </a:p>
            </p:txBody>
          </p:sp>
          <p:sp>
            <p:nvSpPr>
              <p:cNvPr id="9" name="Line 65"/>
              <p:cNvSpPr>
                <a:spLocks noChangeShapeType="1"/>
              </p:cNvSpPr>
              <p:nvPr/>
            </p:nvSpPr>
            <p:spPr bwMode="ltGray">
              <a:xfrm flipH="1">
                <a:off x="5172" y="1952"/>
                <a:ext cx="0" cy="1812"/>
              </a:xfrm>
              <a:prstGeom prst="line">
                <a:avLst/>
              </a:prstGeom>
              <a:noFill/>
              <a:ln w="9525">
                <a:solidFill>
                  <a:schemeClr val="hlink"/>
                </a:solidFill>
                <a:round/>
              </a:ln>
              <a:effectLst/>
            </p:spPr>
            <p:txBody>
              <a:bodyPr wrap="none" anchor="ctr"/>
              <a:lstStyle/>
              <a:p>
                <a:pPr>
                  <a:defRPr/>
                </a:pPr>
                <a:endParaRPr lang="zh-CN" altLang="en-US"/>
              </a:p>
            </p:txBody>
          </p:sp>
          <p:sp>
            <p:nvSpPr>
              <p:cNvPr id="10" name="Arc 66"/>
              <p:cNvSpPr/>
              <p:nvPr/>
            </p:nvSpPr>
            <p:spPr bwMode="ltGray">
              <a:xfrm rot="5400000">
                <a:off x="5097" y="3347"/>
                <a:ext cx="156" cy="157"/>
              </a:xfrm>
              <a:custGeom>
                <a:avLst/>
                <a:gdLst>
                  <a:gd name="G0" fmla="+- 21595 0 0"/>
                  <a:gd name="G1" fmla="+- 21600 0 0"/>
                  <a:gd name="G2" fmla="+- 21600 0 0"/>
                  <a:gd name="T0" fmla="*/ 21114 w 43195"/>
                  <a:gd name="T1" fmla="*/ 5 h 43200"/>
                  <a:gd name="T2" fmla="*/ 0 w 43195"/>
                  <a:gd name="T3" fmla="*/ 22056 h 43200"/>
                  <a:gd name="T4" fmla="*/ 21595 w 43195"/>
                  <a:gd name="T5" fmla="*/ 21600 h 43200"/>
                </a:gdLst>
                <a:ahLst/>
                <a:cxnLst>
                  <a:cxn ang="0">
                    <a:pos x="T0" y="T1"/>
                  </a:cxn>
                  <a:cxn ang="0">
                    <a:pos x="T2" y="T3"/>
                  </a:cxn>
                  <a:cxn ang="0">
                    <a:pos x="T4" y="T5"/>
                  </a:cxn>
                </a:cxnLst>
                <a:rect l="0" t="0" r="r" b="b"/>
                <a:pathLst>
                  <a:path w="43195" h="43200" fill="none" extrusionOk="0">
                    <a:moveTo>
                      <a:pt x="21114" y="5"/>
                    </a:moveTo>
                    <a:cubicBezTo>
                      <a:pt x="21274" y="1"/>
                      <a:pt x="21434" y="-1"/>
                      <a:pt x="21595" y="0"/>
                    </a:cubicBezTo>
                    <a:cubicBezTo>
                      <a:pt x="33524" y="0"/>
                      <a:pt x="43195" y="9670"/>
                      <a:pt x="43195" y="21600"/>
                    </a:cubicBezTo>
                    <a:cubicBezTo>
                      <a:pt x="43195" y="33529"/>
                      <a:pt x="33524" y="43200"/>
                      <a:pt x="21595" y="43200"/>
                    </a:cubicBezTo>
                    <a:cubicBezTo>
                      <a:pt x="9843" y="43200"/>
                      <a:pt x="247" y="33805"/>
                      <a:pt x="-1" y="22056"/>
                    </a:cubicBezTo>
                  </a:path>
                  <a:path w="43195" h="43200" stroke="0" extrusionOk="0">
                    <a:moveTo>
                      <a:pt x="21114" y="5"/>
                    </a:moveTo>
                    <a:cubicBezTo>
                      <a:pt x="21274" y="1"/>
                      <a:pt x="21434" y="-1"/>
                      <a:pt x="21595" y="0"/>
                    </a:cubicBezTo>
                    <a:cubicBezTo>
                      <a:pt x="33524" y="0"/>
                      <a:pt x="43195" y="9670"/>
                      <a:pt x="43195" y="21600"/>
                    </a:cubicBezTo>
                    <a:cubicBezTo>
                      <a:pt x="43195" y="33529"/>
                      <a:pt x="33524" y="43200"/>
                      <a:pt x="21595" y="43200"/>
                    </a:cubicBezTo>
                    <a:cubicBezTo>
                      <a:pt x="9843" y="43200"/>
                      <a:pt x="247" y="33805"/>
                      <a:pt x="-1" y="22056"/>
                    </a:cubicBezTo>
                    <a:lnTo>
                      <a:pt x="21595" y="21600"/>
                    </a:lnTo>
                    <a:close/>
                  </a:path>
                </a:pathLst>
              </a:custGeom>
              <a:noFill/>
              <a:ln w="9525">
                <a:solidFill>
                  <a:schemeClr val="hlink"/>
                </a:solidFill>
                <a:round/>
              </a:ln>
              <a:effectLst/>
            </p:spPr>
            <p:txBody>
              <a:bodyPr wrap="none" anchor="ctr"/>
              <a:lstStyle/>
              <a:p>
                <a:pPr>
                  <a:defRPr/>
                </a:pPr>
                <a:endParaRPr lang="zh-CN" altLang="en-US"/>
              </a:p>
            </p:txBody>
          </p:sp>
        </p:grpSp>
      </p:grpSp>
      <p:sp>
        <p:nvSpPr>
          <p:cNvPr id="6211" name="Rectangle 67"/>
          <p:cNvSpPr>
            <a:spLocks noGrp="1" noChangeArrowheads="1"/>
          </p:cNvSpPr>
          <p:nvPr>
            <p:ph type="ctrTitle"/>
          </p:nvPr>
        </p:nvSpPr>
        <p:spPr bwMode="auto">
          <a:xfrm>
            <a:off x="990600" y="1752600"/>
            <a:ext cx="7772400" cy="1143000"/>
          </a:xfrm>
          <a:prstGeom prst="rect">
            <a:avLst/>
          </a:prstGeom>
          <a:noFill/>
          <a:ln>
            <a:miter lim="800000"/>
          </a:ln>
        </p:spPr>
        <p:txBody>
          <a:bodyPr vert="horz" wrap="square" lIns="91440" tIns="45720" rIns="91440" bIns="45720" numCol="1" anchor="b" anchorCtr="0" compatLnSpc="1"/>
          <a:lstStyle>
            <a:lvl1pPr>
              <a:defRPr/>
            </a:lvl1pPr>
          </a:lstStyle>
          <a:p>
            <a:r>
              <a:rPr lang="zh-CN" altLang="en-US"/>
              <a:t>单击此处编辑母版标题样式</a:t>
            </a:r>
            <a:endParaRPr lang="zh-CN" altLang="en-US"/>
          </a:p>
        </p:txBody>
      </p:sp>
      <p:sp>
        <p:nvSpPr>
          <p:cNvPr id="6212" name="Rectangle 68" descr="Rectangle: Click to edit Master text styles&#10;Second level&#10;Third level&#10;Fourth level&#10;Fifth level"/>
          <p:cNvSpPr>
            <a:spLocks noGrp="1" noChangeArrowheads="1"/>
          </p:cNvSpPr>
          <p:nvPr>
            <p:ph type="subTitle" idx="1"/>
          </p:nvPr>
        </p:nvSpPr>
        <p:spPr bwMode="auto">
          <a:xfrm>
            <a:off x="990600" y="3309938"/>
            <a:ext cx="6400800" cy="1752600"/>
          </a:xfrm>
          <a:prstGeom prst="rect">
            <a:avLst/>
          </a:prstGeom>
          <a:noFill/>
          <a:ln>
            <a:miter lim="800000"/>
          </a:ln>
        </p:spPr>
        <p:txBody>
          <a:bodyPr vert="horz" wrap="square" lIns="91440" tIns="45720" rIns="91440" bIns="45720" numCol="1" anchor="t" anchorCtr="0" compatLnSpc="1"/>
          <a:lstStyle>
            <a:lvl1pPr marL="0" indent="0">
              <a:buFont typeface="Wingdings" panose="05000000000000000000" pitchFamily="2" charset="2"/>
              <a:buNone/>
              <a:defRPr/>
            </a:lvl1pPr>
          </a:lstStyle>
          <a:p>
            <a:r>
              <a:rPr lang="zh-CN" altLang="en-US"/>
              <a:t>单击此处编辑母版副标题样式</a:t>
            </a:r>
            <a:endParaRPr lang="zh-CN" altLang="en-US"/>
          </a:p>
        </p:txBody>
      </p:sp>
      <p:sp>
        <p:nvSpPr>
          <p:cNvPr id="69" name="Rectangle 69"/>
          <p:cNvSpPr>
            <a:spLocks noGrp="1" noChangeArrowheads="1"/>
          </p:cNvSpPr>
          <p:nvPr>
            <p:ph type="dt" sz="quarter" idx="10"/>
          </p:nvPr>
        </p:nvSpPr>
        <p:spPr bwMode="auto">
          <a:xfrm>
            <a:off x="685800" y="6248400"/>
            <a:ext cx="1905000" cy="457200"/>
          </a:xfrm>
          <a:prstGeom prst="rect">
            <a:avLst/>
          </a:prstGeom>
          <a:ln>
            <a:miter lim="800000"/>
          </a:ln>
        </p:spPr>
        <p:txBody>
          <a:bodyPr vert="horz" wrap="square" lIns="91440" tIns="45720" rIns="91440" bIns="45720" numCol="1" anchor="b" anchorCtr="0" compatLnSpc="1"/>
          <a:lstStyle>
            <a:lvl1pPr>
              <a:lnSpc>
                <a:spcPct val="100000"/>
              </a:lnSpc>
              <a:buFontTx/>
              <a:buNone/>
              <a:defRPr kumimoji="0" sz="1400">
                <a:solidFill>
                  <a:schemeClr val="tx1"/>
                </a:solidFill>
                <a:latin typeface="+mn-lt"/>
                <a:ea typeface="+mn-ea"/>
              </a:defRPr>
            </a:lvl1pPr>
          </a:lstStyle>
          <a:p>
            <a:pPr>
              <a:defRPr/>
            </a:pPr>
            <a:endParaRPr lang="en-US" altLang="zh-CN"/>
          </a:p>
        </p:txBody>
      </p:sp>
      <p:sp>
        <p:nvSpPr>
          <p:cNvPr id="70" name="Rectangle 70"/>
          <p:cNvSpPr>
            <a:spLocks noGrp="1" noChangeArrowheads="1"/>
          </p:cNvSpPr>
          <p:nvPr>
            <p:ph type="ftr" sz="quarter" idx="11"/>
          </p:nvPr>
        </p:nvSpPr>
        <p:spPr bwMode="auto">
          <a:xfrm>
            <a:off x="3124200" y="6248400"/>
            <a:ext cx="2895600" cy="457200"/>
          </a:xfrm>
          <a:prstGeom prst="rect">
            <a:avLst/>
          </a:prstGeom>
          <a:ln>
            <a:miter lim="800000"/>
          </a:ln>
        </p:spPr>
        <p:txBody>
          <a:bodyPr vert="horz" wrap="square" lIns="91440" tIns="45720" rIns="91440" bIns="45720" numCol="1" anchor="b" anchorCtr="0" compatLnSpc="1"/>
          <a:lstStyle>
            <a:lvl1pPr algn="ctr">
              <a:lnSpc>
                <a:spcPct val="100000"/>
              </a:lnSpc>
              <a:buFontTx/>
              <a:buNone/>
              <a:defRPr kumimoji="0" sz="1400">
                <a:solidFill>
                  <a:schemeClr val="tx1"/>
                </a:solidFill>
                <a:latin typeface="+mn-lt"/>
                <a:ea typeface="+mn-ea"/>
              </a:defRPr>
            </a:lvl1pPr>
          </a:lstStyle>
          <a:p>
            <a:pPr>
              <a:defRPr/>
            </a:pPr>
            <a:endParaRPr lang="en-US" altLang="zh-CN"/>
          </a:p>
        </p:txBody>
      </p:sp>
      <p:sp>
        <p:nvSpPr>
          <p:cNvPr id="71" name="Rectangle 71"/>
          <p:cNvSpPr>
            <a:spLocks noGrp="1" noChangeArrowheads="1"/>
          </p:cNvSpPr>
          <p:nvPr>
            <p:ph type="sldNum" sz="quarter" idx="12"/>
          </p:nvPr>
        </p:nvSpPr>
        <p:spPr bwMode="auto">
          <a:xfrm>
            <a:off x="6553200" y="6248400"/>
            <a:ext cx="1905000" cy="457200"/>
          </a:xfrm>
          <a:prstGeom prst="rect">
            <a:avLst/>
          </a:prstGeom>
          <a:ln>
            <a:miter lim="800000"/>
          </a:ln>
        </p:spPr>
        <p:txBody>
          <a:bodyPr vert="horz" wrap="square" lIns="91440" tIns="45720" rIns="91440" bIns="45720" numCol="1" anchor="b" anchorCtr="0" compatLnSpc="1"/>
          <a:lstStyle>
            <a:lvl1pPr algn="r">
              <a:lnSpc>
                <a:spcPct val="100000"/>
              </a:lnSpc>
              <a:buFontTx/>
              <a:buNone/>
              <a:defRPr kumimoji="0" sz="1400">
                <a:solidFill>
                  <a:schemeClr val="tx1"/>
                </a:solidFill>
                <a:latin typeface="Tahoma" panose="020B0604030504040204" pitchFamily="34" charset="0"/>
                <a:ea typeface="宋体" panose="02010600030101010101" pitchFamily="2" charset="-122"/>
              </a:defRPr>
            </a:lvl1pPr>
          </a:lstStyle>
          <a:p>
            <a:fld id="{5E9702FD-B3F6-420C-A21A-8F05E8822967}" type="slidenum">
              <a:rPr lang="en-US" altLang="zh-CN"/>
            </a:fld>
            <a:endParaRPr lang="en-US" altLang="zh-CN"/>
          </a:p>
        </p:txBody>
      </p:sp>
    </p:spTree>
  </p:cSld>
  <p:clrMapOvr>
    <a:masterClrMapping/>
  </p:clrMapOvr>
  <p:transition>
    <p:wipe dir="r"/>
  </p:transition>
</p:sldLayout>
</file>

<file path=ppt/slideLayouts/slideLayout6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a:xfrm>
            <a:off x="457200" y="1600200"/>
            <a:ext cx="8229600" cy="4525963"/>
          </a:xfrm>
          <a:prstGeom prst="rect">
            <a:avLst/>
          </a:prstGeo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Tree>
  </p:cSld>
  <p:clrMapOvr>
    <a:masterClrMapping/>
  </p:clrMapOvr>
  <p:transition>
    <p:wipe dir="r"/>
  </p:transition>
</p:sldLayout>
</file>

<file path=ppt/slideLayouts/slideLayout6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a:prstGeom prst="rect">
            <a:avLst/>
          </a:prstGeom>
        </p:spPr>
        <p:txBody>
          <a:bodyPr anchor="t"/>
          <a:lstStyle>
            <a:lvl1pPr algn="l">
              <a:defRPr sz="4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313" y="2906713"/>
            <a:ext cx="7772400" cy="1500187"/>
          </a:xfrm>
          <a:prstGeom prst="rect">
            <a:avLst/>
          </a:prstGeo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smtClean="0"/>
              <a:t>单击此处编辑母版文本样式</a:t>
            </a:r>
            <a:endParaRPr lang="zh-CN" altLang="en-US" smtClean="0"/>
          </a:p>
        </p:txBody>
      </p:sp>
    </p:spTree>
  </p:cSld>
  <p:clrMapOvr>
    <a:masterClrMapping/>
  </p:clrMapOvr>
  <p:transition>
    <p:wipe dir="r"/>
  </p:transition>
</p:sldLayout>
</file>

<file path=ppt/slideLayouts/slideLayout6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457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nvPr>
        </p:nvSpPr>
        <p:spPr>
          <a:xfrm>
            <a:off x="4648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Tree>
  </p:cSld>
  <p:clrMapOvr>
    <a:masterClrMapping/>
  </p:clrMapOvr>
  <p:transition>
    <p:wipe dir="r"/>
  </p:transition>
</p:sldLayout>
</file>

<file path=ppt/slideLayouts/slideLayout6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535113"/>
            <a:ext cx="4040188"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4" name="内容占位符 3"/>
          <p:cNvSpPr>
            <a:spLocks noGrp="1"/>
          </p:cNvSpPr>
          <p:nvPr>
            <p:ph sz="half" idx="2"/>
          </p:nvPr>
        </p:nvSpPr>
        <p:spPr>
          <a:xfrm>
            <a:off x="457200" y="2174875"/>
            <a:ext cx="4040188"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p:nvPr>
        </p:nvSpPr>
        <p:spPr>
          <a:xfrm>
            <a:off x="4645025" y="1535113"/>
            <a:ext cx="4041775"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6" name="内容占位符 5"/>
          <p:cNvSpPr>
            <a:spLocks noGrp="1"/>
          </p:cNvSpPr>
          <p:nvPr>
            <p:ph sz="quarter" idx="4"/>
          </p:nvPr>
        </p:nvSpPr>
        <p:spPr>
          <a:xfrm>
            <a:off x="4645025" y="2174875"/>
            <a:ext cx="4041775"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Tree>
  </p:cSld>
  <p:clrMapOvr>
    <a:masterClrMapping/>
  </p:clrMapOvr>
  <p:transition>
    <p:wipe dir="r"/>
  </p:transition>
</p:sldLayout>
</file>

<file path=ppt/slideLayouts/slideLayout6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smtClean="0"/>
              <a:t>单击此处编辑母版标题样式</a:t>
            </a:r>
            <a:endParaRPr lang="zh-CN" altLang="en-US"/>
          </a:p>
        </p:txBody>
      </p:sp>
    </p:spTree>
  </p:cSld>
  <p:clrMapOvr>
    <a:masterClrMapping/>
  </p:clrMapOvr>
  <p:transition>
    <p:wipe dir="r"/>
  </p:transition>
</p:sldLayout>
</file>

<file path=ppt/slideLayouts/slideLayout6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transition>
    <p:wipe dir="r"/>
  </p:transition>
</p:sldLayout>
</file>

<file path=ppt/slideLayouts/slideLayout6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a:prstGeom prst="rect">
            <a:avLst/>
          </a:prstGeom>
        </p:spPr>
        <p:txBody>
          <a:bodyPr anchor="b"/>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050" y="273050"/>
            <a:ext cx="5111750" cy="5853113"/>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文本占位符 3"/>
          <p:cNvSpPr>
            <a:spLocks noGrp="1"/>
          </p:cNvSpPr>
          <p:nvPr>
            <p:ph type="body" sz="half" idx="2"/>
          </p:nvPr>
        </p:nvSpPr>
        <p:spPr>
          <a:xfrm>
            <a:off x="457200" y="1435100"/>
            <a:ext cx="3008313" cy="4691063"/>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endParaRPr lang="zh-CN" altLang="en-US" smtClean="0"/>
          </a:p>
        </p:txBody>
      </p:sp>
    </p:spTree>
  </p:cSld>
  <p:clrMapOvr>
    <a:masterClrMapping/>
  </p:clrMapOvr>
  <p:transition>
    <p:wipe dir="r"/>
  </p:transition>
</p:sldLayout>
</file>

<file path=ppt/slideLayouts/slideLayout6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a:prstGeom prst="rect">
            <a:avLst/>
          </a:prstGeom>
        </p:spPr>
        <p:txBody>
          <a:bodyPr anchor="b"/>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612775"/>
            <a:ext cx="5486400" cy="41148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smtClean="0"/>
          </a:p>
        </p:txBody>
      </p:sp>
      <p:sp>
        <p:nvSpPr>
          <p:cNvPr id="4" name="文本占位符 3"/>
          <p:cNvSpPr>
            <a:spLocks noGrp="1"/>
          </p:cNvSpPr>
          <p:nvPr>
            <p:ph type="body" sz="half" idx="2"/>
          </p:nvPr>
        </p:nvSpPr>
        <p:spPr>
          <a:xfrm>
            <a:off x="1792288" y="5367338"/>
            <a:ext cx="5486400" cy="80486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endParaRPr lang="zh-CN" altLang="en-US" smtClean="0"/>
          </a:p>
        </p:txBody>
      </p:sp>
    </p:spTree>
  </p:cSld>
  <p:clrMapOvr>
    <a:masterClrMapping/>
  </p:clrMapOvr>
  <p:transition>
    <p:wipe dir="r"/>
  </p:transition>
</p:sldLayout>
</file>

<file path=ppt/slideLayouts/slideLayout7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457200" y="1600200"/>
            <a:ext cx="8229600" cy="4525963"/>
          </a:xfrm>
          <a:prstGeom prst="rect">
            <a:avLst/>
          </a:prstGeo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Tree>
  </p:cSld>
  <p:clrMapOvr>
    <a:masterClrMapping/>
  </p:clrMapOvr>
  <p:transition>
    <p:wipe dir="r"/>
  </p:transition>
</p:sldLayout>
</file>

<file path=ppt/slideLayouts/slideLayout7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a:prstGeom prst="rect">
            <a:avLst/>
          </a:prstGeo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457200" y="274638"/>
            <a:ext cx="6019800" cy="5851525"/>
          </a:xfrm>
          <a:prstGeom prst="rect">
            <a:avLst/>
          </a:prstGeo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Tree>
  </p:cSld>
  <p:clrMapOvr>
    <a:masterClrMapping/>
  </p:clrMapOvr>
  <p:transition>
    <p:wipe dir="r"/>
  </p:transition>
</p:sldLayout>
</file>

<file path=ppt/slideLayouts/slideLayout72.xml><?xml version="1.0" encoding="utf-8"?>
<p:sldLayout xmlns:a="http://schemas.openxmlformats.org/drawingml/2006/main" xmlns:r="http://schemas.openxmlformats.org/officeDocument/2006/relationships" xmlns:p="http://schemas.openxmlformats.org/presentationml/2006/main" type="objOnly">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685800" y="609600"/>
            <a:ext cx="7772400" cy="5486400"/>
          </a:xfrm>
          <a:prstGeom prst="rect">
            <a:avLst/>
          </a:prstGeo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3" name="日期占位符 2"/>
          <p:cNvSpPr>
            <a:spLocks noGrp="1"/>
          </p:cNvSpPr>
          <p:nvPr>
            <p:ph type="dt" sz="half" idx="10"/>
          </p:nvPr>
        </p:nvSpPr>
        <p:spPr>
          <a:xfrm>
            <a:off x="685800" y="6248400"/>
            <a:ext cx="1905000" cy="457200"/>
          </a:xfrm>
          <a:prstGeom prst="rect">
            <a:avLst/>
          </a:prstGeom>
        </p:spPr>
        <p:txBody>
          <a:bodyPr/>
          <a:lstStyle>
            <a:lvl1pPr>
              <a:defRPr/>
            </a:lvl1pPr>
          </a:lstStyle>
          <a:p>
            <a:endParaRPr lang="en-US" altLang="zh-CN"/>
          </a:p>
        </p:txBody>
      </p:sp>
      <p:sp>
        <p:nvSpPr>
          <p:cNvPr id="4" name="页脚占位符 3"/>
          <p:cNvSpPr>
            <a:spLocks noGrp="1"/>
          </p:cNvSpPr>
          <p:nvPr>
            <p:ph type="ftr" sz="quarter" idx="11"/>
          </p:nvPr>
        </p:nvSpPr>
        <p:spPr>
          <a:xfrm>
            <a:off x="3124200" y="6248400"/>
            <a:ext cx="2895600" cy="457200"/>
          </a:xfrm>
          <a:prstGeom prst="rect">
            <a:avLst/>
          </a:prstGeom>
        </p:spPr>
        <p:txBody>
          <a:bodyPr/>
          <a:lstStyle>
            <a:lvl1pPr>
              <a:defRPr/>
            </a:lvl1pPr>
          </a:lstStyle>
          <a:p>
            <a:endParaRPr lang="en-US" altLang="zh-CN"/>
          </a:p>
        </p:txBody>
      </p:sp>
      <p:sp>
        <p:nvSpPr>
          <p:cNvPr id="5" name="灯片编号占位符 4"/>
          <p:cNvSpPr>
            <a:spLocks noGrp="1"/>
          </p:cNvSpPr>
          <p:nvPr>
            <p:ph type="sldNum" sz="quarter" idx="12"/>
          </p:nvPr>
        </p:nvSpPr>
        <p:spPr>
          <a:xfrm>
            <a:off x="6553200" y="6248400"/>
            <a:ext cx="1905000" cy="457200"/>
          </a:xfrm>
          <a:prstGeom prst="rect">
            <a:avLst/>
          </a:prstGeom>
        </p:spPr>
        <p:txBody>
          <a:bodyPr/>
          <a:lstStyle>
            <a:lvl1pPr>
              <a:defRPr/>
            </a:lvl1pPr>
          </a:lstStyle>
          <a:p>
            <a:fld id="{1B734201-4F60-46F2-A162-2F7728C20015}" type="slidenum">
              <a:rPr lang="zh-CN" altLang="en-US"/>
            </a:fld>
            <a:endParaRPr lang="en-US" altLang="zh-CN"/>
          </a:p>
        </p:txBody>
      </p:sp>
    </p:spTree>
  </p:cSld>
  <p:clrMapOvr>
    <a:masterClrMapping/>
  </p:clrMapOvr>
  <p:transition>
    <p:wipe dir="r"/>
  </p:transition>
</p:sldLayout>
</file>

<file path=ppt/slideLayouts/slideLayout73.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grpSp>
        <p:nvGrpSpPr>
          <p:cNvPr id="4" name="Group 2"/>
          <p:cNvGrpSpPr/>
          <p:nvPr/>
        </p:nvGrpSpPr>
        <p:grpSpPr bwMode="auto">
          <a:xfrm>
            <a:off x="0" y="0"/>
            <a:ext cx="9144000" cy="6858000"/>
            <a:chOff x="0" y="0"/>
            <a:chExt cx="5760" cy="4320"/>
          </a:xfrm>
        </p:grpSpPr>
        <p:grpSp>
          <p:nvGrpSpPr>
            <p:cNvPr id="5" name="Group 3"/>
            <p:cNvGrpSpPr/>
            <p:nvPr/>
          </p:nvGrpSpPr>
          <p:grpSpPr bwMode="auto">
            <a:xfrm>
              <a:off x="0" y="0"/>
              <a:ext cx="5760" cy="4320"/>
              <a:chOff x="0" y="0"/>
              <a:chExt cx="5760" cy="4320"/>
            </a:xfrm>
          </p:grpSpPr>
          <p:sp>
            <p:nvSpPr>
              <p:cNvPr id="15" name="Rectangle 4"/>
              <p:cNvSpPr>
                <a:spLocks noChangeArrowheads="1"/>
              </p:cNvSpPr>
              <p:nvPr/>
            </p:nvSpPr>
            <p:spPr bwMode="ltGray">
              <a:xfrm>
                <a:off x="2112" y="0"/>
                <a:ext cx="3648" cy="96"/>
              </a:xfrm>
              <a:prstGeom prst="rect">
                <a:avLst/>
              </a:prstGeom>
              <a:solidFill>
                <a:schemeClr val="folHlink"/>
              </a:solidFill>
              <a:ln w="9525">
                <a:noFill/>
                <a:miter lim="800000"/>
              </a:ln>
              <a:effectLst/>
            </p:spPr>
            <p:txBody>
              <a:bodyPr wrap="none" anchor="ctr"/>
              <a:lstStyle/>
              <a:p>
                <a:pPr>
                  <a:defRPr/>
                </a:pPr>
                <a:endParaRPr lang="zh-CN" altLang="en-US"/>
              </a:p>
            </p:txBody>
          </p:sp>
          <p:grpSp>
            <p:nvGrpSpPr>
              <p:cNvPr id="16" name="Group 5"/>
              <p:cNvGrpSpPr/>
              <p:nvPr userDrawn="1"/>
            </p:nvGrpSpPr>
            <p:grpSpPr bwMode="auto">
              <a:xfrm>
                <a:off x="0" y="0"/>
                <a:ext cx="5760" cy="4320"/>
                <a:chOff x="0" y="0"/>
                <a:chExt cx="5760" cy="4320"/>
              </a:xfrm>
            </p:grpSpPr>
            <p:sp>
              <p:nvSpPr>
                <p:cNvPr id="18" name="Line 6"/>
                <p:cNvSpPr>
                  <a:spLocks noChangeShapeType="1"/>
                </p:cNvSpPr>
                <p:nvPr/>
              </p:nvSpPr>
              <p:spPr bwMode="white">
                <a:xfrm>
                  <a:off x="0" y="192"/>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19" name="Line 7"/>
                <p:cNvSpPr>
                  <a:spLocks noChangeShapeType="1"/>
                </p:cNvSpPr>
                <p:nvPr/>
              </p:nvSpPr>
              <p:spPr bwMode="white">
                <a:xfrm>
                  <a:off x="0" y="384"/>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20" name="Line 8"/>
                <p:cNvSpPr>
                  <a:spLocks noChangeShapeType="1"/>
                </p:cNvSpPr>
                <p:nvPr/>
              </p:nvSpPr>
              <p:spPr bwMode="white">
                <a:xfrm>
                  <a:off x="0" y="576"/>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21" name="Line 9"/>
                <p:cNvSpPr>
                  <a:spLocks noChangeShapeType="1"/>
                </p:cNvSpPr>
                <p:nvPr/>
              </p:nvSpPr>
              <p:spPr bwMode="white">
                <a:xfrm>
                  <a:off x="0" y="768"/>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22" name="Line 10"/>
                <p:cNvSpPr>
                  <a:spLocks noChangeShapeType="1"/>
                </p:cNvSpPr>
                <p:nvPr/>
              </p:nvSpPr>
              <p:spPr bwMode="white">
                <a:xfrm>
                  <a:off x="0" y="960"/>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23" name="Line 11"/>
                <p:cNvSpPr>
                  <a:spLocks noChangeShapeType="1"/>
                </p:cNvSpPr>
                <p:nvPr/>
              </p:nvSpPr>
              <p:spPr bwMode="white">
                <a:xfrm>
                  <a:off x="0" y="1152"/>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24" name="Line 12"/>
                <p:cNvSpPr>
                  <a:spLocks noChangeShapeType="1"/>
                </p:cNvSpPr>
                <p:nvPr/>
              </p:nvSpPr>
              <p:spPr bwMode="white">
                <a:xfrm>
                  <a:off x="0" y="1344"/>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25" name="Line 13"/>
                <p:cNvSpPr>
                  <a:spLocks noChangeShapeType="1"/>
                </p:cNvSpPr>
                <p:nvPr/>
              </p:nvSpPr>
              <p:spPr bwMode="white">
                <a:xfrm>
                  <a:off x="0" y="1536"/>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26" name="Line 14"/>
                <p:cNvSpPr>
                  <a:spLocks noChangeShapeType="1"/>
                </p:cNvSpPr>
                <p:nvPr/>
              </p:nvSpPr>
              <p:spPr bwMode="white">
                <a:xfrm>
                  <a:off x="0" y="1728"/>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27" name="Line 15"/>
                <p:cNvSpPr>
                  <a:spLocks noChangeShapeType="1"/>
                </p:cNvSpPr>
                <p:nvPr/>
              </p:nvSpPr>
              <p:spPr bwMode="white">
                <a:xfrm>
                  <a:off x="0" y="1920"/>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28" name="Line 16"/>
                <p:cNvSpPr>
                  <a:spLocks noChangeShapeType="1"/>
                </p:cNvSpPr>
                <p:nvPr/>
              </p:nvSpPr>
              <p:spPr bwMode="white">
                <a:xfrm>
                  <a:off x="0" y="2112"/>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29" name="Line 17"/>
                <p:cNvSpPr>
                  <a:spLocks noChangeShapeType="1"/>
                </p:cNvSpPr>
                <p:nvPr/>
              </p:nvSpPr>
              <p:spPr bwMode="white">
                <a:xfrm>
                  <a:off x="0" y="2304"/>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30" name="Line 18"/>
                <p:cNvSpPr>
                  <a:spLocks noChangeShapeType="1"/>
                </p:cNvSpPr>
                <p:nvPr/>
              </p:nvSpPr>
              <p:spPr bwMode="white">
                <a:xfrm>
                  <a:off x="0" y="2496"/>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31" name="Line 19"/>
                <p:cNvSpPr>
                  <a:spLocks noChangeShapeType="1"/>
                </p:cNvSpPr>
                <p:nvPr/>
              </p:nvSpPr>
              <p:spPr bwMode="white">
                <a:xfrm>
                  <a:off x="0" y="2688"/>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32" name="Line 20"/>
                <p:cNvSpPr>
                  <a:spLocks noChangeShapeType="1"/>
                </p:cNvSpPr>
                <p:nvPr/>
              </p:nvSpPr>
              <p:spPr bwMode="white">
                <a:xfrm>
                  <a:off x="0" y="2880"/>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33" name="Line 21"/>
                <p:cNvSpPr>
                  <a:spLocks noChangeShapeType="1"/>
                </p:cNvSpPr>
                <p:nvPr/>
              </p:nvSpPr>
              <p:spPr bwMode="white">
                <a:xfrm>
                  <a:off x="0" y="3072"/>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34" name="Line 22"/>
                <p:cNvSpPr>
                  <a:spLocks noChangeShapeType="1"/>
                </p:cNvSpPr>
                <p:nvPr/>
              </p:nvSpPr>
              <p:spPr bwMode="white">
                <a:xfrm>
                  <a:off x="0" y="3264"/>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35" name="Line 23"/>
                <p:cNvSpPr>
                  <a:spLocks noChangeShapeType="1"/>
                </p:cNvSpPr>
                <p:nvPr/>
              </p:nvSpPr>
              <p:spPr bwMode="white">
                <a:xfrm>
                  <a:off x="0" y="3456"/>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36" name="Line 24"/>
                <p:cNvSpPr>
                  <a:spLocks noChangeShapeType="1"/>
                </p:cNvSpPr>
                <p:nvPr/>
              </p:nvSpPr>
              <p:spPr bwMode="white">
                <a:xfrm>
                  <a:off x="0" y="3648"/>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37" name="Line 25"/>
                <p:cNvSpPr>
                  <a:spLocks noChangeShapeType="1"/>
                </p:cNvSpPr>
                <p:nvPr/>
              </p:nvSpPr>
              <p:spPr bwMode="white">
                <a:xfrm>
                  <a:off x="0" y="3840"/>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38" name="Line 26"/>
                <p:cNvSpPr>
                  <a:spLocks noChangeShapeType="1"/>
                </p:cNvSpPr>
                <p:nvPr/>
              </p:nvSpPr>
              <p:spPr bwMode="white">
                <a:xfrm>
                  <a:off x="0" y="4032"/>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39" name="Line 27"/>
                <p:cNvSpPr>
                  <a:spLocks noChangeShapeType="1"/>
                </p:cNvSpPr>
                <p:nvPr/>
              </p:nvSpPr>
              <p:spPr bwMode="white">
                <a:xfrm>
                  <a:off x="0" y="4224"/>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40" name="Line 28"/>
                <p:cNvSpPr>
                  <a:spLocks noChangeShapeType="1"/>
                </p:cNvSpPr>
                <p:nvPr/>
              </p:nvSpPr>
              <p:spPr bwMode="white">
                <a:xfrm>
                  <a:off x="192"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41" name="Line 29"/>
                <p:cNvSpPr>
                  <a:spLocks noChangeShapeType="1"/>
                </p:cNvSpPr>
                <p:nvPr/>
              </p:nvSpPr>
              <p:spPr bwMode="white">
                <a:xfrm>
                  <a:off x="384"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42" name="Line 30"/>
                <p:cNvSpPr>
                  <a:spLocks noChangeShapeType="1"/>
                </p:cNvSpPr>
                <p:nvPr/>
              </p:nvSpPr>
              <p:spPr bwMode="white">
                <a:xfrm>
                  <a:off x="576"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43" name="Line 31"/>
                <p:cNvSpPr>
                  <a:spLocks noChangeShapeType="1"/>
                </p:cNvSpPr>
                <p:nvPr/>
              </p:nvSpPr>
              <p:spPr bwMode="white">
                <a:xfrm>
                  <a:off x="768"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44" name="Line 32"/>
                <p:cNvSpPr>
                  <a:spLocks noChangeShapeType="1"/>
                </p:cNvSpPr>
                <p:nvPr/>
              </p:nvSpPr>
              <p:spPr bwMode="white">
                <a:xfrm>
                  <a:off x="960"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45" name="Line 33"/>
                <p:cNvSpPr>
                  <a:spLocks noChangeShapeType="1"/>
                </p:cNvSpPr>
                <p:nvPr/>
              </p:nvSpPr>
              <p:spPr bwMode="white">
                <a:xfrm>
                  <a:off x="1152"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46" name="Line 34"/>
                <p:cNvSpPr>
                  <a:spLocks noChangeShapeType="1"/>
                </p:cNvSpPr>
                <p:nvPr/>
              </p:nvSpPr>
              <p:spPr bwMode="white">
                <a:xfrm>
                  <a:off x="1344"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47" name="Line 35"/>
                <p:cNvSpPr>
                  <a:spLocks noChangeShapeType="1"/>
                </p:cNvSpPr>
                <p:nvPr/>
              </p:nvSpPr>
              <p:spPr bwMode="white">
                <a:xfrm>
                  <a:off x="1536"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48" name="Line 36"/>
                <p:cNvSpPr>
                  <a:spLocks noChangeShapeType="1"/>
                </p:cNvSpPr>
                <p:nvPr/>
              </p:nvSpPr>
              <p:spPr bwMode="white">
                <a:xfrm>
                  <a:off x="1728"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49" name="Line 37"/>
                <p:cNvSpPr>
                  <a:spLocks noChangeShapeType="1"/>
                </p:cNvSpPr>
                <p:nvPr/>
              </p:nvSpPr>
              <p:spPr bwMode="white">
                <a:xfrm>
                  <a:off x="1920"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50" name="Line 38"/>
                <p:cNvSpPr>
                  <a:spLocks noChangeShapeType="1"/>
                </p:cNvSpPr>
                <p:nvPr/>
              </p:nvSpPr>
              <p:spPr bwMode="white">
                <a:xfrm>
                  <a:off x="2112"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51" name="Line 39"/>
                <p:cNvSpPr>
                  <a:spLocks noChangeShapeType="1"/>
                </p:cNvSpPr>
                <p:nvPr/>
              </p:nvSpPr>
              <p:spPr bwMode="white">
                <a:xfrm>
                  <a:off x="2304"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52" name="Line 40"/>
                <p:cNvSpPr>
                  <a:spLocks noChangeShapeType="1"/>
                </p:cNvSpPr>
                <p:nvPr/>
              </p:nvSpPr>
              <p:spPr bwMode="white">
                <a:xfrm>
                  <a:off x="2496"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53" name="Line 41"/>
                <p:cNvSpPr>
                  <a:spLocks noChangeShapeType="1"/>
                </p:cNvSpPr>
                <p:nvPr/>
              </p:nvSpPr>
              <p:spPr bwMode="white">
                <a:xfrm>
                  <a:off x="2688"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54" name="Line 42"/>
                <p:cNvSpPr>
                  <a:spLocks noChangeShapeType="1"/>
                </p:cNvSpPr>
                <p:nvPr/>
              </p:nvSpPr>
              <p:spPr bwMode="white">
                <a:xfrm>
                  <a:off x="2880"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55" name="Line 43"/>
                <p:cNvSpPr>
                  <a:spLocks noChangeShapeType="1"/>
                </p:cNvSpPr>
                <p:nvPr/>
              </p:nvSpPr>
              <p:spPr bwMode="white">
                <a:xfrm>
                  <a:off x="3072"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56" name="Line 44"/>
                <p:cNvSpPr>
                  <a:spLocks noChangeShapeType="1"/>
                </p:cNvSpPr>
                <p:nvPr/>
              </p:nvSpPr>
              <p:spPr bwMode="white">
                <a:xfrm>
                  <a:off x="3264"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57" name="Line 45"/>
                <p:cNvSpPr>
                  <a:spLocks noChangeShapeType="1"/>
                </p:cNvSpPr>
                <p:nvPr/>
              </p:nvSpPr>
              <p:spPr bwMode="white">
                <a:xfrm>
                  <a:off x="3456"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58" name="Line 46"/>
                <p:cNvSpPr>
                  <a:spLocks noChangeShapeType="1"/>
                </p:cNvSpPr>
                <p:nvPr/>
              </p:nvSpPr>
              <p:spPr bwMode="white">
                <a:xfrm>
                  <a:off x="3648"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59" name="Line 47"/>
                <p:cNvSpPr>
                  <a:spLocks noChangeShapeType="1"/>
                </p:cNvSpPr>
                <p:nvPr/>
              </p:nvSpPr>
              <p:spPr bwMode="white">
                <a:xfrm>
                  <a:off x="3840"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60" name="Line 48"/>
                <p:cNvSpPr>
                  <a:spLocks noChangeShapeType="1"/>
                </p:cNvSpPr>
                <p:nvPr/>
              </p:nvSpPr>
              <p:spPr bwMode="white">
                <a:xfrm>
                  <a:off x="4032"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61" name="Line 49"/>
                <p:cNvSpPr>
                  <a:spLocks noChangeShapeType="1"/>
                </p:cNvSpPr>
                <p:nvPr/>
              </p:nvSpPr>
              <p:spPr bwMode="white">
                <a:xfrm>
                  <a:off x="4224"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62" name="Line 50"/>
                <p:cNvSpPr>
                  <a:spLocks noChangeShapeType="1"/>
                </p:cNvSpPr>
                <p:nvPr/>
              </p:nvSpPr>
              <p:spPr bwMode="white">
                <a:xfrm>
                  <a:off x="4416"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63" name="Line 51"/>
                <p:cNvSpPr>
                  <a:spLocks noChangeShapeType="1"/>
                </p:cNvSpPr>
                <p:nvPr/>
              </p:nvSpPr>
              <p:spPr bwMode="white">
                <a:xfrm>
                  <a:off x="4608"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64" name="Line 52"/>
                <p:cNvSpPr>
                  <a:spLocks noChangeShapeType="1"/>
                </p:cNvSpPr>
                <p:nvPr/>
              </p:nvSpPr>
              <p:spPr bwMode="white">
                <a:xfrm>
                  <a:off x="4800"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65" name="Line 53"/>
                <p:cNvSpPr>
                  <a:spLocks noChangeShapeType="1"/>
                </p:cNvSpPr>
                <p:nvPr/>
              </p:nvSpPr>
              <p:spPr bwMode="white">
                <a:xfrm>
                  <a:off x="4992"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66" name="Line 54"/>
                <p:cNvSpPr>
                  <a:spLocks noChangeShapeType="1"/>
                </p:cNvSpPr>
                <p:nvPr/>
              </p:nvSpPr>
              <p:spPr bwMode="white">
                <a:xfrm>
                  <a:off x="5184"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67" name="Line 55"/>
                <p:cNvSpPr>
                  <a:spLocks noChangeShapeType="1"/>
                </p:cNvSpPr>
                <p:nvPr/>
              </p:nvSpPr>
              <p:spPr bwMode="white">
                <a:xfrm>
                  <a:off x="5376"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68" name="Line 56"/>
                <p:cNvSpPr>
                  <a:spLocks noChangeShapeType="1"/>
                </p:cNvSpPr>
                <p:nvPr/>
              </p:nvSpPr>
              <p:spPr bwMode="white">
                <a:xfrm>
                  <a:off x="5568"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grpSp>
          <p:sp>
            <p:nvSpPr>
              <p:cNvPr id="17" name="Line 57"/>
              <p:cNvSpPr>
                <a:spLocks noChangeShapeType="1"/>
              </p:cNvSpPr>
              <p:nvPr/>
            </p:nvSpPr>
            <p:spPr bwMode="ltGray">
              <a:xfrm>
                <a:off x="5568" y="0"/>
                <a:ext cx="0" cy="1488"/>
              </a:xfrm>
              <a:prstGeom prst="line">
                <a:avLst/>
              </a:prstGeom>
              <a:noFill/>
              <a:ln w="9525">
                <a:solidFill>
                  <a:schemeClr val="hlink"/>
                </a:solidFill>
                <a:round/>
              </a:ln>
              <a:effectLst/>
            </p:spPr>
            <p:txBody>
              <a:bodyPr wrap="none" anchor="ctr"/>
              <a:lstStyle/>
              <a:p>
                <a:pPr>
                  <a:defRPr/>
                </a:pPr>
                <a:endParaRPr lang="zh-CN" altLang="en-US"/>
              </a:p>
            </p:txBody>
          </p:sp>
        </p:grpSp>
        <p:grpSp>
          <p:nvGrpSpPr>
            <p:cNvPr id="6" name="Group 58"/>
            <p:cNvGrpSpPr/>
            <p:nvPr userDrawn="1"/>
          </p:nvGrpSpPr>
          <p:grpSpPr bwMode="auto">
            <a:xfrm>
              <a:off x="3" y="559"/>
              <a:ext cx="4192" cy="1796"/>
              <a:chOff x="3" y="559"/>
              <a:chExt cx="4192" cy="1796"/>
            </a:xfrm>
          </p:grpSpPr>
          <p:sp>
            <p:nvSpPr>
              <p:cNvPr id="11" name="Line 59"/>
              <p:cNvSpPr>
                <a:spLocks noChangeShapeType="1"/>
              </p:cNvSpPr>
              <p:nvPr/>
            </p:nvSpPr>
            <p:spPr bwMode="ltGray">
              <a:xfrm>
                <a:off x="506" y="559"/>
                <a:ext cx="0" cy="1796"/>
              </a:xfrm>
              <a:prstGeom prst="line">
                <a:avLst/>
              </a:prstGeom>
              <a:noFill/>
              <a:ln w="9525">
                <a:solidFill>
                  <a:schemeClr val="hlink"/>
                </a:solidFill>
                <a:round/>
              </a:ln>
              <a:effectLst/>
            </p:spPr>
            <p:txBody>
              <a:bodyPr wrap="none" anchor="ctr"/>
              <a:lstStyle/>
              <a:p>
                <a:pPr>
                  <a:defRPr/>
                </a:pPr>
                <a:endParaRPr lang="zh-CN" altLang="en-US"/>
              </a:p>
            </p:txBody>
          </p:sp>
          <p:sp>
            <p:nvSpPr>
              <p:cNvPr id="12" name="Line 60"/>
              <p:cNvSpPr>
                <a:spLocks noChangeShapeType="1"/>
              </p:cNvSpPr>
              <p:nvPr/>
            </p:nvSpPr>
            <p:spPr bwMode="ltGray">
              <a:xfrm flipH="1" flipV="1">
                <a:off x="3" y="1924"/>
                <a:ext cx="3211" cy="1"/>
              </a:xfrm>
              <a:prstGeom prst="line">
                <a:avLst/>
              </a:prstGeom>
              <a:noFill/>
              <a:ln w="9525">
                <a:solidFill>
                  <a:schemeClr val="hlink"/>
                </a:solidFill>
                <a:round/>
              </a:ln>
              <a:effectLst/>
            </p:spPr>
            <p:txBody>
              <a:bodyPr wrap="none" anchor="ctr"/>
              <a:lstStyle/>
              <a:p>
                <a:pPr>
                  <a:defRPr/>
                </a:pPr>
                <a:endParaRPr lang="zh-CN" altLang="en-US"/>
              </a:p>
            </p:txBody>
          </p:sp>
          <p:sp>
            <p:nvSpPr>
              <p:cNvPr id="13" name="Line 61"/>
              <p:cNvSpPr>
                <a:spLocks noChangeShapeType="1"/>
              </p:cNvSpPr>
              <p:nvPr/>
            </p:nvSpPr>
            <p:spPr bwMode="ltGray">
              <a:xfrm flipH="1" flipV="1">
                <a:off x="384" y="938"/>
                <a:ext cx="3811" cy="1"/>
              </a:xfrm>
              <a:prstGeom prst="line">
                <a:avLst/>
              </a:prstGeom>
              <a:noFill/>
              <a:ln w="9525">
                <a:solidFill>
                  <a:schemeClr val="hlink"/>
                </a:solidFill>
                <a:round/>
              </a:ln>
              <a:effectLst/>
            </p:spPr>
            <p:txBody>
              <a:bodyPr wrap="none" anchor="ctr"/>
              <a:lstStyle/>
              <a:p>
                <a:pPr>
                  <a:defRPr/>
                </a:pPr>
                <a:endParaRPr lang="zh-CN" altLang="en-US"/>
              </a:p>
            </p:txBody>
          </p:sp>
          <p:sp>
            <p:nvSpPr>
              <p:cNvPr id="14" name="Arc 62"/>
              <p:cNvSpPr/>
              <p:nvPr/>
            </p:nvSpPr>
            <p:spPr bwMode="ltGray">
              <a:xfrm rot="16200000" flipH="1">
                <a:off x="426" y="860"/>
                <a:ext cx="156" cy="157"/>
              </a:xfrm>
              <a:custGeom>
                <a:avLst/>
                <a:gdLst>
                  <a:gd name="G0" fmla="+- 21595 0 0"/>
                  <a:gd name="G1" fmla="+- 21600 0 0"/>
                  <a:gd name="G2" fmla="+- 21600 0 0"/>
                  <a:gd name="T0" fmla="*/ 21114 w 43195"/>
                  <a:gd name="T1" fmla="*/ 5 h 43200"/>
                  <a:gd name="T2" fmla="*/ 0 w 43195"/>
                  <a:gd name="T3" fmla="*/ 22056 h 43200"/>
                  <a:gd name="T4" fmla="*/ 21595 w 43195"/>
                  <a:gd name="T5" fmla="*/ 21600 h 43200"/>
                </a:gdLst>
                <a:ahLst/>
                <a:cxnLst>
                  <a:cxn ang="0">
                    <a:pos x="T0" y="T1"/>
                  </a:cxn>
                  <a:cxn ang="0">
                    <a:pos x="T2" y="T3"/>
                  </a:cxn>
                  <a:cxn ang="0">
                    <a:pos x="T4" y="T5"/>
                  </a:cxn>
                </a:cxnLst>
                <a:rect l="0" t="0" r="r" b="b"/>
                <a:pathLst>
                  <a:path w="43195" h="43200" fill="none" extrusionOk="0">
                    <a:moveTo>
                      <a:pt x="21114" y="5"/>
                    </a:moveTo>
                    <a:cubicBezTo>
                      <a:pt x="21274" y="1"/>
                      <a:pt x="21434" y="-1"/>
                      <a:pt x="21595" y="0"/>
                    </a:cubicBezTo>
                    <a:cubicBezTo>
                      <a:pt x="33524" y="0"/>
                      <a:pt x="43195" y="9670"/>
                      <a:pt x="43195" y="21600"/>
                    </a:cubicBezTo>
                    <a:cubicBezTo>
                      <a:pt x="43195" y="33529"/>
                      <a:pt x="33524" y="43200"/>
                      <a:pt x="21595" y="43200"/>
                    </a:cubicBezTo>
                    <a:cubicBezTo>
                      <a:pt x="9843" y="43200"/>
                      <a:pt x="247" y="33805"/>
                      <a:pt x="-1" y="22056"/>
                    </a:cubicBezTo>
                  </a:path>
                  <a:path w="43195" h="43200" stroke="0" extrusionOk="0">
                    <a:moveTo>
                      <a:pt x="21114" y="5"/>
                    </a:moveTo>
                    <a:cubicBezTo>
                      <a:pt x="21274" y="1"/>
                      <a:pt x="21434" y="-1"/>
                      <a:pt x="21595" y="0"/>
                    </a:cubicBezTo>
                    <a:cubicBezTo>
                      <a:pt x="33524" y="0"/>
                      <a:pt x="43195" y="9670"/>
                      <a:pt x="43195" y="21600"/>
                    </a:cubicBezTo>
                    <a:cubicBezTo>
                      <a:pt x="43195" y="33529"/>
                      <a:pt x="33524" y="43200"/>
                      <a:pt x="21595" y="43200"/>
                    </a:cubicBezTo>
                    <a:cubicBezTo>
                      <a:pt x="9843" y="43200"/>
                      <a:pt x="247" y="33805"/>
                      <a:pt x="-1" y="22056"/>
                    </a:cubicBezTo>
                    <a:lnTo>
                      <a:pt x="21595" y="21600"/>
                    </a:lnTo>
                    <a:close/>
                  </a:path>
                </a:pathLst>
              </a:custGeom>
              <a:noFill/>
              <a:ln w="9525">
                <a:solidFill>
                  <a:schemeClr val="hlink"/>
                </a:solidFill>
                <a:round/>
              </a:ln>
              <a:effectLst/>
            </p:spPr>
            <p:txBody>
              <a:bodyPr wrap="none" anchor="ctr"/>
              <a:lstStyle/>
              <a:p>
                <a:pPr>
                  <a:defRPr/>
                </a:pPr>
                <a:endParaRPr lang="zh-CN" altLang="en-US"/>
              </a:p>
            </p:txBody>
          </p:sp>
        </p:grpSp>
        <p:grpSp>
          <p:nvGrpSpPr>
            <p:cNvPr id="7" name="Group 63"/>
            <p:cNvGrpSpPr/>
            <p:nvPr userDrawn="1"/>
          </p:nvGrpSpPr>
          <p:grpSpPr bwMode="auto">
            <a:xfrm>
              <a:off x="1480" y="1952"/>
              <a:ext cx="3808" cy="1812"/>
              <a:chOff x="1480" y="1952"/>
              <a:chExt cx="3808" cy="1812"/>
            </a:xfrm>
          </p:grpSpPr>
          <p:sp>
            <p:nvSpPr>
              <p:cNvPr id="8" name="Line 64"/>
              <p:cNvSpPr>
                <a:spLocks noChangeShapeType="1"/>
              </p:cNvSpPr>
              <p:nvPr/>
            </p:nvSpPr>
            <p:spPr bwMode="ltGray">
              <a:xfrm flipV="1">
                <a:off x="1480" y="3442"/>
                <a:ext cx="3808" cy="0"/>
              </a:xfrm>
              <a:prstGeom prst="line">
                <a:avLst/>
              </a:prstGeom>
              <a:noFill/>
              <a:ln w="9525">
                <a:solidFill>
                  <a:schemeClr val="hlink"/>
                </a:solidFill>
                <a:round/>
              </a:ln>
              <a:effectLst/>
            </p:spPr>
            <p:txBody>
              <a:bodyPr wrap="none" anchor="ctr"/>
              <a:lstStyle/>
              <a:p>
                <a:pPr>
                  <a:defRPr/>
                </a:pPr>
                <a:endParaRPr lang="zh-CN" altLang="en-US"/>
              </a:p>
            </p:txBody>
          </p:sp>
          <p:sp>
            <p:nvSpPr>
              <p:cNvPr id="9" name="Line 65"/>
              <p:cNvSpPr>
                <a:spLocks noChangeShapeType="1"/>
              </p:cNvSpPr>
              <p:nvPr/>
            </p:nvSpPr>
            <p:spPr bwMode="ltGray">
              <a:xfrm flipH="1">
                <a:off x="5172" y="1952"/>
                <a:ext cx="0" cy="1812"/>
              </a:xfrm>
              <a:prstGeom prst="line">
                <a:avLst/>
              </a:prstGeom>
              <a:noFill/>
              <a:ln w="9525">
                <a:solidFill>
                  <a:schemeClr val="hlink"/>
                </a:solidFill>
                <a:round/>
              </a:ln>
              <a:effectLst/>
            </p:spPr>
            <p:txBody>
              <a:bodyPr wrap="none" anchor="ctr"/>
              <a:lstStyle/>
              <a:p>
                <a:pPr>
                  <a:defRPr/>
                </a:pPr>
                <a:endParaRPr lang="zh-CN" altLang="en-US"/>
              </a:p>
            </p:txBody>
          </p:sp>
          <p:sp>
            <p:nvSpPr>
              <p:cNvPr id="10" name="Arc 66"/>
              <p:cNvSpPr/>
              <p:nvPr/>
            </p:nvSpPr>
            <p:spPr bwMode="ltGray">
              <a:xfrm rot="5400000">
                <a:off x="5097" y="3347"/>
                <a:ext cx="156" cy="157"/>
              </a:xfrm>
              <a:custGeom>
                <a:avLst/>
                <a:gdLst>
                  <a:gd name="G0" fmla="+- 21595 0 0"/>
                  <a:gd name="G1" fmla="+- 21600 0 0"/>
                  <a:gd name="G2" fmla="+- 21600 0 0"/>
                  <a:gd name="T0" fmla="*/ 21114 w 43195"/>
                  <a:gd name="T1" fmla="*/ 5 h 43200"/>
                  <a:gd name="T2" fmla="*/ 0 w 43195"/>
                  <a:gd name="T3" fmla="*/ 22056 h 43200"/>
                  <a:gd name="T4" fmla="*/ 21595 w 43195"/>
                  <a:gd name="T5" fmla="*/ 21600 h 43200"/>
                </a:gdLst>
                <a:ahLst/>
                <a:cxnLst>
                  <a:cxn ang="0">
                    <a:pos x="T0" y="T1"/>
                  </a:cxn>
                  <a:cxn ang="0">
                    <a:pos x="T2" y="T3"/>
                  </a:cxn>
                  <a:cxn ang="0">
                    <a:pos x="T4" y="T5"/>
                  </a:cxn>
                </a:cxnLst>
                <a:rect l="0" t="0" r="r" b="b"/>
                <a:pathLst>
                  <a:path w="43195" h="43200" fill="none" extrusionOk="0">
                    <a:moveTo>
                      <a:pt x="21114" y="5"/>
                    </a:moveTo>
                    <a:cubicBezTo>
                      <a:pt x="21274" y="1"/>
                      <a:pt x="21434" y="-1"/>
                      <a:pt x="21595" y="0"/>
                    </a:cubicBezTo>
                    <a:cubicBezTo>
                      <a:pt x="33524" y="0"/>
                      <a:pt x="43195" y="9670"/>
                      <a:pt x="43195" y="21600"/>
                    </a:cubicBezTo>
                    <a:cubicBezTo>
                      <a:pt x="43195" y="33529"/>
                      <a:pt x="33524" y="43200"/>
                      <a:pt x="21595" y="43200"/>
                    </a:cubicBezTo>
                    <a:cubicBezTo>
                      <a:pt x="9843" y="43200"/>
                      <a:pt x="247" y="33805"/>
                      <a:pt x="-1" y="22056"/>
                    </a:cubicBezTo>
                  </a:path>
                  <a:path w="43195" h="43200" stroke="0" extrusionOk="0">
                    <a:moveTo>
                      <a:pt x="21114" y="5"/>
                    </a:moveTo>
                    <a:cubicBezTo>
                      <a:pt x="21274" y="1"/>
                      <a:pt x="21434" y="-1"/>
                      <a:pt x="21595" y="0"/>
                    </a:cubicBezTo>
                    <a:cubicBezTo>
                      <a:pt x="33524" y="0"/>
                      <a:pt x="43195" y="9670"/>
                      <a:pt x="43195" y="21600"/>
                    </a:cubicBezTo>
                    <a:cubicBezTo>
                      <a:pt x="43195" y="33529"/>
                      <a:pt x="33524" y="43200"/>
                      <a:pt x="21595" y="43200"/>
                    </a:cubicBezTo>
                    <a:cubicBezTo>
                      <a:pt x="9843" y="43200"/>
                      <a:pt x="247" y="33805"/>
                      <a:pt x="-1" y="22056"/>
                    </a:cubicBezTo>
                    <a:lnTo>
                      <a:pt x="21595" y="21600"/>
                    </a:lnTo>
                    <a:close/>
                  </a:path>
                </a:pathLst>
              </a:custGeom>
              <a:noFill/>
              <a:ln w="9525">
                <a:solidFill>
                  <a:schemeClr val="hlink"/>
                </a:solidFill>
                <a:round/>
              </a:ln>
              <a:effectLst/>
            </p:spPr>
            <p:txBody>
              <a:bodyPr wrap="none" anchor="ctr"/>
              <a:lstStyle/>
              <a:p>
                <a:pPr>
                  <a:defRPr/>
                </a:pPr>
                <a:endParaRPr lang="zh-CN" altLang="en-US"/>
              </a:p>
            </p:txBody>
          </p:sp>
        </p:grpSp>
      </p:grpSp>
      <p:sp>
        <p:nvSpPr>
          <p:cNvPr id="6211" name="Rectangle 67"/>
          <p:cNvSpPr>
            <a:spLocks noGrp="1" noChangeArrowheads="1"/>
          </p:cNvSpPr>
          <p:nvPr>
            <p:ph type="ctrTitle"/>
          </p:nvPr>
        </p:nvSpPr>
        <p:spPr bwMode="auto">
          <a:xfrm>
            <a:off x="990600" y="1752600"/>
            <a:ext cx="7772400" cy="1143000"/>
          </a:xfrm>
          <a:prstGeom prst="rect">
            <a:avLst/>
          </a:prstGeom>
          <a:noFill/>
          <a:ln>
            <a:miter lim="800000"/>
          </a:ln>
        </p:spPr>
        <p:txBody>
          <a:bodyPr vert="horz" wrap="square" lIns="91440" tIns="45720" rIns="91440" bIns="45720" numCol="1" anchor="b" anchorCtr="0" compatLnSpc="1"/>
          <a:lstStyle>
            <a:lvl1pPr>
              <a:defRPr/>
            </a:lvl1pPr>
          </a:lstStyle>
          <a:p>
            <a:r>
              <a:rPr lang="zh-CN" altLang="en-US"/>
              <a:t>单击此处编辑母版标题样式</a:t>
            </a:r>
            <a:endParaRPr lang="zh-CN" altLang="en-US"/>
          </a:p>
        </p:txBody>
      </p:sp>
      <p:sp>
        <p:nvSpPr>
          <p:cNvPr id="6212" name="Rectangle 68" descr="Rectangle: Click to edit Master text styles&#10;Second level&#10;Third level&#10;Fourth level&#10;Fifth level"/>
          <p:cNvSpPr>
            <a:spLocks noGrp="1" noChangeArrowheads="1"/>
          </p:cNvSpPr>
          <p:nvPr>
            <p:ph type="subTitle" idx="1"/>
          </p:nvPr>
        </p:nvSpPr>
        <p:spPr bwMode="auto">
          <a:xfrm>
            <a:off x="990600" y="3309938"/>
            <a:ext cx="6400800" cy="1752600"/>
          </a:xfrm>
          <a:prstGeom prst="rect">
            <a:avLst/>
          </a:prstGeom>
          <a:noFill/>
          <a:ln>
            <a:miter lim="800000"/>
          </a:ln>
        </p:spPr>
        <p:txBody>
          <a:bodyPr vert="horz" wrap="square" lIns="91440" tIns="45720" rIns="91440" bIns="45720" numCol="1" anchor="t" anchorCtr="0" compatLnSpc="1"/>
          <a:lstStyle>
            <a:lvl1pPr marL="0" indent="0">
              <a:buFont typeface="Wingdings" panose="05000000000000000000" pitchFamily="2" charset="2"/>
              <a:buNone/>
              <a:defRPr/>
            </a:lvl1pPr>
          </a:lstStyle>
          <a:p>
            <a:r>
              <a:rPr lang="zh-CN" altLang="en-US"/>
              <a:t>单击此处编辑母版副标题样式</a:t>
            </a:r>
            <a:endParaRPr lang="zh-CN" altLang="en-US"/>
          </a:p>
        </p:txBody>
      </p:sp>
      <p:sp>
        <p:nvSpPr>
          <p:cNvPr id="69" name="Rectangle 69"/>
          <p:cNvSpPr>
            <a:spLocks noGrp="1" noChangeArrowheads="1"/>
          </p:cNvSpPr>
          <p:nvPr>
            <p:ph type="dt" sz="quarter" idx="10"/>
          </p:nvPr>
        </p:nvSpPr>
        <p:spPr bwMode="auto">
          <a:xfrm>
            <a:off x="685800" y="6248400"/>
            <a:ext cx="1905000" cy="457200"/>
          </a:xfrm>
          <a:prstGeom prst="rect">
            <a:avLst/>
          </a:prstGeom>
          <a:ln>
            <a:miter lim="800000"/>
          </a:ln>
        </p:spPr>
        <p:txBody>
          <a:bodyPr vert="horz" wrap="square" lIns="91440" tIns="45720" rIns="91440" bIns="45720" numCol="1" anchor="b" anchorCtr="0" compatLnSpc="1"/>
          <a:lstStyle>
            <a:lvl1pPr>
              <a:lnSpc>
                <a:spcPct val="100000"/>
              </a:lnSpc>
              <a:buFontTx/>
              <a:buNone/>
              <a:defRPr kumimoji="0" sz="1400">
                <a:solidFill>
                  <a:schemeClr val="tx1"/>
                </a:solidFill>
                <a:latin typeface="+mn-lt"/>
                <a:ea typeface="+mn-ea"/>
              </a:defRPr>
            </a:lvl1pPr>
          </a:lstStyle>
          <a:p>
            <a:pPr>
              <a:defRPr/>
            </a:pPr>
            <a:endParaRPr lang="en-US" altLang="zh-CN"/>
          </a:p>
        </p:txBody>
      </p:sp>
      <p:sp>
        <p:nvSpPr>
          <p:cNvPr id="70" name="Rectangle 70"/>
          <p:cNvSpPr>
            <a:spLocks noGrp="1" noChangeArrowheads="1"/>
          </p:cNvSpPr>
          <p:nvPr>
            <p:ph type="ftr" sz="quarter" idx="11"/>
          </p:nvPr>
        </p:nvSpPr>
        <p:spPr bwMode="auto">
          <a:xfrm>
            <a:off x="3124200" y="6248400"/>
            <a:ext cx="2895600" cy="457200"/>
          </a:xfrm>
          <a:prstGeom prst="rect">
            <a:avLst/>
          </a:prstGeom>
          <a:ln>
            <a:miter lim="800000"/>
          </a:ln>
        </p:spPr>
        <p:txBody>
          <a:bodyPr vert="horz" wrap="square" lIns="91440" tIns="45720" rIns="91440" bIns="45720" numCol="1" anchor="b" anchorCtr="0" compatLnSpc="1"/>
          <a:lstStyle>
            <a:lvl1pPr algn="ctr">
              <a:lnSpc>
                <a:spcPct val="100000"/>
              </a:lnSpc>
              <a:buFontTx/>
              <a:buNone/>
              <a:defRPr kumimoji="0" sz="1400">
                <a:solidFill>
                  <a:schemeClr val="tx1"/>
                </a:solidFill>
                <a:latin typeface="+mn-lt"/>
                <a:ea typeface="+mn-ea"/>
              </a:defRPr>
            </a:lvl1pPr>
          </a:lstStyle>
          <a:p>
            <a:pPr>
              <a:defRPr/>
            </a:pPr>
            <a:endParaRPr lang="en-US" altLang="zh-CN"/>
          </a:p>
        </p:txBody>
      </p:sp>
      <p:sp>
        <p:nvSpPr>
          <p:cNvPr id="71" name="Rectangle 71"/>
          <p:cNvSpPr>
            <a:spLocks noGrp="1" noChangeArrowheads="1"/>
          </p:cNvSpPr>
          <p:nvPr>
            <p:ph type="sldNum" sz="quarter" idx="12"/>
          </p:nvPr>
        </p:nvSpPr>
        <p:spPr bwMode="auto">
          <a:xfrm>
            <a:off x="6553200" y="6248400"/>
            <a:ext cx="1905000" cy="457200"/>
          </a:xfrm>
          <a:prstGeom prst="rect">
            <a:avLst/>
          </a:prstGeom>
          <a:ln>
            <a:miter lim="800000"/>
          </a:ln>
        </p:spPr>
        <p:txBody>
          <a:bodyPr vert="horz" wrap="square" lIns="91440" tIns="45720" rIns="91440" bIns="45720" numCol="1" anchor="b" anchorCtr="0" compatLnSpc="1"/>
          <a:lstStyle>
            <a:lvl1pPr algn="r">
              <a:lnSpc>
                <a:spcPct val="100000"/>
              </a:lnSpc>
              <a:buFontTx/>
              <a:buNone/>
              <a:defRPr kumimoji="0" sz="1400">
                <a:solidFill>
                  <a:schemeClr val="tx1"/>
                </a:solidFill>
                <a:latin typeface="Tahoma" panose="020B0604030504040204" pitchFamily="34" charset="0"/>
                <a:ea typeface="宋体" panose="02010600030101010101" pitchFamily="2" charset="-122"/>
              </a:defRPr>
            </a:lvl1pPr>
          </a:lstStyle>
          <a:p>
            <a:fld id="{5E9702FD-B3F6-420C-A21A-8F05E8822967}" type="slidenum">
              <a:rPr lang="en-US" altLang="zh-CN"/>
            </a:fld>
            <a:endParaRPr lang="en-US" altLang="zh-CN"/>
          </a:p>
        </p:txBody>
      </p:sp>
    </p:spTree>
  </p:cSld>
  <p:clrMapOvr>
    <a:masterClrMapping/>
  </p:clrMapOvr>
  <p:transition>
    <p:wipe dir="r"/>
  </p:transition>
</p:sldLayout>
</file>

<file path=ppt/slideLayouts/slideLayout74.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a:xfrm>
            <a:off x="457200" y="1600200"/>
            <a:ext cx="8229600" cy="4525963"/>
          </a:xfrm>
          <a:prstGeom prst="rect">
            <a:avLst/>
          </a:prstGeo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Tree>
  </p:cSld>
  <p:clrMapOvr>
    <a:masterClrMapping/>
  </p:clrMapOvr>
  <p:transition>
    <p:wipe dir="r"/>
  </p:transition>
</p:sldLayout>
</file>

<file path=ppt/slideLayouts/slideLayout75.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a:prstGeom prst="rect">
            <a:avLst/>
          </a:prstGeom>
        </p:spPr>
        <p:txBody>
          <a:bodyPr anchor="t"/>
          <a:lstStyle>
            <a:lvl1pPr algn="l">
              <a:defRPr sz="4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313" y="2906713"/>
            <a:ext cx="7772400" cy="1500187"/>
          </a:xfrm>
          <a:prstGeom prst="rect">
            <a:avLst/>
          </a:prstGeo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smtClean="0"/>
              <a:t>单击此处编辑母版文本样式</a:t>
            </a:r>
            <a:endParaRPr lang="zh-CN" altLang="en-US" smtClean="0"/>
          </a:p>
        </p:txBody>
      </p:sp>
    </p:spTree>
  </p:cSld>
  <p:clrMapOvr>
    <a:masterClrMapping/>
  </p:clrMapOvr>
  <p:transition>
    <p:wipe dir="r"/>
  </p:transition>
</p:sldLayout>
</file>

<file path=ppt/slideLayouts/slideLayout76.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457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nvPr>
        </p:nvSpPr>
        <p:spPr>
          <a:xfrm>
            <a:off x="4648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Tree>
  </p:cSld>
  <p:clrMapOvr>
    <a:masterClrMapping/>
  </p:clrMapOvr>
  <p:transition>
    <p:wipe dir="r"/>
  </p:transition>
</p:sldLayout>
</file>

<file path=ppt/slideLayouts/slideLayout77.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535113"/>
            <a:ext cx="4040188"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4" name="内容占位符 3"/>
          <p:cNvSpPr>
            <a:spLocks noGrp="1"/>
          </p:cNvSpPr>
          <p:nvPr>
            <p:ph sz="half" idx="2"/>
          </p:nvPr>
        </p:nvSpPr>
        <p:spPr>
          <a:xfrm>
            <a:off x="457200" y="2174875"/>
            <a:ext cx="4040188"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p:nvPr>
        </p:nvSpPr>
        <p:spPr>
          <a:xfrm>
            <a:off x="4645025" y="1535113"/>
            <a:ext cx="4041775"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6" name="内容占位符 5"/>
          <p:cNvSpPr>
            <a:spLocks noGrp="1"/>
          </p:cNvSpPr>
          <p:nvPr>
            <p:ph sz="quarter" idx="4"/>
          </p:nvPr>
        </p:nvSpPr>
        <p:spPr>
          <a:xfrm>
            <a:off x="4645025" y="2174875"/>
            <a:ext cx="4041775"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Tree>
  </p:cSld>
  <p:clrMapOvr>
    <a:masterClrMapping/>
  </p:clrMapOvr>
  <p:transition>
    <p:wipe dir="r"/>
  </p:transition>
</p:sldLayout>
</file>

<file path=ppt/slideLayouts/slideLayout78.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smtClean="0"/>
              <a:t>单击此处编辑母版标题样式</a:t>
            </a:r>
            <a:endParaRPr lang="zh-CN" altLang="en-US"/>
          </a:p>
        </p:txBody>
      </p:sp>
    </p:spTree>
  </p:cSld>
  <p:clrMapOvr>
    <a:masterClrMapping/>
  </p:clrMapOvr>
  <p:transition>
    <p:wipe dir="r"/>
  </p:transition>
</p:sldLayout>
</file>

<file path=ppt/slideLayouts/slideLayout7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transition>
    <p:wipe dir="r"/>
  </p:transition>
</p:sldLayout>
</file>

<file path=ppt/slideLayouts/slideLayout80.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a:prstGeom prst="rect">
            <a:avLst/>
          </a:prstGeom>
        </p:spPr>
        <p:txBody>
          <a:bodyPr anchor="b"/>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050" y="273050"/>
            <a:ext cx="5111750" cy="5853113"/>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文本占位符 3"/>
          <p:cNvSpPr>
            <a:spLocks noGrp="1"/>
          </p:cNvSpPr>
          <p:nvPr>
            <p:ph type="body" sz="half" idx="2"/>
          </p:nvPr>
        </p:nvSpPr>
        <p:spPr>
          <a:xfrm>
            <a:off x="457200" y="1435100"/>
            <a:ext cx="3008313" cy="4691063"/>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endParaRPr lang="zh-CN" altLang="en-US" smtClean="0"/>
          </a:p>
        </p:txBody>
      </p:sp>
    </p:spTree>
  </p:cSld>
  <p:clrMapOvr>
    <a:masterClrMapping/>
  </p:clrMapOvr>
  <p:transition>
    <p:wipe dir="r"/>
  </p:transition>
</p:sldLayout>
</file>

<file path=ppt/slideLayouts/slideLayout81.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a:prstGeom prst="rect">
            <a:avLst/>
          </a:prstGeom>
        </p:spPr>
        <p:txBody>
          <a:bodyPr anchor="b"/>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612775"/>
            <a:ext cx="5486400" cy="41148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smtClean="0"/>
          </a:p>
        </p:txBody>
      </p:sp>
      <p:sp>
        <p:nvSpPr>
          <p:cNvPr id="4" name="文本占位符 3"/>
          <p:cNvSpPr>
            <a:spLocks noGrp="1"/>
          </p:cNvSpPr>
          <p:nvPr>
            <p:ph type="body" sz="half" idx="2"/>
          </p:nvPr>
        </p:nvSpPr>
        <p:spPr>
          <a:xfrm>
            <a:off x="1792288" y="5367338"/>
            <a:ext cx="5486400" cy="80486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endParaRPr lang="zh-CN" altLang="en-US" smtClean="0"/>
          </a:p>
        </p:txBody>
      </p:sp>
    </p:spTree>
  </p:cSld>
  <p:clrMapOvr>
    <a:masterClrMapping/>
  </p:clrMapOvr>
  <p:transition>
    <p:wipe dir="r"/>
  </p:transition>
</p:sldLayout>
</file>

<file path=ppt/slideLayouts/slideLayout82.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457200" y="1600200"/>
            <a:ext cx="8229600" cy="4525963"/>
          </a:xfrm>
          <a:prstGeom prst="rect">
            <a:avLst/>
          </a:prstGeo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Tree>
  </p:cSld>
  <p:clrMapOvr>
    <a:masterClrMapping/>
  </p:clrMapOvr>
  <p:transition>
    <p:wipe dir="r"/>
  </p:transition>
</p:sldLayout>
</file>

<file path=ppt/slideLayouts/slideLayout83.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a:prstGeom prst="rect">
            <a:avLst/>
          </a:prstGeo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457200" y="274638"/>
            <a:ext cx="6019800" cy="5851525"/>
          </a:xfrm>
          <a:prstGeom prst="rect">
            <a:avLst/>
          </a:prstGeo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Tree>
  </p:cSld>
  <p:clrMapOvr>
    <a:masterClrMapping/>
  </p:clrMapOvr>
  <p:transition>
    <p:wipe dir="r"/>
  </p:transition>
</p:sldLayout>
</file>

<file path=ppt/slideLayouts/slideLayout84.xml><?xml version="1.0" encoding="utf-8"?>
<p:sldLayout xmlns:a="http://schemas.openxmlformats.org/drawingml/2006/main" xmlns:r="http://schemas.openxmlformats.org/officeDocument/2006/relationships" xmlns:p="http://schemas.openxmlformats.org/presentationml/2006/main" type="objOnly">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685800" y="609600"/>
            <a:ext cx="7772400" cy="5486400"/>
          </a:xfrm>
          <a:prstGeom prst="rect">
            <a:avLst/>
          </a:prstGeo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3" name="日期占位符 2"/>
          <p:cNvSpPr>
            <a:spLocks noGrp="1"/>
          </p:cNvSpPr>
          <p:nvPr>
            <p:ph type="dt" sz="half" idx="10"/>
          </p:nvPr>
        </p:nvSpPr>
        <p:spPr>
          <a:xfrm>
            <a:off x="685800" y="6248400"/>
            <a:ext cx="1905000" cy="457200"/>
          </a:xfrm>
          <a:prstGeom prst="rect">
            <a:avLst/>
          </a:prstGeom>
        </p:spPr>
        <p:txBody>
          <a:bodyPr/>
          <a:lstStyle>
            <a:lvl1pPr>
              <a:defRPr/>
            </a:lvl1pPr>
          </a:lstStyle>
          <a:p>
            <a:endParaRPr lang="en-US" altLang="zh-CN"/>
          </a:p>
        </p:txBody>
      </p:sp>
      <p:sp>
        <p:nvSpPr>
          <p:cNvPr id="4" name="页脚占位符 3"/>
          <p:cNvSpPr>
            <a:spLocks noGrp="1"/>
          </p:cNvSpPr>
          <p:nvPr>
            <p:ph type="ftr" sz="quarter" idx="11"/>
          </p:nvPr>
        </p:nvSpPr>
        <p:spPr>
          <a:xfrm>
            <a:off x="3124200" y="6248400"/>
            <a:ext cx="2895600" cy="457200"/>
          </a:xfrm>
          <a:prstGeom prst="rect">
            <a:avLst/>
          </a:prstGeom>
        </p:spPr>
        <p:txBody>
          <a:bodyPr/>
          <a:lstStyle>
            <a:lvl1pPr>
              <a:defRPr/>
            </a:lvl1pPr>
          </a:lstStyle>
          <a:p>
            <a:endParaRPr lang="en-US" altLang="zh-CN"/>
          </a:p>
        </p:txBody>
      </p:sp>
      <p:sp>
        <p:nvSpPr>
          <p:cNvPr id="5" name="灯片编号占位符 4"/>
          <p:cNvSpPr>
            <a:spLocks noGrp="1"/>
          </p:cNvSpPr>
          <p:nvPr>
            <p:ph type="sldNum" sz="quarter" idx="12"/>
          </p:nvPr>
        </p:nvSpPr>
        <p:spPr>
          <a:xfrm>
            <a:off x="6553200" y="6248400"/>
            <a:ext cx="1905000" cy="457200"/>
          </a:xfrm>
          <a:prstGeom prst="rect">
            <a:avLst/>
          </a:prstGeom>
        </p:spPr>
        <p:txBody>
          <a:bodyPr/>
          <a:lstStyle>
            <a:lvl1pPr>
              <a:defRPr/>
            </a:lvl1pPr>
          </a:lstStyle>
          <a:p>
            <a:fld id="{1B734201-4F60-46F2-A162-2F7728C20015}" type="slidenum">
              <a:rPr lang="zh-CN" altLang="en-US"/>
            </a:fld>
            <a:endParaRPr lang="en-US" altLang="zh-CN"/>
          </a:p>
        </p:txBody>
      </p:sp>
    </p:spTree>
  </p:cSld>
  <p:clrMapOvr>
    <a:masterClrMapping/>
  </p:clrMapOvr>
  <p:transition>
    <p:wipe dir="r"/>
  </p:transition>
</p:sldLayout>
</file>

<file path=ppt/slideLayouts/slideLayout85.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grpSp>
        <p:nvGrpSpPr>
          <p:cNvPr id="4" name="Group 2"/>
          <p:cNvGrpSpPr/>
          <p:nvPr/>
        </p:nvGrpSpPr>
        <p:grpSpPr bwMode="auto">
          <a:xfrm>
            <a:off x="0" y="0"/>
            <a:ext cx="9144000" cy="6858000"/>
            <a:chOff x="0" y="0"/>
            <a:chExt cx="5760" cy="4320"/>
          </a:xfrm>
        </p:grpSpPr>
        <p:grpSp>
          <p:nvGrpSpPr>
            <p:cNvPr id="5" name="Group 3"/>
            <p:cNvGrpSpPr/>
            <p:nvPr/>
          </p:nvGrpSpPr>
          <p:grpSpPr bwMode="auto">
            <a:xfrm>
              <a:off x="0" y="0"/>
              <a:ext cx="5760" cy="4320"/>
              <a:chOff x="0" y="0"/>
              <a:chExt cx="5760" cy="4320"/>
            </a:xfrm>
          </p:grpSpPr>
          <p:sp>
            <p:nvSpPr>
              <p:cNvPr id="15" name="Rectangle 4"/>
              <p:cNvSpPr>
                <a:spLocks noChangeArrowheads="1"/>
              </p:cNvSpPr>
              <p:nvPr/>
            </p:nvSpPr>
            <p:spPr bwMode="ltGray">
              <a:xfrm>
                <a:off x="2112" y="0"/>
                <a:ext cx="3648" cy="96"/>
              </a:xfrm>
              <a:prstGeom prst="rect">
                <a:avLst/>
              </a:prstGeom>
              <a:solidFill>
                <a:schemeClr val="folHlink"/>
              </a:solidFill>
              <a:ln w="9525">
                <a:noFill/>
                <a:miter lim="800000"/>
              </a:ln>
              <a:effectLst/>
            </p:spPr>
            <p:txBody>
              <a:bodyPr wrap="none" anchor="ctr"/>
              <a:lstStyle/>
              <a:p>
                <a:pPr>
                  <a:defRPr/>
                </a:pPr>
                <a:endParaRPr lang="zh-CN" altLang="en-US"/>
              </a:p>
            </p:txBody>
          </p:sp>
          <p:grpSp>
            <p:nvGrpSpPr>
              <p:cNvPr id="16" name="Group 5"/>
              <p:cNvGrpSpPr/>
              <p:nvPr userDrawn="1"/>
            </p:nvGrpSpPr>
            <p:grpSpPr bwMode="auto">
              <a:xfrm>
                <a:off x="0" y="0"/>
                <a:ext cx="5760" cy="4320"/>
                <a:chOff x="0" y="0"/>
                <a:chExt cx="5760" cy="4320"/>
              </a:xfrm>
            </p:grpSpPr>
            <p:sp>
              <p:nvSpPr>
                <p:cNvPr id="18" name="Line 6"/>
                <p:cNvSpPr>
                  <a:spLocks noChangeShapeType="1"/>
                </p:cNvSpPr>
                <p:nvPr/>
              </p:nvSpPr>
              <p:spPr bwMode="white">
                <a:xfrm>
                  <a:off x="0" y="192"/>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19" name="Line 7"/>
                <p:cNvSpPr>
                  <a:spLocks noChangeShapeType="1"/>
                </p:cNvSpPr>
                <p:nvPr/>
              </p:nvSpPr>
              <p:spPr bwMode="white">
                <a:xfrm>
                  <a:off x="0" y="384"/>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20" name="Line 8"/>
                <p:cNvSpPr>
                  <a:spLocks noChangeShapeType="1"/>
                </p:cNvSpPr>
                <p:nvPr/>
              </p:nvSpPr>
              <p:spPr bwMode="white">
                <a:xfrm>
                  <a:off x="0" y="576"/>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21" name="Line 9"/>
                <p:cNvSpPr>
                  <a:spLocks noChangeShapeType="1"/>
                </p:cNvSpPr>
                <p:nvPr/>
              </p:nvSpPr>
              <p:spPr bwMode="white">
                <a:xfrm>
                  <a:off x="0" y="768"/>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22" name="Line 10"/>
                <p:cNvSpPr>
                  <a:spLocks noChangeShapeType="1"/>
                </p:cNvSpPr>
                <p:nvPr/>
              </p:nvSpPr>
              <p:spPr bwMode="white">
                <a:xfrm>
                  <a:off x="0" y="960"/>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23" name="Line 11"/>
                <p:cNvSpPr>
                  <a:spLocks noChangeShapeType="1"/>
                </p:cNvSpPr>
                <p:nvPr/>
              </p:nvSpPr>
              <p:spPr bwMode="white">
                <a:xfrm>
                  <a:off x="0" y="1152"/>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24" name="Line 12"/>
                <p:cNvSpPr>
                  <a:spLocks noChangeShapeType="1"/>
                </p:cNvSpPr>
                <p:nvPr/>
              </p:nvSpPr>
              <p:spPr bwMode="white">
                <a:xfrm>
                  <a:off x="0" y="1344"/>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25" name="Line 13"/>
                <p:cNvSpPr>
                  <a:spLocks noChangeShapeType="1"/>
                </p:cNvSpPr>
                <p:nvPr/>
              </p:nvSpPr>
              <p:spPr bwMode="white">
                <a:xfrm>
                  <a:off x="0" y="1536"/>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26" name="Line 14"/>
                <p:cNvSpPr>
                  <a:spLocks noChangeShapeType="1"/>
                </p:cNvSpPr>
                <p:nvPr/>
              </p:nvSpPr>
              <p:spPr bwMode="white">
                <a:xfrm>
                  <a:off x="0" y="1728"/>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27" name="Line 15"/>
                <p:cNvSpPr>
                  <a:spLocks noChangeShapeType="1"/>
                </p:cNvSpPr>
                <p:nvPr/>
              </p:nvSpPr>
              <p:spPr bwMode="white">
                <a:xfrm>
                  <a:off x="0" y="1920"/>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28" name="Line 16"/>
                <p:cNvSpPr>
                  <a:spLocks noChangeShapeType="1"/>
                </p:cNvSpPr>
                <p:nvPr/>
              </p:nvSpPr>
              <p:spPr bwMode="white">
                <a:xfrm>
                  <a:off x="0" y="2112"/>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29" name="Line 17"/>
                <p:cNvSpPr>
                  <a:spLocks noChangeShapeType="1"/>
                </p:cNvSpPr>
                <p:nvPr/>
              </p:nvSpPr>
              <p:spPr bwMode="white">
                <a:xfrm>
                  <a:off x="0" y="2304"/>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30" name="Line 18"/>
                <p:cNvSpPr>
                  <a:spLocks noChangeShapeType="1"/>
                </p:cNvSpPr>
                <p:nvPr/>
              </p:nvSpPr>
              <p:spPr bwMode="white">
                <a:xfrm>
                  <a:off x="0" y="2496"/>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31" name="Line 19"/>
                <p:cNvSpPr>
                  <a:spLocks noChangeShapeType="1"/>
                </p:cNvSpPr>
                <p:nvPr/>
              </p:nvSpPr>
              <p:spPr bwMode="white">
                <a:xfrm>
                  <a:off x="0" y="2688"/>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32" name="Line 20"/>
                <p:cNvSpPr>
                  <a:spLocks noChangeShapeType="1"/>
                </p:cNvSpPr>
                <p:nvPr/>
              </p:nvSpPr>
              <p:spPr bwMode="white">
                <a:xfrm>
                  <a:off x="0" y="2880"/>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33" name="Line 21"/>
                <p:cNvSpPr>
                  <a:spLocks noChangeShapeType="1"/>
                </p:cNvSpPr>
                <p:nvPr/>
              </p:nvSpPr>
              <p:spPr bwMode="white">
                <a:xfrm>
                  <a:off x="0" y="3072"/>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34" name="Line 22"/>
                <p:cNvSpPr>
                  <a:spLocks noChangeShapeType="1"/>
                </p:cNvSpPr>
                <p:nvPr/>
              </p:nvSpPr>
              <p:spPr bwMode="white">
                <a:xfrm>
                  <a:off x="0" y="3264"/>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35" name="Line 23"/>
                <p:cNvSpPr>
                  <a:spLocks noChangeShapeType="1"/>
                </p:cNvSpPr>
                <p:nvPr/>
              </p:nvSpPr>
              <p:spPr bwMode="white">
                <a:xfrm>
                  <a:off x="0" y="3456"/>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36" name="Line 24"/>
                <p:cNvSpPr>
                  <a:spLocks noChangeShapeType="1"/>
                </p:cNvSpPr>
                <p:nvPr/>
              </p:nvSpPr>
              <p:spPr bwMode="white">
                <a:xfrm>
                  <a:off x="0" y="3648"/>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37" name="Line 25"/>
                <p:cNvSpPr>
                  <a:spLocks noChangeShapeType="1"/>
                </p:cNvSpPr>
                <p:nvPr/>
              </p:nvSpPr>
              <p:spPr bwMode="white">
                <a:xfrm>
                  <a:off x="0" y="3840"/>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38" name="Line 26"/>
                <p:cNvSpPr>
                  <a:spLocks noChangeShapeType="1"/>
                </p:cNvSpPr>
                <p:nvPr/>
              </p:nvSpPr>
              <p:spPr bwMode="white">
                <a:xfrm>
                  <a:off x="0" y="4032"/>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39" name="Line 27"/>
                <p:cNvSpPr>
                  <a:spLocks noChangeShapeType="1"/>
                </p:cNvSpPr>
                <p:nvPr/>
              </p:nvSpPr>
              <p:spPr bwMode="white">
                <a:xfrm>
                  <a:off x="0" y="4224"/>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40" name="Line 28"/>
                <p:cNvSpPr>
                  <a:spLocks noChangeShapeType="1"/>
                </p:cNvSpPr>
                <p:nvPr/>
              </p:nvSpPr>
              <p:spPr bwMode="white">
                <a:xfrm>
                  <a:off x="192"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41" name="Line 29"/>
                <p:cNvSpPr>
                  <a:spLocks noChangeShapeType="1"/>
                </p:cNvSpPr>
                <p:nvPr/>
              </p:nvSpPr>
              <p:spPr bwMode="white">
                <a:xfrm>
                  <a:off x="384"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42" name="Line 30"/>
                <p:cNvSpPr>
                  <a:spLocks noChangeShapeType="1"/>
                </p:cNvSpPr>
                <p:nvPr/>
              </p:nvSpPr>
              <p:spPr bwMode="white">
                <a:xfrm>
                  <a:off x="576"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43" name="Line 31"/>
                <p:cNvSpPr>
                  <a:spLocks noChangeShapeType="1"/>
                </p:cNvSpPr>
                <p:nvPr/>
              </p:nvSpPr>
              <p:spPr bwMode="white">
                <a:xfrm>
                  <a:off x="768"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44" name="Line 32"/>
                <p:cNvSpPr>
                  <a:spLocks noChangeShapeType="1"/>
                </p:cNvSpPr>
                <p:nvPr/>
              </p:nvSpPr>
              <p:spPr bwMode="white">
                <a:xfrm>
                  <a:off x="960"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45" name="Line 33"/>
                <p:cNvSpPr>
                  <a:spLocks noChangeShapeType="1"/>
                </p:cNvSpPr>
                <p:nvPr/>
              </p:nvSpPr>
              <p:spPr bwMode="white">
                <a:xfrm>
                  <a:off x="1152"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46" name="Line 34"/>
                <p:cNvSpPr>
                  <a:spLocks noChangeShapeType="1"/>
                </p:cNvSpPr>
                <p:nvPr/>
              </p:nvSpPr>
              <p:spPr bwMode="white">
                <a:xfrm>
                  <a:off x="1344"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47" name="Line 35"/>
                <p:cNvSpPr>
                  <a:spLocks noChangeShapeType="1"/>
                </p:cNvSpPr>
                <p:nvPr/>
              </p:nvSpPr>
              <p:spPr bwMode="white">
                <a:xfrm>
                  <a:off x="1536"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48" name="Line 36"/>
                <p:cNvSpPr>
                  <a:spLocks noChangeShapeType="1"/>
                </p:cNvSpPr>
                <p:nvPr/>
              </p:nvSpPr>
              <p:spPr bwMode="white">
                <a:xfrm>
                  <a:off x="1728"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49" name="Line 37"/>
                <p:cNvSpPr>
                  <a:spLocks noChangeShapeType="1"/>
                </p:cNvSpPr>
                <p:nvPr/>
              </p:nvSpPr>
              <p:spPr bwMode="white">
                <a:xfrm>
                  <a:off x="1920"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50" name="Line 38"/>
                <p:cNvSpPr>
                  <a:spLocks noChangeShapeType="1"/>
                </p:cNvSpPr>
                <p:nvPr/>
              </p:nvSpPr>
              <p:spPr bwMode="white">
                <a:xfrm>
                  <a:off x="2112"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51" name="Line 39"/>
                <p:cNvSpPr>
                  <a:spLocks noChangeShapeType="1"/>
                </p:cNvSpPr>
                <p:nvPr/>
              </p:nvSpPr>
              <p:spPr bwMode="white">
                <a:xfrm>
                  <a:off x="2304"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52" name="Line 40"/>
                <p:cNvSpPr>
                  <a:spLocks noChangeShapeType="1"/>
                </p:cNvSpPr>
                <p:nvPr/>
              </p:nvSpPr>
              <p:spPr bwMode="white">
                <a:xfrm>
                  <a:off x="2496"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53" name="Line 41"/>
                <p:cNvSpPr>
                  <a:spLocks noChangeShapeType="1"/>
                </p:cNvSpPr>
                <p:nvPr/>
              </p:nvSpPr>
              <p:spPr bwMode="white">
                <a:xfrm>
                  <a:off x="2688"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54" name="Line 42"/>
                <p:cNvSpPr>
                  <a:spLocks noChangeShapeType="1"/>
                </p:cNvSpPr>
                <p:nvPr/>
              </p:nvSpPr>
              <p:spPr bwMode="white">
                <a:xfrm>
                  <a:off x="2880"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55" name="Line 43"/>
                <p:cNvSpPr>
                  <a:spLocks noChangeShapeType="1"/>
                </p:cNvSpPr>
                <p:nvPr/>
              </p:nvSpPr>
              <p:spPr bwMode="white">
                <a:xfrm>
                  <a:off x="3072"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56" name="Line 44"/>
                <p:cNvSpPr>
                  <a:spLocks noChangeShapeType="1"/>
                </p:cNvSpPr>
                <p:nvPr/>
              </p:nvSpPr>
              <p:spPr bwMode="white">
                <a:xfrm>
                  <a:off x="3264"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57" name="Line 45"/>
                <p:cNvSpPr>
                  <a:spLocks noChangeShapeType="1"/>
                </p:cNvSpPr>
                <p:nvPr/>
              </p:nvSpPr>
              <p:spPr bwMode="white">
                <a:xfrm>
                  <a:off x="3456"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58" name="Line 46"/>
                <p:cNvSpPr>
                  <a:spLocks noChangeShapeType="1"/>
                </p:cNvSpPr>
                <p:nvPr/>
              </p:nvSpPr>
              <p:spPr bwMode="white">
                <a:xfrm>
                  <a:off x="3648"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59" name="Line 47"/>
                <p:cNvSpPr>
                  <a:spLocks noChangeShapeType="1"/>
                </p:cNvSpPr>
                <p:nvPr/>
              </p:nvSpPr>
              <p:spPr bwMode="white">
                <a:xfrm>
                  <a:off x="3840"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60" name="Line 48"/>
                <p:cNvSpPr>
                  <a:spLocks noChangeShapeType="1"/>
                </p:cNvSpPr>
                <p:nvPr/>
              </p:nvSpPr>
              <p:spPr bwMode="white">
                <a:xfrm>
                  <a:off x="4032"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61" name="Line 49"/>
                <p:cNvSpPr>
                  <a:spLocks noChangeShapeType="1"/>
                </p:cNvSpPr>
                <p:nvPr/>
              </p:nvSpPr>
              <p:spPr bwMode="white">
                <a:xfrm>
                  <a:off x="4224"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62" name="Line 50"/>
                <p:cNvSpPr>
                  <a:spLocks noChangeShapeType="1"/>
                </p:cNvSpPr>
                <p:nvPr/>
              </p:nvSpPr>
              <p:spPr bwMode="white">
                <a:xfrm>
                  <a:off x="4416"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63" name="Line 51"/>
                <p:cNvSpPr>
                  <a:spLocks noChangeShapeType="1"/>
                </p:cNvSpPr>
                <p:nvPr/>
              </p:nvSpPr>
              <p:spPr bwMode="white">
                <a:xfrm>
                  <a:off x="4608"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64" name="Line 52"/>
                <p:cNvSpPr>
                  <a:spLocks noChangeShapeType="1"/>
                </p:cNvSpPr>
                <p:nvPr/>
              </p:nvSpPr>
              <p:spPr bwMode="white">
                <a:xfrm>
                  <a:off x="4800"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65" name="Line 53"/>
                <p:cNvSpPr>
                  <a:spLocks noChangeShapeType="1"/>
                </p:cNvSpPr>
                <p:nvPr/>
              </p:nvSpPr>
              <p:spPr bwMode="white">
                <a:xfrm>
                  <a:off x="4992"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66" name="Line 54"/>
                <p:cNvSpPr>
                  <a:spLocks noChangeShapeType="1"/>
                </p:cNvSpPr>
                <p:nvPr/>
              </p:nvSpPr>
              <p:spPr bwMode="white">
                <a:xfrm>
                  <a:off x="5184"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67" name="Line 55"/>
                <p:cNvSpPr>
                  <a:spLocks noChangeShapeType="1"/>
                </p:cNvSpPr>
                <p:nvPr/>
              </p:nvSpPr>
              <p:spPr bwMode="white">
                <a:xfrm>
                  <a:off x="5376"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68" name="Line 56"/>
                <p:cNvSpPr>
                  <a:spLocks noChangeShapeType="1"/>
                </p:cNvSpPr>
                <p:nvPr/>
              </p:nvSpPr>
              <p:spPr bwMode="white">
                <a:xfrm>
                  <a:off x="5568"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grpSp>
          <p:sp>
            <p:nvSpPr>
              <p:cNvPr id="17" name="Line 57"/>
              <p:cNvSpPr>
                <a:spLocks noChangeShapeType="1"/>
              </p:cNvSpPr>
              <p:nvPr/>
            </p:nvSpPr>
            <p:spPr bwMode="ltGray">
              <a:xfrm>
                <a:off x="5568" y="0"/>
                <a:ext cx="0" cy="1488"/>
              </a:xfrm>
              <a:prstGeom prst="line">
                <a:avLst/>
              </a:prstGeom>
              <a:noFill/>
              <a:ln w="9525">
                <a:solidFill>
                  <a:schemeClr val="hlink"/>
                </a:solidFill>
                <a:round/>
              </a:ln>
              <a:effectLst/>
            </p:spPr>
            <p:txBody>
              <a:bodyPr wrap="none" anchor="ctr"/>
              <a:lstStyle/>
              <a:p>
                <a:pPr>
                  <a:defRPr/>
                </a:pPr>
                <a:endParaRPr lang="zh-CN" altLang="en-US"/>
              </a:p>
            </p:txBody>
          </p:sp>
        </p:grpSp>
        <p:grpSp>
          <p:nvGrpSpPr>
            <p:cNvPr id="6" name="Group 58"/>
            <p:cNvGrpSpPr/>
            <p:nvPr userDrawn="1"/>
          </p:nvGrpSpPr>
          <p:grpSpPr bwMode="auto">
            <a:xfrm>
              <a:off x="3" y="559"/>
              <a:ext cx="4192" cy="1796"/>
              <a:chOff x="3" y="559"/>
              <a:chExt cx="4192" cy="1796"/>
            </a:xfrm>
          </p:grpSpPr>
          <p:sp>
            <p:nvSpPr>
              <p:cNvPr id="11" name="Line 59"/>
              <p:cNvSpPr>
                <a:spLocks noChangeShapeType="1"/>
              </p:cNvSpPr>
              <p:nvPr/>
            </p:nvSpPr>
            <p:spPr bwMode="ltGray">
              <a:xfrm>
                <a:off x="506" y="559"/>
                <a:ext cx="0" cy="1796"/>
              </a:xfrm>
              <a:prstGeom prst="line">
                <a:avLst/>
              </a:prstGeom>
              <a:noFill/>
              <a:ln w="9525">
                <a:solidFill>
                  <a:schemeClr val="hlink"/>
                </a:solidFill>
                <a:round/>
              </a:ln>
              <a:effectLst/>
            </p:spPr>
            <p:txBody>
              <a:bodyPr wrap="none" anchor="ctr"/>
              <a:lstStyle/>
              <a:p>
                <a:pPr>
                  <a:defRPr/>
                </a:pPr>
                <a:endParaRPr lang="zh-CN" altLang="en-US"/>
              </a:p>
            </p:txBody>
          </p:sp>
          <p:sp>
            <p:nvSpPr>
              <p:cNvPr id="12" name="Line 60"/>
              <p:cNvSpPr>
                <a:spLocks noChangeShapeType="1"/>
              </p:cNvSpPr>
              <p:nvPr/>
            </p:nvSpPr>
            <p:spPr bwMode="ltGray">
              <a:xfrm flipH="1" flipV="1">
                <a:off x="3" y="1924"/>
                <a:ext cx="3211" cy="1"/>
              </a:xfrm>
              <a:prstGeom prst="line">
                <a:avLst/>
              </a:prstGeom>
              <a:noFill/>
              <a:ln w="9525">
                <a:solidFill>
                  <a:schemeClr val="hlink"/>
                </a:solidFill>
                <a:round/>
              </a:ln>
              <a:effectLst/>
            </p:spPr>
            <p:txBody>
              <a:bodyPr wrap="none" anchor="ctr"/>
              <a:lstStyle/>
              <a:p>
                <a:pPr>
                  <a:defRPr/>
                </a:pPr>
                <a:endParaRPr lang="zh-CN" altLang="en-US"/>
              </a:p>
            </p:txBody>
          </p:sp>
          <p:sp>
            <p:nvSpPr>
              <p:cNvPr id="13" name="Line 61"/>
              <p:cNvSpPr>
                <a:spLocks noChangeShapeType="1"/>
              </p:cNvSpPr>
              <p:nvPr/>
            </p:nvSpPr>
            <p:spPr bwMode="ltGray">
              <a:xfrm flipH="1" flipV="1">
                <a:off x="384" y="938"/>
                <a:ext cx="3811" cy="1"/>
              </a:xfrm>
              <a:prstGeom prst="line">
                <a:avLst/>
              </a:prstGeom>
              <a:noFill/>
              <a:ln w="9525">
                <a:solidFill>
                  <a:schemeClr val="hlink"/>
                </a:solidFill>
                <a:round/>
              </a:ln>
              <a:effectLst/>
            </p:spPr>
            <p:txBody>
              <a:bodyPr wrap="none" anchor="ctr"/>
              <a:lstStyle/>
              <a:p>
                <a:pPr>
                  <a:defRPr/>
                </a:pPr>
                <a:endParaRPr lang="zh-CN" altLang="en-US"/>
              </a:p>
            </p:txBody>
          </p:sp>
          <p:sp>
            <p:nvSpPr>
              <p:cNvPr id="14" name="Arc 62"/>
              <p:cNvSpPr/>
              <p:nvPr/>
            </p:nvSpPr>
            <p:spPr bwMode="ltGray">
              <a:xfrm rot="16200000" flipH="1">
                <a:off x="426" y="860"/>
                <a:ext cx="156" cy="157"/>
              </a:xfrm>
              <a:custGeom>
                <a:avLst/>
                <a:gdLst>
                  <a:gd name="G0" fmla="+- 21595 0 0"/>
                  <a:gd name="G1" fmla="+- 21600 0 0"/>
                  <a:gd name="G2" fmla="+- 21600 0 0"/>
                  <a:gd name="T0" fmla="*/ 21114 w 43195"/>
                  <a:gd name="T1" fmla="*/ 5 h 43200"/>
                  <a:gd name="T2" fmla="*/ 0 w 43195"/>
                  <a:gd name="T3" fmla="*/ 22056 h 43200"/>
                  <a:gd name="T4" fmla="*/ 21595 w 43195"/>
                  <a:gd name="T5" fmla="*/ 21600 h 43200"/>
                </a:gdLst>
                <a:ahLst/>
                <a:cxnLst>
                  <a:cxn ang="0">
                    <a:pos x="T0" y="T1"/>
                  </a:cxn>
                  <a:cxn ang="0">
                    <a:pos x="T2" y="T3"/>
                  </a:cxn>
                  <a:cxn ang="0">
                    <a:pos x="T4" y="T5"/>
                  </a:cxn>
                </a:cxnLst>
                <a:rect l="0" t="0" r="r" b="b"/>
                <a:pathLst>
                  <a:path w="43195" h="43200" fill="none" extrusionOk="0">
                    <a:moveTo>
                      <a:pt x="21114" y="5"/>
                    </a:moveTo>
                    <a:cubicBezTo>
                      <a:pt x="21274" y="1"/>
                      <a:pt x="21434" y="-1"/>
                      <a:pt x="21595" y="0"/>
                    </a:cubicBezTo>
                    <a:cubicBezTo>
                      <a:pt x="33524" y="0"/>
                      <a:pt x="43195" y="9670"/>
                      <a:pt x="43195" y="21600"/>
                    </a:cubicBezTo>
                    <a:cubicBezTo>
                      <a:pt x="43195" y="33529"/>
                      <a:pt x="33524" y="43200"/>
                      <a:pt x="21595" y="43200"/>
                    </a:cubicBezTo>
                    <a:cubicBezTo>
                      <a:pt x="9843" y="43200"/>
                      <a:pt x="247" y="33805"/>
                      <a:pt x="-1" y="22056"/>
                    </a:cubicBezTo>
                  </a:path>
                  <a:path w="43195" h="43200" stroke="0" extrusionOk="0">
                    <a:moveTo>
                      <a:pt x="21114" y="5"/>
                    </a:moveTo>
                    <a:cubicBezTo>
                      <a:pt x="21274" y="1"/>
                      <a:pt x="21434" y="-1"/>
                      <a:pt x="21595" y="0"/>
                    </a:cubicBezTo>
                    <a:cubicBezTo>
                      <a:pt x="33524" y="0"/>
                      <a:pt x="43195" y="9670"/>
                      <a:pt x="43195" y="21600"/>
                    </a:cubicBezTo>
                    <a:cubicBezTo>
                      <a:pt x="43195" y="33529"/>
                      <a:pt x="33524" y="43200"/>
                      <a:pt x="21595" y="43200"/>
                    </a:cubicBezTo>
                    <a:cubicBezTo>
                      <a:pt x="9843" y="43200"/>
                      <a:pt x="247" y="33805"/>
                      <a:pt x="-1" y="22056"/>
                    </a:cubicBezTo>
                    <a:lnTo>
                      <a:pt x="21595" y="21600"/>
                    </a:lnTo>
                    <a:close/>
                  </a:path>
                </a:pathLst>
              </a:custGeom>
              <a:noFill/>
              <a:ln w="9525">
                <a:solidFill>
                  <a:schemeClr val="hlink"/>
                </a:solidFill>
                <a:round/>
              </a:ln>
              <a:effectLst/>
            </p:spPr>
            <p:txBody>
              <a:bodyPr wrap="none" anchor="ctr"/>
              <a:lstStyle/>
              <a:p>
                <a:pPr>
                  <a:defRPr/>
                </a:pPr>
                <a:endParaRPr lang="zh-CN" altLang="en-US"/>
              </a:p>
            </p:txBody>
          </p:sp>
        </p:grpSp>
        <p:grpSp>
          <p:nvGrpSpPr>
            <p:cNvPr id="7" name="Group 63"/>
            <p:cNvGrpSpPr/>
            <p:nvPr userDrawn="1"/>
          </p:nvGrpSpPr>
          <p:grpSpPr bwMode="auto">
            <a:xfrm>
              <a:off x="1480" y="1952"/>
              <a:ext cx="3808" cy="1812"/>
              <a:chOff x="1480" y="1952"/>
              <a:chExt cx="3808" cy="1812"/>
            </a:xfrm>
          </p:grpSpPr>
          <p:sp>
            <p:nvSpPr>
              <p:cNvPr id="8" name="Line 64"/>
              <p:cNvSpPr>
                <a:spLocks noChangeShapeType="1"/>
              </p:cNvSpPr>
              <p:nvPr/>
            </p:nvSpPr>
            <p:spPr bwMode="ltGray">
              <a:xfrm flipV="1">
                <a:off x="1480" y="3442"/>
                <a:ext cx="3808" cy="0"/>
              </a:xfrm>
              <a:prstGeom prst="line">
                <a:avLst/>
              </a:prstGeom>
              <a:noFill/>
              <a:ln w="9525">
                <a:solidFill>
                  <a:schemeClr val="hlink"/>
                </a:solidFill>
                <a:round/>
              </a:ln>
              <a:effectLst/>
            </p:spPr>
            <p:txBody>
              <a:bodyPr wrap="none" anchor="ctr"/>
              <a:lstStyle/>
              <a:p>
                <a:pPr>
                  <a:defRPr/>
                </a:pPr>
                <a:endParaRPr lang="zh-CN" altLang="en-US"/>
              </a:p>
            </p:txBody>
          </p:sp>
          <p:sp>
            <p:nvSpPr>
              <p:cNvPr id="9" name="Line 65"/>
              <p:cNvSpPr>
                <a:spLocks noChangeShapeType="1"/>
              </p:cNvSpPr>
              <p:nvPr/>
            </p:nvSpPr>
            <p:spPr bwMode="ltGray">
              <a:xfrm flipH="1">
                <a:off x="5172" y="1952"/>
                <a:ext cx="0" cy="1812"/>
              </a:xfrm>
              <a:prstGeom prst="line">
                <a:avLst/>
              </a:prstGeom>
              <a:noFill/>
              <a:ln w="9525">
                <a:solidFill>
                  <a:schemeClr val="hlink"/>
                </a:solidFill>
                <a:round/>
              </a:ln>
              <a:effectLst/>
            </p:spPr>
            <p:txBody>
              <a:bodyPr wrap="none" anchor="ctr"/>
              <a:lstStyle/>
              <a:p>
                <a:pPr>
                  <a:defRPr/>
                </a:pPr>
                <a:endParaRPr lang="zh-CN" altLang="en-US"/>
              </a:p>
            </p:txBody>
          </p:sp>
          <p:sp>
            <p:nvSpPr>
              <p:cNvPr id="10" name="Arc 66"/>
              <p:cNvSpPr/>
              <p:nvPr/>
            </p:nvSpPr>
            <p:spPr bwMode="ltGray">
              <a:xfrm rot="5400000">
                <a:off x="5097" y="3347"/>
                <a:ext cx="156" cy="157"/>
              </a:xfrm>
              <a:custGeom>
                <a:avLst/>
                <a:gdLst>
                  <a:gd name="G0" fmla="+- 21595 0 0"/>
                  <a:gd name="G1" fmla="+- 21600 0 0"/>
                  <a:gd name="G2" fmla="+- 21600 0 0"/>
                  <a:gd name="T0" fmla="*/ 21114 w 43195"/>
                  <a:gd name="T1" fmla="*/ 5 h 43200"/>
                  <a:gd name="T2" fmla="*/ 0 w 43195"/>
                  <a:gd name="T3" fmla="*/ 22056 h 43200"/>
                  <a:gd name="T4" fmla="*/ 21595 w 43195"/>
                  <a:gd name="T5" fmla="*/ 21600 h 43200"/>
                </a:gdLst>
                <a:ahLst/>
                <a:cxnLst>
                  <a:cxn ang="0">
                    <a:pos x="T0" y="T1"/>
                  </a:cxn>
                  <a:cxn ang="0">
                    <a:pos x="T2" y="T3"/>
                  </a:cxn>
                  <a:cxn ang="0">
                    <a:pos x="T4" y="T5"/>
                  </a:cxn>
                </a:cxnLst>
                <a:rect l="0" t="0" r="r" b="b"/>
                <a:pathLst>
                  <a:path w="43195" h="43200" fill="none" extrusionOk="0">
                    <a:moveTo>
                      <a:pt x="21114" y="5"/>
                    </a:moveTo>
                    <a:cubicBezTo>
                      <a:pt x="21274" y="1"/>
                      <a:pt x="21434" y="-1"/>
                      <a:pt x="21595" y="0"/>
                    </a:cubicBezTo>
                    <a:cubicBezTo>
                      <a:pt x="33524" y="0"/>
                      <a:pt x="43195" y="9670"/>
                      <a:pt x="43195" y="21600"/>
                    </a:cubicBezTo>
                    <a:cubicBezTo>
                      <a:pt x="43195" y="33529"/>
                      <a:pt x="33524" y="43200"/>
                      <a:pt x="21595" y="43200"/>
                    </a:cubicBezTo>
                    <a:cubicBezTo>
                      <a:pt x="9843" y="43200"/>
                      <a:pt x="247" y="33805"/>
                      <a:pt x="-1" y="22056"/>
                    </a:cubicBezTo>
                  </a:path>
                  <a:path w="43195" h="43200" stroke="0" extrusionOk="0">
                    <a:moveTo>
                      <a:pt x="21114" y="5"/>
                    </a:moveTo>
                    <a:cubicBezTo>
                      <a:pt x="21274" y="1"/>
                      <a:pt x="21434" y="-1"/>
                      <a:pt x="21595" y="0"/>
                    </a:cubicBezTo>
                    <a:cubicBezTo>
                      <a:pt x="33524" y="0"/>
                      <a:pt x="43195" y="9670"/>
                      <a:pt x="43195" y="21600"/>
                    </a:cubicBezTo>
                    <a:cubicBezTo>
                      <a:pt x="43195" y="33529"/>
                      <a:pt x="33524" y="43200"/>
                      <a:pt x="21595" y="43200"/>
                    </a:cubicBezTo>
                    <a:cubicBezTo>
                      <a:pt x="9843" y="43200"/>
                      <a:pt x="247" y="33805"/>
                      <a:pt x="-1" y="22056"/>
                    </a:cubicBezTo>
                    <a:lnTo>
                      <a:pt x="21595" y="21600"/>
                    </a:lnTo>
                    <a:close/>
                  </a:path>
                </a:pathLst>
              </a:custGeom>
              <a:noFill/>
              <a:ln w="9525">
                <a:solidFill>
                  <a:schemeClr val="hlink"/>
                </a:solidFill>
                <a:round/>
              </a:ln>
              <a:effectLst/>
            </p:spPr>
            <p:txBody>
              <a:bodyPr wrap="none" anchor="ctr"/>
              <a:lstStyle/>
              <a:p>
                <a:pPr>
                  <a:defRPr/>
                </a:pPr>
                <a:endParaRPr lang="zh-CN" altLang="en-US"/>
              </a:p>
            </p:txBody>
          </p:sp>
        </p:grpSp>
      </p:grpSp>
      <p:sp>
        <p:nvSpPr>
          <p:cNvPr id="6211" name="Rectangle 67"/>
          <p:cNvSpPr>
            <a:spLocks noGrp="1" noChangeArrowheads="1"/>
          </p:cNvSpPr>
          <p:nvPr>
            <p:ph type="ctrTitle"/>
          </p:nvPr>
        </p:nvSpPr>
        <p:spPr bwMode="auto">
          <a:xfrm>
            <a:off x="990600" y="1752600"/>
            <a:ext cx="7772400" cy="1143000"/>
          </a:xfrm>
          <a:prstGeom prst="rect">
            <a:avLst/>
          </a:prstGeom>
          <a:noFill/>
          <a:ln>
            <a:miter lim="800000"/>
          </a:ln>
        </p:spPr>
        <p:txBody>
          <a:bodyPr vert="horz" wrap="square" lIns="91440" tIns="45720" rIns="91440" bIns="45720" numCol="1" anchor="b" anchorCtr="0" compatLnSpc="1"/>
          <a:lstStyle>
            <a:lvl1pPr>
              <a:defRPr/>
            </a:lvl1pPr>
          </a:lstStyle>
          <a:p>
            <a:r>
              <a:rPr lang="zh-CN" altLang="en-US"/>
              <a:t>单击此处编辑母版标题样式</a:t>
            </a:r>
            <a:endParaRPr lang="zh-CN" altLang="en-US"/>
          </a:p>
        </p:txBody>
      </p:sp>
      <p:sp>
        <p:nvSpPr>
          <p:cNvPr id="6212" name="Rectangle 68" descr="Rectangle: Click to edit Master text styles&#10;Second level&#10;Third level&#10;Fourth level&#10;Fifth level"/>
          <p:cNvSpPr>
            <a:spLocks noGrp="1" noChangeArrowheads="1"/>
          </p:cNvSpPr>
          <p:nvPr>
            <p:ph type="subTitle" idx="1"/>
          </p:nvPr>
        </p:nvSpPr>
        <p:spPr bwMode="auto">
          <a:xfrm>
            <a:off x="990600" y="3309938"/>
            <a:ext cx="6400800" cy="1752600"/>
          </a:xfrm>
          <a:prstGeom prst="rect">
            <a:avLst/>
          </a:prstGeom>
          <a:noFill/>
          <a:ln>
            <a:miter lim="800000"/>
          </a:ln>
        </p:spPr>
        <p:txBody>
          <a:bodyPr vert="horz" wrap="square" lIns="91440" tIns="45720" rIns="91440" bIns="45720" numCol="1" anchor="t" anchorCtr="0" compatLnSpc="1"/>
          <a:lstStyle>
            <a:lvl1pPr marL="0" indent="0">
              <a:buFont typeface="Wingdings" panose="05000000000000000000" pitchFamily="2" charset="2"/>
              <a:buNone/>
              <a:defRPr/>
            </a:lvl1pPr>
          </a:lstStyle>
          <a:p>
            <a:r>
              <a:rPr lang="zh-CN" altLang="en-US"/>
              <a:t>单击此处编辑母版副标题样式</a:t>
            </a:r>
            <a:endParaRPr lang="zh-CN" altLang="en-US"/>
          </a:p>
        </p:txBody>
      </p:sp>
      <p:sp>
        <p:nvSpPr>
          <p:cNvPr id="69" name="Rectangle 69"/>
          <p:cNvSpPr>
            <a:spLocks noGrp="1" noChangeArrowheads="1"/>
          </p:cNvSpPr>
          <p:nvPr>
            <p:ph type="dt" sz="quarter" idx="10"/>
          </p:nvPr>
        </p:nvSpPr>
        <p:spPr bwMode="auto">
          <a:xfrm>
            <a:off x="685800" y="6248400"/>
            <a:ext cx="1905000" cy="457200"/>
          </a:xfrm>
          <a:prstGeom prst="rect">
            <a:avLst/>
          </a:prstGeom>
          <a:ln>
            <a:miter lim="800000"/>
          </a:ln>
        </p:spPr>
        <p:txBody>
          <a:bodyPr vert="horz" wrap="square" lIns="91440" tIns="45720" rIns="91440" bIns="45720" numCol="1" anchor="b" anchorCtr="0" compatLnSpc="1"/>
          <a:lstStyle>
            <a:lvl1pPr>
              <a:lnSpc>
                <a:spcPct val="100000"/>
              </a:lnSpc>
              <a:buFontTx/>
              <a:buNone/>
              <a:defRPr kumimoji="0" sz="1400">
                <a:solidFill>
                  <a:schemeClr val="tx1"/>
                </a:solidFill>
                <a:latin typeface="+mn-lt"/>
                <a:ea typeface="+mn-ea"/>
              </a:defRPr>
            </a:lvl1pPr>
          </a:lstStyle>
          <a:p>
            <a:pPr>
              <a:defRPr/>
            </a:pPr>
            <a:endParaRPr lang="en-US" altLang="zh-CN"/>
          </a:p>
        </p:txBody>
      </p:sp>
      <p:sp>
        <p:nvSpPr>
          <p:cNvPr id="70" name="Rectangle 70"/>
          <p:cNvSpPr>
            <a:spLocks noGrp="1" noChangeArrowheads="1"/>
          </p:cNvSpPr>
          <p:nvPr>
            <p:ph type="ftr" sz="quarter" idx="11"/>
          </p:nvPr>
        </p:nvSpPr>
        <p:spPr bwMode="auto">
          <a:xfrm>
            <a:off x="3124200" y="6248400"/>
            <a:ext cx="2895600" cy="457200"/>
          </a:xfrm>
          <a:prstGeom prst="rect">
            <a:avLst/>
          </a:prstGeom>
          <a:ln>
            <a:miter lim="800000"/>
          </a:ln>
        </p:spPr>
        <p:txBody>
          <a:bodyPr vert="horz" wrap="square" lIns="91440" tIns="45720" rIns="91440" bIns="45720" numCol="1" anchor="b" anchorCtr="0" compatLnSpc="1"/>
          <a:lstStyle>
            <a:lvl1pPr algn="ctr">
              <a:lnSpc>
                <a:spcPct val="100000"/>
              </a:lnSpc>
              <a:buFontTx/>
              <a:buNone/>
              <a:defRPr kumimoji="0" sz="1400">
                <a:solidFill>
                  <a:schemeClr val="tx1"/>
                </a:solidFill>
                <a:latin typeface="+mn-lt"/>
                <a:ea typeface="+mn-ea"/>
              </a:defRPr>
            </a:lvl1pPr>
          </a:lstStyle>
          <a:p>
            <a:pPr>
              <a:defRPr/>
            </a:pPr>
            <a:endParaRPr lang="en-US" altLang="zh-CN"/>
          </a:p>
        </p:txBody>
      </p:sp>
      <p:sp>
        <p:nvSpPr>
          <p:cNvPr id="71" name="Rectangle 71"/>
          <p:cNvSpPr>
            <a:spLocks noGrp="1" noChangeArrowheads="1"/>
          </p:cNvSpPr>
          <p:nvPr>
            <p:ph type="sldNum" sz="quarter" idx="12"/>
          </p:nvPr>
        </p:nvSpPr>
        <p:spPr bwMode="auto">
          <a:xfrm>
            <a:off x="6553200" y="6248400"/>
            <a:ext cx="1905000" cy="457200"/>
          </a:xfrm>
          <a:prstGeom prst="rect">
            <a:avLst/>
          </a:prstGeom>
          <a:ln>
            <a:miter lim="800000"/>
          </a:ln>
        </p:spPr>
        <p:txBody>
          <a:bodyPr vert="horz" wrap="square" lIns="91440" tIns="45720" rIns="91440" bIns="45720" numCol="1" anchor="b" anchorCtr="0" compatLnSpc="1"/>
          <a:lstStyle>
            <a:lvl1pPr algn="r">
              <a:lnSpc>
                <a:spcPct val="100000"/>
              </a:lnSpc>
              <a:buFontTx/>
              <a:buNone/>
              <a:defRPr kumimoji="0" sz="1400">
                <a:solidFill>
                  <a:schemeClr val="tx1"/>
                </a:solidFill>
                <a:latin typeface="Tahoma" panose="020B0604030504040204" pitchFamily="34" charset="0"/>
                <a:ea typeface="宋体" panose="02010600030101010101" pitchFamily="2" charset="-122"/>
              </a:defRPr>
            </a:lvl1pPr>
          </a:lstStyle>
          <a:p>
            <a:fld id="{5E9702FD-B3F6-420C-A21A-8F05E8822967}" type="slidenum">
              <a:rPr lang="en-US" altLang="zh-CN"/>
            </a:fld>
            <a:endParaRPr lang="en-US" altLang="zh-CN"/>
          </a:p>
        </p:txBody>
      </p:sp>
    </p:spTree>
  </p:cSld>
  <p:clrMapOvr>
    <a:masterClrMapping/>
  </p:clrMapOvr>
  <p:transition>
    <p:wipe dir="r"/>
  </p:transition>
</p:sldLayout>
</file>

<file path=ppt/slideLayouts/slideLayout86.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a:xfrm>
            <a:off x="457200" y="1600200"/>
            <a:ext cx="8229600" cy="4525963"/>
          </a:xfrm>
          <a:prstGeom prst="rect">
            <a:avLst/>
          </a:prstGeo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Tree>
  </p:cSld>
  <p:clrMapOvr>
    <a:masterClrMapping/>
  </p:clrMapOvr>
  <p:transition>
    <p:wipe dir="r"/>
  </p:transition>
</p:sldLayout>
</file>

<file path=ppt/slideLayouts/slideLayout87.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a:prstGeom prst="rect">
            <a:avLst/>
          </a:prstGeom>
        </p:spPr>
        <p:txBody>
          <a:bodyPr anchor="t"/>
          <a:lstStyle>
            <a:lvl1pPr algn="l">
              <a:defRPr sz="4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313" y="2906713"/>
            <a:ext cx="7772400" cy="1500187"/>
          </a:xfrm>
          <a:prstGeom prst="rect">
            <a:avLst/>
          </a:prstGeo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smtClean="0"/>
              <a:t>单击此处编辑母版文本样式</a:t>
            </a:r>
            <a:endParaRPr lang="zh-CN" altLang="en-US" smtClean="0"/>
          </a:p>
        </p:txBody>
      </p:sp>
    </p:spTree>
  </p:cSld>
  <p:clrMapOvr>
    <a:masterClrMapping/>
  </p:clrMapOvr>
  <p:transition>
    <p:wipe dir="r"/>
  </p:transition>
</p:sldLayout>
</file>

<file path=ppt/slideLayouts/slideLayout88.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457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nvPr>
        </p:nvSpPr>
        <p:spPr>
          <a:xfrm>
            <a:off x="4648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Tree>
  </p:cSld>
  <p:clrMapOvr>
    <a:masterClrMapping/>
  </p:clrMapOvr>
  <p:transition>
    <p:wipe dir="r"/>
  </p:transition>
</p:sldLayout>
</file>

<file path=ppt/slideLayouts/slideLayout89.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535113"/>
            <a:ext cx="4040188"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4" name="内容占位符 3"/>
          <p:cNvSpPr>
            <a:spLocks noGrp="1"/>
          </p:cNvSpPr>
          <p:nvPr>
            <p:ph sz="half" idx="2"/>
          </p:nvPr>
        </p:nvSpPr>
        <p:spPr>
          <a:xfrm>
            <a:off x="457200" y="2174875"/>
            <a:ext cx="4040188"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p:nvPr>
        </p:nvSpPr>
        <p:spPr>
          <a:xfrm>
            <a:off x="4645025" y="1535113"/>
            <a:ext cx="4041775"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6" name="内容占位符 5"/>
          <p:cNvSpPr>
            <a:spLocks noGrp="1"/>
          </p:cNvSpPr>
          <p:nvPr>
            <p:ph sz="quarter" idx="4"/>
          </p:nvPr>
        </p:nvSpPr>
        <p:spPr>
          <a:xfrm>
            <a:off x="4645025" y="2174875"/>
            <a:ext cx="4041775"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Tree>
  </p:cSld>
  <p:clrMapOvr>
    <a:masterClrMapping/>
  </p:clrMapOvr>
  <p:transition>
    <p:wipe dir="r"/>
  </p:transition>
</p:sldLayout>
</file>

<file path=ppt/slideLayouts/slideLayout90.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smtClean="0"/>
              <a:t>单击此处编辑母版标题样式</a:t>
            </a:r>
            <a:endParaRPr lang="zh-CN" altLang="en-US"/>
          </a:p>
        </p:txBody>
      </p:sp>
    </p:spTree>
  </p:cSld>
  <p:clrMapOvr>
    <a:masterClrMapping/>
  </p:clrMapOvr>
  <p:transition>
    <p:wipe dir="r"/>
  </p:transition>
</p:sldLayout>
</file>

<file path=ppt/slideLayouts/slideLayout91.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transition>
    <p:wipe dir="r"/>
  </p:transition>
</p:sldLayout>
</file>

<file path=ppt/slideLayouts/slideLayout92.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a:prstGeom prst="rect">
            <a:avLst/>
          </a:prstGeom>
        </p:spPr>
        <p:txBody>
          <a:bodyPr anchor="b"/>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050" y="273050"/>
            <a:ext cx="5111750" cy="5853113"/>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文本占位符 3"/>
          <p:cNvSpPr>
            <a:spLocks noGrp="1"/>
          </p:cNvSpPr>
          <p:nvPr>
            <p:ph type="body" sz="half" idx="2"/>
          </p:nvPr>
        </p:nvSpPr>
        <p:spPr>
          <a:xfrm>
            <a:off x="457200" y="1435100"/>
            <a:ext cx="3008313" cy="4691063"/>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endParaRPr lang="zh-CN" altLang="en-US" smtClean="0"/>
          </a:p>
        </p:txBody>
      </p:sp>
    </p:spTree>
  </p:cSld>
  <p:clrMapOvr>
    <a:masterClrMapping/>
  </p:clrMapOvr>
  <p:transition>
    <p:wipe dir="r"/>
  </p:transition>
</p:sldLayout>
</file>

<file path=ppt/slideLayouts/slideLayout93.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a:prstGeom prst="rect">
            <a:avLst/>
          </a:prstGeom>
        </p:spPr>
        <p:txBody>
          <a:bodyPr anchor="b"/>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612775"/>
            <a:ext cx="5486400" cy="41148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smtClean="0"/>
          </a:p>
        </p:txBody>
      </p:sp>
      <p:sp>
        <p:nvSpPr>
          <p:cNvPr id="4" name="文本占位符 3"/>
          <p:cNvSpPr>
            <a:spLocks noGrp="1"/>
          </p:cNvSpPr>
          <p:nvPr>
            <p:ph type="body" sz="half" idx="2"/>
          </p:nvPr>
        </p:nvSpPr>
        <p:spPr>
          <a:xfrm>
            <a:off x="1792288" y="5367338"/>
            <a:ext cx="5486400" cy="80486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endParaRPr lang="zh-CN" altLang="en-US" smtClean="0"/>
          </a:p>
        </p:txBody>
      </p:sp>
    </p:spTree>
  </p:cSld>
  <p:clrMapOvr>
    <a:masterClrMapping/>
  </p:clrMapOvr>
  <p:transition>
    <p:wipe dir="r"/>
  </p:transition>
</p:sldLayout>
</file>

<file path=ppt/slideLayouts/slideLayout94.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457200" y="1600200"/>
            <a:ext cx="8229600" cy="4525963"/>
          </a:xfrm>
          <a:prstGeom prst="rect">
            <a:avLst/>
          </a:prstGeo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Tree>
  </p:cSld>
  <p:clrMapOvr>
    <a:masterClrMapping/>
  </p:clrMapOvr>
  <p:transition>
    <p:wipe dir="r"/>
  </p:transition>
</p:sldLayout>
</file>

<file path=ppt/slideLayouts/slideLayout95.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a:prstGeom prst="rect">
            <a:avLst/>
          </a:prstGeo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457200" y="274638"/>
            <a:ext cx="6019800" cy="5851525"/>
          </a:xfrm>
          <a:prstGeom prst="rect">
            <a:avLst/>
          </a:prstGeo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Tree>
  </p:cSld>
  <p:clrMapOvr>
    <a:masterClrMapping/>
  </p:clrMapOvr>
  <p:transition>
    <p:wipe dir="r"/>
  </p:transition>
</p:sldLayout>
</file>

<file path=ppt/slideLayouts/slideLayout96.xml><?xml version="1.0" encoding="utf-8"?>
<p:sldLayout xmlns:a="http://schemas.openxmlformats.org/drawingml/2006/main" xmlns:r="http://schemas.openxmlformats.org/officeDocument/2006/relationships" xmlns:p="http://schemas.openxmlformats.org/presentationml/2006/main" type="objOnly">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685800" y="609600"/>
            <a:ext cx="7772400" cy="5486400"/>
          </a:xfrm>
          <a:prstGeom prst="rect">
            <a:avLst/>
          </a:prstGeo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3" name="日期占位符 2"/>
          <p:cNvSpPr>
            <a:spLocks noGrp="1"/>
          </p:cNvSpPr>
          <p:nvPr>
            <p:ph type="dt" sz="half" idx="10"/>
          </p:nvPr>
        </p:nvSpPr>
        <p:spPr>
          <a:xfrm>
            <a:off x="685800" y="6248400"/>
            <a:ext cx="1905000" cy="457200"/>
          </a:xfrm>
          <a:prstGeom prst="rect">
            <a:avLst/>
          </a:prstGeom>
        </p:spPr>
        <p:txBody>
          <a:bodyPr/>
          <a:lstStyle>
            <a:lvl1pPr>
              <a:defRPr/>
            </a:lvl1pPr>
          </a:lstStyle>
          <a:p>
            <a:endParaRPr lang="en-US" altLang="zh-CN"/>
          </a:p>
        </p:txBody>
      </p:sp>
      <p:sp>
        <p:nvSpPr>
          <p:cNvPr id="4" name="页脚占位符 3"/>
          <p:cNvSpPr>
            <a:spLocks noGrp="1"/>
          </p:cNvSpPr>
          <p:nvPr>
            <p:ph type="ftr" sz="quarter" idx="11"/>
          </p:nvPr>
        </p:nvSpPr>
        <p:spPr>
          <a:xfrm>
            <a:off x="3124200" y="6248400"/>
            <a:ext cx="2895600" cy="457200"/>
          </a:xfrm>
          <a:prstGeom prst="rect">
            <a:avLst/>
          </a:prstGeom>
        </p:spPr>
        <p:txBody>
          <a:bodyPr/>
          <a:lstStyle>
            <a:lvl1pPr>
              <a:defRPr/>
            </a:lvl1pPr>
          </a:lstStyle>
          <a:p>
            <a:endParaRPr lang="en-US" altLang="zh-CN"/>
          </a:p>
        </p:txBody>
      </p:sp>
      <p:sp>
        <p:nvSpPr>
          <p:cNvPr id="5" name="灯片编号占位符 4"/>
          <p:cNvSpPr>
            <a:spLocks noGrp="1"/>
          </p:cNvSpPr>
          <p:nvPr>
            <p:ph type="sldNum" sz="quarter" idx="12"/>
          </p:nvPr>
        </p:nvSpPr>
        <p:spPr>
          <a:xfrm>
            <a:off x="6553200" y="6248400"/>
            <a:ext cx="1905000" cy="457200"/>
          </a:xfrm>
          <a:prstGeom prst="rect">
            <a:avLst/>
          </a:prstGeom>
        </p:spPr>
        <p:txBody>
          <a:bodyPr/>
          <a:lstStyle>
            <a:lvl1pPr>
              <a:defRPr/>
            </a:lvl1pPr>
          </a:lstStyle>
          <a:p>
            <a:fld id="{1B734201-4F60-46F2-A162-2F7728C20015}" type="slidenum">
              <a:rPr lang="zh-CN" altLang="en-US"/>
            </a:fld>
            <a:endParaRPr lang="en-US" altLang="zh-CN"/>
          </a:p>
        </p:txBody>
      </p:sp>
    </p:spTree>
  </p:cSld>
  <p:clrMapOvr>
    <a:masterClrMapping/>
  </p:clrMapOvr>
  <p:transition>
    <p:wipe dir="r"/>
  </p:transition>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4" Type="http://schemas.openxmlformats.org/officeDocument/2006/relationships/theme" Target="../theme/theme1.xml"/><Relationship Id="rId13" Type="http://schemas.openxmlformats.org/officeDocument/2006/relationships/image" Target="../media/image1.png"/><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21.xml"/><Relationship Id="rId8" Type="http://schemas.openxmlformats.org/officeDocument/2006/relationships/slideLayout" Target="../slideLayouts/slideLayout20.xml"/><Relationship Id="rId7" Type="http://schemas.openxmlformats.org/officeDocument/2006/relationships/slideLayout" Target="../slideLayouts/slideLayout19.xml"/><Relationship Id="rId6" Type="http://schemas.openxmlformats.org/officeDocument/2006/relationships/slideLayout" Target="../slideLayouts/slideLayout18.xml"/><Relationship Id="rId5" Type="http://schemas.openxmlformats.org/officeDocument/2006/relationships/slideLayout" Target="../slideLayouts/slideLayout17.xml"/><Relationship Id="rId4" Type="http://schemas.openxmlformats.org/officeDocument/2006/relationships/slideLayout" Target="../slideLayouts/slideLayout16.xml"/><Relationship Id="rId3" Type="http://schemas.openxmlformats.org/officeDocument/2006/relationships/slideLayout" Target="../slideLayouts/slideLayout15.xml"/><Relationship Id="rId2" Type="http://schemas.openxmlformats.org/officeDocument/2006/relationships/slideLayout" Target="../slideLayouts/slideLayout14.xml"/><Relationship Id="rId14" Type="http://schemas.openxmlformats.org/officeDocument/2006/relationships/theme" Target="../theme/theme2.xml"/><Relationship Id="rId13" Type="http://schemas.openxmlformats.org/officeDocument/2006/relationships/image" Target="../media/image1.png"/><Relationship Id="rId12" Type="http://schemas.openxmlformats.org/officeDocument/2006/relationships/slideLayout" Target="../slideLayouts/slideLayout24.xml"/><Relationship Id="rId11" Type="http://schemas.openxmlformats.org/officeDocument/2006/relationships/slideLayout" Target="../slideLayouts/slideLayout23.xml"/><Relationship Id="rId10" Type="http://schemas.openxmlformats.org/officeDocument/2006/relationships/slideLayout" Target="../slideLayouts/slideLayout22.xml"/><Relationship Id="rId1" Type="http://schemas.openxmlformats.org/officeDocument/2006/relationships/slideLayout" Target="../slideLayouts/slideLayout13.xml"/></Relationships>
</file>

<file path=ppt/slideMasters/_rels/slideMaster3.xml.rels><?xml version="1.0" encoding="UTF-8" standalone="yes"?>
<Relationships xmlns="http://schemas.openxmlformats.org/package/2006/relationships"><Relationship Id="rId9" Type="http://schemas.openxmlformats.org/officeDocument/2006/relationships/slideLayout" Target="../slideLayouts/slideLayout33.xml"/><Relationship Id="rId8" Type="http://schemas.openxmlformats.org/officeDocument/2006/relationships/slideLayout" Target="../slideLayouts/slideLayout32.xml"/><Relationship Id="rId7" Type="http://schemas.openxmlformats.org/officeDocument/2006/relationships/slideLayout" Target="../slideLayouts/slideLayout31.xml"/><Relationship Id="rId6" Type="http://schemas.openxmlformats.org/officeDocument/2006/relationships/slideLayout" Target="../slideLayouts/slideLayout30.xml"/><Relationship Id="rId5" Type="http://schemas.openxmlformats.org/officeDocument/2006/relationships/slideLayout" Target="../slideLayouts/slideLayout29.xml"/><Relationship Id="rId4" Type="http://schemas.openxmlformats.org/officeDocument/2006/relationships/slideLayout" Target="../slideLayouts/slideLayout28.xml"/><Relationship Id="rId3" Type="http://schemas.openxmlformats.org/officeDocument/2006/relationships/slideLayout" Target="../slideLayouts/slideLayout27.xml"/><Relationship Id="rId2" Type="http://schemas.openxmlformats.org/officeDocument/2006/relationships/slideLayout" Target="../slideLayouts/slideLayout26.xml"/><Relationship Id="rId14" Type="http://schemas.openxmlformats.org/officeDocument/2006/relationships/theme" Target="../theme/theme3.xml"/><Relationship Id="rId13" Type="http://schemas.openxmlformats.org/officeDocument/2006/relationships/image" Target="../media/image1.png"/><Relationship Id="rId12" Type="http://schemas.openxmlformats.org/officeDocument/2006/relationships/slideLayout" Target="../slideLayouts/slideLayout36.xml"/><Relationship Id="rId11" Type="http://schemas.openxmlformats.org/officeDocument/2006/relationships/slideLayout" Target="../slideLayouts/slideLayout35.xml"/><Relationship Id="rId10" Type="http://schemas.openxmlformats.org/officeDocument/2006/relationships/slideLayout" Target="../slideLayouts/slideLayout34.xml"/><Relationship Id="rId1" Type="http://schemas.openxmlformats.org/officeDocument/2006/relationships/slideLayout" Target="../slideLayouts/slideLayout25.xml"/></Relationships>
</file>

<file path=ppt/slideMasters/_rels/slideMaster4.xml.rels><?xml version="1.0" encoding="UTF-8" standalone="yes"?>
<Relationships xmlns="http://schemas.openxmlformats.org/package/2006/relationships"><Relationship Id="rId9" Type="http://schemas.openxmlformats.org/officeDocument/2006/relationships/slideLayout" Target="../slideLayouts/slideLayout45.xml"/><Relationship Id="rId8" Type="http://schemas.openxmlformats.org/officeDocument/2006/relationships/slideLayout" Target="../slideLayouts/slideLayout44.xml"/><Relationship Id="rId7" Type="http://schemas.openxmlformats.org/officeDocument/2006/relationships/slideLayout" Target="../slideLayouts/slideLayout43.xml"/><Relationship Id="rId6" Type="http://schemas.openxmlformats.org/officeDocument/2006/relationships/slideLayout" Target="../slideLayouts/slideLayout42.xml"/><Relationship Id="rId5" Type="http://schemas.openxmlformats.org/officeDocument/2006/relationships/slideLayout" Target="../slideLayouts/slideLayout41.xml"/><Relationship Id="rId4" Type="http://schemas.openxmlformats.org/officeDocument/2006/relationships/slideLayout" Target="../slideLayouts/slideLayout40.xml"/><Relationship Id="rId3" Type="http://schemas.openxmlformats.org/officeDocument/2006/relationships/slideLayout" Target="../slideLayouts/slideLayout39.xml"/><Relationship Id="rId2" Type="http://schemas.openxmlformats.org/officeDocument/2006/relationships/slideLayout" Target="../slideLayouts/slideLayout38.xml"/><Relationship Id="rId14" Type="http://schemas.openxmlformats.org/officeDocument/2006/relationships/theme" Target="../theme/theme4.xml"/><Relationship Id="rId13" Type="http://schemas.openxmlformats.org/officeDocument/2006/relationships/image" Target="../media/image1.png"/><Relationship Id="rId12" Type="http://schemas.openxmlformats.org/officeDocument/2006/relationships/slideLayout" Target="../slideLayouts/slideLayout48.xml"/><Relationship Id="rId11" Type="http://schemas.openxmlformats.org/officeDocument/2006/relationships/slideLayout" Target="../slideLayouts/slideLayout47.xml"/><Relationship Id="rId10" Type="http://schemas.openxmlformats.org/officeDocument/2006/relationships/slideLayout" Target="../slideLayouts/slideLayout46.xml"/><Relationship Id="rId1" Type="http://schemas.openxmlformats.org/officeDocument/2006/relationships/slideLayout" Target="../slideLayouts/slideLayout37.xml"/></Relationships>
</file>

<file path=ppt/slideMasters/_rels/slideMaster5.xml.rels><?xml version="1.0" encoding="UTF-8" standalone="yes"?>
<Relationships xmlns="http://schemas.openxmlformats.org/package/2006/relationships"><Relationship Id="rId9" Type="http://schemas.openxmlformats.org/officeDocument/2006/relationships/slideLayout" Target="../slideLayouts/slideLayout57.xml"/><Relationship Id="rId8" Type="http://schemas.openxmlformats.org/officeDocument/2006/relationships/slideLayout" Target="../slideLayouts/slideLayout56.xml"/><Relationship Id="rId7" Type="http://schemas.openxmlformats.org/officeDocument/2006/relationships/slideLayout" Target="../slideLayouts/slideLayout55.xml"/><Relationship Id="rId6" Type="http://schemas.openxmlformats.org/officeDocument/2006/relationships/slideLayout" Target="../slideLayouts/slideLayout54.xml"/><Relationship Id="rId5" Type="http://schemas.openxmlformats.org/officeDocument/2006/relationships/slideLayout" Target="../slideLayouts/slideLayout53.xml"/><Relationship Id="rId4" Type="http://schemas.openxmlformats.org/officeDocument/2006/relationships/slideLayout" Target="../slideLayouts/slideLayout52.xml"/><Relationship Id="rId3" Type="http://schemas.openxmlformats.org/officeDocument/2006/relationships/slideLayout" Target="../slideLayouts/slideLayout51.xml"/><Relationship Id="rId2" Type="http://schemas.openxmlformats.org/officeDocument/2006/relationships/slideLayout" Target="../slideLayouts/slideLayout50.xml"/><Relationship Id="rId14" Type="http://schemas.openxmlformats.org/officeDocument/2006/relationships/theme" Target="../theme/theme5.xml"/><Relationship Id="rId13" Type="http://schemas.openxmlformats.org/officeDocument/2006/relationships/image" Target="../media/image1.png"/><Relationship Id="rId12" Type="http://schemas.openxmlformats.org/officeDocument/2006/relationships/slideLayout" Target="../slideLayouts/slideLayout60.xml"/><Relationship Id="rId11" Type="http://schemas.openxmlformats.org/officeDocument/2006/relationships/slideLayout" Target="../slideLayouts/slideLayout59.xml"/><Relationship Id="rId10" Type="http://schemas.openxmlformats.org/officeDocument/2006/relationships/slideLayout" Target="../slideLayouts/slideLayout58.xml"/><Relationship Id="rId1" Type="http://schemas.openxmlformats.org/officeDocument/2006/relationships/slideLayout" Target="../slideLayouts/slideLayout49.xml"/></Relationships>
</file>

<file path=ppt/slideMasters/_rels/slideMaster6.xml.rels><?xml version="1.0" encoding="UTF-8" standalone="yes"?>
<Relationships xmlns="http://schemas.openxmlformats.org/package/2006/relationships"><Relationship Id="rId9" Type="http://schemas.openxmlformats.org/officeDocument/2006/relationships/slideLayout" Target="../slideLayouts/slideLayout69.xml"/><Relationship Id="rId8" Type="http://schemas.openxmlformats.org/officeDocument/2006/relationships/slideLayout" Target="../slideLayouts/slideLayout68.xml"/><Relationship Id="rId7" Type="http://schemas.openxmlformats.org/officeDocument/2006/relationships/slideLayout" Target="../slideLayouts/slideLayout67.xml"/><Relationship Id="rId6" Type="http://schemas.openxmlformats.org/officeDocument/2006/relationships/slideLayout" Target="../slideLayouts/slideLayout66.xml"/><Relationship Id="rId5" Type="http://schemas.openxmlformats.org/officeDocument/2006/relationships/slideLayout" Target="../slideLayouts/slideLayout65.xml"/><Relationship Id="rId4" Type="http://schemas.openxmlformats.org/officeDocument/2006/relationships/slideLayout" Target="../slideLayouts/slideLayout64.xml"/><Relationship Id="rId3" Type="http://schemas.openxmlformats.org/officeDocument/2006/relationships/slideLayout" Target="../slideLayouts/slideLayout63.xml"/><Relationship Id="rId2" Type="http://schemas.openxmlformats.org/officeDocument/2006/relationships/slideLayout" Target="../slideLayouts/slideLayout62.xml"/><Relationship Id="rId14" Type="http://schemas.openxmlformats.org/officeDocument/2006/relationships/theme" Target="../theme/theme6.xml"/><Relationship Id="rId13" Type="http://schemas.openxmlformats.org/officeDocument/2006/relationships/image" Target="../media/image1.png"/><Relationship Id="rId12" Type="http://schemas.openxmlformats.org/officeDocument/2006/relationships/slideLayout" Target="../slideLayouts/slideLayout72.xml"/><Relationship Id="rId11" Type="http://schemas.openxmlformats.org/officeDocument/2006/relationships/slideLayout" Target="../slideLayouts/slideLayout71.xml"/><Relationship Id="rId10" Type="http://schemas.openxmlformats.org/officeDocument/2006/relationships/slideLayout" Target="../slideLayouts/slideLayout70.xml"/><Relationship Id="rId1" Type="http://schemas.openxmlformats.org/officeDocument/2006/relationships/slideLayout" Target="../slideLayouts/slideLayout61.xml"/></Relationships>
</file>

<file path=ppt/slideMasters/_rels/slideMaster7.xml.rels><?xml version="1.0" encoding="UTF-8" standalone="yes"?>
<Relationships xmlns="http://schemas.openxmlformats.org/package/2006/relationships"><Relationship Id="rId9" Type="http://schemas.openxmlformats.org/officeDocument/2006/relationships/slideLayout" Target="../slideLayouts/slideLayout81.xml"/><Relationship Id="rId8" Type="http://schemas.openxmlformats.org/officeDocument/2006/relationships/slideLayout" Target="../slideLayouts/slideLayout80.xml"/><Relationship Id="rId7" Type="http://schemas.openxmlformats.org/officeDocument/2006/relationships/slideLayout" Target="../slideLayouts/slideLayout79.xml"/><Relationship Id="rId6" Type="http://schemas.openxmlformats.org/officeDocument/2006/relationships/slideLayout" Target="../slideLayouts/slideLayout78.xml"/><Relationship Id="rId5" Type="http://schemas.openxmlformats.org/officeDocument/2006/relationships/slideLayout" Target="../slideLayouts/slideLayout77.xml"/><Relationship Id="rId4" Type="http://schemas.openxmlformats.org/officeDocument/2006/relationships/slideLayout" Target="../slideLayouts/slideLayout76.xml"/><Relationship Id="rId3" Type="http://schemas.openxmlformats.org/officeDocument/2006/relationships/slideLayout" Target="../slideLayouts/slideLayout75.xml"/><Relationship Id="rId2" Type="http://schemas.openxmlformats.org/officeDocument/2006/relationships/slideLayout" Target="../slideLayouts/slideLayout74.xml"/><Relationship Id="rId14" Type="http://schemas.openxmlformats.org/officeDocument/2006/relationships/theme" Target="../theme/theme7.xml"/><Relationship Id="rId13" Type="http://schemas.openxmlformats.org/officeDocument/2006/relationships/image" Target="../media/image1.png"/><Relationship Id="rId12" Type="http://schemas.openxmlformats.org/officeDocument/2006/relationships/slideLayout" Target="../slideLayouts/slideLayout84.xml"/><Relationship Id="rId11" Type="http://schemas.openxmlformats.org/officeDocument/2006/relationships/slideLayout" Target="../slideLayouts/slideLayout83.xml"/><Relationship Id="rId10" Type="http://schemas.openxmlformats.org/officeDocument/2006/relationships/slideLayout" Target="../slideLayouts/slideLayout82.xml"/><Relationship Id="rId1" Type="http://schemas.openxmlformats.org/officeDocument/2006/relationships/slideLayout" Target="../slideLayouts/slideLayout73.xml"/></Relationships>
</file>

<file path=ppt/slideMasters/_rels/slideMaster8.xml.rels><?xml version="1.0" encoding="UTF-8" standalone="yes"?>
<Relationships xmlns="http://schemas.openxmlformats.org/package/2006/relationships"><Relationship Id="rId9" Type="http://schemas.openxmlformats.org/officeDocument/2006/relationships/slideLayout" Target="../slideLayouts/slideLayout93.xml"/><Relationship Id="rId8" Type="http://schemas.openxmlformats.org/officeDocument/2006/relationships/slideLayout" Target="../slideLayouts/slideLayout92.xml"/><Relationship Id="rId7" Type="http://schemas.openxmlformats.org/officeDocument/2006/relationships/slideLayout" Target="../slideLayouts/slideLayout91.xml"/><Relationship Id="rId6" Type="http://schemas.openxmlformats.org/officeDocument/2006/relationships/slideLayout" Target="../slideLayouts/slideLayout90.xml"/><Relationship Id="rId5" Type="http://schemas.openxmlformats.org/officeDocument/2006/relationships/slideLayout" Target="../slideLayouts/slideLayout89.xml"/><Relationship Id="rId4" Type="http://schemas.openxmlformats.org/officeDocument/2006/relationships/slideLayout" Target="../slideLayouts/slideLayout88.xml"/><Relationship Id="rId3" Type="http://schemas.openxmlformats.org/officeDocument/2006/relationships/slideLayout" Target="../slideLayouts/slideLayout87.xml"/><Relationship Id="rId2" Type="http://schemas.openxmlformats.org/officeDocument/2006/relationships/slideLayout" Target="../slideLayouts/slideLayout86.xml"/><Relationship Id="rId14" Type="http://schemas.openxmlformats.org/officeDocument/2006/relationships/theme" Target="../theme/theme8.xml"/><Relationship Id="rId13" Type="http://schemas.openxmlformats.org/officeDocument/2006/relationships/image" Target="../media/image1.png"/><Relationship Id="rId12" Type="http://schemas.openxmlformats.org/officeDocument/2006/relationships/slideLayout" Target="../slideLayouts/slideLayout96.xml"/><Relationship Id="rId11" Type="http://schemas.openxmlformats.org/officeDocument/2006/relationships/slideLayout" Target="../slideLayouts/slideLayout95.xml"/><Relationship Id="rId10" Type="http://schemas.openxmlformats.org/officeDocument/2006/relationships/slideLayout" Target="../slideLayouts/slideLayout94.xml"/><Relationship Id="rId1" Type="http://schemas.openxmlformats.org/officeDocument/2006/relationships/slideLayout" Target="../slideLayouts/slideLayout8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ransition>
    <p:wipe dir="r"/>
  </p:transition>
  <p:txStyles>
    <p:titleStyle>
      <a:lvl1pPr algn="l" rtl="0" eaLnBrk="0" fontAlgn="base" hangingPunct="0">
        <a:spcBef>
          <a:spcPct val="0"/>
        </a:spcBef>
        <a:spcAft>
          <a:spcPct val="0"/>
        </a:spcAft>
        <a:defRPr kumimoji="1" sz="4400">
          <a:solidFill>
            <a:schemeClr val="tx2"/>
          </a:solidFill>
          <a:latin typeface="+mj-lt"/>
          <a:ea typeface="+mj-ea"/>
          <a:cs typeface="+mj-cs"/>
        </a:defRPr>
      </a:lvl1pPr>
      <a:lvl2pPr algn="l" rtl="0" eaLnBrk="0" fontAlgn="base" hangingPunct="0">
        <a:spcBef>
          <a:spcPct val="0"/>
        </a:spcBef>
        <a:spcAft>
          <a:spcPct val="0"/>
        </a:spcAft>
        <a:defRPr kumimoji="1" sz="4400">
          <a:solidFill>
            <a:schemeClr val="tx2"/>
          </a:solidFill>
          <a:latin typeface="Tahoma" panose="020B0604030504040204" pitchFamily="34" charset="0"/>
          <a:ea typeface="宋体" panose="02010600030101010101" pitchFamily="2" charset="-122"/>
        </a:defRPr>
      </a:lvl2pPr>
      <a:lvl3pPr algn="l" rtl="0" eaLnBrk="0" fontAlgn="base" hangingPunct="0">
        <a:spcBef>
          <a:spcPct val="0"/>
        </a:spcBef>
        <a:spcAft>
          <a:spcPct val="0"/>
        </a:spcAft>
        <a:defRPr kumimoji="1" sz="4400">
          <a:solidFill>
            <a:schemeClr val="tx2"/>
          </a:solidFill>
          <a:latin typeface="Tahoma" panose="020B0604030504040204" pitchFamily="34" charset="0"/>
          <a:ea typeface="宋体" panose="02010600030101010101" pitchFamily="2" charset="-122"/>
        </a:defRPr>
      </a:lvl3pPr>
      <a:lvl4pPr algn="l" rtl="0" eaLnBrk="0" fontAlgn="base" hangingPunct="0">
        <a:spcBef>
          <a:spcPct val="0"/>
        </a:spcBef>
        <a:spcAft>
          <a:spcPct val="0"/>
        </a:spcAft>
        <a:defRPr kumimoji="1" sz="4400">
          <a:solidFill>
            <a:schemeClr val="tx2"/>
          </a:solidFill>
          <a:latin typeface="Tahoma" panose="020B0604030504040204" pitchFamily="34" charset="0"/>
          <a:ea typeface="宋体" panose="02010600030101010101" pitchFamily="2" charset="-122"/>
        </a:defRPr>
      </a:lvl4pPr>
      <a:lvl5pPr algn="l" rtl="0" eaLnBrk="0" fontAlgn="base" hangingPunct="0">
        <a:spcBef>
          <a:spcPct val="0"/>
        </a:spcBef>
        <a:spcAft>
          <a:spcPct val="0"/>
        </a:spcAft>
        <a:defRPr kumimoji="1" sz="4400">
          <a:solidFill>
            <a:schemeClr val="tx2"/>
          </a:solidFill>
          <a:latin typeface="Tahoma" panose="020B0604030504040204" pitchFamily="34" charset="0"/>
          <a:ea typeface="宋体" panose="02010600030101010101" pitchFamily="2" charset="-122"/>
        </a:defRPr>
      </a:lvl5pPr>
      <a:lvl6pPr marL="457200" algn="l" rtl="0" fontAlgn="base">
        <a:spcBef>
          <a:spcPct val="0"/>
        </a:spcBef>
        <a:spcAft>
          <a:spcPct val="0"/>
        </a:spcAft>
        <a:defRPr kumimoji="1" sz="4400">
          <a:solidFill>
            <a:schemeClr val="tx2"/>
          </a:solidFill>
          <a:latin typeface="Tahoma" panose="020B0604030504040204" pitchFamily="34" charset="0"/>
          <a:ea typeface="宋体" panose="02010600030101010101" pitchFamily="2" charset="-122"/>
        </a:defRPr>
      </a:lvl6pPr>
      <a:lvl7pPr marL="914400" algn="l" rtl="0" fontAlgn="base">
        <a:spcBef>
          <a:spcPct val="0"/>
        </a:spcBef>
        <a:spcAft>
          <a:spcPct val="0"/>
        </a:spcAft>
        <a:defRPr kumimoji="1" sz="4400">
          <a:solidFill>
            <a:schemeClr val="tx2"/>
          </a:solidFill>
          <a:latin typeface="Tahoma" panose="020B0604030504040204" pitchFamily="34" charset="0"/>
          <a:ea typeface="宋体" panose="02010600030101010101" pitchFamily="2" charset="-122"/>
        </a:defRPr>
      </a:lvl7pPr>
      <a:lvl8pPr marL="1371600" algn="l" rtl="0" fontAlgn="base">
        <a:spcBef>
          <a:spcPct val="0"/>
        </a:spcBef>
        <a:spcAft>
          <a:spcPct val="0"/>
        </a:spcAft>
        <a:defRPr kumimoji="1" sz="4400">
          <a:solidFill>
            <a:schemeClr val="tx2"/>
          </a:solidFill>
          <a:latin typeface="Tahoma" panose="020B0604030504040204" pitchFamily="34" charset="0"/>
          <a:ea typeface="宋体" panose="02010600030101010101" pitchFamily="2" charset="-122"/>
        </a:defRPr>
      </a:lvl8pPr>
      <a:lvl9pPr marL="1828800" algn="l" rtl="0" fontAlgn="base">
        <a:spcBef>
          <a:spcPct val="0"/>
        </a:spcBef>
        <a:spcAft>
          <a:spcPct val="0"/>
        </a:spcAft>
        <a:defRPr kumimoji="1" sz="4400">
          <a:solidFill>
            <a:schemeClr val="tx2"/>
          </a:solidFill>
          <a:latin typeface="Tahoma" panose="020B0604030504040204" pitchFamily="34" charset="0"/>
          <a:ea typeface="宋体" panose="02010600030101010101" pitchFamily="2" charset="-122"/>
        </a:defRPr>
      </a:lvl9pPr>
    </p:titleStyle>
    <p:bodyStyle>
      <a:lvl1pPr marL="342900" indent="-342900" algn="l" rtl="0" eaLnBrk="0" fontAlgn="base" hangingPunct="0">
        <a:spcBef>
          <a:spcPct val="20000"/>
        </a:spcBef>
        <a:spcAft>
          <a:spcPct val="0"/>
        </a:spcAft>
        <a:buClr>
          <a:schemeClr val="hlink"/>
        </a:buClr>
        <a:buSzPct val="110000"/>
        <a:buFont typeface="Wingdings" panose="05000000000000000000" pitchFamily="2" charset="2"/>
        <a:buBlip>
          <a:blip r:embed="rId13"/>
        </a:buBlip>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SzPct val="60000"/>
        <a:buFont typeface="Wingdings" panose="05000000000000000000" pitchFamily="2" charset="2"/>
        <a:buChar char="n"/>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95000"/>
        <a:buFont typeface="Wingdings" panose="05000000000000000000" pitchFamily="2" charset="2"/>
        <a:buChar char="w"/>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tx1"/>
        </a:buClr>
        <a:buSzPct val="65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60000"/>
        <a:buFont typeface="Wingdings" panose="05000000000000000000" pitchFamily="2" charset="2"/>
        <a:buChar char="n"/>
        <a:defRPr kumimoji="1" sz="2000">
          <a:solidFill>
            <a:schemeClr val="tx1"/>
          </a:solidFill>
          <a:latin typeface="+mn-lt"/>
          <a:ea typeface="+mn-ea"/>
        </a:defRPr>
      </a:lvl5pPr>
      <a:lvl6pPr marL="2514600" indent="-228600" algn="l" rtl="0" fontAlgn="base">
        <a:spcBef>
          <a:spcPct val="20000"/>
        </a:spcBef>
        <a:spcAft>
          <a:spcPct val="0"/>
        </a:spcAft>
        <a:buClr>
          <a:schemeClr val="hlink"/>
        </a:buClr>
        <a:buSzPct val="60000"/>
        <a:buFont typeface="Wingdings" panose="05000000000000000000" pitchFamily="2" charset="2"/>
        <a:buChar char="n"/>
        <a:defRPr kumimoji="1" sz="2000">
          <a:solidFill>
            <a:schemeClr val="tx1"/>
          </a:solidFill>
          <a:latin typeface="+mn-lt"/>
          <a:ea typeface="+mn-ea"/>
        </a:defRPr>
      </a:lvl6pPr>
      <a:lvl7pPr marL="2971800" indent="-228600" algn="l" rtl="0" fontAlgn="base">
        <a:spcBef>
          <a:spcPct val="20000"/>
        </a:spcBef>
        <a:spcAft>
          <a:spcPct val="0"/>
        </a:spcAft>
        <a:buClr>
          <a:schemeClr val="hlink"/>
        </a:buClr>
        <a:buSzPct val="60000"/>
        <a:buFont typeface="Wingdings" panose="05000000000000000000" pitchFamily="2" charset="2"/>
        <a:buChar char="n"/>
        <a:defRPr kumimoji="1" sz="2000">
          <a:solidFill>
            <a:schemeClr val="tx1"/>
          </a:solidFill>
          <a:latin typeface="+mn-lt"/>
          <a:ea typeface="+mn-ea"/>
        </a:defRPr>
      </a:lvl7pPr>
      <a:lvl8pPr marL="3429000" indent="-228600" algn="l" rtl="0" fontAlgn="base">
        <a:spcBef>
          <a:spcPct val="20000"/>
        </a:spcBef>
        <a:spcAft>
          <a:spcPct val="0"/>
        </a:spcAft>
        <a:buClr>
          <a:schemeClr val="hlink"/>
        </a:buClr>
        <a:buSzPct val="60000"/>
        <a:buFont typeface="Wingdings" panose="05000000000000000000" pitchFamily="2" charset="2"/>
        <a:buChar char="n"/>
        <a:defRPr kumimoji="1" sz="2000">
          <a:solidFill>
            <a:schemeClr val="tx1"/>
          </a:solidFill>
          <a:latin typeface="+mn-lt"/>
          <a:ea typeface="+mn-ea"/>
        </a:defRPr>
      </a:lvl8pPr>
      <a:lvl9pPr marL="3886200" indent="-228600" algn="l" rtl="0" fontAlgn="base">
        <a:spcBef>
          <a:spcPct val="20000"/>
        </a:spcBef>
        <a:spcAft>
          <a:spcPct val="0"/>
        </a:spcAft>
        <a:buClr>
          <a:schemeClr val="hlink"/>
        </a:buClr>
        <a:buSzPct val="60000"/>
        <a:buFont typeface="Wingdings" panose="05000000000000000000" pitchFamily="2" charset="2"/>
        <a:buChar char="n"/>
        <a:defRPr kumimoji="1"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 id="2147483673" r:id="rId12"/>
  </p:sldLayoutIdLst>
  <p:transition>
    <p:wipe dir="r"/>
  </p:transition>
  <p:txStyles>
    <p:titleStyle>
      <a:lvl1pPr algn="l" rtl="0" eaLnBrk="0" fontAlgn="base" hangingPunct="0">
        <a:spcBef>
          <a:spcPct val="0"/>
        </a:spcBef>
        <a:spcAft>
          <a:spcPct val="0"/>
        </a:spcAft>
        <a:defRPr kumimoji="1" sz="4400">
          <a:solidFill>
            <a:schemeClr val="tx2"/>
          </a:solidFill>
          <a:latin typeface="+mj-lt"/>
          <a:ea typeface="+mj-ea"/>
          <a:cs typeface="+mj-cs"/>
        </a:defRPr>
      </a:lvl1pPr>
      <a:lvl2pPr algn="l" rtl="0" eaLnBrk="0" fontAlgn="base" hangingPunct="0">
        <a:spcBef>
          <a:spcPct val="0"/>
        </a:spcBef>
        <a:spcAft>
          <a:spcPct val="0"/>
        </a:spcAft>
        <a:defRPr kumimoji="1" sz="4400">
          <a:solidFill>
            <a:schemeClr val="tx2"/>
          </a:solidFill>
          <a:latin typeface="Tahoma" panose="020B0604030504040204" pitchFamily="34" charset="0"/>
          <a:ea typeface="宋体" panose="02010600030101010101" pitchFamily="2" charset="-122"/>
        </a:defRPr>
      </a:lvl2pPr>
      <a:lvl3pPr algn="l" rtl="0" eaLnBrk="0" fontAlgn="base" hangingPunct="0">
        <a:spcBef>
          <a:spcPct val="0"/>
        </a:spcBef>
        <a:spcAft>
          <a:spcPct val="0"/>
        </a:spcAft>
        <a:defRPr kumimoji="1" sz="4400">
          <a:solidFill>
            <a:schemeClr val="tx2"/>
          </a:solidFill>
          <a:latin typeface="Tahoma" panose="020B0604030504040204" pitchFamily="34" charset="0"/>
          <a:ea typeface="宋体" panose="02010600030101010101" pitchFamily="2" charset="-122"/>
        </a:defRPr>
      </a:lvl3pPr>
      <a:lvl4pPr algn="l" rtl="0" eaLnBrk="0" fontAlgn="base" hangingPunct="0">
        <a:spcBef>
          <a:spcPct val="0"/>
        </a:spcBef>
        <a:spcAft>
          <a:spcPct val="0"/>
        </a:spcAft>
        <a:defRPr kumimoji="1" sz="4400">
          <a:solidFill>
            <a:schemeClr val="tx2"/>
          </a:solidFill>
          <a:latin typeface="Tahoma" panose="020B0604030504040204" pitchFamily="34" charset="0"/>
          <a:ea typeface="宋体" panose="02010600030101010101" pitchFamily="2" charset="-122"/>
        </a:defRPr>
      </a:lvl4pPr>
      <a:lvl5pPr algn="l" rtl="0" eaLnBrk="0" fontAlgn="base" hangingPunct="0">
        <a:spcBef>
          <a:spcPct val="0"/>
        </a:spcBef>
        <a:spcAft>
          <a:spcPct val="0"/>
        </a:spcAft>
        <a:defRPr kumimoji="1" sz="4400">
          <a:solidFill>
            <a:schemeClr val="tx2"/>
          </a:solidFill>
          <a:latin typeface="Tahoma" panose="020B0604030504040204" pitchFamily="34" charset="0"/>
          <a:ea typeface="宋体" panose="02010600030101010101" pitchFamily="2" charset="-122"/>
        </a:defRPr>
      </a:lvl5pPr>
      <a:lvl6pPr marL="457200" algn="l" rtl="0" fontAlgn="base">
        <a:spcBef>
          <a:spcPct val="0"/>
        </a:spcBef>
        <a:spcAft>
          <a:spcPct val="0"/>
        </a:spcAft>
        <a:defRPr kumimoji="1" sz="4400">
          <a:solidFill>
            <a:schemeClr val="tx2"/>
          </a:solidFill>
          <a:latin typeface="Tahoma" panose="020B0604030504040204" pitchFamily="34" charset="0"/>
          <a:ea typeface="宋体" panose="02010600030101010101" pitchFamily="2" charset="-122"/>
        </a:defRPr>
      </a:lvl6pPr>
      <a:lvl7pPr marL="914400" algn="l" rtl="0" fontAlgn="base">
        <a:spcBef>
          <a:spcPct val="0"/>
        </a:spcBef>
        <a:spcAft>
          <a:spcPct val="0"/>
        </a:spcAft>
        <a:defRPr kumimoji="1" sz="4400">
          <a:solidFill>
            <a:schemeClr val="tx2"/>
          </a:solidFill>
          <a:latin typeface="Tahoma" panose="020B0604030504040204" pitchFamily="34" charset="0"/>
          <a:ea typeface="宋体" panose="02010600030101010101" pitchFamily="2" charset="-122"/>
        </a:defRPr>
      </a:lvl7pPr>
      <a:lvl8pPr marL="1371600" algn="l" rtl="0" fontAlgn="base">
        <a:spcBef>
          <a:spcPct val="0"/>
        </a:spcBef>
        <a:spcAft>
          <a:spcPct val="0"/>
        </a:spcAft>
        <a:defRPr kumimoji="1" sz="4400">
          <a:solidFill>
            <a:schemeClr val="tx2"/>
          </a:solidFill>
          <a:latin typeface="Tahoma" panose="020B0604030504040204" pitchFamily="34" charset="0"/>
          <a:ea typeface="宋体" panose="02010600030101010101" pitchFamily="2" charset="-122"/>
        </a:defRPr>
      </a:lvl8pPr>
      <a:lvl9pPr marL="1828800" algn="l" rtl="0" fontAlgn="base">
        <a:spcBef>
          <a:spcPct val="0"/>
        </a:spcBef>
        <a:spcAft>
          <a:spcPct val="0"/>
        </a:spcAft>
        <a:defRPr kumimoji="1" sz="4400">
          <a:solidFill>
            <a:schemeClr val="tx2"/>
          </a:solidFill>
          <a:latin typeface="Tahoma" panose="020B0604030504040204" pitchFamily="34" charset="0"/>
          <a:ea typeface="宋体" panose="02010600030101010101" pitchFamily="2" charset="-122"/>
        </a:defRPr>
      </a:lvl9pPr>
    </p:titleStyle>
    <p:bodyStyle>
      <a:lvl1pPr marL="342900" indent="-342900" algn="l" rtl="0" eaLnBrk="0" fontAlgn="base" hangingPunct="0">
        <a:spcBef>
          <a:spcPct val="20000"/>
        </a:spcBef>
        <a:spcAft>
          <a:spcPct val="0"/>
        </a:spcAft>
        <a:buClr>
          <a:schemeClr val="hlink"/>
        </a:buClr>
        <a:buSzPct val="110000"/>
        <a:buFont typeface="Wingdings" panose="05000000000000000000" pitchFamily="2" charset="2"/>
        <a:buBlip>
          <a:blip r:embed="rId13"/>
        </a:buBlip>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SzPct val="60000"/>
        <a:buFont typeface="Wingdings" panose="05000000000000000000" pitchFamily="2" charset="2"/>
        <a:buChar char="n"/>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95000"/>
        <a:buFont typeface="Wingdings" panose="05000000000000000000" pitchFamily="2" charset="2"/>
        <a:buChar char="w"/>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tx1"/>
        </a:buClr>
        <a:buSzPct val="65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60000"/>
        <a:buFont typeface="Wingdings" panose="05000000000000000000" pitchFamily="2" charset="2"/>
        <a:buChar char="n"/>
        <a:defRPr kumimoji="1" sz="2000">
          <a:solidFill>
            <a:schemeClr val="tx1"/>
          </a:solidFill>
          <a:latin typeface="+mn-lt"/>
          <a:ea typeface="+mn-ea"/>
        </a:defRPr>
      </a:lvl5pPr>
      <a:lvl6pPr marL="2514600" indent="-228600" algn="l" rtl="0" fontAlgn="base">
        <a:spcBef>
          <a:spcPct val="20000"/>
        </a:spcBef>
        <a:spcAft>
          <a:spcPct val="0"/>
        </a:spcAft>
        <a:buClr>
          <a:schemeClr val="hlink"/>
        </a:buClr>
        <a:buSzPct val="60000"/>
        <a:buFont typeface="Wingdings" panose="05000000000000000000" pitchFamily="2" charset="2"/>
        <a:buChar char="n"/>
        <a:defRPr kumimoji="1" sz="2000">
          <a:solidFill>
            <a:schemeClr val="tx1"/>
          </a:solidFill>
          <a:latin typeface="+mn-lt"/>
          <a:ea typeface="+mn-ea"/>
        </a:defRPr>
      </a:lvl6pPr>
      <a:lvl7pPr marL="2971800" indent="-228600" algn="l" rtl="0" fontAlgn="base">
        <a:spcBef>
          <a:spcPct val="20000"/>
        </a:spcBef>
        <a:spcAft>
          <a:spcPct val="0"/>
        </a:spcAft>
        <a:buClr>
          <a:schemeClr val="hlink"/>
        </a:buClr>
        <a:buSzPct val="60000"/>
        <a:buFont typeface="Wingdings" panose="05000000000000000000" pitchFamily="2" charset="2"/>
        <a:buChar char="n"/>
        <a:defRPr kumimoji="1" sz="2000">
          <a:solidFill>
            <a:schemeClr val="tx1"/>
          </a:solidFill>
          <a:latin typeface="+mn-lt"/>
          <a:ea typeface="+mn-ea"/>
        </a:defRPr>
      </a:lvl7pPr>
      <a:lvl8pPr marL="3429000" indent="-228600" algn="l" rtl="0" fontAlgn="base">
        <a:spcBef>
          <a:spcPct val="20000"/>
        </a:spcBef>
        <a:spcAft>
          <a:spcPct val="0"/>
        </a:spcAft>
        <a:buClr>
          <a:schemeClr val="hlink"/>
        </a:buClr>
        <a:buSzPct val="60000"/>
        <a:buFont typeface="Wingdings" panose="05000000000000000000" pitchFamily="2" charset="2"/>
        <a:buChar char="n"/>
        <a:defRPr kumimoji="1" sz="2000">
          <a:solidFill>
            <a:schemeClr val="tx1"/>
          </a:solidFill>
          <a:latin typeface="+mn-lt"/>
          <a:ea typeface="+mn-ea"/>
        </a:defRPr>
      </a:lvl8pPr>
      <a:lvl9pPr marL="3886200" indent="-228600" algn="l" rtl="0" fontAlgn="base">
        <a:spcBef>
          <a:spcPct val="20000"/>
        </a:spcBef>
        <a:spcAft>
          <a:spcPct val="0"/>
        </a:spcAft>
        <a:buClr>
          <a:schemeClr val="hlink"/>
        </a:buClr>
        <a:buSzPct val="60000"/>
        <a:buFont typeface="Wingdings" panose="05000000000000000000" pitchFamily="2" charset="2"/>
        <a:buChar char="n"/>
        <a:defRPr kumimoji="1"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75" r:id="rId1"/>
    <p:sldLayoutId id="2147483676" r:id="rId2"/>
    <p:sldLayoutId id="2147483677" r:id="rId3"/>
    <p:sldLayoutId id="2147483678" r:id="rId4"/>
    <p:sldLayoutId id="2147483679" r:id="rId5"/>
    <p:sldLayoutId id="2147483680" r:id="rId6"/>
    <p:sldLayoutId id="2147483681" r:id="rId7"/>
    <p:sldLayoutId id="2147483682" r:id="rId8"/>
    <p:sldLayoutId id="2147483683" r:id="rId9"/>
    <p:sldLayoutId id="2147483684" r:id="rId10"/>
    <p:sldLayoutId id="2147483685" r:id="rId11"/>
    <p:sldLayoutId id="2147483686" r:id="rId12"/>
  </p:sldLayoutIdLst>
  <p:transition>
    <p:wipe dir="r"/>
  </p:transition>
  <p:txStyles>
    <p:titleStyle>
      <a:lvl1pPr algn="l" rtl="0" eaLnBrk="0" fontAlgn="base" hangingPunct="0">
        <a:spcBef>
          <a:spcPct val="0"/>
        </a:spcBef>
        <a:spcAft>
          <a:spcPct val="0"/>
        </a:spcAft>
        <a:defRPr kumimoji="1" sz="4400">
          <a:solidFill>
            <a:schemeClr val="tx2"/>
          </a:solidFill>
          <a:latin typeface="+mj-lt"/>
          <a:ea typeface="+mj-ea"/>
          <a:cs typeface="+mj-cs"/>
        </a:defRPr>
      </a:lvl1pPr>
      <a:lvl2pPr algn="l" rtl="0" eaLnBrk="0" fontAlgn="base" hangingPunct="0">
        <a:spcBef>
          <a:spcPct val="0"/>
        </a:spcBef>
        <a:spcAft>
          <a:spcPct val="0"/>
        </a:spcAft>
        <a:defRPr kumimoji="1" sz="4400">
          <a:solidFill>
            <a:schemeClr val="tx2"/>
          </a:solidFill>
          <a:latin typeface="Tahoma" panose="020B0604030504040204" pitchFamily="34" charset="0"/>
          <a:ea typeface="宋体" panose="02010600030101010101" pitchFamily="2" charset="-122"/>
        </a:defRPr>
      </a:lvl2pPr>
      <a:lvl3pPr algn="l" rtl="0" eaLnBrk="0" fontAlgn="base" hangingPunct="0">
        <a:spcBef>
          <a:spcPct val="0"/>
        </a:spcBef>
        <a:spcAft>
          <a:spcPct val="0"/>
        </a:spcAft>
        <a:defRPr kumimoji="1" sz="4400">
          <a:solidFill>
            <a:schemeClr val="tx2"/>
          </a:solidFill>
          <a:latin typeface="Tahoma" panose="020B0604030504040204" pitchFamily="34" charset="0"/>
          <a:ea typeface="宋体" panose="02010600030101010101" pitchFamily="2" charset="-122"/>
        </a:defRPr>
      </a:lvl3pPr>
      <a:lvl4pPr algn="l" rtl="0" eaLnBrk="0" fontAlgn="base" hangingPunct="0">
        <a:spcBef>
          <a:spcPct val="0"/>
        </a:spcBef>
        <a:spcAft>
          <a:spcPct val="0"/>
        </a:spcAft>
        <a:defRPr kumimoji="1" sz="4400">
          <a:solidFill>
            <a:schemeClr val="tx2"/>
          </a:solidFill>
          <a:latin typeface="Tahoma" panose="020B0604030504040204" pitchFamily="34" charset="0"/>
          <a:ea typeface="宋体" panose="02010600030101010101" pitchFamily="2" charset="-122"/>
        </a:defRPr>
      </a:lvl4pPr>
      <a:lvl5pPr algn="l" rtl="0" eaLnBrk="0" fontAlgn="base" hangingPunct="0">
        <a:spcBef>
          <a:spcPct val="0"/>
        </a:spcBef>
        <a:spcAft>
          <a:spcPct val="0"/>
        </a:spcAft>
        <a:defRPr kumimoji="1" sz="4400">
          <a:solidFill>
            <a:schemeClr val="tx2"/>
          </a:solidFill>
          <a:latin typeface="Tahoma" panose="020B0604030504040204" pitchFamily="34" charset="0"/>
          <a:ea typeface="宋体" panose="02010600030101010101" pitchFamily="2" charset="-122"/>
        </a:defRPr>
      </a:lvl5pPr>
      <a:lvl6pPr marL="457200" algn="l" rtl="0" fontAlgn="base">
        <a:spcBef>
          <a:spcPct val="0"/>
        </a:spcBef>
        <a:spcAft>
          <a:spcPct val="0"/>
        </a:spcAft>
        <a:defRPr kumimoji="1" sz="4400">
          <a:solidFill>
            <a:schemeClr val="tx2"/>
          </a:solidFill>
          <a:latin typeface="Tahoma" panose="020B0604030504040204" pitchFamily="34" charset="0"/>
          <a:ea typeface="宋体" panose="02010600030101010101" pitchFamily="2" charset="-122"/>
        </a:defRPr>
      </a:lvl6pPr>
      <a:lvl7pPr marL="914400" algn="l" rtl="0" fontAlgn="base">
        <a:spcBef>
          <a:spcPct val="0"/>
        </a:spcBef>
        <a:spcAft>
          <a:spcPct val="0"/>
        </a:spcAft>
        <a:defRPr kumimoji="1" sz="4400">
          <a:solidFill>
            <a:schemeClr val="tx2"/>
          </a:solidFill>
          <a:latin typeface="Tahoma" panose="020B0604030504040204" pitchFamily="34" charset="0"/>
          <a:ea typeface="宋体" panose="02010600030101010101" pitchFamily="2" charset="-122"/>
        </a:defRPr>
      </a:lvl7pPr>
      <a:lvl8pPr marL="1371600" algn="l" rtl="0" fontAlgn="base">
        <a:spcBef>
          <a:spcPct val="0"/>
        </a:spcBef>
        <a:spcAft>
          <a:spcPct val="0"/>
        </a:spcAft>
        <a:defRPr kumimoji="1" sz="4400">
          <a:solidFill>
            <a:schemeClr val="tx2"/>
          </a:solidFill>
          <a:latin typeface="Tahoma" panose="020B0604030504040204" pitchFamily="34" charset="0"/>
          <a:ea typeface="宋体" panose="02010600030101010101" pitchFamily="2" charset="-122"/>
        </a:defRPr>
      </a:lvl8pPr>
      <a:lvl9pPr marL="1828800" algn="l" rtl="0" fontAlgn="base">
        <a:spcBef>
          <a:spcPct val="0"/>
        </a:spcBef>
        <a:spcAft>
          <a:spcPct val="0"/>
        </a:spcAft>
        <a:defRPr kumimoji="1" sz="4400">
          <a:solidFill>
            <a:schemeClr val="tx2"/>
          </a:solidFill>
          <a:latin typeface="Tahoma" panose="020B0604030504040204" pitchFamily="34" charset="0"/>
          <a:ea typeface="宋体" panose="02010600030101010101" pitchFamily="2" charset="-122"/>
        </a:defRPr>
      </a:lvl9pPr>
    </p:titleStyle>
    <p:bodyStyle>
      <a:lvl1pPr marL="342900" indent="-342900" algn="l" rtl="0" eaLnBrk="0" fontAlgn="base" hangingPunct="0">
        <a:spcBef>
          <a:spcPct val="20000"/>
        </a:spcBef>
        <a:spcAft>
          <a:spcPct val="0"/>
        </a:spcAft>
        <a:buClr>
          <a:schemeClr val="hlink"/>
        </a:buClr>
        <a:buSzPct val="110000"/>
        <a:buFont typeface="Wingdings" panose="05000000000000000000" pitchFamily="2" charset="2"/>
        <a:buBlip>
          <a:blip r:embed="rId13"/>
        </a:buBlip>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SzPct val="60000"/>
        <a:buFont typeface="Wingdings" panose="05000000000000000000" pitchFamily="2" charset="2"/>
        <a:buChar char="n"/>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95000"/>
        <a:buFont typeface="Wingdings" panose="05000000000000000000" pitchFamily="2" charset="2"/>
        <a:buChar char="w"/>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tx1"/>
        </a:buClr>
        <a:buSzPct val="65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60000"/>
        <a:buFont typeface="Wingdings" panose="05000000000000000000" pitchFamily="2" charset="2"/>
        <a:buChar char="n"/>
        <a:defRPr kumimoji="1" sz="2000">
          <a:solidFill>
            <a:schemeClr val="tx1"/>
          </a:solidFill>
          <a:latin typeface="+mn-lt"/>
          <a:ea typeface="+mn-ea"/>
        </a:defRPr>
      </a:lvl5pPr>
      <a:lvl6pPr marL="2514600" indent="-228600" algn="l" rtl="0" fontAlgn="base">
        <a:spcBef>
          <a:spcPct val="20000"/>
        </a:spcBef>
        <a:spcAft>
          <a:spcPct val="0"/>
        </a:spcAft>
        <a:buClr>
          <a:schemeClr val="hlink"/>
        </a:buClr>
        <a:buSzPct val="60000"/>
        <a:buFont typeface="Wingdings" panose="05000000000000000000" pitchFamily="2" charset="2"/>
        <a:buChar char="n"/>
        <a:defRPr kumimoji="1" sz="2000">
          <a:solidFill>
            <a:schemeClr val="tx1"/>
          </a:solidFill>
          <a:latin typeface="+mn-lt"/>
          <a:ea typeface="+mn-ea"/>
        </a:defRPr>
      </a:lvl6pPr>
      <a:lvl7pPr marL="2971800" indent="-228600" algn="l" rtl="0" fontAlgn="base">
        <a:spcBef>
          <a:spcPct val="20000"/>
        </a:spcBef>
        <a:spcAft>
          <a:spcPct val="0"/>
        </a:spcAft>
        <a:buClr>
          <a:schemeClr val="hlink"/>
        </a:buClr>
        <a:buSzPct val="60000"/>
        <a:buFont typeface="Wingdings" panose="05000000000000000000" pitchFamily="2" charset="2"/>
        <a:buChar char="n"/>
        <a:defRPr kumimoji="1" sz="2000">
          <a:solidFill>
            <a:schemeClr val="tx1"/>
          </a:solidFill>
          <a:latin typeface="+mn-lt"/>
          <a:ea typeface="+mn-ea"/>
        </a:defRPr>
      </a:lvl7pPr>
      <a:lvl8pPr marL="3429000" indent="-228600" algn="l" rtl="0" fontAlgn="base">
        <a:spcBef>
          <a:spcPct val="20000"/>
        </a:spcBef>
        <a:spcAft>
          <a:spcPct val="0"/>
        </a:spcAft>
        <a:buClr>
          <a:schemeClr val="hlink"/>
        </a:buClr>
        <a:buSzPct val="60000"/>
        <a:buFont typeface="Wingdings" panose="05000000000000000000" pitchFamily="2" charset="2"/>
        <a:buChar char="n"/>
        <a:defRPr kumimoji="1" sz="2000">
          <a:solidFill>
            <a:schemeClr val="tx1"/>
          </a:solidFill>
          <a:latin typeface="+mn-lt"/>
          <a:ea typeface="+mn-ea"/>
        </a:defRPr>
      </a:lvl8pPr>
      <a:lvl9pPr marL="3886200" indent="-228600" algn="l" rtl="0" fontAlgn="base">
        <a:spcBef>
          <a:spcPct val="20000"/>
        </a:spcBef>
        <a:spcAft>
          <a:spcPct val="0"/>
        </a:spcAft>
        <a:buClr>
          <a:schemeClr val="hlink"/>
        </a:buClr>
        <a:buSzPct val="60000"/>
        <a:buFont typeface="Wingdings" panose="05000000000000000000" pitchFamily="2" charset="2"/>
        <a:buChar char="n"/>
        <a:defRPr kumimoji="1"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88" r:id="rId1"/>
    <p:sldLayoutId id="2147483689" r:id="rId2"/>
    <p:sldLayoutId id="2147483690" r:id="rId3"/>
    <p:sldLayoutId id="2147483691" r:id="rId4"/>
    <p:sldLayoutId id="2147483692" r:id="rId5"/>
    <p:sldLayoutId id="2147483693" r:id="rId6"/>
    <p:sldLayoutId id="2147483694" r:id="rId7"/>
    <p:sldLayoutId id="2147483695" r:id="rId8"/>
    <p:sldLayoutId id="2147483696" r:id="rId9"/>
    <p:sldLayoutId id="2147483697" r:id="rId10"/>
    <p:sldLayoutId id="2147483698" r:id="rId11"/>
    <p:sldLayoutId id="2147483699" r:id="rId12"/>
  </p:sldLayoutIdLst>
  <p:transition>
    <p:wipe dir="r"/>
  </p:transition>
  <p:txStyles>
    <p:titleStyle>
      <a:lvl1pPr algn="l" rtl="0" eaLnBrk="0" fontAlgn="base" hangingPunct="0">
        <a:spcBef>
          <a:spcPct val="0"/>
        </a:spcBef>
        <a:spcAft>
          <a:spcPct val="0"/>
        </a:spcAft>
        <a:defRPr kumimoji="1" sz="4400">
          <a:solidFill>
            <a:schemeClr val="tx2"/>
          </a:solidFill>
          <a:latin typeface="+mj-lt"/>
          <a:ea typeface="+mj-ea"/>
          <a:cs typeface="+mj-cs"/>
        </a:defRPr>
      </a:lvl1pPr>
      <a:lvl2pPr algn="l" rtl="0" eaLnBrk="0" fontAlgn="base" hangingPunct="0">
        <a:spcBef>
          <a:spcPct val="0"/>
        </a:spcBef>
        <a:spcAft>
          <a:spcPct val="0"/>
        </a:spcAft>
        <a:defRPr kumimoji="1" sz="4400">
          <a:solidFill>
            <a:schemeClr val="tx2"/>
          </a:solidFill>
          <a:latin typeface="Tahoma" panose="020B0604030504040204" pitchFamily="34" charset="0"/>
          <a:ea typeface="宋体" panose="02010600030101010101" pitchFamily="2" charset="-122"/>
        </a:defRPr>
      </a:lvl2pPr>
      <a:lvl3pPr algn="l" rtl="0" eaLnBrk="0" fontAlgn="base" hangingPunct="0">
        <a:spcBef>
          <a:spcPct val="0"/>
        </a:spcBef>
        <a:spcAft>
          <a:spcPct val="0"/>
        </a:spcAft>
        <a:defRPr kumimoji="1" sz="4400">
          <a:solidFill>
            <a:schemeClr val="tx2"/>
          </a:solidFill>
          <a:latin typeface="Tahoma" panose="020B0604030504040204" pitchFamily="34" charset="0"/>
          <a:ea typeface="宋体" panose="02010600030101010101" pitchFamily="2" charset="-122"/>
        </a:defRPr>
      </a:lvl3pPr>
      <a:lvl4pPr algn="l" rtl="0" eaLnBrk="0" fontAlgn="base" hangingPunct="0">
        <a:spcBef>
          <a:spcPct val="0"/>
        </a:spcBef>
        <a:spcAft>
          <a:spcPct val="0"/>
        </a:spcAft>
        <a:defRPr kumimoji="1" sz="4400">
          <a:solidFill>
            <a:schemeClr val="tx2"/>
          </a:solidFill>
          <a:latin typeface="Tahoma" panose="020B0604030504040204" pitchFamily="34" charset="0"/>
          <a:ea typeface="宋体" panose="02010600030101010101" pitchFamily="2" charset="-122"/>
        </a:defRPr>
      </a:lvl4pPr>
      <a:lvl5pPr algn="l" rtl="0" eaLnBrk="0" fontAlgn="base" hangingPunct="0">
        <a:spcBef>
          <a:spcPct val="0"/>
        </a:spcBef>
        <a:spcAft>
          <a:spcPct val="0"/>
        </a:spcAft>
        <a:defRPr kumimoji="1" sz="4400">
          <a:solidFill>
            <a:schemeClr val="tx2"/>
          </a:solidFill>
          <a:latin typeface="Tahoma" panose="020B0604030504040204" pitchFamily="34" charset="0"/>
          <a:ea typeface="宋体" panose="02010600030101010101" pitchFamily="2" charset="-122"/>
        </a:defRPr>
      </a:lvl5pPr>
      <a:lvl6pPr marL="457200" algn="l" rtl="0" fontAlgn="base">
        <a:spcBef>
          <a:spcPct val="0"/>
        </a:spcBef>
        <a:spcAft>
          <a:spcPct val="0"/>
        </a:spcAft>
        <a:defRPr kumimoji="1" sz="4400">
          <a:solidFill>
            <a:schemeClr val="tx2"/>
          </a:solidFill>
          <a:latin typeface="Tahoma" panose="020B0604030504040204" pitchFamily="34" charset="0"/>
          <a:ea typeface="宋体" panose="02010600030101010101" pitchFamily="2" charset="-122"/>
        </a:defRPr>
      </a:lvl6pPr>
      <a:lvl7pPr marL="914400" algn="l" rtl="0" fontAlgn="base">
        <a:spcBef>
          <a:spcPct val="0"/>
        </a:spcBef>
        <a:spcAft>
          <a:spcPct val="0"/>
        </a:spcAft>
        <a:defRPr kumimoji="1" sz="4400">
          <a:solidFill>
            <a:schemeClr val="tx2"/>
          </a:solidFill>
          <a:latin typeface="Tahoma" panose="020B0604030504040204" pitchFamily="34" charset="0"/>
          <a:ea typeface="宋体" panose="02010600030101010101" pitchFamily="2" charset="-122"/>
        </a:defRPr>
      </a:lvl7pPr>
      <a:lvl8pPr marL="1371600" algn="l" rtl="0" fontAlgn="base">
        <a:spcBef>
          <a:spcPct val="0"/>
        </a:spcBef>
        <a:spcAft>
          <a:spcPct val="0"/>
        </a:spcAft>
        <a:defRPr kumimoji="1" sz="4400">
          <a:solidFill>
            <a:schemeClr val="tx2"/>
          </a:solidFill>
          <a:latin typeface="Tahoma" panose="020B0604030504040204" pitchFamily="34" charset="0"/>
          <a:ea typeface="宋体" panose="02010600030101010101" pitchFamily="2" charset="-122"/>
        </a:defRPr>
      </a:lvl8pPr>
      <a:lvl9pPr marL="1828800" algn="l" rtl="0" fontAlgn="base">
        <a:spcBef>
          <a:spcPct val="0"/>
        </a:spcBef>
        <a:spcAft>
          <a:spcPct val="0"/>
        </a:spcAft>
        <a:defRPr kumimoji="1" sz="4400">
          <a:solidFill>
            <a:schemeClr val="tx2"/>
          </a:solidFill>
          <a:latin typeface="Tahoma" panose="020B0604030504040204" pitchFamily="34" charset="0"/>
          <a:ea typeface="宋体" panose="02010600030101010101" pitchFamily="2" charset="-122"/>
        </a:defRPr>
      </a:lvl9pPr>
    </p:titleStyle>
    <p:bodyStyle>
      <a:lvl1pPr marL="342900" indent="-342900" algn="l" rtl="0" eaLnBrk="0" fontAlgn="base" hangingPunct="0">
        <a:spcBef>
          <a:spcPct val="20000"/>
        </a:spcBef>
        <a:spcAft>
          <a:spcPct val="0"/>
        </a:spcAft>
        <a:buClr>
          <a:schemeClr val="hlink"/>
        </a:buClr>
        <a:buSzPct val="110000"/>
        <a:buFont typeface="Wingdings" panose="05000000000000000000" pitchFamily="2" charset="2"/>
        <a:buBlip>
          <a:blip r:embed="rId13"/>
        </a:buBlip>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SzPct val="60000"/>
        <a:buFont typeface="Wingdings" panose="05000000000000000000" pitchFamily="2" charset="2"/>
        <a:buChar char="n"/>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95000"/>
        <a:buFont typeface="Wingdings" panose="05000000000000000000" pitchFamily="2" charset="2"/>
        <a:buChar char="w"/>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tx1"/>
        </a:buClr>
        <a:buSzPct val="65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60000"/>
        <a:buFont typeface="Wingdings" panose="05000000000000000000" pitchFamily="2" charset="2"/>
        <a:buChar char="n"/>
        <a:defRPr kumimoji="1" sz="2000">
          <a:solidFill>
            <a:schemeClr val="tx1"/>
          </a:solidFill>
          <a:latin typeface="+mn-lt"/>
          <a:ea typeface="+mn-ea"/>
        </a:defRPr>
      </a:lvl5pPr>
      <a:lvl6pPr marL="2514600" indent="-228600" algn="l" rtl="0" fontAlgn="base">
        <a:spcBef>
          <a:spcPct val="20000"/>
        </a:spcBef>
        <a:spcAft>
          <a:spcPct val="0"/>
        </a:spcAft>
        <a:buClr>
          <a:schemeClr val="hlink"/>
        </a:buClr>
        <a:buSzPct val="60000"/>
        <a:buFont typeface="Wingdings" panose="05000000000000000000" pitchFamily="2" charset="2"/>
        <a:buChar char="n"/>
        <a:defRPr kumimoji="1" sz="2000">
          <a:solidFill>
            <a:schemeClr val="tx1"/>
          </a:solidFill>
          <a:latin typeface="+mn-lt"/>
          <a:ea typeface="+mn-ea"/>
        </a:defRPr>
      </a:lvl6pPr>
      <a:lvl7pPr marL="2971800" indent="-228600" algn="l" rtl="0" fontAlgn="base">
        <a:spcBef>
          <a:spcPct val="20000"/>
        </a:spcBef>
        <a:spcAft>
          <a:spcPct val="0"/>
        </a:spcAft>
        <a:buClr>
          <a:schemeClr val="hlink"/>
        </a:buClr>
        <a:buSzPct val="60000"/>
        <a:buFont typeface="Wingdings" panose="05000000000000000000" pitchFamily="2" charset="2"/>
        <a:buChar char="n"/>
        <a:defRPr kumimoji="1" sz="2000">
          <a:solidFill>
            <a:schemeClr val="tx1"/>
          </a:solidFill>
          <a:latin typeface="+mn-lt"/>
          <a:ea typeface="+mn-ea"/>
        </a:defRPr>
      </a:lvl7pPr>
      <a:lvl8pPr marL="3429000" indent="-228600" algn="l" rtl="0" fontAlgn="base">
        <a:spcBef>
          <a:spcPct val="20000"/>
        </a:spcBef>
        <a:spcAft>
          <a:spcPct val="0"/>
        </a:spcAft>
        <a:buClr>
          <a:schemeClr val="hlink"/>
        </a:buClr>
        <a:buSzPct val="60000"/>
        <a:buFont typeface="Wingdings" panose="05000000000000000000" pitchFamily="2" charset="2"/>
        <a:buChar char="n"/>
        <a:defRPr kumimoji="1" sz="2000">
          <a:solidFill>
            <a:schemeClr val="tx1"/>
          </a:solidFill>
          <a:latin typeface="+mn-lt"/>
          <a:ea typeface="+mn-ea"/>
        </a:defRPr>
      </a:lvl8pPr>
      <a:lvl9pPr marL="3886200" indent="-228600" algn="l" rtl="0" fontAlgn="base">
        <a:spcBef>
          <a:spcPct val="20000"/>
        </a:spcBef>
        <a:spcAft>
          <a:spcPct val="0"/>
        </a:spcAft>
        <a:buClr>
          <a:schemeClr val="hlink"/>
        </a:buClr>
        <a:buSzPct val="60000"/>
        <a:buFont typeface="Wingdings" panose="05000000000000000000" pitchFamily="2" charset="2"/>
        <a:buChar char="n"/>
        <a:defRPr kumimoji="1"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701" r:id="rId1"/>
    <p:sldLayoutId id="2147483702" r:id="rId2"/>
    <p:sldLayoutId id="2147483703" r:id="rId3"/>
    <p:sldLayoutId id="2147483704" r:id="rId4"/>
    <p:sldLayoutId id="2147483705" r:id="rId5"/>
    <p:sldLayoutId id="2147483706" r:id="rId6"/>
    <p:sldLayoutId id="2147483707" r:id="rId7"/>
    <p:sldLayoutId id="2147483708" r:id="rId8"/>
    <p:sldLayoutId id="2147483709" r:id="rId9"/>
    <p:sldLayoutId id="2147483710" r:id="rId10"/>
    <p:sldLayoutId id="2147483711" r:id="rId11"/>
    <p:sldLayoutId id="2147483712" r:id="rId12"/>
  </p:sldLayoutIdLst>
  <p:transition>
    <p:wipe dir="r"/>
  </p:transition>
  <p:txStyles>
    <p:titleStyle>
      <a:lvl1pPr algn="l" rtl="0" eaLnBrk="0" fontAlgn="base" hangingPunct="0">
        <a:spcBef>
          <a:spcPct val="0"/>
        </a:spcBef>
        <a:spcAft>
          <a:spcPct val="0"/>
        </a:spcAft>
        <a:defRPr kumimoji="1" sz="4400">
          <a:solidFill>
            <a:schemeClr val="tx2"/>
          </a:solidFill>
          <a:latin typeface="+mj-lt"/>
          <a:ea typeface="+mj-ea"/>
          <a:cs typeface="+mj-cs"/>
        </a:defRPr>
      </a:lvl1pPr>
      <a:lvl2pPr algn="l" rtl="0" eaLnBrk="0" fontAlgn="base" hangingPunct="0">
        <a:spcBef>
          <a:spcPct val="0"/>
        </a:spcBef>
        <a:spcAft>
          <a:spcPct val="0"/>
        </a:spcAft>
        <a:defRPr kumimoji="1" sz="4400">
          <a:solidFill>
            <a:schemeClr val="tx2"/>
          </a:solidFill>
          <a:latin typeface="Tahoma" panose="020B0604030504040204" pitchFamily="34" charset="0"/>
          <a:ea typeface="宋体" panose="02010600030101010101" pitchFamily="2" charset="-122"/>
        </a:defRPr>
      </a:lvl2pPr>
      <a:lvl3pPr algn="l" rtl="0" eaLnBrk="0" fontAlgn="base" hangingPunct="0">
        <a:spcBef>
          <a:spcPct val="0"/>
        </a:spcBef>
        <a:spcAft>
          <a:spcPct val="0"/>
        </a:spcAft>
        <a:defRPr kumimoji="1" sz="4400">
          <a:solidFill>
            <a:schemeClr val="tx2"/>
          </a:solidFill>
          <a:latin typeface="Tahoma" panose="020B0604030504040204" pitchFamily="34" charset="0"/>
          <a:ea typeface="宋体" panose="02010600030101010101" pitchFamily="2" charset="-122"/>
        </a:defRPr>
      </a:lvl3pPr>
      <a:lvl4pPr algn="l" rtl="0" eaLnBrk="0" fontAlgn="base" hangingPunct="0">
        <a:spcBef>
          <a:spcPct val="0"/>
        </a:spcBef>
        <a:spcAft>
          <a:spcPct val="0"/>
        </a:spcAft>
        <a:defRPr kumimoji="1" sz="4400">
          <a:solidFill>
            <a:schemeClr val="tx2"/>
          </a:solidFill>
          <a:latin typeface="Tahoma" panose="020B0604030504040204" pitchFamily="34" charset="0"/>
          <a:ea typeface="宋体" panose="02010600030101010101" pitchFamily="2" charset="-122"/>
        </a:defRPr>
      </a:lvl4pPr>
      <a:lvl5pPr algn="l" rtl="0" eaLnBrk="0" fontAlgn="base" hangingPunct="0">
        <a:spcBef>
          <a:spcPct val="0"/>
        </a:spcBef>
        <a:spcAft>
          <a:spcPct val="0"/>
        </a:spcAft>
        <a:defRPr kumimoji="1" sz="4400">
          <a:solidFill>
            <a:schemeClr val="tx2"/>
          </a:solidFill>
          <a:latin typeface="Tahoma" panose="020B0604030504040204" pitchFamily="34" charset="0"/>
          <a:ea typeface="宋体" panose="02010600030101010101" pitchFamily="2" charset="-122"/>
        </a:defRPr>
      </a:lvl5pPr>
      <a:lvl6pPr marL="457200" algn="l" rtl="0" fontAlgn="base">
        <a:spcBef>
          <a:spcPct val="0"/>
        </a:spcBef>
        <a:spcAft>
          <a:spcPct val="0"/>
        </a:spcAft>
        <a:defRPr kumimoji="1" sz="4400">
          <a:solidFill>
            <a:schemeClr val="tx2"/>
          </a:solidFill>
          <a:latin typeface="Tahoma" panose="020B0604030504040204" pitchFamily="34" charset="0"/>
          <a:ea typeface="宋体" panose="02010600030101010101" pitchFamily="2" charset="-122"/>
        </a:defRPr>
      </a:lvl6pPr>
      <a:lvl7pPr marL="914400" algn="l" rtl="0" fontAlgn="base">
        <a:spcBef>
          <a:spcPct val="0"/>
        </a:spcBef>
        <a:spcAft>
          <a:spcPct val="0"/>
        </a:spcAft>
        <a:defRPr kumimoji="1" sz="4400">
          <a:solidFill>
            <a:schemeClr val="tx2"/>
          </a:solidFill>
          <a:latin typeface="Tahoma" panose="020B0604030504040204" pitchFamily="34" charset="0"/>
          <a:ea typeface="宋体" panose="02010600030101010101" pitchFamily="2" charset="-122"/>
        </a:defRPr>
      </a:lvl7pPr>
      <a:lvl8pPr marL="1371600" algn="l" rtl="0" fontAlgn="base">
        <a:spcBef>
          <a:spcPct val="0"/>
        </a:spcBef>
        <a:spcAft>
          <a:spcPct val="0"/>
        </a:spcAft>
        <a:defRPr kumimoji="1" sz="4400">
          <a:solidFill>
            <a:schemeClr val="tx2"/>
          </a:solidFill>
          <a:latin typeface="Tahoma" panose="020B0604030504040204" pitchFamily="34" charset="0"/>
          <a:ea typeface="宋体" panose="02010600030101010101" pitchFamily="2" charset="-122"/>
        </a:defRPr>
      </a:lvl8pPr>
      <a:lvl9pPr marL="1828800" algn="l" rtl="0" fontAlgn="base">
        <a:spcBef>
          <a:spcPct val="0"/>
        </a:spcBef>
        <a:spcAft>
          <a:spcPct val="0"/>
        </a:spcAft>
        <a:defRPr kumimoji="1" sz="4400">
          <a:solidFill>
            <a:schemeClr val="tx2"/>
          </a:solidFill>
          <a:latin typeface="Tahoma" panose="020B0604030504040204" pitchFamily="34" charset="0"/>
          <a:ea typeface="宋体" panose="02010600030101010101" pitchFamily="2" charset="-122"/>
        </a:defRPr>
      </a:lvl9pPr>
    </p:titleStyle>
    <p:bodyStyle>
      <a:lvl1pPr marL="342900" indent="-342900" algn="l" rtl="0" eaLnBrk="0" fontAlgn="base" hangingPunct="0">
        <a:spcBef>
          <a:spcPct val="20000"/>
        </a:spcBef>
        <a:spcAft>
          <a:spcPct val="0"/>
        </a:spcAft>
        <a:buClr>
          <a:schemeClr val="hlink"/>
        </a:buClr>
        <a:buSzPct val="110000"/>
        <a:buFont typeface="Wingdings" panose="05000000000000000000" pitchFamily="2" charset="2"/>
        <a:buBlip>
          <a:blip r:embed="rId13"/>
        </a:buBlip>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SzPct val="60000"/>
        <a:buFont typeface="Wingdings" panose="05000000000000000000" pitchFamily="2" charset="2"/>
        <a:buChar char="n"/>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95000"/>
        <a:buFont typeface="Wingdings" panose="05000000000000000000" pitchFamily="2" charset="2"/>
        <a:buChar char="w"/>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tx1"/>
        </a:buClr>
        <a:buSzPct val="65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60000"/>
        <a:buFont typeface="Wingdings" panose="05000000000000000000" pitchFamily="2" charset="2"/>
        <a:buChar char="n"/>
        <a:defRPr kumimoji="1" sz="2000">
          <a:solidFill>
            <a:schemeClr val="tx1"/>
          </a:solidFill>
          <a:latin typeface="+mn-lt"/>
          <a:ea typeface="+mn-ea"/>
        </a:defRPr>
      </a:lvl5pPr>
      <a:lvl6pPr marL="2514600" indent="-228600" algn="l" rtl="0" fontAlgn="base">
        <a:spcBef>
          <a:spcPct val="20000"/>
        </a:spcBef>
        <a:spcAft>
          <a:spcPct val="0"/>
        </a:spcAft>
        <a:buClr>
          <a:schemeClr val="hlink"/>
        </a:buClr>
        <a:buSzPct val="60000"/>
        <a:buFont typeface="Wingdings" panose="05000000000000000000" pitchFamily="2" charset="2"/>
        <a:buChar char="n"/>
        <a:defRPr kumimoji="1" sz="2000">
          <a:solidFill>
            <a:schemeClr val="tx1"/>
          </a:solidFill>
          <a:latin typeface="+mn-lt"/>
          <a:ea typeface="+mn-ea"/>
        </a:defRPr>
      </a:lvl6pPr>
      <a:lvl7pPr marL="2971800" indent="-228600" algn="l" rtl="0" fontAlgn="base">
        <a:spcBef>
          <a:spcPct val="20000"/>
        </a:spcBef>
        <a:spcAft>
          <a:spcPct val="0"/>
        </a:spcAft>
        <a:buClr>
          <a:schemeClr val="hlink"/>
        </a:buClr>
        <a:buSzPct val="60000"/>
        <a:buFont typeface="Wingdings" panose="05000000000000000000" pitchFamily="2" charset="2"/>
        <a:buChar char="n"/>
        <a:defRPr kumimoji="1" sz="2000">
          <a:solidFill>
            <a:schemeClr val="tx1"/>
          </a:solidFill>
          <a:latin typeface="+mn-lt"/>
          <a:ea typeface="+mn-ea"/>
        </a:defRPr>
      </a:lvl7pPr>
      <a:lvl8pPr marL="3429000" indent="-228600" algn="l" rtl="0" fontAlgn="base">
        <a:spcBef>
          <a:spcPct val="20000"/>
        </a:spcBef>
        <a:spcAft>
          <a:spcPct val="0"/>
        </a:spcAft>
        <a:buClr>
          <a:schemeClr val="hlink"/>
        </a:buClr>
        <a:buSzPct val="60000"/>
        <a:buFont typeface="Wingdings" panose="05000000000000000000" pitchFamily="2" charset="2"/>
        <a:buChar char="n"/>
        <a:defRPr kumimoji="1" sz="2000">
          <a:solidFill>
            <a:schemeClr val="tx1"/>
          </a:solidFill>
          <a:latin typeface="+mn-lt"/>
          <a:ea typeface="+mn-ea"/>
        </a:defRPr>
      </a:lvl8pPr>
      <a:lvl9pPr marL="3886200" indent="-228600" algn="l" rtl="0" fontAlgn="base">
        <a:spcBef>
          <a:spcPct val="20000"/>
        </a:spcBef>
        <a:spcAft>
          <a:spcPct val="0"/>
        </a:spcAft>
        <a:buClr>
          <a:schemeClr val="hlink"/>
        </a:buClr>
        <a:buSzPct val="60000"/>
        <a:buFont typeface="Wingdings" panose="05000000000000000000" pitchFamily="2" charset="2"/>
        <a:buChar char="n"/>
        <a:defRPr kumimoji="1"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714" r:id="rId1"/>
    <p:sldLayoutId id="2147483715" r:id="rId2"/>
    <p:sldLayoutId id="2147483716" r:id="rId3"/>
    <p:sldLayoutId id="2147483717" r:id="rId4"/>
    <p:sldLayoutId id="2147483718" r:id="rId5"/>
    <p:sldLayoutId id="2147483719" r:id="rId6"/>
    <p:sldLayoutId id="2147483720" r:id="rId7"/>
    <p:sldLayoutId id="2147483721" r:id="rId8"/>
    <p:sldLayoutId id="2147483722" r:id="rId9"/>
    <p:sldLayoutId id="2147483723" r:id="rId10"/>
    <p:sldLayoutId id="2147483724" r:id="rId11"/>
    <p:sldLayoutId id="2147483725" r:id="rId12"/>
  </p:sldLayoutIdLst>
  <p:transition>
    <p:wipe dir="r"/>
  </p:transition>
  <p:txStyles>
    <p:titleStyle>
      <a:lvl1pPr algn="l" rtl="0" eaLnBrk="0" fontAlgn="base" hangingPunct="0">
        <a:spcBef>
          <a:spcPct val="0"/>
        </a:spcBef>
        <a:spcAft>
          <a:spcPct val="0"/>
        </a:spcAft>
        <a:defRPr kumimoji="1" sz="4400">
          <a:solidFill>
            <a:schemeClr val="tx2"/>
          </a:solidFill>
          <a:latin typeface="+mj-lt"/>
          <a:ea typeface="+mj-ea"/>
          <a:cs typeface="+mj-cs"/>
        </a:defRPr>
      </a:lvl1pPr>
      <a:lvl2pPr algn="l" rtl="0" eaLnBrk="0" fontAlgn="base" hangingPunct="0">
        <a:spcBef>
          <a:spcPct val="0"/>
        </a:spcBef>
        <a:spcAft>
          <a:spcPct val="0"/>
        </a:spcAft>
        <a:defRPr kumimoji="1" sz="4400">
          <a:solidFill>
            <a:schemeClr val="tx2"/>
          </a:solidFill>
          <a:latin typeface="Tahoma" panose="020B0604030504040204" pitchFamily="34" charset="0"/>
          <a:ea typeface="宋体" panose="02010600030101010101" pitchFamily="2" charset="-122"/>
        </a:defRPr>
      </a:lvl2pPr>
      <a:lvl3pPr algn="l" rtl="0" eaLnBrk="0" fontAlgn="base" hangingPunct="0">
        <a:spcBef>
          <a:spcPct val="0"/>
        </a:spcBef>
        <a:spcAft>
          <a:spcPct val="0"/>
        </a:spcAft>
        <a:defRPr kumimoji="1" sz="4400">
          <a:solidFill>
            <a:schemeClr val="tx2"/>
          </a:solidFill>
          <a:latin typeface="Tahoma" panose="020B0604030504040204" pitchFamily="34" charset="0"/>
          <a:ea typeface="宋体" panose="02010600030101010101" pitchFamily="2" charset="-122"/>
        </a:defRPr>
      </a:lvl3pPr>
      <a:lvl4pPr algn="l" rtl="0" eaLnBrk="0" fontAlgn="base" hangingPunct="0">
        <a:spcBef>
          <a:spcPct val="0"/>
        </a:spcBef>
        <a:spcAft>
          <a:spcPct val="0"/>
        </a:spcAft>
        <a:defRPr kumimoji="1" sz="4400">
          <a:solidFill>
            <a:schemeClr val="tx2"/>
          </a:solidFill>
          <a:latin typeface="Tahoma" panose="020B0604030504040204" pitchFamily="34" charset="0"/>
          <a:ea typeface="宋体" panose="02010600030101010101" pitchFamily="2" charset="-122"/>
        </a:defRPr>
      </a:lvl4pPr>
      <a:lvl5pPr algn="l" rtl="0" eaLnBrk="0" fontAlgn="base" hangingPunct="0">
        <a:spcBef>
          <a:spcPct val="0"/>
        </a:spcBef>
        <a:spcAft>
          <a:spcPct val="0"/>
        </a:spcAft>
        <a:defRPr kumimoji="1" sz="4400">
          <a:solidFill>
            <a:schemeClr val="tx2"/>
          </a:solidFill>
          <a:latin typeface="Tahoma" panose="020B0604030504040204" pitchFamily="34" charset="0"/>
          <a:ea typeface="宋体" panose="02010600030101010101" pitchFamily="2" charset="-122"/>
        </a:defRPr>
      </a:lvl5pPr>
      <a:lvl6pPr marL="457200" algn="l" rtl="0" fontAlgn="base">
        <a:spcBef>
          <a:spcPct val="0"/>
        </a:spcBef>
        <a:spcAft>
          <a:spcPct val="0"/>
        </a:spcAft>
        <a:defRPr kumimoji="1" sz="4400">
          <a:solidFill>
            <a:schemeClr val="tx2"/>
          </a:solidFill>
          <a:latin typeface="Tahoma" panose="020B0604030504040204" pitchFamily="34" charset="0"/>
          <a:ea typeface="宋体" panose="02010600030101010101" pitchFamily="2" charset="-122"/>
        </a:defRPr>
      </a:lvl6pPr>
      <a:lvl7pPr marL="914400" algn="l" rtl="0" fontAlgn="base">
        <a:spcBef>
          <a:spcPct val="0"/>
        </a:spcBef>
        <a:spcAft>
          <a:spcPct val="0"/>
        </a:spcAft>
        <a:defRPr kumimoji="1" sz="4400">
          <a:solidFill>
            <a:schemeClr val="tx2"/>
          </a:solidFill>
          <a:latin typeface="Tahoma" panose="020B0604030504040204" pitchFamily="34" charset="0"/>
          <a:ea typeface="宋体" panose="02010600030101010101" pitchFamily="2" charset="-122"/>
        </a:defRPr>
      </a:lvl7pPr>
      <a:lvl8pPr marL="1371600" algn="l" rtl="0" fontAlgn="base">
        <a:spcBef>
          <a:spcPct val="0"/>
        </a:spcBef>
        <a:spcAft>
          <a:spcPct val="0"/>
        </a:spcAft>
        <a:defRPr kumimoji="1" sz="4400">
          <a:solidFill>
            <a:schemeClr val="tx2"/>
          </a:solidFill>
          <a:latin typeface="Tahoma" panose="020B0604030504040204" pitchFamily="34" charset="0"/>
          <a:ea typeface="宋体" panose="02010600030101010101" pitchFamily="2" charset="-122"/>
        </a:defRPr>
      </a:lvl8pPr>
      <a:lvl9pPr marL="1828800" algn="l" rtl="0" fontAlgn="base">
        <a:spcBef>
          <a:spcPct val="0"/>
        </a:spcBef>
        <a:spcAft>
          <a:spcPct val="0"/>
        </a:spcAft>
        <a:defRPr kumimoji="1" sz="4400">
          <a:solidFill>
            <a:schemeClr val="tx2"/>
          </a:solidFill>
          <a:latin typeface="Tahoma" panose="020B0604030504040204" pitchFamily="34" charset="0"/>
          <a:ea typeface="宋体" panose="02010600030101010101" pitchFamily="2" charset="-122"/>
        </a:defRPr>
      </a:lvl9pPr>
    </p:titleStyle>
    <p:bodyStyle>
      <a:lvl1pPr marL="342900" indent="-342900" algn="l" rtl="0" eaLnBrk="0" fontAlgn="base" hangingPunct="0">
        <a:spcBef>
          <a:spcPct val="20000"/>
        </a:spcBef>
        <a:spcAft>
          <a:spcPct val="0"/>
        </a:spcAft>
        <a:buClr>
          <a:schemeClr val="hlink"/>
        </a:buClr>
        <a:buSzPct val="110000"/>
        <a:buFont typeface="Wingdings" panose="05000000000000000000" pitchFamily="2" charset="2"/>
        <a:buBlip>
          <a:blip r:embed="rId13"/>
        </a:buBlip>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SzPct val="60000"/>
        <a:buFont typeface="Wingdings" panose="05000000000000000000" pitchFamily="2" charset="2"/>
        <a:buChar char="n"/>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95000"/>
        <a:buFont typeface="Wingdings" panose="05000000000000000000" pitchFamily="2" charset="2"/>
        <a:buChar char="w"/>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tx1"/>
        </a:buClr>
        <a:buSzPct val="65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60000"/>
        <a:buFont typeface="Wingdings" panose="05000000000000000000" pitchFamily="2" charset="2"/>
        <a:buChar char="n"/>
        <a:defRPr kumimoji="1" sz="2000">
          <a:solidFill>
            <a:schemeClr val="tx1"/>
          </a:solidFill>
          <a:latin typeface="+mn-lt"/>
          <a:ea typeface="+mn-ea"/>
        </a:defRPr>
      </a:lvl5pPr>
      <a:lvl6pPr marL="2514600" indent="-228600" algn="l" rtl="0" fontAlgn="base">
        <a:spcBef>
          <a:spcPct val="20000"/>
        </a:spcBef>
        <a:spcAft>
          <a:spcPct val="0"/>
        </a:spcAft>
        <a:buClr>
          <a:schemeClr val="hlink"/>
        </a:buClr>
        <a:buSzPct val="60000"/>
        <a:buFont typeface="Wingdings" panose="05000000000000000000" pitchFamily="2" charset="2"/>
        <a:buChar char="n"/>
        <a:defRPr kumimoji="1" sz="2000">
          <a:solidFill>
            <a:schemeClr val="tx1"/>
          </a:solidFill>
          <a:latin typeface="+mn-lt"/>
          <a:ea typeface="+mn-ea"/>
        </a:defRPr>
      </a:lvl6pPr>
      <a:lvl7pPr marL="2971800" indent="-228600" algn="l" rtl="0" fontAlgn="base">
        <a:spcBef>
          <a:spcPct val="20000"/>
        </a:spcBef>
        <a:spcAft>
          <a:spcPct val="0"/>
        </a:spcAft>
        <a:buClr>
          <a:schemeClr val="hlink"/>
        </a:buClr>
        <a:buSzPct val="60000"/>
        <a:buFont typeface="Wingdings" panose="05000000000000000000" pitchFamily="2" charset="2"/>
        <a:buChar char="n"/>
        <a:defRPr kumimoji="1" sz="2000">
          <a:solidFill>
            <a:schemeClr val="tx1"/>
          </a:solidFill>
          <a:latin typeface="+mn-lt"/>
          <a:ea typeface="+mn-ea"/>
        </a:defRPr>
      </a:lvl7pPr>
      <a:lvl8pPr marL="3429000" indent="-228600" algn="l" rtl="0" fontAlgn="base">
        <a:spcBef>
          <a:spcPct val="20000"/>
        </a:spcBef>
        <a:spcAft>
          <a:spcPct val="0"/>
        </a:spcAft>
        <a:buClr>
          <a:schemeClr val="hlink"/>
        </a:buClr>
        <a:buSzPct val="60000"/>
        <a:buFont typeface="Wingdings" panose="05000000000000000000" pitchFamily="2" charset="2"/>
        <a:buChar char="n"/>
        <a:defRPr kumimoji="1" sz="2000">
          <a:solidFill>
            <a:schemeClr val="tx1"/>
          </a:solidFill>
          <a:latin typeface="+mn-lt"/>
          <a:ea typeface="+mn-ea"/>
        </a:defRPr>
      </a:lvl8pPr>
      <a:lvl9pPr marL="3886200" indent="-228600" algn="l" rtl="0" fontAlgn="base">
        <a:spcBef>
          <a:spcPct val="20000"/>
        </a:spcBef>
        <a:spcAft>
          <a:spcPct val="0"/>
        </a:spcAft>
        <a:buClr>
          <a:schemeClr val="hlink"/>
        </a:buClr>
        <a:buSzPct val="60000"/>
        <a:buFont typeface="Wingdings" panose="05000000000000000000" pitchFamily="2" charset="2"/>
        <a:buChar char="n"/>
        <a:defRPr kumimoji="1"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727" r:id="rId1"/>
    <p:sldLayoutId id="2147483728" r:id="rId2"/>
    <p:sldLayoutId id="2147483729" r:id="rId3"/>
    <p:sldLayoutId id="2147483730" r:id="rId4"/>
    <p:sldLayoutId id="2147483731" r:id="rId5"/>
    <p:sldLayoutId id="2147483732" r:id="rId6"/>
    <p:sldLayoutId id="2147483733" r:id="rId7"/>
    <p:sldLayoutId id="2147483734" r:id="rId8"/>
    <p:sldLayoutId id="2147483735" r:id="rId9"/>
    <p:sldLayoutId id="2147483736" r:id="rId10"/>
    <p:sldLayoutId id="2147483737" r:id="rId11"/>
    <p:sldLayoutId id="2147483738" r:id="rId12"/>
  </p:sldLayoutIdLst>
  <p:transition>
    <p:wipe dir="r"/>
  </p:transition>
  <p:txStyles>
    <p:titleStyle>
      <a:lvl1pPr algn="l" rtl="0" eaLnBrk="0" fontAlgn="base" hangingPunct="0">
        <a:spcBef>
          <a:spcPct val="0"/>
        </a:spcBef>
        <a:spcAft>
          <a:spcPct val="0"/>
        </a:spcAft>
        <a:defRPr kumimoji="1" sz="4400">
          <a:solidFill>
            <a:schemeClr val="tx2"/>
          </a:solidFill>
          <a:latin typeface="+mj-lt"/>
          <a:ea typeface="+mj-ea"/>
          <a:cs typeface="+mj-cs"/>
        </a:defRPr>
      </a:lvl1pPr>
      <a:lvl2pPr algn="l" rtl="0" eaLnBrk="0" fontAlgn="base" hangingPunct="0">
        <a:spcBef>
          <a:spcPct val="0"/>
        </a:spcBef>
        <a:spcAft>
          <a:spcPct val="0"/>
        </a:spcAft>
        <a:defRPr kumimoji="1" sz="4400">
          <a:solidFill>
            <a:schemeClr val="tx2"/>
          </a:solidFill>
          <a:latin typeface="Tahoma" panose="020B0604030504040204" pitchFamily="34" charset="0"/>
          <a:ea typeface="宋体" panose="02010600030101010101" pitchFamily="2" charset="-122"/>
        </a:defRPr>
      </a:lvl2pPr>
      <a:lvl3pPr algn="l" rtl="0" eaLnBrk="0" fontAlgn="base" hangingPunct="0">
        <a:spcBef>
          <a:spcPct val="0"/>
        </a:spcBef>
        <a:spcAft>
          <a:spcPct val="0"/>
        </a:spcAft>
        <a:defRPr kumimoji="1" sz="4400">
          <a:solidFill>
            <a:schemeClr val="tx2"/>
          </a:solidFill>
          <a:latin typeface="Tahoma" panose="020B0604030504040204" pitchFamily="34" charset="0"/>
          <a:ea typeface="宋体" panose="02010600030101010101" pitchFamily="2" charset="-122"/>
        </a:defRPr>
      </a:lvl3pPr>
      <a:lvl4pPr algn="l" rtl="0" eaLnBrk="0" fontAlgn="base" hangingPunct="0">
        <a:spcBef>
          <a:spcPct val="0"/>
        </a:spcBef>
        <a:spcAft>
          <a:spcPct val="0"/>
        </a:spcAft>
        <a:defRPr kumimoji="1" sz="4400">
          <a:solidFill>
            <a:schemeClr val="tx2"/>
          </a:solidFill>
          <a:latin typeface="Tahoma" panose="020B0604030504040204" pitchFamily="34" charset="0"/>
          <a:ea typeface="宋体" panose="02010600030101010101" pitchFamily="2" charset="-122"/>
        </a:defRPr>
      </a:lvl4pPr>
      <a:lvl5pPr algn="l" rtl="0" eaLnBrk="0" fontAlgn="base" hangingPunct="0">
        <a:spcBef>
          <a:spcPct val="0"/>
        </a:spcBef>
        <a:spcAft>
          <a:spcPct val="0"/>
        </a:spcAft>
        <a:defRPr kumimoji="1" sz="4400">
          <a:solidFill>
            <a:schemeClr val="tx2"/>
          </a:solidFill>
          <a:latin typeface="Tahoma" panose="020B0604030504040204" pitchFamily="34" charset="0"/>
          <a:ea typeface="宋体" panose="02010600030101010101" pitchFamily="2" charset="-122"/>
        </a:defRPr>
      </a:lvl5pPr>
      <a:lvl6pPr marL="457200" algn="l" rtl="0" fontAlgn="base">
        <a:spcBef>
          <a:spcPct val="0"/>
        </a:spcBef>
        <a:spcAft>
          <a:spcPct val="0"/>
        </a:spcAft>
        <a:defRPr kumimoji="1" sz="4400">
          <a:solidFill>
            <a:schemeClr val="tx2"/>
          </a:solidFill>
          <a:latin typeface="Tahoma" panose="020B0604030504040204" pitchFamily="34" charset="0"/>
          <a:ea typeface="宋体" panose="02010600030101010101" pitchFamily="2" charset="-122"/>
        </a:defRPr>
      </a:lvl6pPr>
      <a:lvl7pPr marL="914400" algn="l" rtl="0" fontAlgn="base">
        <a:spcBef>
          <a:spcPct val="0"/>
        </a:spcBef>
        <a:spcAft>
          <a:spcPct val="0"/>
        </a:spcAft>
        <a:defRPr kumimoji="1" sz="4400">
          <a:solidFill>
            <a:schemeClr val="tx2"/>
          </a:solidFill>
          <a:latin typeface="Tahoma" panose="020B0604030504040204" pitchFamily="34" charset="0"/>
          <a:ea typeface="宋体" panose="02010600030101010101" pitchFamily="2" charset="-122"/>
        </a:defRPr>
      </a:lvl7pPr>
      <a:lvl8pPr marL="1371600" algn="l" rtl="0" fontAlgn="base">
        <a:spcBef>
          <a:spcPct val="0"/>
        </a:spcBef>
        <a:spcAft>
          <a:spcPct val="0"/>
        </a:spcAft>
        <a:defRPr kumimoji="1" sz="4400">
          <a:solidFill>
            <a:schemeClr val="tx2"/>
          </a:solidFill>
          <a:latin typeface="Tahoma" panose="020B0604030504040204" pitchFamily="34" charset="0"/>
          <a:ea typeface="宋体" panose="02010600030101010101" pitchFamily="2" charset="-122"/>
        </a:defRPr>
      </a:lvl8pPr>
      <a:lvl9pPr marL="1828800" algn="l" rtl="0" fontAlgn="base">
        <a:spcBef>
          <a:spcPct val="0"/>
        </a:spcBef>
        <a:spcAft>
          <a:spcPct val="0"/>
        </a:spcAft>
        <a:defRPr kumimoji="1" sz="4400">
          <a:solidFill>
            <a:schemeClr val="tx2"/>
          </a:solidFill>
          <a:latin typeface="Tahoma" panose="020B0604030504040204" pitchFamily="34" charset="0"/>
          <a:ea typeface="宋体" panose="02010600030101010101" pitchFamily="2" charset="-122"/>
        </a:defRPr>
      </a:lvl9pPr>
    </p:titleStyle>
    <p:bodyStyle>
      <a:lvl1pPr marL="342900" indent="-342900" algn="l" rtl="0" eaLnBrk="0" fontAlgn="base" hangingPunct="0">
        <a:spcBef>
          <a:spcPct val="20000"/>
        </a:spcBef>
        <a:spcAft>
          <a:spcPct val="0"/>
        </a:spcAft>
        <a:buClr>
          <a:schemeClr val="hlink"/>
        </a:buClr>
        <a:buSzPct val="110000"/>
        <a:buFont typeface="Wingdings" panose="05000000000000000000" pitchFamily="2" charset="2"/>
        <a:buBlip>
          <a:blip r:embed="rId13"/>
        </a:buBlip>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SzPct val="60000"/>
        <a:buFont typeface="Wingdings" panose="05000000000000000000" pitchFamily="2" charset="2"/>
        <a:buChar char="n"/>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95000"/>
        <a:buFont typeface="Wingdings" panose="05000000000000000000" pitchFamily="2" charset="2"/>
        <a:buChar char="w"/>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tx1"/>
        </a:buClr>
        <a:buSzPct val="65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60000"/>
        <a:buFont typeface="Wingdings" panose="05000000000000000000" pitchFamily="2" charset="2"/>
        <a:buChar char="n"/>
        <a:defRPr kumimoji="1" sz="2000">
          <a:solidFill>
            <a:schemeClr val="tx1"/>
          </a:solidFill>
          <a:latin typeface="+mn-lt"/>
          <a:ea typeface="+mn-ea"/>
        </a:defRPr>
      </a:lvl5pPr>
      <a:lvl6pPr marL="2514600" indent="-228600" algn="l" rtl="0" fontAlgn="base">
        <a:spcBef>
          <a:spcPct val="20000"/>
        </a:spcBef>
        <a:spcAft>
          <a:spcPct val="0"/>
        </a:spcAft>
        <a:buClr>
          <a:schemeClr val="hlink"/>
        </a:buClr>
        <a:buSzPct val="60000"/>
        <a:buFont typeface="Wingdings" panose="05000000000000000000" pitchFamily="2" charset="2"/>
        <a:buChar char="n"/>
        <a:defRPr kumimoji="1" sz="2000">
          <a:solidFill>
            <a:schemeClr val="tx1"/>
          </a:solidFill>
          <a:latin typeface="+mn-lt"/>
          <a:ea typeface="+mn-ea"/>
        </a:defRPr>
      </a:lvl6pPr>
      <a:lvl7pPr marL="2971800" indent="-228600" algn="l" rtl="0" fontAlgn="base">
        <a:spcBef>
          <a:spcPct val="20000"/>
        </a:spcBef>
        <a:spcAft>
          <a:spcPct val="0"/>
        </a:spcAft>
        <a:buClr>
          <a:schemeClr val="hlink"/>
        </a:buClr>
        <a:buSzPct val="60000"/>
        <a:buFont typeface="Wingdings" panose="05000000000000000000" pitchFamily="2" charset="2"/>
        <a:buChar char="n"/>
        <a:defRPr kumimoji="1" sz="2000">
          <a:solidFill>
            <a:schemeClr val="tx1"/>
          </a:solidFill>
          <a:latin typeface="+mn-lt"/>
          <a:ea typeface="+mn-ea"/>
        </a:defRPr>
      </a:lvl7pPr>
      <a:lvl8pPr marL="3429000" indent="-228600" algn="l" rtl="0" fontAlgn="base">
        <a:spcBef>
          <a:spcPct val="20000"/>
        </a:spcBef>
        <a:spcAft>
          <a:spcPct val="0"/>
        </a:spcAft>
        <a:buClr>
          <a:schemeClr val="hlink"/>
        </a:buClr>
        <a:buSzPct val="60000"/>
        <a:buFont typeface="Wingdings" panose="05000000000000000000" pitchFamily="2" charset="2"/>
        <a:buChar char="n"/>
        <a:defRPr kumimoji="1" sz="2000">
          <a:solidFill>
            <a:schemeClr val="tx1"/>
          </a:solidFill>
          <a:latin typeface="+mn-lt"/>
          <a:ea typeface="+mn-ea"/>
        </a:defRPr>
      </a:lvl8pPr>
      <a:lvl9pPr marL="3886200" indent="-228600" algn="l" rtl="0" fontAlgn="base">
        <a:spcBef>
          <a:spcPct val="20000"/>
        </a:spcBef>
        <a:spcAft>
          <a:spcPct val="0"/>
        </a:spcAft>
        <a:buClr>
          <a:schemeClr val="hlink"/>
        </a:buClr>
        <a:buSzPct val="60000"/>
        <a:buFont typeface="Wingdings" panose="05000000000000000000" pitchFamily="2" charset="2"/>
        <a:buChar char="n"/>
        <a:defRPr kumimoji="1"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8.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740" r:id="rId1"/>
    <p:sldLayoutId id="2147483741" r:id="rId2"/>
    <p:sldLayoutId id="2147483742" r:id="rId3"/>
    <p:sldLayoutId id="2147483743" r:id="rId4"/>
    <p:sldLayoutId id="2147483744" r:id="rId5"/>
    <p:sldLayoutId id="2147483745" r:id="rId6"/>
    <p:sldLayoutId id="2147483746" r:id="rId7"/>
    <p:sldLayoutId id="2147483747" r:id="rId8"/>
    <p:sldLayoutId id="2147483748" r:id="rId9"/>
    <p:sldLayoutId id="2147483749" r:id="rId10"/>
    <p:sldLayoutId id="2147483750" r:id="rId11"/>
    <p:sldLayoutId id="2147483751" r:id="rId12"/>
  </p:sldLayoutIdLst>
  <p:transition>
    <p:wipe dir="r"/>
  </p:transition>
  <p:txStyles>
    <p:titleStyle>
      <a:lvl1pPr algn="l" rtl="0" eaLnBrk="0" fontAlgn="base" hangingPunct="0">
        <a:spcBef>
          <a:spcPct val="0"/>
        </a:spcBef>
        <a:spcAft>
          <a:spcPct val="0"/>
        </a:spcAft>
        <a:defRPr kumimoji="1" sz="4400">
          <a:solidFill>
            <a:schemeClr val="tx2"/>
          </a:solidFill>
          <a:latin typeface="+mj-lt"/>
          <a:ea typeface="+mj-ea"/>
          <a:cs typeface="+mj-cs"/>
        </a:defRPr>
      </a:lvl1pPr>
      <a:lvl2pPr algn="l" rtl="0" eaLnBrk="0" fontAlgn="base" hangingPunct="0">
        <a:spcBef>
          <a:spcPct val="0"/>
        </a:spcBef>
        <a:spcAft>
          <a:spcPct val="0"/>
        </a:spcAft>
        <a:defRPr kumimoji="1" sz="4400">
          <a:solidFill>
            <a:schemeClr val="tx2"/>
          </a:solidFill>
          <a:latin typeface="Tahoma" panose="020B0604030504040204" pitchFamily="34" charset="0"/>
          <a:ea typeface="宋体" panose="02010600030101010101" pitchFamily="2" charset="-122"/>
        </a:defRPr>
      </a:lvl2pPr>
      <a:lvl3pPr algn="l" rtl="0" eaLnBrk="0" fontAlgn="base" hangingPunct="0">
        <a:spcBef>
          <a:spcPct val="0"/>
        </a:spcBef>
        <a:spcAft>
          <a:spcPct val="0"/>
        </a:spcAft>
        <a:defRPr kumimoji="1" sz="4400">
          <a:solidFill>
            <a:schemeClr val="tx2"/>
          </a:solidFill>
          <a:latin typeface="Tahoma" panose="020B0604030504040204" pitchFamily="34" charset="0"/>
          <a:ea typeface="宋体" panose="02010600030101010101" pitchFamily="2" charset="-122"/>
        </a:defRPr>
      </a:lvl3pPr>
      <a:lvl4pPr algn="l" rtl="0" eaLnBrk="0" fontAlgn="base" hangingPunct="0">
        <a:spcBef>
          <a:spcPct val="0"/>
        </a:spcBef>
        <a:spcAft>
          <a:spcPct val="0"/>
        </a:spcAft>
        <a:defRPr kumimoji="1" sz="4400">
          <a:solidFill>
            <a:schemeClr val="tx2"/>
          </a:solidFill>
          <a:latin typeface="Tahoma" panose="020B0604030504040204" pitchFamily="34" charset="0"/>
          <a:ea typeface="宋体" panose="02010600030101010101" pitchFamily="2" charset="-122"/>
        </a:defRPr>
      </a:lvl4pPr>
      <a:lvl5pPr algn="l" rtl="0" eaLnBrk="0" fontAlgn="base" hangingPunct="0">
        <a:spcBef>
          <a:spcPct val="0"/>
        </a:spcBef>
        <a:spcAft>
          <a:spcPct val="0"/>
        </a:spcAft>
        <a:defRPr kumimoji="1" sz="4400">
          <a:solidFill>
            <a:schemeClr val="tx2"/>
          </a:solidFill>
          <a:latin typeface="Tahoma" panose="020B0604030504040204" pitchFamily="34" charset="0"/>
          <a:ea typeface="宋体" panose="02010600030101010101" pitchFamily="2" charset="-122"/>
        </a:defRPr>
      </a:lvl5pPr>
      <a:lvl6pPr marL="457200" algn="l" rtl="0" fontAlgn="base">
        <a:spcBef>
          <a:spcPct val="0"/>
        </a:spcBef>
        <a:spcAft>
          <a:spcPct val="0"/>
        </a:spcAft>
        <a:defRPr kumimoji="1" sz="4400">
          <a:solidFill>
            <a:schemeClr val="tx2"/>
          </a:solidFill>
          <a:latin typeface="Tahoma" panose="020B0604030504040204" pitchFamily="34" charset="0"/>
          <a:ea typeface="宋体" panose="02010600030101010101" pitchFamily="2" charset="-122"/>
        </a:defRPr>
      </a:lvl6pPr>
      <a:lvl7pPr marL="914400" algn="l" rtl="0" fontAlgn="base">
        <a:spcBef>
          <a:spcPct val="0"/>
        </a:spcBef>
        <a:spcAft>
          <a:spcPct val="0"/>
        </a:spcAft>
        <a:defRPr kumimoji="1" sz="4400">
          <a:solidFill>
            <a:schemeClr val="tx2"/>
          </a:solidFill>
          <a:latin typeface="Tahoma" panose="020B0604030504040204" pitchFamily="34" charset="0"/>
          <a:ea typeface="宋体" panose="02010600030101010101" pitchFamily="2" charset="-122"/>
        </a:defRPr>
      </a:lvl7pPr>
      <a:lvl8pPr marL="1371600" algn="l" rtl="0" fontAlgn="base">
        <a:spcBef>
          <a:spcPct val="0"/>
        </a:spcBef>
        <a:spcAft>
          <a:spcPct val="0"/>
        </a:spcAft>
        <a:defRPr kumimoji="1" sz="4400">
          <a:solidFill>
            <a:schemeClr val="tx2"/>
          </a:solidFill>
          <a:latin typeface="Tahoma" panose="020B0604030504040204" pitchFamily="34" charset="0"/>
          <a:ea typeface="宋体" panose="02010600030101010101" pitchFamily="2" charset="-122"/>
        </a:defRPr>
      </a:lvl8pPr>
      <a:lvl9pPr marL="1828800" algn="l" rtl="0" fontAlgn="base">
        <a:spcBef>
          <a:spcPct val="0"/>
        </a:spcBef>
        <a:spcAft>
          <a:spcPct val="0"/>
        </a:spcAft>
        <a:defRPr kumimoji="1" sz="4400">
          <a:solidFill>
            <a:schemeClr val="tx2"/>
          </a:solidFill>
          <a:latin typeface="Tahoma" panose="020B0604030504040204" pitchFamily="34" charset="0"/>
          <a:ea typeface="宋体" panose="02010600030101010101" pitchFamily="2" charset="-122"/>
        </a:defRPr>
      </a:lvl9pPr>
    </p:titleStyle>
    <p:bodyStyle>
      <a:lvl1pPr marL="342900" indent="-342900" algn="l" rtl="0" eaLnBrk="0" fontAlgn="base" hangingPunct="0">
        <a:spcBef>
          <a:spcPct val="20000"/>
        </a:spcBef>
        <a:spcAft>
          <a:spcPct val="0"/>
        </a:spcAft>
        <a:buClr>
          <a:schemeClr val="hlink"/>
        </a:buClr>
        <a:buSzPct val="110000"/>
        <a:buFont typeface="Wingdings" panose="05000000000000000000" pitchFamily="2" charset="2"/>
        <a:buBlip>
          <a:blip r:embed="rId13"/>
        </a:buBlip>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SzPct val="60000"/>
        <a:buFont typeface="Wingdings" panose="05000000000000000000" pitchFamily="2" charset="2"/>
        <a:buChar char="n"/>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95000"/>
        <a:buFont typeface="Wingdings" panose="05000000000000000000" pitchFamily="2" charset="2"/>
        <a:buChar char="w"/>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tx1"/>
        </a:buClr>
        <a:buSzPct val="65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60000"/>
        <a:buFont typeface="Wingdings" panose="05000000000000000000" pitchFamily="2" charset="2"/>
        <a:buChar char="n"/>
        <a:defRPr kumimoji="1" sz="2000">
          <a:solidFill>
            <a:schemeClr val="tx1"/>
          </a:solidFill>
          <a:latin typeface="+mn-lt"/>
          <a:ea typeface="+mn-ea"/>
        </a:defRPr>
      </a:lvl5pPr>
      <a:lvl6pPr marL="2514600" indent="-228600" algn="l" rtl="0" fontAlgn="base">
        <a:spcBef>
          <a:spcPct val="20000"/>
        </a:spcBef>
        <a:spcAft>
          <a:spcPct val="0"/>
        </a:spcAft>
        <a:buClr>
          <a:schemeClr val="hlink"/>
        </a:buClr>
        <a:buSzPct val="60000"/>
        <a:buFont typeface="Wingdings" panose="05000000000000000000" pitchFamily="2" charset="2"/>
        <a:buChar char="n"/>
        <a:defRPr kumimoji="1" sz="2000">
          <a:solidFill>
            <a:schemeClr val="tx1"/>
          </a:solidFill>
          <a:latin typeface="+mn-lt"/>
          <a:ea typeface="+mn-ea"/>
        </a:defRPr>
      </a:lvl6pPr>
      <a:lvl7pPr marL="2971800" indent="-228600" algn="l" rtl="0" fontAlgn="base">
        <a:spcBef>
          <a:spcPct val="20000"/>
        </a:spcBef>
        <a:spcAft>
          <a:spcPct val="0"/>
        </a:spcAft>
        <a:buClr>
          <a:schemeClr val="hlink"/>
        </a:buClr>
        <a:buSzPct val="60000"/>
        <a:buFont typeface="Wingdings" panose="05000000000000000000" pitchFamily="2" charset="2"/>
        <a:buChar char="n"/>
        <a:defRPr kumimoji="1" sz="2000">
          <a:solidFill>
            <a:schemeClr val="tx1"/>
          </a:solidFill>
          <a:latin typeface="+mn-lt"/>
          <a:ea typeface="+mn-ea"/>
        </a:defRPr>
      </a:lvl7pPr>
      <a:lvl8pPr marL="3429000" indent="-228600" algn="l" rtl="0" fontAlgn="base">
        <a:spcBef>
          <a:spcPct val="20000"/>
        </a:spcBef>
        <a:spcAft>
          <a:spcPct val="0"/>
        </a:spcAft>
        <a:buClr>
          <a:schemeClr val="hlink"/>
        </a:buClr>
        <a:buSzPct val="60000"/>
        <a:buFont typeface="Wingdings" panose="05000000000000000000" pitchFamily="2" charset="2"/>
        <a:buChar char="n"/>
        <a:defRPr kumimoji="1" sz="2000">
          <a:solidFill>
            <a:schemeClr val="tx1"/>
          </a:solidFill>
          <a:latin typeface="+mn-lt"/>
          <a:ea typeface="+mn-ea"/>
        </a:defRPr>
      </a:lvl8pPr>
      <a:lvl9pPr marL="3886200" indent="-228600" algn="l" rtl="0" fontAlgn="base">
        <a:spcBef>
          <a:spcPct val="20000"/>
        </a:spcBef>
        <a:spcAft>
          <a:spcPct val="0"/>
        </a:spcAft>
        <a:buClr>
          <a:schemeClr val="hlink"/>
        </a:buClr>
        <a:buSzPct val="60000"/>
        <a:buFont typeface="Wingdings" panose="05000000000000000000" pitchFamily="2" charset="2"/>
        <a:buChar char="n"/>
        <a:defRPr kumimoji="1"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9" Type="http://schemas.openxmlformats.org/officeDocument/2006/relationships/image" Target="../media/image3.png"/><Relationship Id="rId8" Type="http://schemas.openxmlformats.org/officeDocument/2006/relationships/slide" Target="slide96.xml"/><Relationship Id="rId7" Type="http://schemas.openxmlformats.org/officeDocument/2006/relationships/slide" Target="slide1.xml"/><Relationship Id="rId6" Type="http://schemas.openxmlformats.org/officeDocument/2006/relationships/slide" Target="slide84.xml"/><Relationship Id="rId5" Type="http://schemas.openxmlformats.org/officeDocument/2006/relationships/slide" Target="slide31.xml"/><Relationship Id="rId4" Type="http://schemas.openxmlformats.org/officeDocument/2006/relationships/slide" Target="slide40.xml"/><Relationship Id="rId3" Type="http://schemas.openxmlformats.org/officeDocument/2006/relationships/slide" Target="slide34.xml"/><Relationship Id="rId2" Type="http://schemas.openxmlformats.org/officeDocument/2006/relationships/slide" Target="slide11.xml"/><Relationship Id="rId12" Type="http://schemas.openxmlformats.org/officeDocument/2006/relationships/slideLayout" Target="../slideLayouts/slideLayout7.xml"/><Relationship Id="rId11" Type="http://schemas.openxmlformats.org/officeDocument/2006/relationships/image" Target="../media/image2.png"/><Relationship Id="rId10" Type="http://schemas.openxmlformats.org/officeDocument/2006/relationships/slide" Target="slide44.xml"/><Relationship Id="rId1" Type="http://schemas.openxmlformats.org/officeDocument/2006/relationships/slide" Target="slide4.xml"/></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4.png"/></Relationships>
</file>

<file path=ppt/slides/_rels/slide3.xml.rels><?xml version="1.0" encoding="UTF-8" standalone="yes"?>
<Relationships xmlns="http://schemas.openxmlformats.org/package/2006/relationships"><Relationship Id="rId8" Type="http://schemas.openxmlformats.org/officeDocument/2006/relationships/notesSlide" Target="../notesSlides/notesSlide1.xml"/><Relationship Id="rId7" Type="http://schemas.openxmlformats.org/officeDocument/2006/relationships/slideLayout" Target="../slideLayouts/slideLayout2.xml"/><Relationship Id="rId6" Type="http://schemas.microsoft.com/office/2007/relationships/hdphoto" Target="../media/image9.wdp"/><Relationship Id="rId5" Type="http://schemas.openxmlformats.org/officeDocument/2006/relationships/image" Target="../media/image8.png"/><Relationship Id="rId4" Type="http://schemas.openxmlformats.org/officeDocument/2006/relationships/image" Target="../media/image7.png"/><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hyperlink" Target="14&#28378;&#21160;&#36724;&#25215;&#30340;&#22522;&#26412;&#32467;&#26500;2.avi" TargetMode="External"/></Relationships>
</file>

<file path=ppt/slides/_rels/slide4.xml.rels><?xml version="1.0" encoding="UTF-8" standalone="yes"?>
<Relationships xmlns="http://schemas.openxmlformats.org/package/2006/relationships"><Relationship Id="rId5" Type="http://schemas.openxmlformats.org/officeDocument/2006/relationships/notesSlide" Target="../notesSlides/notesSlide2.xml"/><Relationship Id="rId4" Type="http://schemas.openxmlformats.org/officeDocument/2006/relationships/slideLayout" Target="../slideLayouts/slideLayout7.xml"/><Relationship Id="rId3" Type="http://schemas.openxmlformats.org/officeDocument/2006/relationships/image" Target="../media/image2.png"/><Relationship Id="rId2" Type="http://schemas.openxmlformats.org/officeDocument/2006/relationships/image" Target="../media/image11.png"/><Relationship Id="rId1" Type="http://schemas.openxmlformats.org/officeDocument/2006/relationships/image" Target="../media/image10.png"/></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7.xml"/><Relationship Id="rId1" Type="http://schemas.openxmlformats.org/officeDocument/2006/relationships/image" Target="../media/image12.png"/></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5" Type="http://schemas.openxmlformats.org/officeDocument/2006/relationships/notesSlide" Target="../notesSlides/notesSlide4.xml"/><Relationship Id="rId4" Type="http://schemas.openxmlformats.org/officeDocument/2006/relationships/slideLayout" Target="../slideLayouts/slideLayout2.xml"/><Relationship Id="rId3" Type="http://schemas.openxmlformats.org/officeDocument/2006/relationships/image" Target="../media/image2.png"/><Relationship Id="rId2" Type="http://schemas.openxmlformats.org/officeDocument/2006/relationships/image" Target="../media/image5.png"/><Relationship Id="rId1" Type="http://schemas.openxmlformats.org/officeDocument/2006/relationships/image" Target="../media/image13.png"/></Relationships>
</file>

<file path=ppt/slides/_rels/slide9.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openxmlformats.org/officeDocument/2006/relationships/image" Target="../media/image5.png"/><Relationship Id="rId4" Type="http://schemas.openxmlformats.org/officeDocument/2006/relationships/image" Target="../media/image13.png"/><Relationship Id="rId3" Type="http://schemas.openxmlformats.org/officeDocument/2006/relationships/image" Target="../media/image16.png"/><Relationship Id="rId2" Type="http://schemas.openxmlformats.org/officeDocument/2006/relationships/image" Target="../media/image15.jpeg"/><Relationship Id="rId1" Type="http://schemas.openxmlformats.org/officeDocument/2006/relationships/image" Target="../media/image14.jpeg"/></Relationships>
</file>

<file path=ppt/slides/_rels/slide10.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openxmlformats.org/officeDocument/2006/relationships/image" Target="../media/image5.png"/><Relationship Id="rId4" Type="http://schemas.openxmlformats.org/officeDocument/2006/relationships/image" Target="../media/image13.png"/><Relationship Id="rId3" Type="http://schemas.openxmlformats.org/officeDocument/2006/relationships/image" Target="../media/image16.png"/><Relationship Id="rId2" Type="http://schemas.openxmlformats.org/officeDocument/2006/relationships/image" Target="../media/image17.jpeg"/><Relationship Id="rId1" Type="http://schemas.openxmlformats.org/officeDocument/2006/relationships/image" Target="../media/image14.jpeg"/></Relationships>
</file>

<file path=ppt/slides/_rels/slide11.xml.rels><?xml version="1.0" encoding="UTF-8" standalone="yes"?>
<Relationships xmlns="http://schemas.openxmlformats.org/package/2006/relationships"><Relationship Id="rId6" Type="http://schemas.openxmlformats.org/officeDocument/2006/relationships/notesSlide" Target="../notesSlides/notesSlide5.xml"/><Relationship Id="rId5" Type="http://schemas.openxmlformats.org/officeDocument/2006/relationships/slideLayout" Target="../slideLayouts/slideLayout2.xml"/><Relationship Id="rId4" Type="http://schemas.openxmlformats.org/officeDocument/2006/relationships/image" Target="../media/image21.png"/><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image" Target="../media/image18.png"/></Relationships>
</file>

<file path=ppt/slides/_rels/slide12.xml.rels><?xml version="1.0" encoding="UTF-8" standalone="yes"?>
<Relationships xmlns="http://schemas.openxmlformats.org/package/2006/relationships"><Relationship Id="rId7" Type="http://schemas.openxmlformats.org/officeDocument/2006/relationships/slideLayout" Target="../slideLayouts/slideLayout2.xml"/><Relationship Id="rId6" Type="http://schemas.openxmlformats.org/officeDocument/2006/relationships/image" Target="../media/image27.png"/><Relationship Id="rId5" Type="http://schemas.openxmlformats.org/officeDocument/2006/relationships/image" Target="../media/image26.png"/><Relationship Id="rId4" Type="http://schemas.openxmlformats.org/officeDocument/2006/relationships/image" Target="../media/image25.png"/><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image" Target="../media/image22.png"/></Relationships>
</file>

<file path=ppt/slides/_rels/slide13.xml.rels><?xml version="1.0" encoding="UTF-8" standalone="yes"?>
<Relationships xmlns="http://schemas.openxmlformats.org/package/2006/relationships"><Relationship Id="rId6" Type="http://schemas.openxmlformats.org/officeDocument/2006/relationships/notesSlide" Target="../notesSlides/notesSlide6.xml"/><Relationship Id="rId5" Type="http://schemas.openxmlformats.org/officeDocument/2006/relationships/vmlDrawing" Target="../drawings/vmlDrawing1.vml"/><Relationship Id="rId4" Type="http://schemas.openxmlformats.org/officeDocument/2006/relationships/slideLayout" Target="../slideLayouts/slideLayout7.xml"/><Relationship Id="rId3" Type="http://schemas.openxmlformats.org/officeDocument/2006/relationships/image" Target="../media/image29.wmf"/><Relationship Id="rId2" Type="http://schemas.openxmlformats.org/officeDocument/2006/relationships/oleObject" Target="../embeddings/oleObject1.bin"/><Relationship Id="rId1" Type="http://schemas.openxmlformats.org/officeDocument/2006/relationships/image" Target="../media/image28.png"/></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30.png"/></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7.xml"/><Relationship Id="rId1" Type="http://schemas.openxmlformats.org/officeDocument/2006/relationships/image" Target="../media/image31.png"/></Relationships>
</file>

<file path=ppt/slides/_rels/slide16.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32.png"/><Relationship Id="rId1" Type="http://schemas.openxmlformats.org/officeDocument/2006/relationships/tags" Target="../tags/tag1.xml"/></Relationships>
</file>

<file path=ppt/slides/_rels/slide17.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33.png"/></Relationships>
</file>

<file path=ppt/slides/_rels/slide18.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34.png"/></Relationships>
</file>

<file path=ppt/slides/_rels/slide19.xml.rels><?xml version="1.0" encoding="UTF-8" standalone="yes"?>
<Relationships xmlns="http://schemas.openxmlformats.org/package/2006/relationships"><Relationship Id="rId4" Type="http://schemas.openxmlformats.org/officeDocument/2006/relationships/notesSlide" Target="../notesSlides/notesSlide8.xml"/><Relationship Id="rId3" Type="http://schemas.openxmlformats.org/officeDocument/2006/relationships/slideLayout" Target="../slideLayouts/slideLayout7.xml"/><Relationship Id="rId2" Type="http://schemas.openxmlformats.org/officeDocument/2006/relationships/slide" Target="slide160.xml"/><Relationship Id="rId1" Type="http://schemas.openxmlformats.org/officeDocument/2006/relationships/image" Target="../media/image35.png"/></Relationships>
</file>

<file path=ppt/slides/_rels/slide20.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36.emf"/></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5.png"/><Relationship Id="rId2" Type="http://schemas.openxmlformats.org/officeDocument/2006/relationships/image" Target="../media/image13.png"/><Relationship Id="rId1" Type="http://schemas.openxmlformats.org/officeDocument/2006/relationships/image" Target="../media/image16.png"/></Relationships>
</file>

<file path=ppt/slides/_rels/slide24.xml.rels><?xml version="1.0" encoding="UTF-8" standalone="yes"?>
<Relationships xmlns="http://schemas.openxmlformats.org/package/2006/relationships"><Relationship Id="rId4" Type="http://schemas.openxmlformats.org/officeDocument/2006/relationships/notesSlide" Target="../notesSlides/notesSlide11.xml"/><Relationship Id="rId3" Type="http://schemas.openxmlformats.org/officeDocument/2006/relationships/slideLayout" Target="../slideLayouts/slideLayout2.xml"/><Relationship Id="rId2" Type="http://schemas.openxmlformats.org/officeDocument/2006/relationships/image" Target="../media/image2.png"/><Relationship Id="rId1" Type="http://schemas.openxmlformats.org/officeDocument/2006/relationships/image" Target="../media/image37.png"/></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2.xml"/><Relationship Id="rId1" Type="http://schemas.openxmlformats.org/officeDocument/2006/relationships/image" Target="../media/image38.png"/></Relationships>
</file>

<file path=ppt/slides/_rels/slide27.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5.png"/><Relationship Id="rId2" Type="http://schemas.openxmlformats.org/officeDocument/2006/relationships/image" Target="../media/image13.png"/><Relationship Id="rId1" Type="http://schemas.openxmlformats.org/officeDocument/2006/relationships/image" Target="../media/image16.png"/></Relationships>
</file>

<file path=ppt/slides/_rels/slide28.xml.rels><?xml version="1.0" encoding="UTF-8" standalone="yes"?>
<Relationships xmlns="http://schemas.openxmlformats.org/package/2006/relationships"><Relationship Id="rId4" Type="http://schemas.openxmlformats.org/officeDocument/2006/relationships/notesSlide" Target="../notesSlides/notesSlide14.xml"/><Relationship Id="rId3" Type="http://schemas.openxmlformats.org/officeDocument/2006/relationships/slideLayout" Target="../slideLayouts/slideLayout2.xml"/><Relationship Id="rId2" Type="http://schemas.openxmlformats.org/officeDocument/2006/relationships/image" Target="../media/image5.png"/><Relationship Id="rId1" Type="http://schemas.openxmlformats.org/officeDocument/2006/relationships/image" Target="../media/image16.png"/></Relationships>
</file>

<file path=ppt/slides/_rels/slide29.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40.png"/><Relationship Id="rId1" Type="http://schemas.openxmlformats.org/officeDocument/2006/relationships/image" Target="../media/image39.png"/></Relationships>
</file>

<file path=ppt/slides/_rels/slide30.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5.png"/><Relationship Id="rId1" Type="http://schemas.openxmlformats.org/officeDocument/2006/relationships/image" Target="../media/image13.png"/></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6" Type="http://schemas.openxmlformats.org/officeDocument/2006/relationships/notesSlide" Target="../notesSlides/notesSlide16.xml"/><Relationship Id="rId5" Type="http://schemas.openxmlformats.org/officeDocument/2006/relationships/slideLayout" Target="../slideLayouts/slideLayout2.xml"/><Relationship Id="rId4" Type="http://schemas.openxmlformats.org/officeDocument/2006/relationships/tags" Target="../tags/tag5.xml"/><Relationship Id="rId3" Type="http://schemas.openxmlformats.org/officeDocument/2006/relationships/tags" Target="../tags/tag4.xml"/><Relationship Id="rId2" Type="http://schemas.openxmlformats.org/officeDocument/2006/relationships/tags" Target="../tags/tag3.xml"/><Relationship Id="rId1" Type="http://schemas.openxmlformats.org/officeDocument/2006/relationships/tags" Target="../tags/tag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3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1.png"/></Relationships>
</file>

<file path=ppt/slides/_rels/slide35.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2.xml"/><Relationship Id="rId1" Type="http://schemas.openxmlformats.org/officeDocument/2006/relationships/image" Target="../media/image42.png"/></Relationships>
</file>

<file path=ppt/slides/_rels/slide36.xml.rels><?xml version="1.0" encoding="UTF-8" standalone="yes"?>
<Relationships xmlns="http://schemas.openxmlformats.org/package/2006/relationships"><Relationship Id="rId9" Type="http://schemas.openxmlformats.org/officeDocument/2006/relationships/vmlDrawing" Target="../drawings/vmlDrawing2.vml"/><Relationship Id="rId8" Type="http://schemas.openxmlformats.org/officeDocument/2006/relationships/slideLayout" Target="../slideLayouts/slideLayout2.xml"/><Relationship Id="rId7" Type="http://schemas.openxmlformats.org/officeDocument/2006/relationships/image" Target="../media/image45.wmf"/><Relationship Id="rId6" Type="http://schemas.openxmlformats.org/officeDocument/2006/relationships/oleObject" Target="../embeddings/oleObject2.bin"/><Relationship Id="rId5" Type="http://schemas.openxmlformats.org/officeDocument/2006/relationships/image" Target="../media/image44.png"/><Relationship Id="rId4" Type="http://schemas.openxmlformats.org/officeDocument/2006/relationships/image" Target="../media/image43.png"/><Relationship Id="rId3" Type="http://schemas.openxmlformats.org/officeDocument/2006/relationships/image" Target="../media/image42.png"/><Relationship Id="rId2" Type="http://schemas.openxmlformats.org/officeDocument/2006/relationships/image" Target="../media/image5.png"/><Relationship Id="rId1" Type="http://schemas.openxmlformats.org/officeDocument/2006/relationships/image" Target="../media/image13.png"/></Relationships>
</file>

<file path=ppt/slides/_rels/slide37.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2.xml"/><Relationship Id="rId1" Type="http://schemas.openxmlformats.org/officeDocument/2006/relationships/image" Target="../media/image46.png"/></Relationships>
</file>

<file path=ppt/slides/_rels/slide38.xml.rels><?xml version="1.0" encoding="UTF-8" standalone="yes"?>
<Relationships xmlns="http://schemas.openxmlformats.org/package/2006/relationships"><Relationship Id="rId9" Type="http://schemas.openxmlformats.org/officeDocument/2006/relationships/image" Target="../media/image52.png"/><Relationship Id="rId8" Type="http://schemas.openxmlformats.org/officeDocument/2006/relationships/image" Target="../media/image51.png"/><Relationship Id="rId7" Type="http://schemas.openxmlformats.org/officeDocument/2006/relationships/image" Target="../media/image13.png"/><Relationship Id="rId6" Type="http://schemas.openxmlformats.org/officeDocument/2006/relationships/image" Target="../media/image5.png"/><Relationship Id="rId5" Type="http://schemas.openxmlformats.org/officeDocument/2006/relationships/image" Target="../media/image16.png"/><Relationship Id="rId4" Type="http://schemas.openxmlformats.org/officeDocument/2006/relationships/image" Target="../media/image50.jpeg"/><Relationship Id="rId3" Type="http://schemas.openxmlformats.org/officeDocument/2006/relationships/image" Target="../media/image49.jpeg"/><Relationship Id="rId2" Type="http://schemas.openxmlformats.org/officeDocument/2006/relationships/image" Target="../media/image48.jpeg"/><Relationship Id="rId14" Type="http://schemas.openxmlformats.org/officeDocument/2006/relationships/notesSlide" Target="../notesSlides/notesSlide19.xml"/><Relationship Id="rId13" Type="http://schemas.openxmlformats.org/officeDocument/2006/relationships/slideLayout" Target="../slideLayouts/slideLayout2.xml"/><Relationship Id="rId12" Type="http://schemas.openxmlformats.org/officeDocument/2006/relationships/image" Target="../media/image2.png"/><Relationship Id="rId11" Type="http://schemas.openxmlformats.org/officeDocument/2006/relationships/image" Target="../media/image54.jpeg"/><Relationship Id="rId10" Type="http://schemas.openxmlformats.org/officeDocument/2006/relationships/image" Target="../media/image53.png"/><Relationship Id="rId1" Type="http://schemas.openxmlformats.org/officeDocument/2006/relationships/image" Target="../media/image47.jpeg"/></Relationships>
</file>

<file path=ppt/slides/_rels/slide39.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13.png"/><Relationship Id="rId2" Type="http://schemas.openxmlformats.org/officeDocument/2006/relationships/image" Target="../media/image5.png"/><Relationship Id="rId1" Type="http://schemas.openxmlformats.org/officeDocument/2006/relationships/image" Target="../media/image16.png"/></Relationships>
</file>

<file path=ppt/slides/_rels/slide40.xml.rels><?xml version="1.0" encoding="UTF-8" standalone="yes"?>
<Relationships xmlns="http://schemas.openxmlformats.org/package/2006/relationships"><Relationship Id="rId4" Type="http://schemas.openxmlformats.org/officeDocument/2006/relationships/notesSlide" Target="../notesSlides/notesSlide20.xml"/><Relationship Id="rId3" Type="http://schemas.openxmlformats.org/officeDocument/2006/relationships/slideLayout" Target="../slideLayouts/slideLayout2.xml"/><Relationship Id="rId2" Type="http://schemas.openxmlformats.org/officeDocument/2006/relationships/image" Target="../media/image13.png"/><Relationship Id="rId1" Type="http://schemas.openxmlformats.org/officeDocument/2006/relationships/image" Target="../media/image5.png"/></Relationships>
</file>

<file path=ppt/slides/_rels/slide41.xml.rels><?xml version="1.0" encoding="UTF-8" standalone="yes"?>
<Relationships xmlns="http://schemas.openxmlformats.org/package/2006/relationships"><Relationship Id="rId6" Type="http://schemas.openxmlformats.org/officeDocument/2006/relationships/vmlDrawing" Target="../drawings/vmlDrawing3.vml"/><Relationship Id="rId5" Type="http://schemas.openxmlformats.org/officeDocument/2006/relationships/slideLayout" Target="../slideLayouts/slideLayout2.xml"/><Relationship Id="rId4" Type="http://schemas.openxmlformats.org/officeDocument/2006/relationships/image" Target="../media/image5.png"/><Relationship Id="rId3" Type="http://schemas.openxmlformats.org/officeDocument/2006/relationships/image" Target="../media/image13.png"/><Relationship Id="rId2" Type="http://schemas.openxmlformats.org/officeDocument/2006/relationships/image" Target="../media/image55.wmf"/><Relationship Id="rId1" Type="http://schemas.openxmlformats.org/officeDocument/2006/relationships/oleObject" Target="../embeddings/oleObject3.bin"/></Relationships>
</file>

<file path=ppt/slides/_rels/slide42.xml.rels><?xml version="1.0" encoding="UTF-8" standalone="yes"?>
<Relationships xmlns="http://schemas.openxmlformats.org/package/2006/relationships"><Relationship Id="rId5" Type="http://schemas.openxmlformats.org/officeDocument/2006/relationships/notesSlide" Target="../notesSlides/notesSlide21.xml"/><Relationship Id="rId4" Type="http://schemas.openxmlformats.org/officeDocument/2006/relationships/slideLayout" Target="../slideLayouts/slideLayout2.xml"/><Relationship Id="rId3" Type="http://schemas.openxmlformats.org/officeDocument/2006/relationships/image" Target="../media/image13.png"/><Relationship Id="rId2" Type="http://schemas.openxmlformats.org/officeDocument/2006/relationships/image" Target="../media/image5.png"/><Relationship Id="rId1" Type="http://schemas.openxmlformats.org/officeDocument/2006/relationships/image" Target="../media/image16.png"/></Relationships>
</file>

<file path=ppt/slides/_rels/slide43.xml.rels><?xml version="1.0" encoding="UTF-8" standalone="yes"?>
<Relationships xmlns="http://schemas.openxmlformats.org/package/2006/relationships"><Relationship Id="rId9" Type="http://schemas.openxmlformats.org/officeDocument/2006/relationships/image" Target="../media/image5.png"/><Relationship Id="rId8" Type="http://schemas.openxmlformats.org/officeDocument/2006/relationships/image" Target="../media/image16.png"/><Relationship Id="rId7" Type="http://schemas.openxmlformats.org/officeDocument/2006/relationships/tags" Target="../tags/tag6.xml"/><Relationship Id="rId6" Type="http://schemas.openxmlformats.org/officeDocument/2006/relationships/image" Target="../media/image58.wmf"/><Relationship Id="rId5" Type="http://schemas.openxmlformats.org/officeDocument/2006/relationships/oleObject" Target="../embeddings/oleObject5.bin"/><Relationship Id="rId4" Type="http://schemas.openxmlformats.org/officeDocument/2006/relationships/image" Target="../media/image57.GIF"/><Relationship Id="rId3" Type="http://schemas.openxmlformats.org/officeDocument/2006/relationships/slide" Target="slide161.xml"/><Relationship Id="rId2" Type="http://schemas.openxmlformats.org/officeDocument/2006/relationships/image" Target="../media/image56.emf"/><Relationship Id="rId12" Type="http://schemas.openxmlformats.org/officeDocument/2006/relationships/vmlDrawing" Target="../drawings/vmlDrawing4.vml"/><Relationship Id="rId11" Type="http://schemas.openxmlformats.org/officeDocument/2006/relationships/slideLayout" Target="../slideLayouts/slideLayout2.xml"/><Relationship Id="rId10" Type="http://schemas.openxmlformats.org/officeDocument/2006/relationships/image" Target="../media/image13.png"/><Relationship Id="rId1" Type="http://schemas.openxmlformats.org/officeDocument/2006/relationships/oleObject" Target="../embeddings/oleObject4.bin"/></Relationships>
</file>

<file path=ppt/slides/_rels/slide44.xml.rels><?xml version="1.0" encoding="UTF-8" standalone="yes"?>
<Relationships xmlns="http://schemas.openxmlformats.org/package/2006/relationships"><Relationship Id="rId9" Type="http://schemas.openxmlformats.org/officeDocument/2006/relationships/tags" Target="../tags/tag15.xml"/><Relationship Id="rId8" Type="http://schemas.openxmlformats.org/officeDocument/2006/relationships/tags" Target="../tags/tag14.xml"/><Relationship Id="rId7" Type="http://schemas.openxmlformats.org/officeDocument/2006/relationships/tags" Target="../tags/tag13.xml"/><Relationship Id="rId6" Type="http://schemas.openxmlformats.org/officeDocument/2006/relationships/tags" Target="../tags/tag12.xml"/><Relationship Id="rId5" Type="http://schemas.openxmlformats.org/officeDocument/2006/relationships/tags" Target="../tags/tag11.xml"/><Relationship Id="rId4" Type="http://schemas.openxmlformats.org/officeDocument/2006/relationships/tags" Target="../tags/tag10.xml"/><Relationship Id="rId3" Type="http://schemas.openxmlformats.org/officeDocument/2006/relationships/tags" Target="../tags/tag9.xml"/><Relationship Id="rId20" Type="http://schemas.openxmlformats.org/officeDocument/2006/relationships/slideLayout" Target="../slideLayouts/slideLayout7.xml"/><Relationship Id="rId2" Type="http://schemas.openxmlformats.org/officeDocument/2006/relationships/tags" Target="../tags/tag8.xml"/><Relationship Id="rId19" Type="http://schemas.openxmlformats.org/officeDocument/2006/relationships/tags" Target="../tags/tag23.xml"/><Relationship Id="rId18" Type="http://schemas.openxmlformats.org/officeDocument/2006/relationships/image" Target="../media/image59.png"/><Relationship Id="rId17" Type="http://schemas.openxmlformats.org/officeDocument/2006/relationships/tags" Target="../tags/tag22.xml"/><Relationship Id="rId16" Type="http://schemas.openxmlformats.org/officeDocument/2006/relationships/tags" Target="../tags/tag21.xml"/><Relationship Id="rId15" Type="http://schemas.openxmlformats.org/officeDocument/2006/relationships/tags" Target="../tags/tag20.xml"/><Relationship Id="rId14" Type="http://schemas.openxmlformats.org/officeDocument/2006/relationships/tags" Target="../tags/tag19.xml"/><Relationship Id="rId13" Type="http://schemas.openxmlformats.org/officeDocument/2006/relationships/tags" Target="../tags/tag18.xml"/><Relationship Id="rId12" Type="http://schemas.openxmlformats.org/officeDocument/2006/relationships/tags" Target="../tags/tag17.xml"/><Relationship Id="rId11" Type="http://schemas.openxmlformats.org/officeDocument/2006/relationships/image" Target="../media/image2.png"/><Relationship Id="rId10" Type="http://schemas.openxmlformats.org/officeDocument/2006/relationships/tags" Target="../tags/tag16.xml"/><Relationship Id="rId1" Type="http://schemas.openxmlformats.org/officeDocument/2006/relationships/tags" Target="../tags/tag7.xml"/></Relationships>
</file>

<file path=ppt/slides/_rels/slide45.xml.rels><?xml version="1.0" encoding="UTF-8" standalone="yes"?>
<Relationships xmlns="http://schemas.openxmlformats.org/package/2006/relationships"><Relationship Id="rId9" Type="http://schemas.openxmlformats.org/officeDocument/2006/relationships/tags" Target="../tags/tag32.xml"/><Relationship Id="rId8" Type="http://schemas.openxmlformats.org/officeDocument/2006/relationships/tags" Target="../tags/tag31.xml"/><Relationship Id="rId7" Type="http://schemas.openxmlformats.org/officeDocument/2006/relationships/tags" Target="../tags/tag30.xml"/><Relationship Id="rId6" Type="http://schemas.openxmlformats.org/officeDocument/2006/relationships/tags" Target="../tags/tag29.xml"/><Relationship Id="rId5" Type="http://schemas.openxmlformats.org/officeDocument/2006/relationships/tags" Target="../tags/tag28.xml"/><Relationship Id="rId4" Type="http://schemas.openxmlformats.org/officeDocument/2006/relationships/tags" Target="../tags/tag27.xml"/><Relationship Id="rId3" Type="http://schemas.openxmlformats.org/officeDocument/2006/relationships/tags" Target="../tags/tag26.xml"/><Relationship Id="rId21" Type="http://schemas.openxmlformats.org/officeDocument/2006/relationships/slideLayout" Target="../slideLayouts/slideLayout7.xml"/><Relationship Id="rId20" Type="http://schemas.openxmlformats.org/officeDocument/2006/relationships/tags" Target="../tags/tag41.xml"/><Relationship Id="rId2" Type="http://schemas.openxmlformats.org/officeDocument/2006/relationships/tags" Target="../tags/tag25.xml"/><Relationship Id="rId19" Type="http://schemas.openxmlformats.org/officeDocument/2006/relationships/tags" Target="../tags/tag40.xml"/><Relationship Id="rId18" Type="http://schemas.openxmlformats.org/officeDocument/2006/relationships/image" Target="../media/image59.png"/><Relationship Id="rId17" Type="http://schemas.openxmlformats.org/officeDocument/2006/relationships/tags" Target="../tags/tag39.xml"/><Relationship Id="rId16" Type="http://schemas.openxmlformats.org/officeDocument/2006/relationships/tags" Target="../tags/tag38.xml"/><Relationship Id="rId15" Type="http://schemas.openxmlformats.org/officeDocument/2006/relationships/tags" Target="../tags/tag37.xml"/><Relationship Id="rId14" Type="http://schemas.openxmlformats.org/officeDocument/2006/relationships/tags" Target="../tags/tag36.xml"/><Relationship Id="rId13" Type="http://schemas.openxmlformats.org/officeDocument/2006/relationships/image" Target="../media/image2.png"/><Relationship Id="rId12" Type="http://schemas.openxmlformats.org/officeDocument/2006/relationships/tags" Target="../tags/tag35.xml"/><Relationship Id="rId11" Type="http://schemas.openxmlformats.org/officeDocument/2006/relationships/tags" Target="../tags/tag34.xml"/><Relationship Id="rId10" Type="http://schemas.openxmlformats.org/officeDocument/2006/relationships/tags" Target="../tags/tag33.xml"/><Relationship Id="rId1" Type="http://schemas.openxmlformats.org/officeDocument/2006/relationships/tags" Target="../tags/tag24.xml"/></Relationships>
</file>

<file path=ppt/slides/_rels/slide46.xml.rels><?xml version="1.0" encoding="UTF-8" standalone="yes"?>
<Relationships xmlns="http://schemas.openxmlformats.org/package/2006/relationships"><Relationship Id="rId9" Type="http://schemas.openxmlformats.org/officeDocument/2006/relationships/tags" Target="../tags/tag50.xml"/><Relationship Id="rId8" Type="http://schemas.openxmlformats.org/officeDocument/2006/relationships/tags" Target="../tags/tag49.xml"/><Relationship Id="rId7" Type="http://schemas.openxmlformats.org/officeDocument/2006/relationships/tags" Target="../tags/tag48.xml"/><Relationship Id="rId6" Type="http://schemas.openxmlformats.org/officeDocument/2006/relationships/tags" Target="../tags/tag47.xml"/><Relationship Id="rId5" Type="http://schemas.openxmlformats.org/officeDocument/2006/relationships/tags" Target="../tags/tag46.xml"/><Relationship Id="rId4" Type="http://schemas.openxmlformats.org/officeDocument/2006/relationships/tags" Target="../tags/tag45.xml"/><Relationship Id="rId3" Type="http://schemas.openxmlformats.org/officeDocument/2006/relationships/tags" Target="../tags/tag44.xml"/><Relationship Id="rId21" Type="http://schemas.openxmlformats.org/officeDocument/2006/relationships/slideLayout" Target="../slideLayouts/slideLayout7.xml"/><Relationship Id="rId20" Type="http://schemas.openxmlformats.org/officeDocument/2006/relationships/tags" Target="../tags/tag59.xml"/><Relationship Id="rId2" Type="http://schemas.openxmlformats.org/officeDocument/2006/relationships/tags" Target="../tags/tag43.xml"/><Relationship Id="rId19" Type="http://schemas.openxmlformats.org/officeDocument/2006/relationships/image" Target="../media/image59.png"/><Relationship Id="rId18" Type="http://schemas.openxmlformats.org/officeDocument/2006/relationships/tags" Target="../tags/tag58.xml"/><Relationship Id="rId17" Type="http://schemas.openxmlformats.org/officeDocument/2006/relationships/tags" Target="../tags/tag57.xml"/><Relationship Id="rId16" Type="http://schemas.openxmlformats.org/officeDocument/2006/relationships/tags" Target="../tags/tag56.xml"/><Relationship Id="rId15" Type="http://schemas.openxmlformats.org/officeDocument/2006/relationships/tags" Target="../tags/tag55.xml"/><Relationship Id="rId14" Type="http://schemas.openxmlformats.org/officeDocument/2006/relationships/tags" Target="../tags/tag54.xml"/><Relationship Id="rId13" Type="http://schemas.openxmlformats.org/officeDocument/2006/relationships/tags" Target="../tags/tag53.xml"/><Relationship Id="rId12" Type="http://schemas.openxmlformats.org/officeDocument/2006/relationships/image" Target="../media/image2.png"/><Relationship Id="rId11" Type="http://schemas.openxmlformats.org/officeDocument/2006/relationships/tags" Target="../tags/tag52.xml"/><Relationship Id="rId10" Type="http://schemas.openxmlformats.org/officeDocument/2006/relationships/tags" Target="../tags/tag51.xml"/><Relationship Id="rId1" Type="http://schemas.openxmlformats.org/officeDocument/2006/relationships/tags" Target="../tags/tag42.xml"/></Relationships>
</file>

<file path=ppt/slides/_rels/slide47.xml.rels><?xml version="1.0" encoding="UTF-8" standalone="yes"?>
<Relationships xmlns="http://schemas.openxmlformats.org/package/2006/relationships"><Relationship Id="rId9" Type="http://schemas.openxmlformats.org/officeDocument/2006/relationships/tags" Target="../tags/tag68.xml"/><Relationship Id="rId8" Type="http://schemas.openxmlformats.org/officeDocument/2006/relationships/tags" Target="../tags/tag67.xml"/><Relationship Id="rId7" Type="http://schemas.openxmlformats.org/officeDocument/2006/relationships/tags" Target="../tags/tag66.xml"/><Relationship Id="rId6" Type="http://schemas.openxmlformats.org/officeDocument/2006/relationships/tags" Target="../tags/tag65.xml"/><Relationship Id="rId5" Type="http://schemas.openxmlformats.org/officeDocument/2006/relationships/tags" Target="../tags/tag64.xml"/><Relationship Id="rId4" Type="http://schemas.openxmlformats.org/officeDocument/2006/relationships/tags" Target="../tags/tag63.xml"/><Relationship Id="rId3" Type="http://schemas.openxmlformats.org/officeDocument/2006/relationships/tags" Target="../tags/tag62.xml"/><Relationship Id="rId21" Type="http://schemas.openxmlformats.org/officeDocument/2006/relationships/slideLayout" Target="../slideLayouts/slideLayout7.xml"/><Relationship Id="rId20" Type="http://schemas.openxmlformats.org/officeDocument/2006/relationships/tags" Target="../tags/tag77.xml"/><Relationship Id="rId2" Type="http://schemas.openxmlformats.org/officeDocument/2006/relationships/tags" Target="../tags/tag61.xml"/><Relationship Id="rId19" Type="http://schemas.openxmlformats.org/officeDocument/2006/relationships/image" Target="../media/image59.png"/><Relationship Id="rId18" Type="http://schemas.openxmlformats.org/officeDocument/2006/relationships/tags" Target="../tags/tag76.xml"/><Relationship Id="rId17" Type="http://schemas.openxmlformats.org/officeDocument/2006/relationships/tags" Target="../tags/tag75.xml"/><Relationship Id="rId16" Type="http://schemas.openxmlformats.org/officeDocument/2006/relationships/tags" Target="../tags/tag74.xml"/><Relationship Id="rId15" Type="http://schemas.openxmlformats.org/officeDocument/2006/relationships/tags" Target="../tags/tag73.xml"/><Relationship Id="rId14" Type="http://schemas.openxmlformats.org/officeDocument/2006/relationships/tags" Target="../tags/tag72.xml"/><Relationship Id="rId13" Type="http://schemas.openxmlformats.org/officeDocument/2006/relationships/tags" Target="../tags/tag71.xml"/><Relationship Id="rId12" Type="http://schemas.openxmlformats.org/officeDocument/2006/relationships/image" Target="../media/image2.png"/><Relationship Id="rId11" Type="http://schemas.openxmlformats.org/officeDocument/2006/relationships/tags" Target="../tags/tag70.xml"/><Relationship Id="rId10" Type="http://schemas.openxmlformats.org/officeDocument/2006/relationships/tags" Target="../tags/tag69.xml"/><Relationship Id="rId1" Type="http://schemas.openxmlformats.org/officeDocument/2006/relationships/tags" Target="../tags/tag60.xml"/></Relationships>
</file>

<file path=ppt/slides/_rels/slide48.xml.rels><?xml version="1.0" encoding="UTF-8" standalone="yes"?>
<Relationships xmlns="http://schemas.openxmlformats.org/package/2006/relationships"><Relationship Id="rId9" Type="http://schemas.openxmlformats.org/officeDocument/2006/relationships/tags" Target="../tags/tag86.xml"/><Relationship Id="rId8" Type="http://schemas.openxmlformats.org/officeDocument/2006/relationships/tags" Target="../tags/tag85.xml"/><Relationship Id="rId7" Type="http://schemas.openxmlformats.org/officeDocument/2006/relationships/tags" Target="../tags/tag84.xml"/><Relationship Id="rId6" Type="http://schemas.openxmlformats.org/officeDocument/2006/relationships/tags" Target="../tags/tag83.xml"/><Relationship Id="rId5" Type="http://schemas.openxmlformats.org/officeDocument/2006/relationships/tags" Target="../tags/tag82.xml"/><Relationship Id="rId4" Type="http://schemas.openxmlformats.org/officeDocument/2006/relationships/tags" Target="../tags/tag81.xml"/><Relationship Id="rId3" Type="http://schemas.openxmlformats.org/officeDocument/2006/relationships/tags" Target="../tags/tag80.xml"/><Relationship Id="rId21" Type="http://schemas.openxmlformats.org/officeDocument/2006/relationships/slideLayout" Target="../slideLayouts/slideLayout7.xml"/><Relationship Id="rId20" Type="http://schemas.openxmlformats.org/officeDocument/2006/relationships/tags" Target="../tags/tag95.xml"/><Relationship Id="rId2" Type="http://schemas.openxmlformats.org/officeDocument/2006/relationships/tags" Target="../tags/tag79.xml"/><Relationship Id="rId19" Type="http://schemas.openxmlformats.org/officeDocument/2006/relationships/tags" Target="../tags/tag94.xml"/><Relationship Id="rId18" Type="http://schemas.openxmlformats.org/officeDocument/2006/relationships/image" Target="../media/image59.png"/><Relationship Id="rId17" Type="http://schemas.openxmlformats.org/officeDocument/2006/relationships/tags" Target="../tags/tag93.xml"/><Relationship Id="rId16" Type="http://schemas.openxmlformats.org/officeDocument/2006/relationships/tags" Target="../tags/tag92.xml"/><Relationship Id="rId15" Type="http://schemas.openxmlformats.org/officeDocument/2006/relationships/tags" Target="../tags/tag91.xml"/><Relationship Id="rId14" Type="http://schemas.openxmlformats.org/officeDocument/2006/relationships/tags" Target="../tags/tag90.xml"/><Relationship Id="rId13" Type="http://schemas.openxmlformats.org/officeDocument/2006/relationships/image" Target="../media/image2.png"/><Relationship Id="rId12" Type="http://schemas.openxmlformats.org/officeDocument/2006/relationships/tags" Target="../tags/tag89.xml"/><Relationship Id="rId11" Type="http://schemas.openxmlformats.org/officeDocument/2006/relationships/tags" Target="../tags/tag88.xml"/><Relationship Id="rId10" Type="http://schemas.openxmlformats.org/officeDocument/2006/relationships/tags" Target="../tags/tag87.xml"/><Relationship Id="rId1" Type="http://schemas.openxmlformats.org/officeDocument/2006/relationships/tags" Target="../tags/tag78.xml"/></Relationships>
</file>

<file path=ppt/slides/_rels/slide49.xml.rels><?xml version="1.0" encoding="UTF-8" standalone="yes"?>
<Relationships xmlns="http://schemas.openxmlformats.org/package/2006/relationships"><Relationship Id="rId9" Type="http://schemas.openxmlformats.org/officeDocument/2006/relationships/image" Target="../media/image13.png"/><Relationship Id="rId8" Type="http://schemas.openxmlformats.org/officeDocument/2006/relationships/image" Target="../media/image5.png"/><Relationship Id="rId7" Type="http://schemas.openxmlformats.org/officeDocument/2006/relationships/image" Target="../media/image16.png"/><Relationship Id="rId6" Type="http://schemas.openxmlformats.org/officeDocument/2006/relationships/image" Target="../media/image62.emf"/><Relationship Id="rId5" Type="http://schemas.openxmlformats.org/officeDocument/2006/relationships/oleObject" Target="../embeddings/oleObject8.bin"/><Relationship Id="rId4" Type="http://schemas.openxmlformats.org/officeDocument/2006/relationships/image" Target="../media/image61.wmf"/><Relationship Id="rId3" Type="http://schemas.openxmlformats.org/officeDocument/2006/relationships/oleObject" Target="../embeddings/oleObject7.bin"/><Relationship Id="rId2" Type="http://schemas.openxmlformats.org/officeDocument/2006/relationships/image" Target="../media/image60.wmf"/><Relationship Id="rId16" Type="http://schemas.openxmlformats.org/officeDocument/2006/relationships/vmlDrawing" Target="../drawings/vmlDrawing5.vml"/><Relationship Id="rId15" Type="http://schemas.openxmlformats.org/officeDocument/2006/relationships/slideLayout" Target="../slideLayouts/slideLayout26.xml"/><Relationship Id="rId14" Type="http://schemas.openxmlformats.org/officeDocument/2006/relationships/image" Target="../media/image65.png"/><Relationship Id="rId13" Type="http://schemas.openxmlformats.org/officeDocument/2006/relationships/image" Target="../media/image64.emf"/><Relationship Id="rId12" Type="http://schemas.openxmlformats.org/officeDocument/2006/relationships/oleObject" Target="../embeddings/oleObject10.bin"/><Relationship Id="rId11" Type="http://schemas.openxmlformats.org/officeDocument/2006/relationships/image" Target="../media/image63.wmf"/><Relationship Id="rId10" Type="http://schemas.openxmlformats.org/officeDocument/2006/relationships/oleObject" Target="../embeddings/oleObject9.bin"/><Relationship Id="rId1" Type="http://schemas.openxmlformats.org/officeDocument/2006/relationships/oleObject" Target="../embeddings/oleObject6.bin"/></Relationships>
</file>

<file path=ppt/slides/_rels/slide50.xml.rels><?xml version="1.0" encoding="UTF-8" standalone="yes"?>
<Relationships xmlns="http://schemas.openxmlformats.org/package/2006/relationships"><Relationship Id="rId8" Type="http://schemas.openxmlformats.org/officeDocument/2006/relationships/vmlDrawing" Target="../drawings/vmlDrawing6.vml"/><Relationship Id="rId7" Type="http://schemas.openxmlformats.org/officeDocument/2006/relationships/slideLayout" Target="../slideLayouts/slideLayout12.xml"/><Relationship Id="rId6" Type="http://schemas.openxmlformats.org/officeDocument/2006/relationships/image" Target="../media/image68.wmf"/><Relationship Id="rId5" Type="http://schemas.openxmlformats.org/officeDocument/2006/relationships/oleObject" Target="../embeddings/oleObject13.bin"/><Relationship Id="rId4" Type="http://schemas.openxmlformats.org/officeDocument/2006/relationships/image" Target="../media/image67.wmf"/><Relationship Id="rId3" Type="http://schemas.openxmlformats.org/officeDocument/2006/relationships/oleObject" Target="../embeddings/oleObject12.bin"/><Relationship Id="rId2" Type="http://schemas.openxmlformats.org/officeDocument/2006/relationships/image" Target="../media/image66.wmf"/><Relationship Id="rId1" Type="http://schemas.openxmlformats.org/officeDocument/2006/relationships/oleObject" Target="../embeddings/oleObject11.bin"/></Relationships>
</file>

<file path=ppt/slides/_rels/slide51.xml.rels><?xml version="1.0" encoding="UTF-8" standalone="yes"?>
<Relationships xmlns="http://schemas.openxmlformats.org/package/2006/relationships"><Relationship Id="rId5" Type="http://schemas.openxmlformats.org/officeDocument/2006/relationships/notesSlide" Target="../notesSlides/notesSlide22.xml"/><Relationship Id="rId4" Type="http://schemas.openxmlformats.org/officeDocument/2006/relationships/vmlDrawing" Target="../drawings/vmlDrawing7.vml"/><Relationship Id="rId3" Type="http://schemas.openxmlformats.org/officeDocument/2006/relationships/slideLayout" Target="../slideLayouts/slideLayout12.xml"/><Relationship Id="rId2" Type="http://schemas.openxmlformats.org/officeDocument/2006/relationships/image" Target="../media/image69.wmf"/><Relationship Id="rId1" Type="http://schemas.openxmlformats.org/officeDocument/2006/relationships/oleObject" Target="../embeddings/oleObject14.bin"/></Relationships>
</file>

<file path=ppt/slides/_rels/slide52.xml.rels><?xml version="1.0" encoding="UTF-8" standalone="yes"?>
<Relationships xmlns="http://schemas.openxmlformats.org/package/2006/relationships"><Relationship Id="rId8" Type="http://schemas.openxmlformats.org/officeDocument/2006/relationships/vmlDrawing" Target="../drawings/vmlDrawing8.vml"/><Relationship Id="rId7" Type="http://schemas.openxmlformats.org/officeDocument/2006/relationships/slideLayout" Target="../slideLayouts/slideLayout12.xml"/><Relationship Id="rId6" Type="http://schemas.openxmlformats.org/officeDocument/2006/relationships/image" Target="../media/image72.wmf"/><Relationship Id="rId5" Type="http://schemas.openxmlformats.org/officeDocument/2006/relationships/oleObject" Target="../embeddings/oleObject17.bin"/><Relationship Id="rId4" Type="http://schemas.openxmlformats.org/officeDocument/2006/relationships/image" Target="../media/image71.wmf"/><Relationship Id="rId3" Type="http://schemas.openxmlformats.org/officeDocument/2006/relationships/oleObject" Target="../embeddings/oleObject16.bin"/><Relationship Id="rId2" Type="http://schemas.openxmlformats.org/officeDocument/2006/relationships/image" Target="../media/image70.wmf"/><Relationship Id="rId1" Type="http://schemas.openxmlformats.org/officeDocument/2006/relationships/oleObject" Target="../embeddings/oleObject15.bin"/></Relationships>
</file>

<file path=ppt/slides/_rels/slide53.xml.rels><?xml version="1.0" encoding="UTF-8" standalone="yes"?>
<Relationships xmlns="http://schemas.openxmlformats.org/package/2006/relationships"><Relationship Id="rId4" Type="http://schemas.openxmlformats.org/officeDocument/2006/relationships/vmlDrawing" Target="../drawings/vmlDrawing9.vml"/><Relationship Id="rId3" Type="http://schemas.openxmlformats.org/officeDocument/2006/relationships/slideLayout" Target="../slideLayouts/slideLayout7.xml"/><Relationship Id="rId2" Type="http://schemas.openxmlformats.org/officeDocument/2006/relationships/image" Target="../media/image73.wmf"/><Relationship Id="rId1" Type="http://schemas.openxmlformats.org/officeDocument/2006/relationships/oleObject" Target="../embeddings/oleObject18.bin"/></Relationships>
</file>

<file path=ppt/slides/_rels/slide54.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5.png"/><Relationship Id="rId2" Type="http://schemas.openxmlformats.org/officeDocument/2006/relationships/image" Target="../media/image13.png"/><Relationship Id="rId1" Type="http://schemas.openxmlformats.org/officeDocument/2006/relationships/image" Target="../media/image16.png"/></Relationships>
</file>

<file path=ppt/slides/_rels/slide55.xml.rels><?xml version="1.0" encoding="UTF-8" standalone="yes"?>
<Relationships xmlns="http://schemas.openxmlformats.org/package/2006/relationships"><Relationship Id="rId9" Type="http://schemas.openxmlformats.org/officeDocument/2006/relationships/vmlDrawing" Target="../drawings/vmlDrawing10.vml"/><Relationship Id="rId8" Type="http://schemas.openxmlformats.org/officeDocument/2006/relationships/slideLayout" Target="../slideLayouts/slideLayout2.xml"/><Relationship Id="rId7" Type="http://schemas.openxmlformats.org/officeDocument/2006/relationships/image" Target="../media/image5.png"/><Relationship Id="rId6" Type="http://schemas.openxmlformats.org/officeDocument/2006/relationships/image" Target="../media/image13.png"/><Relationship Id="rId5" Type="http://schemas.openxmlformats.org/officeDocument/2006/relationships/image" Target="../media/image16.png"/><Relationship Id="rId4" Type="http://schemas.openxmlformats.org/officeDocument/2006/relationships/image" Target="../media/image75.wmf"/><Relationship Id="rId3" Type="http://schemas.openxmlformats.org/officeDocument/2006/relationships/oleObject" Target="../embeddings/oleObject20.bin"/><Relationship Id="rId2" Type="http://schemas.openxmlformats.org/officeDocument/2006/relationships/image" Target="../media/image74.wmf"/><Relationship Id="rId1" Type="http://schemas.openxmlformats.org/officeDocument/2006/relationships/oleObject" Target="../embeddings/oleObject19.bin"/></Relationships>
</file>

<file path=ppt/slides/_rels/slide56.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77.jpeg"/><Relationship Id="rId1" Type="http://schemas.openxmlformats.org/officeDocument/2006/relationships/image" Target="../media/image76.png"/></Relationships>
</file>

<file path=ppt/slides/_rels/slide57.xml.rels><?xml version="1.0" encoding="UTF-8" standalone="yes"?>
<Relationships xmlns="http://schemas.openxmlformats.org/package/2006/relationships"><Relationship Id="rId6" Type="http://schemas.openxmlformats.org/officeDocument/2006/relationships/slideLayout" Target="../slideLayouts/slideLayout7.xml"/><Relationship Id="rId5" Type="http://schemas.openxmlformats.org/officeDocument/2006/relationships/image" Target="../media/image82.png"/><Relationship Id="rId4" Type="http://schemas.openxmlformats.org/officeDocument/2006/relationships/image" Target="../media/image81.png"/><Relationship Id="rId3" Type="http://schemas.openxmlformats.org/officeDocument/2006/relationships/image" Target="../media/image80.png"/><Relationship Id="rId2" Type="http://schemas.openxmlformats.org/officeDocument/2006/relationships/image" Target="../media/image79.png"/><Relationship Id="rId1" Type="http://schemas.openxmlformats.org/officeDocument/2006/relationships/image" Target="../media/image78.png"/></Relationships>
</file>

<file path=ppt/slides/_rels/slide58.xml.rels><?xml version="1.0" encoding="UTF-8" standalone="yes"?>
<Relationships xmlns="http://schemas.openxmlformats.org/package/2006/relationships"><Relationship Id="rId5" Type="http://schemas.openxmlformats.org/officeDocument/2006/relationships/slideLayout" Target="../slideLayouts/slideLayout7.xml"/><Relationship Id="rId4" Type="http://schemas.openxmlformats.org/officeDocument/2006/relationships/image" Target="../media/image86.png"/><Relationship Id="rId3" Type="http://schemas.openxmlformats.org/officeDocument/2006/relationships/image" Target="../media/image85.png"/><Relationship Id="rId2" Type="http://schemas.openxmlformats.org/officeDocument/2006/relationships/image" Target="../media/image84.png"/><Relationship Id="rId1" Type="http://schemas.openxmlformats.org/officeDocument/2006/relationships/image" Target="../media/image83.png"/></Relationships>
</file>

<file path=ppt/slides/_rels/slide59.xml.rels><?xml version="1.0" encoding="UTF-8" standalone="yes"?>
<Relationships xmlns="http://schemas.openxmlformats.org/package/2006/relationships"><Relationship Id="rId4" Type="http://schemas.openxmlformats.org/officeDocument/2006/relationships/vmlDrawing" Target="../drawings/vmlDrawing11.vml"/><Relationship Id="rId3" Type="http://schemas.openxmlformats.org/officeDocument/2006/relationships/slideLayout" Target="../slideLayouts/slideLayout7.xml"/><Relationship Id="rId2" Type="http://schemas.openxmlformats.org/officeDocument/2006/relationships/image" Target="../media/image87.wmf"/><Relationship Id="rId1" Type="http://schemas.openxmlformats.org/officeDocument/2006/relationships/oleObject" Target="../embeddings/oleObject21.bin"/></Relationships>
</file>

<file path=ppt/slides/_rels/slide60.xml.rels><?xml version="1.0" encoding="UTF-8" standalone="yes"?>
<Relationships xmlns="http://schemas.openxmlformats.org/package/2006/relationships"><Relationship Id="rId9" Type="http://schemas.openxmlformats.org/officeDocument/2006/relationships/vmlDrawing" Target="../drawings/vmlDrawing12.vml"/><Relationship Id="rId8" Type="http://schemas.openxmlformats.org/officeDocument/2006/relationships/slideLayout" Target="../slideLayouts/slideLayout50.xml"/><Relationship Id="rId7" Type="http://schemas.openxmlformats.org/officeDocument/2006/relationships/slide" Target="slide43.xml"/><Relationship Id="rId6" Type="http://schemas.openxmlformats.org/officeDocument/2006/relationships/image" Target="../media/image90.wmf"/><Relationship Id="rId5" Type="http://schemas.openxmlformats.org/officeDocument/2006/relationships/oleObject" Target="../embeddings/oleObject24.bin"/><Relationship Id="rId4" Type="http://schemas.openxmlformats.org/officeDocument/2006/relationships/image" Target="../media/image89.wmf"/><Relationship Id="rId3" Type="http://schemas.openxmlformats.org/officeDocument/2006/relationships/oleObject" Target="../embeddings/oleObject23.bin"/><Relationship Id="rId2" Type="http://schemas.openxmlformats.org/officeDocument/2006/relationships/image" Target="../media/image88.wmf"/><Relationship Id="rId1" Type="http://schemas.openxmlformats.org/officeDocument/2006/relationships/oleObject" Target="../embeddings/oleObject22.bin"/></Relationships>
</file>

<file path=ppt/slides/_rels/slide61.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openxmlformats.org/officeDocument/2006/relationships/image" Target="../media/image5.png"/><Relationship Id="rId4" Type="http://schemas.openxmlformats.org/officeDocument/2006/relationships/image" Target="../media/image13.png"/><Relationship Id="rId3" Type="http://schemas.openxmlformats.org/officeDocument/2006/relationships/image" Target="../media/image16.png"/><Relationship Id="rId2" Type="http://schemas.openxmlformats.org/officeDocument/2006/relationships/image" Target="../media/image92.jpeg"/><Relationship Id="rId1" Type="http://schemas.openxmlformats.org/officeDocument/2006/relationships/image" Target="../media/image91.jpeg"/></Relationships>
</file>

<file path=ppt/slides/_rels/slide6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92.jpeg"/><Relationship Id="rId1" Type="http://schemas.openxmlformats.org/officeDocument/2006/relationships/image" Target="../media/image91.jpeg"/></Relationships>
</file>

<file path=ppt/slides/_rels/slide63.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93.jpeg"/><Relationship Id="rId3" Type="http://schemas.openxmlformats.org/officeDocument/2006/relationships/image" Target="../media/image5.png"/><Relationship Id="rId2" Type="http://schemas.openxmlformats.org/officeDocument/2006/relationships/image" Target="../media/image13.png"/><Relationship Id="rId1" Type="http://schemas.openxmlformats.org/officeDocument/2006/relationships/image" Target="../media/image16.png"/></Relationships>
</file>

<file path=ppt/slides/_rels/slide64.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1.png"/><Relationship Id="rId1" Type="http://schemas.openxmlformats.org/officeDocument/2006/relationships/image" Target="../media/image94.png"/></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93.jpeg"/><Relationship Id="rId3" Type="http://schemas.openxmlformats.org/officeDocument/2006/relationships/image" Target="../media/image5.png"/><Relationship Id="rId2" Type="http://schemas.openxmlformats.org/officeDocument/2006/relationships/image" Target="../media/image13.png"/><Relationship Id="rId1" Type="http://schemas.openxmlformats.org/officeDocument/2006/relationships/image" Target="../media/image16.png"/></Relationships>
</file>

<file path=ppt/slides/_rels/slide67.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94.png"/><Relationship Id="rId3" Type="http://schemas.openxmlformats.org/officeDocument/2006/relationships/image" Target="../media/image5.png"/><Relationship Id="rId2" Type="http://schemas.openxmlformats.org/officeDocument/2006/relationships/image" Target="../media/image13.png"/><Relationship Id="rId1" Type="http://schemas.openxmlformats.org/officeDocument/2006/relationships/image" Target="../media/image16.png"/></Relationships>
</file>

<file path=ppt/slides/_rels/slide68.xml.rels><?xml version="1.0" encoding="UTF-8" standalone="yes"?>
<Relationships xmlns="http://schemas.openxmlformats.org/package/2006/relationships"><Relationship Id="rId9" Type="http://schemas.openxmlformats.org/officeDocument/2006/relationships/vmlDrawing" Target="../drawings/vmlDrawing13.vml"/><Relationship Id="rId8" Type="http://schemas.openxmlformats.org/officeDocument/2006/relationships/slideLayout" Target="../slideLayouts/slideLayout2.xml"/><Relationship Id="rId7" Type="http://schemas.openxmlformats.org/officeDocument/2006/relationships/image" Target="../media/image96.wmf"/><Relationship Id="rId6" Type="http://schemas.openxmlformats.org/officeDocument/2006/relationships/oleObject" Target="../embeddings/oleObject26.bin"/><Relationship Id="rId5" Type="http://schemas.openxmlformats.org/officeDocument/2006/relationships/image" Target="../media/image95.wmf"/><Relationship Id="rId4" Type="http://schemas.openxmlformats.org/officeDocument/2006/relationships/oleObject" Target="../embeddings/oleObject25.bin"/><Relationship Id="rId3" Type="http://schemas.openxmlformats.org/officeDocument/2006/relationships/image" Target="../media/image5.png"/><Relationship Id="rId2" Type="http://schemas.openxmlformats.org/officeDocument/2006/relationships/image" Target="../media/image13.png"/><Relationship Id="rId10" Type="http://schemas.openxmlformats.org/officeDocument/2006/relationships/notesSlide" Target="../notesSlides/notesSlide23.xml"/><Relationship Id="rId1" Type="http://schemas.openxmlformats.org/officeDocument/2006/relationships/image" Target="../media/image16.png"/></Relationships>
</file>

<file path=ppt/slides/_rels/slide69.xml.rels><?xml version="1.0" encoding="UTF-8" standalone="yes"?>
<Relationships xmlns="http://schemas.openxmlformats.org/package/2006/relationships"><Relationship Id="rId9" Type="http://schemas.openxmlformats.org/officeDocument/2006/relationships/image" Target="../media/image99.wmf"/><Relationship Id="rId8" Type="http://schemas.openxmlformats.org/officeDocument/2006/relationships/oleObject" Target="../embeddings/oleObject29.bin"/><Relationship Id="rId7" Type="http://schemas.openxmlformats.org/officeDocument/2006/relationships/image" Target="../media/image98.wmf"/><Relationship Id="rId6" Type="http://schemas.openxmlformats.org/officeDocument/2006/relationships/oleObject" Target="../embeddings/oleObject28.bin"/><Relationship Id="rId5" Type="http://schemas.openxmlformats.org/officeDocument/2006/relationships/image" Target="../media/image97.wmf"/><Relationship Id="rId4" Type="http://schemas.openxmlformats.org/officeDocument/2006/relationships/oleObject" Target="../embeddings/oleObject27.bin"/><Relationship Id="rId3" Type="http://schemas.openxmlformats.org/officeDocument/2006/relationships/image" Target="../media/image5.png"/><Relationship Id="rId2" Type="http://schemas.openxmlformats.org/officeDocument/2006/relationships/image" Target="../media/image13.png"/><Relationship Id="rId12" Type="http://schemas.openxmlformats.org/officeDocument/2006/relationships/notesSlide" Target="../notesSlides/notesSlide24.xml"/><Relationship Id="rId11" Type="http://schemas.openxmlformats.org/officeDocument/2006/relationships/vmlDrawing" Target="../drawings/vmlDrawing14.vml"/><Relationship Id="rId10" Type="http://schemas.openxmlformats.org/officeDocument/2006/relationships/slideLayout" Target="../slideLayouts/slideLayout2.xml"/><Relationship Id="rId1" Type="http://schemas.openxmlformats.org/officeDocument/2006/relationships/image" Target="../media/image16.png"/></Relationships>
</file>

<file path=ppt/slides/_rels/slide70.xml.rels><?xml version="1.0" encoding="UTF-8" standalone="yes"?>
<Relationships xmlns="http://schemas.openxmlformats.org/package/2006/relationships"><Relationship Id="rId9" Type="http://schemas.openxmlformats.org/officeDocument/2006/relationships/vmlDrawing" Target="../drawings/vmlDrawing15.vml"/><Relationship Id="rId8" Type="http://schemas.openxmlformats.org/officeDocument/2006/relationships/slideLayout" Target="../slideLayouts/slideLayout2.xml"/><Relationship Id="rId7" Type="http://schemas.openxmlformats.org/officeDocument/2006/relationships/image" Target="../media/image101.wmf"/><Relationship Id="rId6" Type="http://schemas.openxmlformats.org/officeDocument/2006/relationships/oleObject" Target="../embeddings/oleObject31.bin"/><Relationship Id="rId5" Type="http://schemas.openxmlformats.org/officeDocument/2006/relationships/image" Target="../media/image100.wmf"/><Relationship Id="rId4" Type="http://schemas.openxmlformats.org/officeDocument/2006/relationships/oleObject" Target="../embeddings/oleObject30.bin"/><Relationship Id="rId3" Type="http://schemas.openxmlformats.org/officeDocument/2006/relationships/image" Target="../media/image5.png"/><Relationship Id="rId2" Type="http://schemas.openxmlformats.org/officeDocument/2006/relationships/image" Target="../media/image13.png"/><Relationship Id="rId1" Type="http://schemas.openxmlformats.org/officeDocument/2006/relationships/image" Target="../media/image16.png"/></Relationships>
</file>

<file path=ppt/slides/_rels/slide71.xml.rels><?xml version="1.0" encoding="UTF-8" standalone="yes"?>
<Relationships xmlns="http://schemas.openxmlformats.org/package/2006/relationships"><Relationship Id="rId9" Type="http://schemas.openxmlformats.org/officeDocument/2006/relationships/tags" Target="../tags/tag97.xml"/><Relationship Id="rId8" Type="http://schemas.openxmlformats.org/officeDocument/2006/relationships/image" Target="../media/image96.wmf"/><Relationship Id="rId7" Type="http://schemas.openxmlformats.org/officeDocument/2006/relationships/oleObject" Target="../embeddings/oleObject33.bin"/><Relationship Id="rId6" Type="http://schemas.openxmlformats.org/officeDocument/2006/relationships/tags" Target="../tags/tag96.xml"/><Relationship Id="rId5" Type="http://schemas.openxmlformats.org/officeDocument/2006/relationships/image" Target="../media/image102.wmf"/><Relationship Id="rId4" Type="http://schemas.openxmlformats.org/officeDocument/2006/relationships/oleObject" Target="../embeddings/oleObject32.bin"/><Relationship Id="rId3" Type="http://schemas.openxmlformats.org/officeDocument/2006/relationships/image" Target="../media/image5.png"/><Relationship Id="rId24" Type="http://schemas.openxmlformats.org/officeDocument/2006/relationships/vmlDrawing" Target="../drawings/vmlDrawing16.vml"/><Relationship Id="rId23" Type="http://schemas.openxmlformats.org/officeDocument/2006/relationships/slideLayout" Target="../slideLayouts/slideLayout7.xml"/><Relationship Id="rId22" Type="http://schemas.openxmlformats.org/officeDocument/2006/relationships/tags" Target="../tags/tag101.xml"/><Relationship Id="rId21" Type="http://schemas.openxmlformats.org/officeDocument/2006/relationships/image" Target="../media/image104.wmf"/><Relationship Id="rId20" Type="http://schemas.openxmlformats.org/officeDocument/2006/relationships/oleObject" Target="../embeddings/oleObject37.bin"/><Relationship Id="rId2" Type="http://schemas.openxmlformats.org/officeDocument/2006/relationships/image" Target="../media/image13.png"/><Relationship Id="rId19" Type="http://schemas.openxmlformats.org/officeDocument/2006/relationships/tags" Target="../tags/tag100.xml"/><Relationship Id="rId18" Type="http://schemas.openxmlformats.org/officeDocument/2006/relationships/image" Target="../media/image103.wmf"/><Relationship Id="rId17" Type="http://schemas.openxmlformats.org/officeDocument/2006/relationships/oleObject" Target="../embeddings/oleObject36.bin"/><Relationship Id="rId16" Type="http://schemas.openxmlformats.org/officeDocument/2006/relationships/tags" Target="../tags/tag99.xml"/><Relationship Id="rId15" Type="http://schemas.openxmlformats.org/officeDocument/2006/relationships/image" Target="../media/image1.png"/><Relationship Id="rId14" Type="http://schemas.openxmlformats.org/officeDocument/2006/relationships/image" Target="../media/image99.wmf"/><Relationship Id="rId13" Type="http://schemas.openxmlformats.org/officeDocument/2006/relationships/oleObject" Target="../embeddings/oleObject35.bin"/><Relationship Id="rId12" Type="http://schemas.openxmlformats.org/officeDocument/2006/relationships/tags" Target="../tags/tag98.xml"/><Relationship Id="rId11" Type="http://schemas.openxmlformats.org/officeDocument/2006/relationships/image" Target="../media/image98.wmf"/><Relationship Id="rId10" Type="http://schemas.openxmlformats.org/officeDocument/2006/relationships/oleObject" Target="../embeddings/oleObject34.bin"/><Relationship Id="rId1" Type="http://schemas.openxmlformats.org/officeDocument/2006/relationships/image" Target="../media/image16.png"/></Relationships>
</file>

<file path=ppt/slides/_rels/slide72.xml.rels><?xml version="1.0" encoding="UTF-8" standalone="yes"?>
<Relationships xmlns="http://schemas.openxmlformats.org/package/2006/relationships"><Relationship Id="rId9" Type="http://schemas.openxmlformats.org/officeDocument/2006/relationships/tags" Target="../tags/tag106.xml"/><Relationship Id="rId8" Type="http://schemas.openxmlformats.org/officeDocument/2006/relationships/tags" Target="../tags/tag105.xml"/><Relationship Id="rId7" Type="http://schemas.openxmlformats.org/officeDocument/2006/relationships/image" Target="../media/image108.png"/><Relationship Id="rId6" Type="http://schemas.openxmlformats.org/officeDocument/2006/relationships/image" Target="../media/image107.png"/><Relationship Id="rId5" Type="http://schemas.openxmlformats.org/officeDocument/2006/relationships/tags" Target="../tags/tag104.xml"/><Relationship Id="rId4" Type="http://schemas.openxmlformats.org/officeDocument/2006/relationships/image" Target="../media/image106.png"/><Relationship Id="rId3" Type="http://schemas.openxmlformats.org/officeDocument/2006/relationships/tags" Target="../tags/tag103.xml"/><Relationship Id="rId20" Type="http://schemas.openxmlformats.org/officeDocument/2006/relationships/slideLayout" Target="../slideLayouts/slideLayout7.xml"/><Relationship Id="rId2" Type="http://schemas.openxmlformats.org/officeDocument/2006/relationships/image" Target="../media/image105.png"/><Relationship Id="rId19" Type="http://schemas.openxmlformats.org/officeDocument/2006/relationships/tags" Target="../tags/tag116.xml"/><Relationship Id="rId18" Type="http://schemas.openxmlformats.org/officeDocument/2006/relationships/tags" Target="../tags/tag115.xml"/><Relationship Id="rId17" Type="http://schemas.openxmlformats.org/officeDocument/2006/relationships/tags" Target="../tags/tag114.xml"/><Relationship Id="rId16" Type="http://schemas.openxmlformats.org/officeDocument/2006/relationships/tags" Target="../tags/tag113.xml"/><Relationship Id="rId15" Type="http://schemas.openxmlformats.org/officeDocument/2006/relationships/tags" Target="../tags/tag112.xml"/><Relationship Id="rId14" Type="http://schemas.openxmlformats.org/officeDocument/2006/relationships/tags" Target="../tags/tag111.xml"/><Relationship Id="rId13" Type="http://schemas.openxmlformats.org/officeDocument/2006/relationships/tags" Target="../tags/tag110.xml"/><Relationship Id="rId12" Type="http://schemas.openxmlformats.org/officeDocument/2006/relationships/tags" Target="../tags/tag109.xml"/><Relationship Id="rId11" Type="http://schemas.openxmlformats.org/officeDocument/2006/relationships/tags" Target="../tags/tag108.xml"/><Relationship Id="rId10" Type="http://schemas.openxmlformats.org/officeDocument/2006/relationships/tags" Target="../tags/tag107.xml"/><Relationship Id="rId1" Type="http://schemas.openxmlformats.org/officeDocument/2006/relationships/tags" Target="../tags/tag102.xml"/></Relationships>
</file>

<file path=ppt/slides/_rels/slide73.xml.rels><?xml version="1.0" encoding="UTF-8" standalone="yes"?>
<Relationships xmlns="http://schemas.openxmlformats.org/package/2006/relationships"><Relationship Id="rId9" Type="http://schemas.openxmlformats.org/officeDocument/2006/relationships/tags" Target="../tags/tag121.xml"/><Relationship Id="rId8" Type="http://schemas.openxmlformats.org/officeDocument/2006/relationships/image" Target="../media/image96.wmf"/><Relationship Id="rId7" Type="http://schemas.openxmlformats.org/officeDocument/2006/relationships/oleObject" Target="../embeddings/oleObject39.bin"/><Relationship Id="rId6" Type="http://schemas.openxmlformats.org/officeDocument/2006/relationships/tags" Target="../tags/tag120.xml"/><Relationship Id="rId5" Type="http://schemas.openxmlformats.org/officeDocument/2006/relationships/image" Target="../media/image95.wmf"/><Relationship Id="rId4" Type="http://schemas.openxmlformats.org/officeDocument/2006/relationships/oleObject" Target="../embeddings/oleObject38.bin"/><Relationship Id="rId36" Type="http://schemas.openxmlformats.org/officeDocument/2006/relationships/vmlDrawing" Target="../drawings/vmlDrawing17.vml"/><Relationship Id="rId35" Type="http://schemas.openxmlformats.org/officeDocument/2006/relationships/slideLayout" Target="../slideLayouts/slideLayout7.xml"/><Relationship Id="rId34" Type="http://schemas.openxmlformats.org/officeDocument/2006/relationships/tags" Target="../tags/tag137.xml"/><Relationship Id="rId33" Type="http://schemas.openxmlformats.org/officeDocument/2006/relationships/tags" Target="../tags/tag136.xml"/><Relationship Id="rId32" Type="http://schemas.openxmlformats.org/officeDocument/2006/relationships/tags" Target="../tags/tag135.xml"/><Relationship Id="rId31" Type="http://schemas.openxmlformats.org/officeDocument/2006/relationships/tags" Target="../tags/tag134.xml"/><Relationship Id="rId30" Type="http://schemas.openxmlformats.org/officeDocument/2006/relationships/tags" Target="../tags/tag133.xml"/><Relationship Id="rId3" Type="http://schemas.openxmlformats.org/officeDocument/2006/relationships/tags" Target="../tags/tag119.xml"/><Relationship Id="rId29" Type="http://schemas.openxmlformats.org/officeDocument/2006/relationships/tags" Target="../tags/tag132.xml"/><Relationship Id="rId28" Type="http://schemas.openxmlformats.org/officeDocument/2006/relationships/tags" Target="../tags/tag131.xml"/><Relationship Id="rId27" Type="http://schemas.openxmlformats.org/officeDocument/2006/relationships/tags" Target="../tags/tag130.xml"/><Relationship Id="rId26" Type="http://schemas.openxmlformats.org/officeDocument/2006/relationships/tags" Target="../tags/tag129.xml"/><Relationship Id="rId25" Type="http://schemas.openxmlformats.org/officeDocument/2006/relationships/tags" Target="../tags/tag128.xml"/><Relationship Id="rId24" Type="http://schemas.openxmlformats.org/officeDocument/2006/relationships/tags" Target="../tags/tag127.xml"/><Relationship Id="rId23" Type="http://schemas.openxmlformats.org/officeDocument/2006/relationships/tags" Target="../tags/tag126.xml"/><Relationship Id="rId22" Type="http://schemas.openxmlformats.org/officeDocument/2006/relationships/image" Target="../media/image108.png"/><Relationship Id="rId21" Type="http://schemas.openxmlformats.org/officeDocument/2006/relationships/image" Target="../media/image101.wmf"/><Relationship Id="rId20" Type="http://schemas.openxmlformats.org/officeDocument/2006/relationships/oleObject" Target="../embeddings/oleObject43.bin"/><Relationship Id="rId2" Type="http://schemas.openxmlformats.org/officeDocument/2006/relationships/tags" Target="../tags/tag118.xml"/><Relationship Id="rId19" Type="http://schemas.openxmlformats.org/officeDocument/2006/relationships/tags" Target="../tags/tag125.xml"/><Relationship Id="rId18" Type="http://schemas.openxmlformats.org/officeDocument/2006/relationships/image" Target="../media/image100.wmf"/><Relationship Id="rId17" Type="http://schemas.openxmlformats.org/officeDocument/2006/relationships/oleObject" Target="../embeddings/oleObject42.bin"/><Relationship Id="rId16" Type="http://schemas.openxmlformats.org/officeDocument/2006/relationships/tags" Target="../tags/tag124.xml"/><Relationship Id="rId15" Type="http://schemas.openxmlformats.org/officeDocument/2006/relationships/tags" Target="../tags/tag123.xml"/><Relationship Id="rId14" Type="http://schemas.openxmlformats.org/officeDocument/2006/relationships/image" Target="../media/image99.wmf"/><Relationship Id="rId13" Type="http://schemas.openxmlformats.org/officeDocument/2006/relationships/oleObject" Target="../embeddings/oleObject41.bin"/><Relationship Id="rId12" Type="http://schemas.openxmlformats.org/officeDocument/2006/relationships/tags" Target="../tags/tag122.xml"/><Relationship Id="rId11" Type="http://schemas.openxmlformats.org/officeDocument/2006/relationships/image" Target="../media/image98.wmf"/><Relationship Id="rId10" Type="http://schemas.openxmlformats.org/officeDocument/2006/relationships/oleObject" Target="../embeddings/oleObject40.bin"/><Relationship Id="rId1" Type="http://schemas.openxmlformats.org/officeDocument/2006/relationships/tags" Target="../tags/tag117.xml"/></Relationships>
</file>

<file path=ppt/slides/_rels/slide74.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5.png"/><Relationship Id="rId2" Type="http://schemas.openxmlformats.org/officeDocument/2006/relationships/image" Target="../media/image13.png"/><Relationship Id="rId1" Type="http://schemas.openxmlformats.org/officeDocument/2006/relationships/image" Target="../media/image16.png"/></Relationships>
</file>

<file path=ppt/slides/_rels/slide75.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5.png"/><Relationship Id="rId2" Type="http://schemas.openxmlformats.org/officeDocument/2006/relationships/image" Target="../media/image13.png"/><Relationship Id="rId1" Type="http://schemas.openxmlformats.org/officeDocument/2006/relationships/image" Target="../media/image16.png"/></Relationships>
</file>

<file path=ppt/slides/_rels/slide76.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09.png"/></Relationships>
</file>

<file path=ppt/slides/_rels/slide77.xml.rels><?xml version="1.0" encoding="UTF-8" standalone="yes"?>
<Relationships xmlns="http://schemas.openxmlformats.org/package/2006/relationships"><Relationship Id="rId7" Type="http://schemas.openxmlformats.org/officeDocument/2006/relationships/slideLayout" Target="../slideLayouts/slideLayout2.xml"/><Relationship Id="rId6" Type="http://schemas.openxmlformats.org/officeDocument/2006/relationships/image" Target="../media/image5.png"/><Relationship Id="rId5" Type="http://schemas.openxmlformats.org/officeDocument/2006/relationships/image" Target="../media/image13.png"/><Relationship Id="rId4" Type="http://schemas.openxmlformats.org/officeDocument/2006/relationships/image" Target="../media/image16.png"/><Relationship Id="rId3" Type="http://schemas.openxmlformats.org/officeDocument/2006/relationships/image" Target="../media/image110.png"/><Relationship Id="rId2" Type="http://schemas.microsoft.com/office/2007/relationships/media" Target="file:///E:\&#26426;&#26800;&#35774;&#35745;&#21046;&#22270;&#30005;&#23376;&#22530;&#20214;\&#31532;&#21313;&#20843;&#31456;&#36724;&#25215;\&#22609;&#21464;&#28436;&#31034;1.avi" TargetMode="External"/><Relationship Id="rId1" Type="http://schemas.openxmlformats.org/officeDocument/2006/relationships/video" Target="file:///E:\&#26426;&#26800;&#35774;&#35745;&#21046;&#22270;&#30005;&#23376;&#22530;&#20214;\&#31532;&#21313;&#20843;&#31456;&#36724;&#25215;\&#22609;&#21464;&#28436;&#31034;1.avi" TargetMode="External"/></Relationships>
</file>

<file path=ppt/slides/_rels/slide78.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5.png"/><Relationship Id="rId3" Type="http://schemas.openxmlformats.org/officeDocument/2006/relationships/image" Target="../media/image13.png"/><Relationship Id="rId2" Type="http://schemas.openxmlformats.org/officeDocument/2006/relationships/image" Target="../media/image16.png"/><Relationship Id="rId1" Type="http://schemas.openxmlformats.org/officeDocument/2006/relationships/image" Target="../media/image111.jpeg"/></Relationships>
</file>

<file path=ppt/slides/_rels/slide79.xml.rels><?xml version="1.0" encoding="UTF-8" standalone="yes"?>
<Relationships xmlns="http://schemas.openxmlformats.org/package/2006/relationships"><Relationship Id="rId7" Type="http://schemas.openxmlformats.org/officeDocument/2006/relationships/vmlDrawing" Target="../drawings/vmlDrawing18.vml"/><Relationship Id="rId6" Type="http://schemas.openxmlformats.org/officeDocument/2006/relationships/slideLayout" Target="../slideLayouts/slideLayout2.xml"/><Relationship Id="rId5" Type="http://schemas.openxmlformats.org/officeDocument/2006/relationships/image" Target="../media/image13.png"/><Relationship Id="rId4" Type="http://schemas.openxmlformats.org/officeDocument/2006/relationships/image" Target="../media/image5.png"/><Relationship Id="rId3" Type="http://schemas.openxmlformats.org/officeDocument/2006/relationships/image" Target="../media/image16.png"/><Relationship Id="rId2" Type="http://schemas.openxmlformats.org/officeDocument/2006/relationships/image" Target="../media/image112.emf"/><Relationship Id="rId1" Type="http://schemas.openxmlformats.org/officeDocument/2006/relationships/oleObject" Target="../embeddings/oleObject44.bin"/></Relationships>
</file>

<file path=ppt/slides/_rels/slide80.xml.rels><?xml version="1.0" encoding="UTF-8" standalone="yes"?>
<Relationships xmlns="http://schemas.openxmlformats.org/package/2006/relationships"><Relationship Id="rId7" Type="http://schemas.openxmlformats.org/officeDocument/2006/relationships/slideLayout" Target="../slideLayouts/slideLayout2.xml"/><Relationship Id="rId6" Type="http://schemas.openxmlformats.org/officeDocument/2006/relationships/image" Target="../media/image114.png"/><Relationship Id="rId5" Type="http://schemas.openxmlformats.org/officeDocument/2006/relationships/hyperlink" Target="&#28216;&#21160;&#25903;&#25215;2.swf" TargetMode="External"/><Relationship Id="rId4" Type="http://schemas.openxmlformats.org/officeDocument/2006/relationships/image" Target="../media/image13.png"/><Relationship Id="rId3" Type="http://schemas.openxmlformats.org/officeDocument/2006/relationships/image" Target="../media/image113.emf"/><Relationship Id="rId2" Type="http://schemas.openxmlformats.org/officeDocument/2006/relationships/image" Target="../media/image5.png"/><Relationship Id="rId1" Type="http://schemas.openxmlformats.org/officeDocument/2006/relationships/image" Target="../media/image16.png"/></Relationships>
</file>

<file path=ppt/slides/_rels/slide81.xml.rels><?xml version="1.0" encoding="UTF-8" standalone="yes"?>
<Relationships xmlns="http://schemas.openxmlformats.org/package/2006/relationships"><Relationship Id="rId9" Type="http://schemas.openxmlformats.org/officeDocument/2006/relationships/image" Target="../media/image122.png"/><Relationship Id="rId8" Type="http://schemas.openxmlformats.org/officeDocument/2006/relationships/image" Target="../media/image121.png"/><Relationship Id="rId7" Type="http://schemas.openxmlformats.org/officeDocument/2006/relationships/image" Target="../media/image120.emf"/><Relationship Id="rId6" Type="http://schemas.openxmlformats.org/officeDocument/2006/relationships/image" Target="../media/image119.emf"/><Relationship Id="rId5" Type="http://schemas.openxmlformats.org/officeDocument/2006/relationships/image" Target="../media/image118.png"/><Relationship Id="rId4" Type="http://schemas.openxmlformats.org/officeDocument/2006/relationships/image" Target="../media/image117.png"/><Relationship Id="rId3" Type="http://schemas.openxmlformats.org/officeDocument/2006/relationships/tags" Target="../tags/tag138.xml"/><Relationship Id="rId2" Type="http://schemas.openxmlformats.org/officeDocument/2006/relationships/image" Target="../media/image116.png"/><Relationship Id="rId10" Type="http://schemas.openxmlformats.org/officeDocument/2006/relationships/slideLayout" Target="../slideLayouts/slideLayout2.xml"/><Relationship Id="rId1" Type="http://schemas.openxmlformats.org/officeDocument/2006/relationships/image" Target="../media/image115.png"/></Relationships>
</file>

<file path=ppt/slides/_rels/slide82.xml.rels><?xml version="1.0" encoding="UTF-8" standalone="yes"?>
<Relationships xmlns="http://schemas.openxmlformats.org/package/2006/relationships"><Relationship Id="rId9" Type="http://schemas.openxmlformats.org/officeDocument/2006/relationships/vmlDrawing" Target="../drawings/vmlDrawing19.vml"/><Relationship Id="rId8" Type="http://schemas.openxmlformats.org/officeDocument/2006/relationships/slideLayout" Target="../slideLayouts/slideLayout2.xml"/><Relationship Id="rId7" Type="http://schemas.openxmlformats.org/officeDocument/2006/relationships/image" Target="../media/image5.png"/><Relationship Id="rId6" Type="http://schemas.openxmlformats.org/officeDocument/2006/relationships/image" Target="../media/image16.png"/><Relationship Id="rId5" Type="http://schemas.openxmlformats.org/officeDocument/2006/relationships/image" Target="../media/image124.emf"/><Relationship Id="rId4" Type="http://schemas.openxmlformats.org/officeDocument/2006/relationships/oleObject" Target="../embeddings/oleObject46.bin"/><Relationship Id="rId3" Type="http://schemas.openxmlformats.org/officeDocument/2006/relationships/tags" Target="../tags/tag139.xml"/><Relationship Id="rId2" Type="http://schemas.openxmlformats.org/officeDocument/2006/relationships/image" Target="../media/image123.emf"/><Relationship Id="rId1" Type="http://schemas.openxmlformats.org/officeDocument/2006/relationships/oleObject" Target="../embeddings/oleObject45.bin"/></Relationships>
</file>

<file path=ppt/slides/_rels/slide83.xml.rels><?xml version="1.0" encoding="UTF-8" standalone="yes"?>
<Relationships xmlns="http://schemas.openxmlformats.org/package/2006/relationships"><Relationship Id="rId8" Type="http://schemas.openxmlformats.org/officeDocument/2006/relationships/notesSlide" Target="../notesSlides/notesSlide25.xml"/><Relationship Id="rId7" Type="http://schemas.openxmlformats.org/officeDocument/2006/relationships/vmlDrawing" Target="../drawings/vmlDrawing20.vml"/><Relationship Id="rId6" Type="http://schemas.openxmlformats.org/officeDocument/2006/relationships/slideLayout" Target="../slideLayouts/slideLayout2.xml"/><Relationship Id="rId5" Type="http://schemas.openxmlformats.org/officeDocument/2006/relationships/image" Target="../media/image13.png"/><Relationship Id="rId4" Type="http://schemas.openxmlformats.org/officeDocument/2006/relationships/image" Target="../media/image5.png"/><Relationship Id="rId3" Type="http://schemas.openxmlformats.org/officeDocument/2006/relationships/image" Target="../media/image16.png"/><Relationship Id="rId2" Type="http://schemas.openxmlformats.org/officeDocument/2006/relationships/image" Target="../media/image125.emf"/><Relationship Id="rId1" Type="http://schemas.openxmlformats.org/officeDocument/2006/relationships/oleObject" Target="../embeddings/oleObject47.bin"/></Relationships>
</file>

<file path=ppt/slides/_rels/slide8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5.png"/><Relationship Id="rId1" Type="http://schemas.openxmlformats.org/officeDocument/2006/relationships/image" Target="../media/image13.png"/></Relationships>
</file>

<file path=ppt/slides/_rels/slide85.xml.rels><?xml version="1.0" encoding="UTF-8" standalone="yes"?>
<Relationships xmlns="http://schemas.openxmlformats.org/package/2006/relationships"><Relationship Id="rId4" Type="http://schemas.openxmlformats.org/officeDocument/2006/relationships/notesSlide" Target="../notesSlides/notesSlide26.xml"/><Relationship Id="rId3" Type="http://schemas.openxmlformats.org/officeDocument/2006/relationships/slideLayout" Target="../slideLayouts/slideLayout2.xml"/><Relationship Id="rId2" Type="http://schemas.openxmlformats.org/officeDocument/2006/relationships/image" Target="../media/image2.png"/><Relationship Id="rId1" Type="http://schemas.openxmlformats.org/officeDocument/2006/relationships/image" Target="../media/image126.png"/></Relationships>
</file>

<file path=ppt/slides/_rels/slide86.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openxmlformats.org/officeDocument/2006/relationships/image" Target="../media/image13.png"/><Relationship Id="rId4" Type="http://schemas.openxmlformats.org/officeDocument/2006/relationships/image" Target="../media/image5.png"/><Relationship Id="rId3" Type="http://schemas.openxmlformats.org/officeDocument/2006/relationships/image" Target="../media/image16.png"/><Relationship Id="rId2" Type="http://schemas.openxmlformats.org/officeDocument/2006/relationships/image" Target="../media/image128.jpeg"/><Relationship Id="rId1" Type="http://schemas.openxmlformats.org/officeDocument/2006/relationships/image" Target="../media/image127.jpeg"/></Relationships>
</file>

<file path=ppt/slides/_rels/slide87.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13.png"/><Relationship Id="rId3" Type="http://schemas.openxmlformats.org/officeDocument/2006/relationships/image" Target="../media/image5.png"/><Relationship Id="rId2" Type="http://schemas.openxmlformats.org/officeDocument/2006/relationships/image" Target="../media/image16.png"/><Relationship Id="rId1" Type="http://schemas.openxmlformats.org/officeDocument/2006/relationships/image" Target="../media/image129.jpeg"/></Relationships>
</file>

<file path=ppt/slides/_rels/slide88.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130.jpeg"/><Relationship Id="rId3" Type="http://schemas.openxmlformats.org/officeDocument/2006/relationships/image" Target="../media/image13.png"/><Relationship Id="rId2" Type="http://schemas.openxmlformats.org/officeDocument/2006/relationships/image" Target="../media/image5.png"/><Relationship Id="rId1" Type="http://schemas.openxmlformats.org/officeDocument/2006/relationships/image" Target="../media/image16.png"/></Relationships>
</file>

<file path=ppt/slides/_rels/slide89.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31.jpeg"/></Relationships>
</file>

<file path=ppt/slides/_rels/slide90.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13.png"/><Relationship Id="rId3" Type="http://schemas.openxmlformats.org/officeDocument/2006/relationships/image" Target="../media/image5.png"/><Relationship Id="rId2" Type="http://schemas.openxmlformats.org/officeDocument/2006/relationships/image" Target="../media/image16.png"/><Relationship Id="rId1" Type="http://schemas.openxmlformats.org/officeDocument/2006/relationships/image" Target="../media/image132.png"/></Relationships>
</file>

<file path=ppt/slides/_rels/slide91.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13.png"/><Relationship Id="rId3" Type="http://schemas.openxmlformats.org/officeDocument/2006/relationships/image" Target="../media/image5.png"/><Relationship Id="rId2" Type="http://schemas.openxmlformats.org/officeDocument/2006/relationships/image" Target="../media/image16.png"/><Relationship Id="rId1" Type="http://schemas.openxmlformats.org/officeDocument/2006/relationships/image" Target="../media/image133.jpeg"/></Relationships>
</file>

<file path=ppt/slides/_rels/slide92.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13.png"/><Relationship Id="rId3" Type="http://schemas.openxmlformats.org/officeDocument/2006/relationships/image" Target="../media/image5.png"/><Relationship Id="rId2" Type="http://schemas.openxmlformats.org/officeDocument/2006/relationships/image" Target="../media/image16.png"/><Relationship Id="rId1" Type="http://schemas.openxmlformats.org/officeDocument/2006/relationships/image" Target="../media/image134.png"/></Relationships>
</file>

<file path=ppt/slides/_rels/slide93.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13.png"/><Relationship Id="rId3" Type="http://schemas.openxmlformats.org/officeDocument/2006/relationships/image" Target="../media/image5.png"/><Relationship Id="rId2" Type="http://schemas.openxmlformats.org/officeDocument/2006/relationships/image" Target="../media/image16.png"/><Relationship Id="rId1" Type="http://schemas.openxmlformats.org/officeDocument/2006/relationships/image" Target="../media/image134.png"/></Relationships>
</file>

<file path=ppt/slides/_rels/slide94.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13.png"/><Relationship Id="rId3" Type="http://schemas.openxmlformats.org/officeDocument/2006/relationships/image" Target="../media/image5.png"/><Relationship Id="rId2" Type="http://schemas.openxmlformats.org/officeDocument/2006/relationships/image" Target="../media/image16.png"/><Relationship Id="rId1" Type="http://schemas.openxmlformats.org/officeDocument/2006/relationships/image" Target="../media/image134.png"/></Relationships>
</file>

<file path=ppt/slides/_rels/slide95.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35.png"/></Relationships>
</file>

<file path=ppt/slides/_rels/slide96.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9" Type="http://schemas.openxmlformats.org/officeDocument/2006/relationships/notesSlide" Target="../notesSlides/notesSlide28.xml"/><Relationship Id="rId8" Type="http://schemas.openxmlformats.org/officeDocument/2006/relationships/vmlDrawing" Target="../drawings/vmlDrawing21.vml"/><Relationship Id="rId7" Type="http://schemas.openxmlformats.org/officeDocument/2006/relationships/slideLayout" Target="../slideLayouts/slideLayout2.xml"/><Relationship Id="rId6" Type="http://schemas.openxmlformats.org/officeDocument/2006/relationships/image" Target="../media/image137.png"/><Relationship Id="rId5" Type="http://schemas.openxmlformats.org/officeDocument/2006/relationships/oleObject" Target="../embeddings/oleObject49.bin"/><Relationship Id="rId4" Type="http://schemas.openxmlformats.org/officeDocument/2006/relationships/image" Target="../media/image136.wmf"/><Relationship Id="rId3" Type="http://schemas.openxmlformats.org/officeDocument/2006/relationships/oleObject" Target="../embeddings/oleObject48.bin"/><Relationship Id="rId2" Type="http://schemas.openxmlformats.org/officeDocument/2006/relationships/image" Target="../media/image5.png"/><Relationship Id="rId1" Type="http://schemas.openxmlformats.org/officeDocument/2006/relationships/image" Target="../media/image13.png"/></Relationships>
</file>

<file path=ppt/slides/_rels/slide98.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39.jpeg"/><Relationship Id="rId1" Type="http://schemas.openxmlformats.org/officeDocument/2006/relationships/image" Target="../media/image138.jpeg"/></Relationships>
</file>

<file path=ppt/slides/_rels/slide99.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140.png"/><Relationship Id="rId2" Type="http://schemas.openxmlformats.org/officeDocument/2006/relationships/image" Target="../media/image5.png"/><Relationship Id="rId1" Type="http://schemas.openxmlformats.org/officeDocument/2006/relationships/image" Target="../media/image13.png"/></Relationships>
</file>

<file path=ppt/slides/_rels/slide100.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141.png"/><Relationship Id="rId3" Type="http://schemas.openxmlformats.org/officeDocument/2006/relationships/image" Target="../media/image13.png"/><Relationship Id="rId2" Type="http://schemas.openxmlformats.org/officeDocument/2006/relationships/image" Target="../media/image5.png"/><Relationship Id="rId1" Type="http://schemas.openxmlformats.org/officeDocument/2006/relationships/image" Target="../media/image16.png"/></Relationships>
</file>

<file path=ppt/slides/_rels/slide101.xml.rels><?xml version="1.0" encoding="UTF-8" standalone="yes"?>
<Relationships xmlns="http://schemas.openxmlformats.org/package/2006/relationships"><Relationship Id="rId8" Type="http://schemas.openxmlformats.org/officeDocument/2006/relationships/vmlDrawing" Target="../drawings/vmlDrawing22.vml"/><Relationship Id="rId7" Type="http://schemas.openxmlformats.org/officeDocument/2006/relationships/slideLayout" Target="../slideLayouts/slideLayout7.xml"/><Relationship Id="rId6" Type="http://schemas.openxmlformats.org/officeDocument/2006/relationships/oleObject" Target="../embeddings/oleObject53.bin"/><Relationship Id="rId5" Type="http://schemas.openxmlformats.org/officeDocument/2006/relationships/oleObject" Target="../embeddings/oleObject52.bin"/><Relationship Id="rId4" Type="http://schemas.openxmlformats.org/officeDocument/2006/relationships/image" Target="../media/image137.png"/><Relationship Id="rId3" Type="http://schemas.openxmlformats.org/officeDocument/2006/relationships/oleObject" Target="../embeddings/oleObject51.bin"/><Relationship Id="rId2" Type="http://schemas.openxmlformats.org/officeDocument/2006/relationships/image" Target="../media/image142.wmf"/><Relationship Id="rId1" Type="http://schemas.openxmlformats.org/officeDocument/2006/relationships/oleObject" Target="../embeddings/oleObject50.bin"/></Relationships>
</file>

<file path=ppt/slides/_rels/slide102.xml.rels><?xml version="1.0" encoding="UTF-8" standalone="yes"?>
<Relationships xmlns="http://schemas.openxmlformats.org/package/2006/relationships"><Relationship Id="rId9" Type="http://schemas.openxmlformats.org/officeDocument/2006/relationships/slideLayout" Target="../slideLayouts/slideLayout2.xml"/><Relationship Id="rId8" Type="http://schemas.openxmlformats.org/officeDocument/2006/relationships/image" Target="../media/image145.png"/><Relationship Id="rId7" Type="http://schemas.openxmlformats.org/officeDocument/2006/relationships/hyperlink" Target="&#28216;&#21160;&#25903;&#25215;4.swf" TargetMode="External"/><Relationship Id="rId6" Type="http://schemas.openxmlformats.org/officeDocument/2006/relationships/image" Target="../media/image144.png"/><Relationship Id="rId5" Type="http://schemas.openxmlformats.org/officeDocument/2006/relationships/hyperlink" Target="&#28216;&#21160;&#25903;&#25215;3.swf" TargetMode="External"/><Relationship Id="rId4" Type="http://schemas.openxmlformats.org/officeDocument/2006/relationships/image" Target="../media/image114.png"/><Relationship Id="rId3" Type="http://schemas.openxmlformats.org/officeDocument/2006/relationships/hyperlink" Target="&#28216;&#21160;&#25903;&#25215;2.swf" TargetMode="External"/><Relationship Id="rId2" Type="http://schemas.openxmlformats.org/officeDocument/2006/relationships/image" Target="../media/image143.png"/><Relationship Id="rId1" Type="http://schemas.openxmlformats.org/officeDocument/2006/relationships/hyperlink" Target="&#28216;&#21160;&#25903;&#25215;1.swf" TargetMode="External"/></Relationships>
</file>

<file path=ppt/slides/_rels/slide103.xml.rels><?xml version="1.0" encoding="UTF-8" standalone="yes"?>
<Relationships xmlns="http://schemas.openxmlformats.org/package/2006/relationships"><Relationship Id="rId7" Type="http://schemas.openxmlformats.org/officeDocument/2006/relationships/slideLayout" Target="../slideLayouts/slideLayout2.xml"/><Relationship Id="rId6" Type="http://schemas.openxmlformats.org/officeDocument/2006/relationships/image" Target="../media/image149.png"/><Relationship Id="rId5" Type="http://schemas.openxmlformats.org/officeDocument/2006/relationships/image" Target="../media/image148.png"/><Relationship Id="rId4" Type="http://schemas.openxmlformats.org/officeDocument/2006/relationships/image" Target="../media/image147.png"/><Relationship Id="rId3" Type="http://schemas.openxmlformats.org/officeDocument/2006/relationships/hyperlink" Target="&#28216;&#21160;&#25903;&#25215;6.swf" TargetMode="External"/><Relationship Id="rId2" Type="http://schemas.openxmlformats.org/officeDocument/2006/relationships/image" Target="../media/image146.png"/><Relationship Id="rId1" Type="http://schemas.openxmlformats.org/officeDocument/2006/relationships/hyperlink" Target="&#28216;&#21160;&#25903;&#25215;5.swf" TargetMode="External"/></Relationships>
</file>

<file path=ppt/slides/_rels/slide104.xml.rels><?xml version="1.0" encoding="UTF-8" standalone="yes"?>
<Relationships xmlns="http://schemas.openxmlformats.org/package/2006/relationships"><Relationship Id="rId3" Type="http://schemas.openxmlformats.org/officeDocument/2006/relationships/notesSlide" Target="../notesSlides/notesSlide29.xml"/><Relationship Id="rId2" Type="http://schemas.openxmlformats.org/officeDocument/2006/relationships/slideLayout" Target="../slideLayouts/slideLayout2.xml"/><Relationship Id="rId1" Type="http://schemas.openxmlformats.org/officeDocument/2006/relationships/image" Target="../media/image150.png"/></Relationships>
</file>

<file path=ppt/slides/_rels/slide105.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7.xml"/></Relationships>
</file>

<file path=ppt/slides/_rels/slide106.xml.rels><?xml version="1.0" encoding="UTF-8" standalone="yes"?>
<Relationships xmlns="http://schemas.openxmlformats.org/package/2006/relationships"><Relationship Id="rId6" Type="http://schemas.openxmlformats.org/officeDocument/2006/relationships/vmlDrawing" Target="../drawings/vmlDrawing23.vml"/><Relationship Id="rId5" Type="http://schemas.openxmlformats.org/officeDocument/2006/relationships/slideLayout" Target="../slideLayouts/slideLayout7.xml"/><Relationship Id="rId4" Type="http://schemas.openxmlformats.org/officeDocument/2006/relationships/image" Target="../media/image152.wmf"/><Relationship Id="rId3" Type="http://schemas.openxmlformats.org/officeDocument/2006/relationships/oleObject" Target="../embeddings/oleObject55.bin"/><Relationship Id="rId2" Type="http://schemas.openxmlformats.org/officeDocument/2006/relationships/image" Target="../media/image151.wmf"/><Relationship Id="rId1" Type="http://schemas.openxmlformats.org/officeDocument/2006/relationships/oleObject" Target="../embeddings/oleObject54.bin"/></Relationships>
</file>

<file path=ppt/slides/_rels/slide107.xml.rels><?xml version="1.0" encoding="UTF-8" standalone="yes"?>
<Relationships xmlns="http://schemas.openxmlformats.org/package/2006/relationships"><Relationship Id="rId4" Type="http://schemas.openxmlformats.org/officeDocument/2006/relationships/vmlDrawing" Target="../drawings/vmlDrawing24.vml"/><Relationship Id="rId3" Type="http://schemas.openxmlformats.org/officeDocument/2006/relationships/slideLayout" Target="../slideLayouts/slideLayout7.xml"/><Relationship Id="rId2" Type="http://schemas.openxmlformats.org/officeDocument/2006/relationships/image" Target="../media/image153.wmf"/><Relationship Id="rId1" Type="http://schemas.openxmlformats.org/officeDocument/2006/relationships/oleObject" Target="../embeddings/oleObject56.bin"/></Relationships>
</file>

<file path=ppt/slides/_rels/slide108.xml.rels><?xml version="1.0" encoding="UTF-8" standalone="yes"?>
<Relationships xmlns="http://schemas.openxmlformats.org/package/2006/relationships"><Relationship Id="rId4" Type="http://schemas.openxmlformats.org/officeDocument/2006/relationships/notesSlide" Target="../notesSlides/notesSlide31.xml"/><Relationship Id="rId3" Type="http://schemas.openxmlformats.org/officeDocument/2006/relationships/slideLayout" Target="../slideLayouts/slideLayout67.xml"/><Relationship Id="rId2" Type="http://schemas.openxmlformats.org/officeDocument/2006/relationships/image" Target="../media/image2.png"/><Relationship Id="rId1" Type="http://schemas.openxmlformats.org/officeDocument/2006/relationships/image" Target="../media/image154.emf"/></Relationships>
</file>

<file path=ppt/slides/_rels/slide109.xml.rels><?xml version="1.0" encoding="UTF-8" standalone="yes"?>
<Relationships xmlns="http://schemas.openxmlformats.org/package/2006/relationships"><Relationship Id="rId6" Type="http://schemas.openxmlformats.org/officeDocument/2006/relationships/vmlDrawing" Target="../drawings/vmlDrawing25.vml"/><Relationship Id="rId5" Type="http://schemas.openxmlformats.org/officeDocument/2006/relationships/slideLayout" Target="../slideLayouts/slideLayout79.xml"/><Relationship Id="rId4" Type="http://schemas.openxmlformats.org/officeDocument/2006/relationships/image" Target="../media/image156.wmf"/><Relationship Id="rId3" Type="http://schemas.openxmlformats.org/officeDocument/2006/relationships/oleObject" Target="../embeddings/oleObject58.bin"/><Relationship Id="rId2" Type="http://schemas.openxmlformats.org/officeDocument/2006/relationships/image" Target="../media/image155.wmf"/><Relationship Id="rId1" Type="http://schemas.openxmlformats.org/officeDocument/2006/relationships/oleObject" Target="../embeddings/oleObject57.bin"/></Relationships>
</file>

<file path=ppt/slides/_rels/slide110.xml.rels><?xml version="1.0" encoding="UTF-8" standalone="yes"?>
<Relationships xmlns="http://schemas.openxmlformats.org/package/2006/relationships"><Relationship Id="rId4" Type="http://schemas.openxmlformats.org/officeDocument/2006/relationships/vmlDrawing" Target="../drawings/vmlDrawing26.vml"/><Relationship Id="rId3" Type="http://schemas.openxmlformats.org/officeDocument/2006/relationships/slideLayout" Target="../slideLayouts/slideLayout91.xml"/><Relationship Id="rId2" Type="http://schemas.openxmlformats.org/officeDocument/2006/relationships/image" Target="../media/image157.wmf"/><Relationship Id="rId1" Type="http://schemas.openxmlformats.org/officeDocument/2006/relationships/oleObject" Target="../embeddings/oleObject59.bin"/></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2.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159.png"/><Relationship Id="rId1" Type="http://schemas.openxmlformats.org/officeDocument/2006/relationships/image" Target="../media/image158.png"/></Relationships>
</file>

<file path=ppt/slides/_rels/slide11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60.png"/></Relationships>
</file>

<file path=ppt/slides/_rels/slide114.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openxmlformats.org/officeDocument/2006/relationships/image" Target="../media/image162.png"/><Relationship Id="rId4" Type="http://schemas.openxmlformats.org/officeDocument/2006/relationships/image" Target="../media/image161.png"/><Relationship Id="rId3" Type="http://schemas.openxmlformats.org/officeDocument/2006/relationships/image" Target="../media/image5.png"/><Relationship Id="rId2" Type="http://schemas.openxmlformats.org/officeDocument/2006/relationships/image" Target="../media/image13.png"/><Relationship Id="rId1" Type="http://schemas.openxmlformats.org/officeDocument/2006/relationships/image" Target="../media/image16.png"/></Relationships>
</file>

<file path=ppt/slides/_rels/slide115.xml.rels><?xml version="1.0" encoding="UTF-8" standalone="yes"?>
<Relationships xmlns="http://schemas.openxmlformats.org/package/2006/relationships"><Relationship Id="rId4" Type="http://schemas.openxmlformats.org/officeDocument/2006/relationships/slideLayout" Target="../slideLayouts/slideLayout38.xml"/><Relationship Id="rId3" Type="http://schemas.openxmlformats.org/officeDocument/2006/relationships/image" Target="../media/image13.png"/><Relationship Id="rId2" Type="http://schemas.openxmlformats.org/officeDocument/2006/relationships/image" Target="../media/image5.png"/><Relationship Id="rId1" Type="http://schemas.openxmlformats.org/officeDocument/2006/relationships/image" Target="../media/image16.png"/></Relationships>
</file>

<file path=ppt/slides/_rels/slide116.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163.jpeg"/><Relationship Id="rId3" Type="http://schemas.openxmlformats.org/officeDocument/2006/relationships/image" Target="../media/image13.png"/><Relationship Id="rId2" Type="http://schemas.openxmlformats.org/officeDocument/2006/relationships/image" Target="../media/image5.png"/><Relationship Id="rId1" Type="http://schemas.openxmlformats.org/officeDocument/2006/relationships/image" Target="../media/image16.png"/></Relationships>
</file>

<file path=ppt/slides/_rels/slide117.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164.jpeg"/><Relationship Id="rId3" Type="http://schemas.openxmlformats.org/officeDocument/2006/relationships/image" Target="../media/image13.png"/><Relationship Id="rId2" Type="http://schemas.openxmlformats.org/officeDocument/2006/relationships/image" Target="../media/image5.png"/><Relationship Id="rId1" Type="http://schemas.openxmlformats.org/officeDocument/2006/relationships/image" Target="../media/image16.png"/></Relationships>
</file>

<file path=ppt/slides/_rels/slide118.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65.png"/></Relationships>
</file>

<file path=ppt/slides/_rels/slide119.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66.png"/></Relationships>
</file>

<file path=ppt/slides/_rels/slide120.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13.png"/><Relationship Id="rId3" Type="http://schemas.openxmlformats.org/officeDocument/2006/relationships/image" Target="../media/image5.png"/><Relationship Id="rId2" Type="http://schemas.openxmlformats.org/officeDocument/2006/relationships/image" Target="../media/image16.png"/><Relationship Id="rId1" Type="http://schemas.openxmlformats.org/officeDocument/2006/relationships/image" Target="../media/image139.jpeg"/></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2.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2.png"/><Relationship Id="rId1" Type="http://schemas.openxmlformats.org/officeDocument/2006/relationships/image" Target="../media/image167.jpeg"/></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68.png"/></Relationships>
</file>

<file path=ppt/slides/_rels/slide127.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slide" Target="slide162.xml"/><Relationship Id="rId3" Type="http://schemas.openxmlformats.org/officeDocument/2006/relationships/image" Target="../media/image5.png"/><Relationship Id="rId2" Type="http://schemas.openxmlformats.org/officeDocument/2006/relationships/image" Target="../media/image13.png"/><Relationship Id="rId1" Type="http://schemas.openxmlformats.org/officeDocument/2006/relationships/image" Target="../media/image16.png"/></Relationships>
</file>

<file path=ppt/slides/_rels/slide128.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169.png"/><Relationship Id="rId3" Type="http://schemas.openxmlformats.org/officeDocument/2006/relationships/image" Target="../media/image5.png"/><Relationship Id="rId2" Type="http://schemas.openxmlformats.org/officeDocument/2006/relationships/image" Target="../media/image13.png"/><Relationship Id="rId1" Type="http://schemas.openxmlformats.org/officeDocument/2006/relationships/image" Target="../media/image16.png"/></Relationships>
</file>

<file path=ppt/slides/_rels/slide129.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openxmlformats.org/officeDocument/2006/relationships/image" Target="../media/image171.png"/><Relationship Id="rId4" Type="http://schemas.openxmlformats.org/officeDocument/2006/relationships/image" Target="../media/image170.png"/><Relationship Id="rId3" Type="http://schemas.openxmlformats.org/officeDocument/2006/relationships/image" Target="../media/image5.png"/><Relationship Id="rId2" Type="http://schemas.openxmlformats.org/officeDocument/2006/relationships/image" Target="../media/image13.png"/><Relationship Id="rId1" Type="http://schemas.openxmlformats.org/officeDocument/2006/relationships/image" Target="../media/image16.png"/></Relationships>
</file>

<file path=ppt/slides/_rels/slide130.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73.png"/><Relationship Id="rId1" Type="http://schemas.openxmlformats.org/officeDocument/2006/relationships/image" Target="../media/image172.png"/></Relationships>
</file>

<file path=ppt/slides/_rels/slide131.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174.png"/><Relationship Id="rId3" Type="http://schemas.openxmlformats.org/officeDocument/2006/relationships/image" Target="../media/image5.png"/><Relationship Id="rId2" Type="http://schemas.openxmlformats.org/officeDocument/2006/relationships/image" Target="../media/image13.png"/><Relationship Id="rId1" Type="http://schemas.openxmlformats.org/officeDocument/2006/relationships/image" Target="../media/image16.png"/></Relationships>
</file>

<file path=ppt/slides/_rels/slide132.xml.rels><?xml version="1.0" encoding="UTF-8" standalone="yes"?>
<Relationships xmlns="http://schemas.openxmlformats.org/package/2006/relationships"><Relationship Id="rId9" Type="http://schemas.openxmlformats.org/officeDocument/2006/relationships/image" Target="../media/image180.png"/><Relationship Id="rId8" Type="http://schemas.openxmlformats.org/officeDocument/2006/relationships/image" Target="../media/image179.png"/><Relationship Id="rId7" Type="http://schemas.openxmlformats.org/officeDocument/2006/relationships/image" Target="../media/image5.png"/><Relationship Id="rId6" Type="http://schemas.openxmlformats.org/officeDocument/2006/relationships/image" Target="../media/image13.png"/><Relationship Id="rId5" Type="http://schemas.openxmlformats.org/officeDocument/2006/relationships/image" Target="../media/image16.png"/><Relationship Id="rId4" Type="http://schemas.openxmlformats.org/officeDocument/2006/relationships/image" Target="../media/image178.jpeg"/><Relationship Id="rId3" Type="http://schemas.openxmlformats.org/officeDocument/2006/relationships/image" Target="../media/image177.jpeg"/><Relationship Id="rId2" Type="http://schemas.openxmlformats.org/officeDocument/2006/relationships/image" Target="../media/image176.jpeg"/><Relationship Id="rId10" Type="http://schemas.openxmlformats.org/officeDocument/2006/relationships/slideLayout" Target="../slideLayouts/slideLayout2.xml"/><Relationship Id="rId1" Type="http://schemas.openxmlformats.org/officeDocument/2006/relationships/image" Target="../media/image175.jpeg"/></Relationships>
</file>

<file path=ppt/slides/_rels/slide133.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182.png"/><Relationship Id="rId1" Type="http://schemas.openxmlformats.org/officeDocument/2006/relationships/image" Target="../media/image181.png"/></Relationships>
</file>

<file path=ppt/slides/_rels/slide134.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5.png"/><Relationship Id="rId3" Type="http://schemas.openxmlformats.org/officeDocument/2006/relationships/image" Target="../media/image16.png"/><Relationship Id="rId2" Type="http://schemas.openxmlformats.org/officeDocument/2006/relationships/image" Target="../media/image183.png"/><Relationship Id="rId1" Type="http://schemas.openxmlformats.org/officeDocument/2006/relationships/image" Target="../media/image2.png"/></Relationships>
</file>

<file path=ppt/slides/_rels/slide135.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84.wmf"/></Relationships>
</file>

<file path=ppt/slides/_rels/slide136.xml.rels><?xml version="1.0" encoding="UTF-8" standalone="yes"?>
<Relationships xmlns="http://schemas.openxmlformats.org/package/2006/relationships"><Relationship Id="rId9" Type="http://schemas.openxmlformats.org/officeDocument/2006/relationships/tags" Target="../tags/tag148.xml"/><Relationship Id="rId8" Type="http://schemas.openxmlformats.org/officeDocument/2006/relationships/tags" Target="../tags/tag147.xml"/><Relationship Id="rId7" Type="http://schemas.openxmlformats.org/officeDocument/2006/relationships/tags" Target="../tags/tag146.xml"/><Relationship Id="rId6" Type="http://schemas.openxmlformats.org/officeDocument/2006/relationships/tags" Target="../tags/tag145.xml"/><Relationship Id="rId5" Type="http://schemas.openxmlformats.org/officeDocument/2006/relationships/tags" Target="../tags/tag144.xml"/><Relationship Id="rId4" Type="http://schemas.openxmlformats.org/officeDocument/2006/relationships/tags" Target="../tags/tag143.xml"/><Relationship Id="rId3" Type="http://schemas.openxmlformats.org/officeDocument/2006/relationships/tags" Target="../tags/tag142.xml"/><Relationship Id="rId2" Type="http://schemas.openxmlformats.org/officeDocument/2006/relationships/tags" Target="../tags/tag141.xml"/><Relationship Id="rId17" Type="http://schemas.openxmlformats.org/officeDocument/2006/relationships/slideLayout" Target="../slideLayouts/slideLayout7.xml"/><Relationship Id="rId16" Type="http://schemas.openxmlformats.org/officeDocument/2006/relationships/tags" Target="../tags/tag154.xml"/><Relationship Id="rId15" Type="http://schemas.openxmlformats.org/officeDocument/2006/relationships/image" Target="../media/image59.png"/><Relationship Id="rId14" Type="http://schemas.openxmlformats.org/officeDocument/2006/relationships/tags" Target="../tags/tag153.xml"/><Relationship Id="rId13" Type="http://schemas.openxmlformats.org/officeDocument/2006/relationships/tags" Target="../tags/tag152.xml"/><Relationship Id="rId12" Type="http://schemas.openxmlformats.org/officeDocument/2006/relationships/tags" Target="../tags/tag151.xml"/><Relationship Id="rId11" Type="http://schemas.openxmlformats.org/officeDocument/2006/relationships/tags" Target="../tags/tag150.xml"/><Relationship Id="rId10" Type="http://schemas.openxmlformats.org/officeDocument/2006/relationships/tags" Target="../tags/tag149.xml"/><Relationship Id="rId1" Type="http://schemas.openxmlformats.org/officeDocument/2006/relationships/tags" Target="../tags/tag140.xml"/></Relationships>
</file>

<file path=ppt/slides/_rels/slide137.xml.rels><?xml version="1.0" encoding="UTF-8" standalone="yes"?>
<Relationships xmlns="http://schemas.openxmlformats.org/package/2006/relationships"><Relationship Id="rId6" Type="http://schemas.openxmlformats.org/officeDocument/2006/relationships/slideLayout" Target="../slideLayouts/slideLayout7.xml"/><Relationship Id="rId5" Type="http://schemas.microsoft.com/office/2007/relationships/hdphoto" Target="../media/image186.wdp"/><Relationship Id="rId4" Type="http://schemas.openxmlformats.org/officeDocument/2006/relationships/image" Target="../media/image185.png"/><Relationship Id="rId3" Type="http://schemas.openxmlformats.org/officeDocument/2006/relationships/image" Target="../media/image114.png"/><Relationship Id="rId2" Type="http://schemas.openxmlformats.org/officeDocument/2006/relationships/hyperlink" Target="&#28216;&#21160;&#25903;&#25215;2.swf" TargetMode="External"/><Relationship Id="rId1" Type="http://schemas.openxmlformats.org/officeDocument/2006/relationships/image" Target="../media/image140.png"/></Relationships>
</file>

<file path=ppt/slides/_rels/slide138.xml.rels><?xml version="1.0" encoding="UTF-8" standalone="yes"?>
<Relationships xmlns="http://schemas.openxmlformats.org/package/2006/relationships"><Relationship Id="rId9" Type="http://schemas.openxmlformats.org/officeDocument/2006/relationships/tags" Target="../tags/tag163.xml"/><Relationship Id="rId8" Type="http://schemas.openxmlformats.org/officeDocument/2006/relationships/tags" Target="../tags/tag162.xml"/><Relationship Id="rId7" Type="http://schemas.openxmlformats.org/officeDocument/2006/relationships/tags" Target="../tags/tag161.xml"/><Relationship Id="rId6" Type="http://schemas.openxmlformats.org/officeDocument/2006/relationships/tags" Target="../tags/tag160.xml"/><Relationship Id="rId5" Type="http://schemas.openxmlformats.org/officeDocument/2006/relationships/tags" Target="../tags/tag159.xml"/><Relationship Id="rId4" Type="http://schemas.openxmlformats.org/officeDocument/2006/relationships/tags" Target="../tags/tag158.xml"/><Relationship Id="rId3" Type="http://schemas.openxmlformats.org/officeDocument/2006/relationships/tags" Target="../tags/tag157.xml"/><Relationship Id="rId2" Type="http://schemas.openxmlformats.org/officeDocument/2006/relationships/tags" Target="../tags/tag156.xml"/><Relationship Id="rId19" Type="http://schemas.openxmlformats.org/officeDocument/2006/relationships/slideLayout" Target="../slideLayouts/slideLayout7.xml"/><Relationship Id="rId18" Type="http://schemas.openxmlformats.org/officeDocument/2006/relationships/tags" Target="../tags/tag171.xml"/><Relationship Id="rId17" Type="http://schemas.openxmlformats.org/officeDocument/2006/relationships/image" Target="../media/image59.png"/><Relationship Id="rId16" Type="http://schemas.openxmlformats.org/officeDocument/2006/relationships/tags" Target="../tags/tag170.xml"/><Relationship Id="rId15" Type="http://schemas.openxmlformats.org/officeDocument/2006/relationships/tags" Target="../tags/tag169.xml"/><Relationship Id="rId14" Type="http://schemas.openxmlformats.org/officeDocument/2006/relationships/tags" Target="../tags/tag168.xml"/><Relationship Id="rId13" Type="http://schemas.openxmlformats.org/officeDocument/2006/relationships/tags" Target="../tags/tag167.xml"/><Relationship Id="rId12" Type="http://schemas.openxmlformats.org/officeDocument/2006/relationships/tags" Target="../tags/tag166.xml"/><Relationship Id="rId11" Type="http://schemas.openxmlformats.org/officeDocument/2006/relationships/tags" Target="../tags/tag165.xml"/><Relationship Id="rId10" Type="http://schemas.openxmlformats.org/officeDocument/2006/relationships/tags" Target="../tags/tag164.xml"/><Relationship Id="rId1" Type="http://schemas.openxmlformats.org/officeDocument/2006/relationships/tags" Target="../tags/tag155.xml"/></Relationships>
</file>

<file path=ppt/slides/_rels/slide139.xml.rels><?xml version="1.0" encoding="UTF-8" standalone="yes"?>
<Relationships xmlns="http://schemas.openxmlformats.org/package/2006/relationships"><Relationship Id="rId9" Type="http://schemas.openxmlformats.org/officeDocument/2006/relationships/tags" Target="../tags/tag180.xml"/><Relationship Id="rId8" Type="http://schemas.openxmlformats.org/officeDocument/2006/relationships/tags" Target="../tags/tag179.xml"/><Relationship Id="rId7" Type="http://schemas.openxmlformats.org/officeDocument/2006/relationships/tags" Target="../tags/tag178.xml"/><Relationship Id="rId6" Type="http://schemas.openxmlformats.org/officeDocument/2006/relationships/tags" Target="../tags/tag177.xml"/><Relationship Id="rId5" Type="http://schemas.openxmlformats.org/officeDocument/2006/relationships/tags" Target="../tags/tag176.xml"/><Relationship Id="rId4" Type="http://schemas.openxmlformats.org/officeDocument/2006/relationships/tags" Target="../tags/tag175.xml"/><Relationship Id="rId3" Type="http://schemas.openxmlformats.org/officeDocument/2006/relationships/tags" Target="../tags/tag174.xml"/><Relationship Id="rId2" Type="http://schemas.openxmlformats.org/officeDocument/2006/relationships/tags" Target="../tags/tag173.xml"/><Relationship Id="rId17" Type="http://schemas.openxmlformats.org/officeDocument/2006/relationships/slideLayout" Target="../slideLayouts/slideLayout7.xml"/><Relationship Id="rId16" Type="http://schemas.openxmlformats.org/officeDocument/2006/relationships/tags" Target="../tags/tag186.xml"/><Relationship Id="rId15" Type="http://schemas.openxmlformats.org/officeDocument/2006/relationships/image" Target="../media/image59.png"/><Relationship Id="rId14" Type="http://schemas.openxmlformats.org/officeDocument/2006/relationships/tags" Target="../tags/tag185.xml"/><Relationship Id="rId13" Type="http://schemas.openxmlformats.org/officeDocument/2006/relationships/tags" Target="../tags/tag184.xml"/><Relationship Id="rId12" Type="http://schemas.openxmlformats.org/officeDocument/2006/relationships/tags" Target="../tags/tag183.xml"/><Relationship Id="rId11" Type="http://schemas.openxmlformats.org/officeDocument/2006/relationships/tags" Target="../tags/tag182.xml"/><Relationship Id="rId10" Type="http://schemas.openxmlformats.org/officeDocument/2006/relationships/tags" Target="../tags/tag181.xml"/><Relationship Id="rId1" Type="http://schemas.openxmlformats.org/officeDocument/2006/relationships/tags" Target="../tags/tag172.xml"/></Relationships>
</file>

<file path=ppt/slides/_rels/slide140.xml.rels><?xml version="1.0" encoding="UTF-8" standalone="yes"?>
<Relationships xmlns="http://schemas.openxmlformats.org/package/2006/relationships"><Relationship Id="rId5" Type="http://schemas.openxmlformats.org/officeDocument/2006/relationships/slideLayout" Target="../slideLayouts/slideLayout7.xml"/><Relationship Id="rId4" Type="http://schemas.openxmlformats.org/officeDocument/2006/relationships/image" Target="../media/image189.png"/><Relationship Id="rId3" Type="http://schemas.openxmlformats.org/officeDocument/2006/relationships/image" Target="../media/image188.png"/><Relationship Id="rId2" Type="http://schemas.openxmlformats.org/officeDocument/2006/relationships/image" Target="../media/image187.png"/><Relationship Id="rId1" Type="http://schemas.openxmlformats.org/officeDocument/2006/relationships/tags" Target="../tags/tag187.xml"/></Relationships>
</file>

<file path=ppt/slides/_rels/slide141.xml.rels><?xml version="1.0" encoding="UTF-8" standalone="yes"?>
<Relationships xmlns="http://schemas.openxmlformats.org/package/2006/relationships"><Relationship Id="rId8" Type="http://schemas.openxmlformats.org/officeDocument/2006/relationships/slideLayout" Target="../slideLayouts/slideLayout2.xml"/><Relationship Id="rId7" Type="http://schemas.openxmlformats.org/officeDocument/2006/relationships/image" Target="../media/image5.png"/><Relationship Id="rId6" Type="http://schemas.openxmlformats.org/officeDocument/2006/relationships/image" Target="../media/image16.png"/><Relationship Id="rId5" Type="http://schemas.openxmlformats.org/officeDocument/2006/relationships/image" Target="../media/image13.png"/><Relationship Id="rId4" Type="http://schemas.openxmlformats.org/officeDocument/2006/relationships/image" Target="../media/image189.png"/><Relationship Id="rId3" Type="http://schemas.openxmlformats.org/officeDocument/2006/relationships/image" Target="../media/image190.png"/><Relationship Id="rId2" Type="http://schemas.openxmlformats.org/officeDocument/2006/relationships/image" Target="../media/image188.png"/><Relationship Id="rId1" Type="http://schemas.openxmlformats.org/officeDocument/2006/relationships/image" Target="../media/image187.png"/></Relationships>
</file>

<file path=ppt/slides/_rels/slide142.xml.rels><?xml version="1.0" encoding="UTF-8" standalone="yes"?>
<Relationships xmlns="http://schemas.openxmlformats.org/package/2006/relationships"><Relationship Id="rId9" Type="http://schemas.openxmlformats.org/officeDocument/2006/relationships/slideLayout" Target="../slideLayouts/slideLayout2.xml"/><Relationship Id="rId8" Type="http://schemas.openxmlformats.org/officeDocument/2006/relationships/image" Target="../media/image13.png"/><Relationship Id="rId7" Type="http://schemas.openxmlformats.org/officeDocument/2006/relationships/image" Target="../media/image5.png"/><Relationship Id="rId6" Type="http://schemas.openxmlformats.org/officeDocument/2006/relationships/image" Target="../media/image16.png"/><Relationship Id="rId5" Type="http://schemas.openxmlformats.org/officeDocument/2006/relationships/image" Target="../media/image190.png"/><Relationship Id="rId4" Type="http://schemas.openxmlformats.org/officeDocument/2006/relationships/image" Target="../media/image194.png"/><Relationship Id="rId3" Type="http://schemas.openxmlformats.org/officeDocument/2006/relationships/image" Target="../media/image193.png"/><Relationship Id="rId2" Type="http://schemas.openxmlformats.org/officeDocument/2006/relationships/image" Target="../media/image192.png"/><Relationship Id="rId1" Type="http://schemas.openxmlformats.org/officeDocument/2006/relationships/image" Target="../media/image191.png"/></Relationships>
</file>

<file path=ppt/slides/_rels/slide143.xml.rels><?xml version="1.0" encoding="UTF-8" standalone="yes"?>
<Relationships xmlns="http://schemas.openxmlformats.org/package/2006/relationships"><Relationship Id="rId9" Type="http://schemas.openxmlformats.org/officeDocument/2006/relationships/slideLayout" Target="../slideLayouts/slideLayout2.xml"/><Relationship Id="rId8" Type="http://schemas.openxmlformats.org/officeDocument/2006/relationships/image" Target="../media/image13.png"/><Relationship Id="rId7" Type="http://schemas.openxmlformats.org/officeDocument/2006/relationships/image" Target="../media/image5.png"/><Relationship Id="rId6" Type="http://schemas.openxmlformats.org/officeDocument/2006/relationships/image" Target="../media/image16.png"/><Relationship Id="rId5" Type="http://schemas.openxmlformats.org/officeDocument/2006/relationships/image" Target="../media/image199.png"/><Relationship Id="rId4" Type="http://schemas.openxmlformats.org/officeDocument/2006/relationships/image" Target="../media/image198.png"/><Relationship Id="rId3" Type="http://schemas.openxmlformats.org/officeDocument/2006/relationships/image" Target="../media/image197.png"/><Relationship Id="rId2" Type="http://schemas.openxmlformats.org/officeDocument/2006/relationships/image" Target="../media/image196.png"/><Relationship Id="rId1" Type="http://schemas.openxmlformats.org/officeDocument/2006/relationships/image" Target="../media/image195.png"/></Relationships>
</file>

<file path=ppt/slides/_rels/slide144.xml.rels><?xml version="1.0" encoding="UTF-8" standalone="yes"?>
<Relationships xmlns="http://schemas.openxmlformats.org/package/2006/relationships"><Relationship Id="rId7" Type="http://schemas.openxmlformats.org/officeDocument/2006/relationships/slideLayout" Target="../slideLayouts/slideLayout2.xml"/><Relationship Id="rId6" Type="http://schemas.openxmlformats.org/officeDocument/2006/relationships/image" Target="../media/image13.png"/><Relationship Id="rId5" Type="http://schemas.openxmlformats.org/officeDocument/2006/relationships/image" Target="../media/image5.png"/><Relationship Id="rId4" Type="http://schemas.openxmlformats.org/officeDocument/2006/relationships/image" Target="../media/image16.png"/><Relationship Id="rId3" Type="http://schemas.openxmlformats.org/officeDocument/2006/relationships/image" Target="../media/image202.png"/><Relationship Id="rId2" Type="http://schemas.openxmlformats.org/officeDocument/2006/relationships/image" Target="../media/image201.png"/><Relationship Id="rId1" Type="http://schemas.openxmlformats.org/officeDocument/2006/relationships/image" Target="../media/image200.png"/></Relationships>
</file>

<file path=ppt/slides/_rels/slide145.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openxmlformats.org/officeDocument/2006/relationships/image" Target="../media/image13.png"/><Relationship Id="rId4" Type="http://schemas.openxmlformats.org/officeDocument/2006/relationships/image" Target="../media/image5.png"/><Relationship Id="rId3" Type="http://schemas.openxmlformats.org/officeDocument/2006/relationships/image" Target="../media/image16.png"/><Relationship Id="rId2" Type="http://schemas.openxmlformats.org/officeDocument/2006/relationships/image" Target="../media/image204.png"/><Relationship Id="rId1" Type="http://schemas.openxmlformats.org/officeDocument/2006/relationships/image" Target="../media/image203.png"/></Relationships>
</file>

<file path=ppt/slides/_rels/slide146.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13.png"/><Relationship Id="rId3" Type="http://schemas.openxmlformats.org/officeDocument/2006/relationships/image" Target="../media/image5.png"/><Relationship Id="rId2" Type="http://schemas.openxmlformats.org/officeDocument/2006/relationships/image" Target="../media/image16.png"/><Relationship Id="rId1" Type="http://schemas.openxmlformats.org/officeDocument/2006/relationships/image" Target="../media/image205.png"/></Relationships>
</file>

<file path=ppt/slides/_rels/slide147.xml.rels><?xml version="1.0" encoding="UTF-8" standalone="yes"?>
<Relationships xmlns="http://schemas.openxmlformats.org/package/2006/relationships"><Relationship Id="rId8" Type="http://schemas.openxmlformats.org/officeDocument/2006/relationships/slideLayout" Target="../slideLayouts/slideLayout2.xml"/><Relationship Id="rId7" Type="http://schemas.openxmlformats.org/officeDocument/2006/relationships/image" Target="../media/image13.png"/><Relationship Id="rId6" Type="http://schemas.openxmlformats.org/officeDocument/2006/relationships/image" Target="../media/image5.png"/><Relationship Id="rId5" Type="http://schemas.openxmlformats.org/officeDocument/2006/relationships/image" Target="../media/image16.png"/><Relationship Id="rId4" Type="http://schemas.openxmlformats.org/officeDocument/2006/relationships/image" Target="../media/image208.png"/><Relationship Id="rId3" Type="http://schemas.openxmlformats.org/officeDocument/2006/relationships/image" Target="../media/image207.png"/><Relationship Id="rId2" Type="http://schemas.openxmlformats.org/officeDocument/2006/relationships/image" Target="../media/image206.png"/><Relationship Id="rId1" Type="http://schemas.openxmlformats.org/officeDocument/2006/relationships/image" Target="../media/image1.png"/></Relationships>
</file>

<file path=ppt/slides/_rels/slide148.xml.rels><?xml version="1.0" encoding="UTF-8" standalone="yes"?>
<Relationships xmlns="http://schemas.openxmlformats.org/package/2006/relationships"><Relationship Id="rId7" Type="http://schemas.openxmlformats.org/officeDocument/2006/relationships/slideLayout" Target="../slideLayouts/slideLayout2.xml"/><Relationship Id="rId6" Type="http://schemas.openxmlformats.org/officeDocument/2006/relationships/image" Target="../media/image13.png"/><Relationship Id="rId5" Type="http://schemas.openxmlformats.org/officeDocument/2006/relationships/image" Target="../media/image5.png"/><Relationship Id="rId4" Type="http://schemas.openxmlformats.org/officeDocument/2006/relationships/image" Target="../media/image16.png"/><Relationship Id="rId3" Type="http://schemas.openxmlformats.org/officeDocument/2006/relationships/image" Target="../media/image209.png"/><Relationship Id="rId2" Type="http://schemas.openxmlformats.org/officeDocument/2006/relationships/image" Target="../media/image207.png"/><Relationship Id="rId1" Type="http://schemas.openxmlformats.org/officeDocument/2006/relationships/image" Target="../media/image206.png"/></Relationships>
</file>

<file path=ppt/slides/_rels/slide149.xml.rels><?xml version="1.0" encoding="UTF-8" standalone="yes"?>
<Relationships xmlns="http://schemas.openxmlformats.org/package/2006/relationships"><Relationship Id="rId9" Type="http://schemas.openxmlformats.org/officeDocument/2006/relationships/slideLayout" Target="../slideLayouts/slideLayout2.xml"/><Relationship Id="rId8" Type="http://schemas.openxmlformats.org/officeDocument/2006/relationships/image" Target="../media/image13.png"/><Relationship Id="rId7" Type="http://schemas.openxmlformats.org/officeDocument/2006/relationships/image" Target="../media/image5.png"/><Relationship Id="rId6" Type="http://schemas.openxmlformats.org/officeDocument/2006/relationships/image" Target="../media/image16.png"/><Relationship Id="rId5" Type="http://schemas.openxmlformats.org/officeDocument/2006/relationships/image" Target="../media/image212.png"/><Relationship Id="rId4" Type="http://schemas.openxmlformats.org/officeDocument/2006/relationships/image" Target="../media/image211.png"/><Relationship Id="rId3" Type="http://schemas.openxmlformats.org/officeDocument/2006/relationships/image" Target="../media/image210.png"/><Relationship Id="rId2" Type="http://schemas.openxmlformats.org/officeDocument/2006/relationships/image" Target="../media/image209.png"/><Relationship Id="rId1" Type="http://schemas.openxmlformats.org/officeDocument/2006/relationships/image" Target="../media/image1.png"/></Relationships>
</file>

<file path=ppt/slides/_rels/slide150.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13.png"/><Relationship Id="rId3" Type="http://schemas.openxmlformats.org/officeDocument/2006/relationships/image" Target="../media/image5.png"/><Relationship Id="rId2" Type="http://schemas.openxmlformats.org/officeDocument/2006/relationships/image" Target="../media/image16.png"/><Relationship Id="rId1" Type="http://schemas.openxmlformats.org/officeDocument/2006/relationships/image" Target="../media/image213.png"/></Relationships>
</file>

<file path=ppt/slides/_rels/slide151.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openxmlformats.org/officeDocument/2006/relationships/image" Target="../media/image13.png"/><Relationship Id="rId4" Type="http://schemas.openxmlformats.org/officeDocument/2006/relationships/image" Target="../media/image5.png"/><Relationship Id="rId3" Type="http://schemas.openxmlformats.org/officeDocument/2006/relationships/image" Target="../media/image16.png"/><Relationship Id="rId2" Type="http://schemas.openxmlformats.org/officeDocument/2006/relationships/image" Target="../media/image215.png"/><Relationship Id="rId1" Type="http://schemas.openxmlformats.org/officeDocument/2006/relationships/image" Target="../media/image214.png"/></Relationships>
</file>

<file path=ppt/slides/_rels/slide152.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openxmlformats.org/officeDocument/2006/relationships/image" Target="../media/image13.png"/><Relationship Id="rId4" Type="http://schemas.openxmlformats.org/officeDocument/2006/relationships/image" Target="../media/image5.png"/><Relationship Id="rId3" Type="http://schemas.openxmlformats.org/officeDocument/2006/relationships/image" Target="../media/image16.png"/><Relationship Id="rId2" Type="http://schemas.openxmlformats.org/officeDocument/2006/relationships/image" Target="../media/image188.png"/><Relationship Id="rId1" Type="http://schemas.openxmlformats.org/officeDocument/2006/relationships/image" Target="../media/image216.png"/></Relationships>
</file>

<file path=ppt/slides/_rels/slide153.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openxmlformats.org/officeDocument/2006/relationships/image" Target="../media/image13.png"/><Relationship Id="rId4" Type="http://schemas.openxmlformats.org/officeDocument/2006/relationships/image" Target="../media/image5.png"/><Relationship Id="rId3" Type="http://schemas.openxmlformats.org/officeDocument/2006/relationships/image" Target="../media/image16.png"/><Relationship Id="rId2" Type="http://schemas.openxmlformats.org/officeDocument/2006/relationships/image" Target="../media/image218.png"/><Relationship Id="rId1" Type="http://schemas.openxmlformats.org/officeDocument/2006/relationships/image" Target="../media/image217.png"/></Relationships>
</file>

<file path=ppt/slides/_rels/slide154.xml.rels><?xml version="1.0" encoding="UTF-8" standalone="yes"?>
<Relationships xmlns="http://schemas.openxmlformats.org/package/2006/relationships"><Relationship Id="rId7" Type="http://schemas.openxmlformats.org/officeDocument/2006/relationships/slideLayout" Target="../slideLayouts/slideLayout2.xml"/><Relationship Id="rId6" Type="http://schemas.openxmlformats.org/officeDocument/2006/relationships/image" Target="../media/image13.png"/><Relationship Id="rId5" Type="http://schemas.openxmlformats.org/officeDocument/2006/relationships/image" Target="../media/image5.png"/><Relationship Id="rId4" Type="http://schemas.openxmlformats.org/officeDocument/2006/relationships/image" Target="../media/image16.png"/><Relationship Id="rId3" Type="http://schemas.openxmlformats.org/officeDocument/2006/relationships/image" Target="../media/image202.png"/><Relationship Id="rId2" Type="http://schemas.openxmlformats.org/officeDocument/2006/relationships/image" Target="../media/image220.png"/><Relationship Id="rId1" Type="http://schemas.openxmlformats.org/officeDocument/2006/relationships/image" Target="../media/image219.png"/></Relationships>
</file>

<file path=ppt/slides/_rels/slide155.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openxmlformats.org/officeDocument/2006/relationships/image" Target="../media/image13.png"/><Relationship Id="rId4" Type="http://schemas.openxmlformats.org/officeDocument/2006/relationships/image" Target="../media/image5.png"/><Relationship Id="rId3" Type="http://schemas.openxmlformats.org/officeDocument/2006/relationships/image" Target="../media/image16.png"/><Relationship Id="rId2" Type="http://schemas.openxmlformats.org/officeDocument/2006/relationships/image" Target="../media/image202.png"/><Relationship Id="rId1" Type="http://schemas.openxmlformats.org/officeDocument/2006/relationships/image" Target="../media/image221.png"/></Relationships>
</file>

<file path=ppt/slides/_rels/slide156.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13.png"/><Relationship Id="rId3" Type="http://schemas.openxmlformats.org/officeDocument/2006/relationships/image" Target="../media/image5.png"/><Relationship Id="rId2" Type="http://schemas.openxmlformats.org/officeDocument/2006/relationships/image" Target="../media/image16.png"/><Relationship Id="rId1" Type="http://schemas.openxmlformats.org/officeDocument/2006/relationships/image" Target="../media/image222.png"/></Relationships>
</file>

<file path=ppt/slides/_rels/slide157.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openxmlformats.org/officeDocument/2006/relationships/image" Target="../media/image13.png"/><Relationship Id="rId4" Type="http://schemas.openxmlformats.org/officeDocument/2006/relationships/image" Target="../media/image5.png"/><Relationship Id="rId3" Type="http://schemas.openxmlformats.org/officeDocument/2006/relationships/image" Target="../media/image16.png"/><Relationship Id="rId2" Type="http://schemas.openxmlformats.org/officeDocument/2006/relationships/image" Target="../media/image210.png"/><Relationship Id="rId1" Type="http://schemas.openxmlformats.org/officeDocument/2006/relationships/image" Target="../media/image223.png"/></Relationships>
</file>

<file path=ppt/slides/_rels/slide158.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openxmlformats.org/officeDocument/2006/relationships/image" Target="../media/image13.png"/><Relationship Id="rId4" Type="http://schemas.openxmlformats.org/officeDocument/2006/relationships/image" Target="../media/image5.png"/><Relationship Id="rId3" Type="http://schemas.openxmlformats.org/officeDocument/2006/relationships/image" Target="../media/image16.png"/><Relationship Id="rId2" Type="http://schemas.openxmlformats.org/officeDocument/2006/relationships/image" Target="../media/image210.png"/><Relationship Id="rId1" Type="http://schemas.openxmlformats.org/officeDocument/2006/relationships/image" Target="../media/image224.png"/></Relationships>
</file>

<file path=ppt/slides/_rels/slide159.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5.png"/><Relationship Id="rId2" Type="http://schemas.openxmlformats.org/officeDocument/2006/relationships/image" Target="../media/image16.png"/><Relationship Id="rId1" Type="http://schemas.openxmlformats.org/officeDocument/2006/relationships/image" Target="../media/image225.png"/></Relationships>
</file>

<file path=ppt/slides/_rels/slide160.xml.rels><?xml version="1.0" encoding="UTF-8" standalone="yes"?>
<Relationships xmlns="http://schemas.openxmlformats.org/package/2006/relationships"><Relationship Id="rId9" Type="http://schemas.openxmlformats.org/officeDocument/2006/relationships/image" Target="../media/image233.png"/><Relationship Id="rId8" Type="http://schemas.openxmlformats.org/officeDocument/2006/relationships/image" Target="../media/image232.png"/><Relationship Id="rId7" Type="http://schemas.openxmlformats.org/officeDocument/2006/relationships/image" Target="../media/image231.png"/><Relationship Id="rId6" Type="http://schemas.openxmlformats.org/officeDocument/2006/relationships/image" Target="../media/image230.png"/><Relationship Id="rId5" Type="http://schemas.openxmlformats.org/officeDocument/2006/relationships/image" Target="../media/image229.png"/><Relationship Id="rId4" Type="http://schemas.openxmlformats.org/officeDocument/2006/relationships/image" Target="../media/image228.png"/><Relationship Id="rId3" Type="http://schemas.openxmlformats.org/officeDocument/2006/relationships/image" Target="../media/image227.png"/><Relationship Id="rId2" Type="http://schemas.openxmlformats.org/officeDocument/2006/relationships/image" Target="../media/image226.png"/><Relationship Id="rId13" Type="http://schemas.openxmlformats.org/officeDocument/2006/relationships/notesSlide" Target="../notesSlides/notesSlide32.xml"/><Relationship Id="rId12" Type="http://schemas.openxmlformats.org/officeDocument/2006/relationships/slideLayout" Target="../slideLayouts/slideLayout2.xml"/><Relationship Id="rId11" Type="http://schemas.openxmlformats.org/officeDocument/2006/relationships/image" Target="../media/image235.png"/><Relationship Id="rId10" Type="http://schemas.openxmlformats.org/officeDocument/2006/relationships/image" Target="../media/image234.png"/><Relationship Id="rId1" Type="http://schemas.openxmlformats.org/officeDocument/2006/relationships/slide" Target="slide12.xml"/></Relationships>
</file>

<file path=ppt/slides/_rels/slide161.xml.rels><?xml version="1.0" encoding="UTF-8" standalone="yes"?>
<Relationships xmlns="http://schemas.openxmlformats.org/package/2006/relationships"><Relationship Id="rId9" Type="http://schemas.openxmlformats.org/officeDocument/2006/relationships/vmlDrawing" Target="../drawings/vmlDrawing27.vml"/><Relationship Id="rId8" Type="http://schemas.openxmlformats.org/officeDocument/2006/relationships/slideLayout" Target="../slideLayouts/slideLayout2.xml"/><Relationship Id="rId7" Type="http://schemas.openxmlformats.org/officeDocument/2006/relationships/slide" Target="slide43.xml"/><Relationship Id="rId6" Type="http://schemas.openxmlformats.org/officeDocument/2006/relationships/image" Target="../media/image90.wmf"/><Relationship Id="rId5" Type="http://schemas.openxmlformats.org/officeDocument/2006/relationships/oleObject" Target="../embeddings/oleObject62.bin"/><Relationship Id="rId4" Type="http://schemas.openxmlformats.org/officeDocument/2006/relationships/image" Target="../media/image89.wmf"/><Relationship Id="rId3" Type="http://schemas.openxmlformats.org/officeDocument/2006/relationships/oleObject" Target="../embeddings/oleObject61.bin"/><Relationship Id="rId2" Type="http://schemas.openxmlformats.org/officeDocument/2006/relationships/image" Target="../media/image88.wmf"/><Relationship Id="rId1" Type="http://schemas.openxmlformats.org/officeDocument/2006/relationships/oleObject" Target="../embeddings/oleObject60.bin"/></Relationships>
</file>

<file path=ppt/slides/_rels/slide16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88.xml"/><Relationship Id="rId1" Type="http://schemas.openxmlformats.org/officeDocument/2006/relationships/slide" Target="slide127.xml"/></Relationships>
</file>

<file path=ppt/slides/slide1.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sp>
        <p:nvSpPr>
          <p:cNvPr id="11266" name="Rectangle 2"/>
          <p:cNvSpPr>
            <a:spLocks noGrp="1" noChangeArrowheads="1"/>
          </p:cNvSpPr>
          <p:nvPr>
            <p:ph type="title" idx="4294967295"/>
          </p:nvPr>
        </p:nvSpPr>
        <p:spPr bwMode="auto">
          <a:xfrm>
            <a:off x="2565400" y="518160"/>
            <a:ext cx="4953000" cy="4572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zh-CN" altLang="en-US" sz="3600" dirty="0" smtClean="0">
                <a:solidFill>
                  <a:srgbClr val="A50021"/>
                </a:solidFill>
                <a:latin typeface="黑体" panose="02010609060101010101" pitchFamily="49" charset="-122"/>
                <a:ea typeface="黑体" panose="02010609060101010101" pitchFamily="49" charset="-122"/>
              </a:rPr>
              <a:t>第</a:t>
            </a:r>
            <a:r>
              <a:rPr lang="en-US" altLang="zh-CN" sz="3600" dirty="0" smtClean="0">
                <a:solidFill>
                  <a:srgbClr val="A50021"/>
                </a:solidFill>
                <a:latin typeface="黑体" panose="02010609060101010101" pitchFamily="49" charset="-122"/>
                <a:ea typeface="黑体" panose="02010609060101010101" pitchFamily="49" charset="-122"/>
              </a:rPr>
              <a:t>3.6</a:t>
            </a:r>
            <a:r>
              <a:rPr lang="zh-CN" altLang="en-US" sz="3600" dirty="0" smtClean="0">
                <a:solidFill>
                  <a:srgbClr val="A50021"/>
                </a:solidFill>
                <a:latin typeface="黑体" panose="02010609060101010101" pitchFamily="49" charset="-122"/>
                <a:ea typeface="黑体" panose="02010609060101010101" pitchFamily="49" charset="-122"/>
              </a:rPr>
              <a:t>章 滚动轴承</a:t>
            </a:r>
            <a:endParaRPr lang="zh-CN" altLang="en-US" sz="3600" dirty="0" smtClean="0">
              <a:solidFill>
                <a:srgbClr val="A50021"/>
              </a:solidFill>
              <a:latin typeface="黑体" panose="02010609060101010101" pitchFamily="49" charset="-122"/>
              <a:ea typeface="黑体" panose="02010609060101010101" pitchFamily="49" charset="-122"/>
            </a:endParaRPr>
          </a:p>
        </p:txBody>
      </p:sp>
      <p:sp>
        <p:nvSpPr>
          <p:cNvPr id="11267" name="Text Box 22"/>
          <p:cNvSpPr txBox="1">
            <a:spLocks noChangeArrowheads="1"/>
          </p:cNvSpPr>
          <p:nvPr/>
        </p:nvSpPr>
        <p:spPr bwMode="auto">
          <a:xfrm>
            <a:off x="1338877" y="1633526"/>
            <a:ext cx="1939925" cy="3860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nchorCtr="1">
            <a:spAutoFit/>
          </a:bodyPr>
          <a:lstStyle>
            <a:lvl1pPr eaLnBrk="0" hangingPunct="0">
              <a:defRPr kumimoji="1" sz="2000">
                <a:solidFill>
                  <a:srgbClr val="000099"/>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rgbClr val="000099"/>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rgbClr val="000099"/>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rgbClr val="000099"/>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lnSpc>
                <a:spcPct val="80000"/>
              </a:lnSpc>
              <a:spcBef>
                <a:spcPct val="10000"/>
              </a:spcBef>
              <a:buFontTx/>
              <a:buNone/>
            </a:pPr>
            <a:r>
              <a:rPr lang="en-US" altLang="zh-CN" sz="2400" dirty="0" smtClean="0"/>
              <a:t>3.6-1</a:t>
            </a:r>
            <a:r>
              <a:rPr lang="en-US" altLang="zh-CN" sz="2400" dirty="0" smtClean="0">
                <a:ea typeface="黑体" panose="02010609060101010101" pitchFamily="49" charset="-122"/>
              </a:rPr>
              <a:t> </a:t>
            </a:r>
            <a:r>
              <a:rPr lang="zh-CN" altLang="en-US" sz="2400" dirty="0">
                <a:ea typeface="黑体" panose="02010609060101010101" pitchFamily="49" charset="-122"/>
                <a:hlinkClick r:id="rId1" action="ppaction://hlinksldjump"/>
              </a:rPr>
              <a:t>概述</a:t>
            </a:r>
            <a:endParaRPr lang="zh-CN" altLang="en-US" sz="2400" dirty="0">
              <a:ea typeface="黑体" panose="02010609060101010101" pitchFamily="49" charset="-122"/>
            </a:endParaRPr>
          </a:p>
        </p:txBody>
      </p:sp>
      <p:sp>
        <p:nvSpPr>
          <p:cNvPr id="11268" name="Text Box 23"/>
          <p:cNvSpPr txBox="1">
            <a:spLocks noChangeArrowheads="1"/>
          </p:cNvSpPr>
          <p:nvPr/>
        </p:nvSpPr>
        <p:spPr bwMode="auto">
          <a:xfrm>
            <a:off x="1560927" y="2098981"/>
            <a:ext cx="6010275" cy="3860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a:solidFill>
                  <a:srgbClr val="000099"/>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rgbClr val="000099"/>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rgbClr val="000099"/>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rgbClr val="000099"/>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lnSpc>
                <a:spcPct val="80000"/>
              </a:lnSpc>
              <a:buFontTx/>
              <a:buNone/>
            </a:pPr>
            <a:r>
              <a:rPr lang="en-US" altLang="zh-CN" sz="2400" dirty="0" smtClean="0"/>
              <a:t>3.6-2</a:t>
            </a:r>
            <a:r>
              <a:rPr lang="en-US" altLang="zh-CN" sz="2400" dirty="0" smtClean="0">
                <a:ea typeface="黑体" panose="02010609060101010101" pitchFamily="49" charset="-122"/>
              </a:rPr>
              <a:t> </a:t>
            </a:r>
            <a:r>
              <a:rPr lang="zh-CN" altLang="en-US" sz="2400" dirty="0">
                <a:ea typeface="黑体" panose="02010609060101010101" pitchFamily="49" charset="-122"/>
                <a:hlinkClick r:id="rId2" action="ppaction://hlinksldjump"/>
              </a:rPr>
              <a:t>滚动轴承的主要</a:t>
            </a:r>
            <a:r>
              <a:rPr lang="zh-CN" altLang="en-US" sz="2400" dirty="0" smtClean="0">
                <a:ea typeface="黑体" panose="02010609060101010101" pitchFamily="49" charset="-122"/>
                <a:hlinkClick r:id="rId2" action="ppaction://hlinksldjump"/>
              </a:rPr>
              <a:t>类型及代号</a:t>
            </a:r>
            <a:endParaRPr lang="zh-CN" altLang="en-US" sz="2400" dirty="0">
              <a:ea typeface="黑体" panose="02010609060101010101" pitchFamily="49" charset="-122"/>
              <a:hlinkClick r:id="rId2" action="ppaction://hlinksldjump"/>
            </a:endParaRPr>
          </a:p>
        </p:txBody>
      </p:sp>
      <p:sp>
        <p:nvSpPr>
          <p:cNvPr id="11269" name="Text Box 24"/>
          <p:cNvSpPr txBox="1">
            <a:spLocks noChangeArrowheads="1"/>
          </p:cNvSpPr>
          <p:nvPr/>
        </p:nvSpPr>
        <p:spPr bwMode="auto">
          <a:xfrm>
            <a:off x="1515745" y="3261995"/>
            <a:ext cx="6587490" cy="3860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2000">
                <a:solidFill>
                  <a:srgbClr val="000099"/>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rgbClr val="000099"/>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rgbClr val="000099"/>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rgbClr val="000099"/>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lnSpc>
                <a:spcPct val="80000"/>
              </a:lnSpc>
              <a:buFontTx/>
              <a:buNone/>
            </a:pPr>
            <a:r>
              <a:rPr lang="en-US" altLang="zh-CN" sz="2400" dirty="0" smtClean="0"/>
              <a:t>3.6-4</a:t>
            </a:r>
            <a:r>
              <a:rPr lang="en-US" altLang="zh-CN" sz="2400" dirty="0" smtClean="0">
                <a:ea typeface="黑体" panose="02010609060101010101" pitchFamily="49" charset="-122"/>
              </a:rPr>
              <a:t> </a:t>
            </a:r>
            <a:r>
              <a:rPr lang="zh-CN" altLang="en-US" sz="2400" dirty="0" smtClean="0">
                <a:ea typeface="黑体" panose="02010609060101010101" pitchFamily="49" charset="-122"/>
                <a:hlinkClick r:id="rId3" action="ppaction://hlinksldjump"/>
              </a:rPr>
              <a:t>滚动轴承的载荷分析、失效和设计准则</a:t>
            </a:r>
            <a:endParaRPr lang="en-US" altLang="zh-CN" sz="2400" dirty="0" smtClean="0">
              <a:ea typeface="黑体" panose="02010609060101010101" pitchFamily="49" charset="-122"/>
              <a:hlinkClick r:id="rId3" action="ppaction://hlinksldjump"/>
            </a:endParaRPr>
          </a:p>
        </p:txBody>
      </p:sp>
      <p:sp>
        <p:nvSpPr>
          <p:cNvPr id="11270" name="Text Box 25"/>
          <p:cNvSpPr txBox="1">
            <a:spLocks noChangeArrowheads="1"/>
          </p:cNvSpPr>
          <p:nvPr/>
        </p:nvSpPr>
        <p:spPr bwMode="auto">
          <a:xfrm>
            <a:off x="1533766" y="3910822"/>
            <a:ext cx="4727575" cy="3860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a:solidFill>
                  <a:srgbClr val="000099"/>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rgbClr val="000099"/>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rgbClr val="000099"/>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rgbClr val="000099"/>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lnSpc>
                <a:spcPct val="80000"/>
              </a:lnSpc>
              <a:buFontTx/>
              <a:buNone/>
            </a:pPr>
            <a:r>
              <a:rPr lang="en-US" altLang="zh-CN" sz="2400" dirty="0" smtClean="0"/>
              <a:t>3.6-5</a:t>
            </a:r>
            <a:r>
              <a:rPr lang="en-US" altLang="zh-CN" sz="2400" dirty="0" smtClean="0">
                <a:ea typeface="黑体" panose="02010609060101010101" pitchFamily="49" charset="-122"/>
              </a:rPr>
              <a:t> </a:t>
            </a:r>
            <a:r>
              <a:rPr lang="zh-CN" altLang="en-US" sz="2400" dirty="0" smtClean="0">
                <a:ea typeface="黑体" panose="02010609060101010101" pitchFamily="49" charset="-122"/>
                <a:hlinkClick r:id="rId4" action="ppaction://hlinksldjump"/>
              </a:rPr>
              <a:t>滚动轴承寿命计算</a:t>
            </a:r>
            <a:endParaRPr lang="zh-CN" altLang="en-US" sz="2400" dirty="0">
              <a:ea typeface="黑体" panose="02010609060101010101" pitchFamily="49" charset="-122"/>
              <a:hlinkClick r:id="rId5" action="ppaction://hlinksldjump"/>
            </a:endParaRPr>
          </a:p>
        </p:txBody>
      </p:sp>
      <p:sp>
        <p:nvSpPr>
          <p:cNvPr id="11271" name="Text Box 26"/>
          <p:cNvSpPr txBox="1">
            <a:spLocks noChangeArrowheads="1"/>
          </p:cNvSpPr>
          <p:nvPr/>
        </p:nvSpPr>
        <p:spPr bwMode="auto">
          <a:xfrm>
            <a:off x="1542820" y="4579986"/>
            <a:ext cx="4727575" cy="3860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a:solidFill>
                  <a:srgbClr val="000099"/>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rgbClr val="000099"/>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rgbClr val="000099"/>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rgbClr val="000099"/>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lnSpc>
                <a:spcPct val="80000"/>
              </a:lnSpc>
              <a:buFontTx/>
              <a:buNone/>
            </a:pPr>
            <a:r>
              <a:rPr lang="en-US" altLang="zh-CN" sz="2400" dirty="0" smtClean="0"/>
              <a:t>3.6-6</a:t>
            </a:r>
            <a:r>
              <a:rPr lang="en-US" altLang="zh-CN" sz="2400" dirty="0" smtClean="0">
                <a:ea typeface="黑体" panose="02010609060101010101" pitchFamily="49" charset="-122"/>
              </a:rPr>
              <a:t> </a:t>
            </a:r>
            <a:r>
              <a:rPr lang="zh-CN" altLang="en-US" sz="2400" dirty="0" smtClean="0">
                <a:ea typeface="黑体" panose="02010609060101010101" pitchFamily="49" charset="-122"/>
                <a:hlinkClick r:id="rId6" action="ppaction://hlinksldjump"/>
              </a:rPr>
              <a:t>滚动轴承装置的设计</a:t>
            </a:r>
            <a:endParaRPr lang="zh-CN" altLang="en-US" sz="2400" dirty="0">
              <a:ea typeface="黑体" panose="02010609060101010101" pitchFamily="49" charset="-122"/>
              <a:hlinkClick r:id="rId7" action="ppaction://hlinksldjump"/>
            </a:endParaRPr>
          </a:p>
        </p:txBody>
      </p:sp>
      <p:sp>
        <p:nvSpPr>
          <p:cNvPr id="11272" name="Text Box 27"/>
          <p:cNvSpPr txBox="1">
            <a:spLocks noChangeArrowheads="1"/>
          </p:cNvSpPr>
          <p:nvPr/>
        </p:nvSpPr>
        <p:spPr bwMode="auto">
          <a:xfrm>
            <a:off x="1571721" y="5223096"/>
            <a:ext cx="4308475" cy="3860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a:solidFill>
                  <a:srgbClr val="000099"/>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rgbClr val="000099"/>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rgbClr val="000099"/>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rgbClr val="000099"/>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lnSpc>
                <a:spcPct val="80000"/>
              </a:lnSpc>
              <a:buFontTx/>
              <a:buNone/>
            </a:pPr>
            <a:r>
              <a:rPr lang="en-US" altLang="zh-CN" sz="2400" dirty="0" smtClean="0"/>
              <a:t>3.6-7</a:t>
            </a:r>
            <a:r>
              <a:rPr lang="en-US" altLang="zh-CN" sz="2400" dirty="0" smtClean="0">
                <a:ea typeface="黑体" panose="02010609060101010101" pitchFamily="49" charset="-122"/>
              </a:rPr>
              <a:t> </a:t>
            </a:r>
            <a:r>
              <a:rPr lang="zh-CN" altLang="en-US" sz="2400" dirty="0" smtClean="0">
                <a:ea typeface="黑体" panose="02010609060101010101" pitchFamily="49" charset="-122"/>
                <a:hlinkClick r:id="rId8" action="ppaction://hlinksldjump"/>
              </a:rPr>
              <a:t>滚动轴承例题分析</a:t>
            </a:r>
            <a:endParaRPr lang="zh-CN" altLang="en-US" sz="2400" dirty="0">
              <a:ea typeface="黑体" panose="02010609060101010101" pitchFamily="49" charset="-122"/>
            </a:endParaRPr>
          </a:p>
        </p:txBody>
      </p:sp>
      <p:sp>
        <p:nvSpPr>
          <p:cNvPr id="11276" name="直接连接符 6"/>
          <p:cNvSpPr>
            <a:spLocks noChangeShapeType="1"/>
          </p:cNvSpPr>
          <p:nvPr/>
        </p:nvSpPr>
        <p:spPr bwMode="auto">
          <a:xfrm>
            <a:off x="-20320" y="1208105"/>
            <a:ext cx="9144000" cy="0"/>
          </a:xfrm>
          <a:prstGeom prst="line">
            <a:avLst/>
          </a:prstGeom>
          <a:noFill/>
          <a:ln w="28575">
            <a:solidFill>
              <a:srgbClr val="CC3300"/>
            </a:solidFill>
            <a:miter lim="800000"/>
          </a:ln>
          <a:extLst>
            <a:ext uri="{909E8E84-426E-40DD-AFC4-6F175D3DCCD1}">
              <a14:hiddenFill xmlns:a14="http://schemas.microsoft.com/office/drawing/2010/main">
                <a:noFill/>
              </a14:hiddenFill>
            </a:ext>
          </a:extLst>
        </p:spPr>
        <p:txBody>
          <a:bodyPr/>
          <a:lstStyle/>
          <a:p>
            <a:endParaRPr lang="zh-CN" altLang="en-US"/>
          </a:p>
        </p:txBody>
      </p:sp>
      <p:grpSp>
        <p:nvGrpSpPr>
          <p:cNvPr id="16" name="组合 1"/>
          <p:cNvGrpSpPr/>
          <p:nvPr/>
        </p:nvGrpSpPr>
        <p:grpSpPr>
          <a:xfrm>
            <a:off x="6127234" y="5901049"/>
            <a:ext cx="2630487" cy="827087"/>
            <a:chOff x="10088" y="9497"/>
            <a:chExt cx="4141" cy="1302"/>
          </a:xfrm>
        </p:grpSpPr>
        <p:sp>
          <p:nvSpPr>
            <p:cNvPr id="17" name="文本框 1073742869"/>
            <p:cNvSpPr txBox="1">
              <a:spLocks noChangeAspect="1"/>
            </p:cNvSpPr>
            <p:nvPr/>
          </p:nvSpPr>
          <p:spPr>
            <a:xfrm>
              <a:off x="11247" y="9745"/>
              <a:ext cx="2983" cy="479"/>
            </a:xfrm>
            <a:prstGeom prst="rect">
              <a:avLst/>
            </a:prstGeom>
            <a:noFill/>
            <a:ln w="9525">
              <a:noFill/>
            </a:ln>
          </p:spPr>
          <p:txBody>
            <a:bodyPr wrap="square" anchor="t"/>
            <a:lstStyle/>
            <a:p>
              <a:pPr algn="ctr">
                <a:buNone/>
              </a:pPr>
              <a:r>
                <a:rPr lang="zh-CN" altLang="en-US" sz="1200" dirty="0">
                  <a:latin typeface="Times New Roman" panose="02020603050405020304" pitchFamily="18" charset="0"/>
                </a:rPr>
                <a:t>China University of Mining &amp; Technology-Beijing</a:t>
              </a:r>
              <a:endParaRPr lang="zh-CN" altLang="en-US" sz="1200" dirty="0">
                <a:latin typeface="Times New Roman" panose="02020603050405020304" pitchFamily="18" charset="0"/>
              </a:endParaRPr>
            </a:p>
            <a:p>
              <a:endParaRPr lang="zh-CN" altLang="en-US" sz="1200" dirty="0">
                <a:latin typeface="Times New Roman" panose="02020603050405020304" pitchFamily="18" charset="0"/>
              </a:endParaRPr>
            </a:p>
          </p:txBody>
        </p:sp>
        <p:pic>
          <p:nvPicPr>
            <p:cNvPr id="18" name="图片 1073742872" descr="44303071dc0a1f9688d599dbc999570副本"/>
            <p:cNvPicPr>
              <a:picLocks noChangeAspect="1"/>
            </p:cNvPicPr>
            <p:nvPr/>
          </p:nvPicPr>
          <p:blipFill>
            <a:blip r:embed="rId9"/>
            <a:stretch>
              <a:fillRect/>
            </a:stretch>
          </p:blipFill>
          <p:spPr>
            <a:xfrm>
              <a:off x="10088" y="9497"/>
              <a:ext cx="1435" cy="1303"/>
            </a:xfrm>
            <a:prstGeom prst="rect">
              <a:avLst/>
            </a:prstGeom>
            <a:noFill/>
            <a:ln w="9525">
              <a:noFill/>
            </a:ln>
          </p:spPr>
        </p:pic>
      </p:grpSp>
      <p:sp>
        <p:nvSpPr>
          <p:cNvPr id="13" name="Text Box 23"/>
          <p:cNvSpPr txBox="1">
            <a:spLocks noChangeArrowheads="1"/>
          </p:cNvSpPr>
          <p:nvPr/>
        </p:nvSpPr>
        <p:spPr bwMode="auto">
          <a:xfrm>
            <a:off x="1515659" y="2660296"/>
            <a:ext cx="6010275" cy="3860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a:solidFill>
                  <a:srgbClr val="000099"/>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rgbClr val="000099"/>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rgbClr val="000099"/>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rgbClr val="000099"/>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lnSpc>
                <a:spcPct val="80000"/>
              </a:lnSpc>
              <a:buFontTx/>
              <a:buNone/>
            </a:pPr>
            <a:r>
              <a:rPr lang="en-US" altLang="zh-CN" sz="2400" dirty="0" smtClean="0"/>
              <a:t>3.6-3</a:t>
            </a:r>
            <a:r>
              <a:rPr lang="en-US" altLang="zh-CN" sz="2400" dirty="0" smtClean="0">
                <a:ea typeface="黑体" panose="02010609060101010101" pitchFamily="49" charset="-122"/>
              </a:rPr>
              <a:t> </a:t>
            </a:r>
            <a:r>
              <a:rPr lang="zh-CN" altLang="en-US" sz="2400" dirty="0" smtClean="0">
                <a:ea typeface="黑体" panose="02010609060101010101" pitchFamily="49" charset="-122"/>
                <a:hlinkClick r:id="rId2" action="ppaction://hlinksldjump"/>
              </a:rPr>
              <a:t>滚动轴承类型的选择</a:t>
            </a:r>
            <a:endParaRPr lang="zh-CN" altLang="en-US" sz="2400" dirty="0">
              <a:ea typeface="黑体" panose="02010609060101010101" pitchFamily="49" charset="-122"/>
              <a:hlinkClick r:id="rId2" action="ppaction://hlinksldjump"/>
            </a:endParaRPr>
          </a:p>
        </p:txBody>
      </p:sp>
      <p:sp>
        <p:nvSpPr>
          <p:cNvPr id="2" name="动作按钮: 文档 1">
            <a:hlinkClick r:id="rId10" action="ppaction://hlinksldjump"/>
          </p:cNvPr>
          <p:cNvSpPr/>
          <p:nvPr/>
        </p:nvSpPr>
        <p:spPr>
          <a:xfrm>
            <a:off x="5225415" y="3846830"/>
            <a:ext cx="665480" cy="460374"/>
          </a:xfrm>
          <a:prstGeom prst="actionButtonDocument">
            <a:avLst/>
          </a:prstGeom>
          <a:solidFill>
            <a:schemeClr val="accent1">
              <a:lumMod val="20000"/>
              <a:lumOff val="80000"/>
            </a:schemeClr>
          </a:solidFill>
          <a:ln w="9525" cap="flat" cmpd="sng" algn="ctr">
            <a:noFill/>
            <a:prstDash val="solid"/>
            <a:round/>
            <a:headEnd type="none" w="med" len="med"/>
            <a:tailEnd type="none" w="med" len="med"/>
          </a:ln>
        </p:spPr>
        <p:txBody>
          <a:bodyPr vert="horz" wrap="square" lIns="91440" tIns="45720" rIns="91440" bIns="45720" numCol="1" anchor="t" anchorCtr="0" compatLnSpc="1">
            <a:spAutoFit/>
          </a:bodyPr>
          <a:p>
            <a:pPr marL="0" marR="0" indent="0" algn="l" defTabSz="914400" rtl="0" eaLnBrk="1" fontAlgn="base" latinLnBrk="0" hangingPunct="1">
              <a:lnSpc>
                <a:spcPct val="120000"/>
              </a:lnSpc>
              <a:spcBef>
                <a:spcPct val="0"/>
              </a:spcBef>
              <a:spcAft>
                <a:spcPct val="0"/>
              </a:spcAft>
              <a:buClrTx/>
              <a:buSzTx/>
              <a:buFontTx/>
              <a:buBlip>
                <a:blip r:embed="rId11"/>
              </a:buBlip>
            </a:pPr>
            <a:endParaRPr kumimoji="1" lang="zh-CN" altLang="en-US" sz="2000" b="0" i="0" u="none" strike="noStrike" cap="none" normalizeH="0" baseline="0" smtClean="0">
              <a:ln>
                <a:noFill/>
              </a:ln>
              <a:solidFill>
                <a:srgbClr val="000099"/>
              </a:solidFill>
              <a:effectLst/>
              <a:latin typeface="Times New Roman" panose="02020603050405020304" pitchFamily="18" charset="0"/>
              <a:ea typeface="华文中宋" panose="0201060004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spd="slow" p14:dur="999" advClick="0"/>
    </mc:Choice>
    <mc:Fallback>
      <p:transition spd="slow" advClick="0"/>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Box 14"/>
          <p:cNvSpPr txBox="1">
            <a:spLocks noChangeArrowheads="1"/>
          </p:cNvSpPr>
          <p:nvPr/>
        </p:nvSpPr>
        <p:spPr bwMode="auto">
          <a:xfrm>
            <a:off x="169545" y="1359535"/>
            <a:ext cx="8805545" cy="1863725"/>
          </a:xfrm>
          <a:prstGeom prst="rect">
            <a:avLst/>
          </a:prstGeom>
          <a:gradFill flip="none" rotWithShape="1">
            <a:gsLst>
              <a:gs pos="0">
                <a:srgbClr val="0070C0">
                  <a:tint val="66000"/>
                  <a:satMod val="160000"/>
                </a:srgbClr>
              </a:gs>
              <a:gs pos="50000">
                <a:srgbClr val="0070C0">
                  <a:tint val="44500"/>
                  <a:satMod val="160000"/>
                </a:srgbClr>
              </a:gs>
              <a:gs pos="100000">
                <a:srgbClr val="0070C0">
                  <a:tint val="23500"/>
                  <a:satMod val="160000"/>
                </a:srgbClr>
              </a:gs>
            </a:gsLst>
            <a:lin ang="5400000" scaled="1"/>
            <a:tileRect/>
          </a:gradFill>
          <a:ln>
            <a:noFill/>
          </a:ln>
          <a:effectLst>
            <a:outerShdw blurRad="50800" dist="38100" algn="l" rotWithShape="0">
              <a:prstClr val="black">
                <a:alpha val="40000"/>
              </a:prstClr>
            </a:outerShdw>
          </a:effectLst>
        </p:spPr>
        <p:txBody>
          <a:bodyPr wrap="square">
            <a:spAutoFit/>
          </a:bodyPr>
          <a:lstStyle>
            <a:lvl1pPr>
              <a:lnSpc>
                <a:spcPct val="120000"/>
              </a:lnSpc>
              <a:buChar char="•"/>
              <a:defRPr kumimoji="1" sz="2000">
                <a:solidFill>
                  <a:srgbClr val="000099"/>
                </a:solidFill>
                <a:latin typeface="Times New Roman" panose="02020603050405020304" pitchFamily="18" charset="0"/>
                <a:ea typeface="华文中宋" panose="02010600040101010101" pitchFamily="2" charset="-122"/>
              </a:defRPr>
            </a:lvl1pPr>
            <a:lvl2pPr marL="742950" indent="-285750">
              <a:lnSpc>
                <a:spcPct val="120000"/>
              </a:lnSpc>
              <a:buChar char="•"/>
              <a:defRPr kumimoji="1" sz="2000">
                <a:solidFill>
                  <a:srgbClr val="000099"/>
                </a:solidFill>
                <a:latin typeface="Times New Roman" panose="02020603050405020304" pitchFamily="18" charset="0"/>
                <a:ea typeface="华文中宋" panose="02010600040101010101" pitchFamily="2" charset="-122"/>
              </a:defRPr>
            </a:lvl2pPr>
            <a:lvl3pPr marL="1143000" indent="-228600">
              <a:lnSpc>
                <a:spcPct val="120000"/>
              </a:lnSpc>
              <a:buChar char="•"/>
              <a:defRPr kumimoji="1" sz="2000">
                <a:solidFill>
                  <a:srgbClr val="000099"/>
                </a:solidFill>
                <a:latin typeface="Times New Roman" panose="02020603050405020304" pitchFamily="18" charset="0"/>
                <a:ea typeface="华文中宋" panose="02010600040101010101" pitchFamily="2" charset="-122"/>
              </a:defRPr>
            </a:lvl3pPr>
            <a:lvl4pPr marL="1600200" indent="-228600">
              <a:lnSpc>
                <a:spcPct val="120000"/>
              </a:lnSpc>
              <a:buChar char="•"/>
              <a:defRPr kumimoji="1" sz="2000">
                <a:solidFill>
                  <a:srgbClr val="000099"/>
                </a:solidFill>
                <a:latin typeface="Times New Roman" panose="02020603050405020304" pitchFamily="18" charset="0"/>
                <a:ea typeface="华文中宋" panose="02010600040101010101" pitchFamily="2" charset="-122"/>
              </a:defRPr>
            </a:lvl4pPr>
            <a:lvl5pPr marL="2057400" indent="-228600">
              <a:lnSpc>
                <a:spcPct val="120000"/>
              </a:lnSpc>
              <a:buChar char="•"/>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buFontTx/>
              <a:buNone/>
            </a:pPr>
            <a:r>
              <a:rPr lang="zh-CN" altLang="en-US" sz="2400" dirty="0" smtClean="0">
                <a:solidFill>
                  <a:srgbClr val="C00000"/>
                </a:solidFill>
                <a:latin typeface="黑体" panose="02010609060101010101" pitchFamily="49" charset="-122"/>
                <a:ea typeface="黑体" panose="02010609060101010101" pitchFamily="49" charset="-122"/>
              </a:rPr>
              <a:t>本章重点：</a:t>
            </a:r>
            <a:endParaRPr lang="zh-CN" altLang="en-US" sz="2400" dirty="0">
              <a:solidFill>
                <a:srgbClr val="C00000"/>
              </a:solidFill>
              <a:latin typeface="黑体" panose="02010609060101010101" pitchFamily="49" charset="-122"/>
              <a:ea typeface="黑体" panose="02010609060101010101" pitchFamily="49" charset="-122"/>
            </a:endParaRPr>
          </a:p>
          <a:p>
            <a:pPr eaLnBrk="1" hangingPunct="1">
              <a:buFontTx/>
              <a:buBlip>
                <a:blip r:embed="rId1"/>
              </a:buBlip>
            </a:pPr>
            <a:r>
              <a:rPr lang="zh-CN" altLang="en-US" sz="2400" dirty="0">
                <a:solidFill>
                  <a:schemeClr val="tx1"/>
                </a:solidFill>
                <a:latin typeface="黑体" panose="02010609060101010101" pitchFamily="49" charset="-122"/>
                <a:ea typeface="黑体" panose="02010609060101010101" pitchFamily="49" charset="-122"/>
              </a:rPr>
              <a:t> </a:t>
            </a:r>
            <a:r>
              <a:rPr lang="zh-CN" altLang="en-US" sz="2400" dirty="0">
                <a:latin typeface="黑体" panose="02010609060101010101" pitchFamily="49" charset="-122"/>
                <a:ea typeface="黑体" panose="02010609060101010101" pitchFamily="49" charset="-122"/>
              </a:rPr>
              <a:t>滚动轴承的类型和代号（认识轴承）；</a:t>
            </a:r>
            <a:endParaRPr lang="zh-CN" altLang="en-US" sz="2400" dirty="0">
              <a:latin typeface="黑体" panose="02010609060101010101" pitchFamily="49" charset="-122"/>
              <a:ea typeface="黑体" panose="02010609060101010101" pitchFamily="49" charset="-122"/>
            </a:endParaRPr>
          </a:p>
          <a:p>
            <a:pPr eaLnBrk="1" hangingPunct="1">
              <a:buFontTx/>
              <a:buBlip>
                <a:blip r:embed="rId1"/>
              </a:buBlip>
            </a:pPr>
            <a:r>
              <a:rPr lang="zh-CN" altLang="en-US" sz="2400" dirty="0">
                <a:solidFill>
                  <a:schemeClr val="tx1"/>
                </a:solidFill>
                <a:latin typeface="黑体" panose="02010609060101010101" pitchFamily="49" charset="-122"/>
                <a:ea typeface="黑体" panose="02010609060101010101" pitchFamily="49" charset="-122"/>
              </a:rPr>
              <a:t> </a:t>
            </a:r>
            <a:r>
              <a:rPr lang="zh-CN" altLang="en-US" sz="2400" dirty="0">
                <a:latin typeface="黑体" panose="02010609060101010101" pitchFamily="49" charset="-122"/>
                <a:ea typeface="黑体" panose="02010609060101010101" pitchFamily="49" charset="-122"/>
              </a:rPr>
              <a:t>滚动轴承的选用（包括类型选择、尺寸选择、承载</a:t>
            </a:r>
            <a:r>
              <a:rPr lang="zh-CN" altLang="en-US" sz="2400" dirty="0" smtClean="0">
                <a:latin typeface="黑体" panose="02010609060101010101" pitchFamily="49" charset="-122"/>
                <a:ea typeface="黑体" panose="02010609060101010101" pitchFamily="49" charset="-122"/>
              </a:rPr>
              <a:t>能力</a:t>
            </a:r>
            <a:r>
              <a:rPr lang="zh-CN" altLang="en-US" sz="2400" dirty="0">
                <a:latin typeface="黑体" panose="02010609060101010101" pitchFamily="49" charset="-122"/>
                <a:ea typeface="黑体" panose="02010609060101010101" pitchFamily="49" charset="-122"/>
              </a:rPr>
              <a:t>验算）</a:t>
            </a:r>
            <a:endParaRPr lang="zh-CN" altLang="en-US" sz="2400" dirty="0">
              <a:latin typeface="黑体" panose="02010609060101010101" pitchFamily="49" charset="-122"/>
              <a:ea typeface="黑体" panose="02010609060101010101" pitchFamily="49" charset="-122"/>
            </a:endParaRPr>
          </a:p>
          <a:p>
            <a:pPr eaLnBrk="1" hangingPunct="1">
              <a:buFontTx/>
              <a:buBlip>
                <a:blip r:embed="rId1"/>
              </a:buBlip>
            </a:pPr>
            <a:r>
              <a:rPr lang="zh-CN" altLang="en-US" sz="2400" dirty="0">
                <a:solidFill>
                  <a:schemeClr val="tx1"/>
                </a:solidFill>
                <a:latin typeface="黑体" panose="02010609060101010101" pitchFamily="49" charset="-122"/>
                <a:ea typeface="黑体" panose="02010609060101010101" pitchFamily="49" charset="-122"/>
              </a:rPr>
              <a:t> </a:t>
            </a:r>
            <a:r>
              <a:rPr lang="zh-CN" altLang="en-US" sz="2400" dirty="0">
                <a:latin typeface="黑体" panose="02010609060101010101" pitchFamily="49" charset="-122"/>
                <a:ea typeface="黑体" panose="02010609060101010101" pitchFamily="49" charset="-122"/>
              </a:rPr>
              <a:t>滚动轴承的装置设计。</a:t>
            </a:r>
            <a:endParaRPr lang="zh-CN" altLang="en-US" sz="2400" dirty="0">
              <a:latin typeface="黑体" panose="02010609060101010101" pitchFamily="49" charset="-122"/>
              <a:ea typeface="黑体" panose="02010609060101010101" pitchFamily="49" charset="-122"/>
            </a:endParaRPr>
          </a:p>
        </p:txBody>
      </p:sp>
      <p:sp>
        <p:nvSpPr>
          <p:cNvPr id="5" name="Text Box 14"/>
          <p:cNvSpPr txBox="1">
            <a:spLocks noChangeArrowheads="1"/>
          </p:cNvSpPr>
          <p:nvPr/>
        </p:nvSpPr>
        <p:spPr bwMode="auto">
          <a:xfrm>
            <a:off x="169545" y="4146550"/>
            <a:ext cx="8844280" cy="1420495"/>
          </a:xfrm>
          <a:prstGeom prst="rect">
            <a:avLst/>
          </a:prstGeom>
          <a:gradFill flip="none" rotWithShape="1">
            <a:gsLst>
              <a:gs pos="0">
                <a:srgbClr val="00B050">
                  <a:tint val="66000"/>
                  <a:satMod val="160000"/>
                </a:srgbClr>
              </a:gs>
              <a:gs pos="50000">
                <a:srgbClr val="00B050">
                  <a:tint val="44500"/>
                  <a:satMod val="160000"/>
                </a:srgbClr>
              </a:gs>
              <a:gs pos="100000">
                <a:srgbClr val="00B050">
                  <a:tint val="23500"/>
                  <a:satMod val="160000"/>
                </a:srgbClr>
              </a:gs>
            </a:gsLst>
            <a:lin ang="5400000" scaled="1"/>
            <a:tileRect/>
          </a:gradFill>
          <a:ln>
            <a:noFill/>
          </a:ln>
          <a:effectLst>
            <a:outerShdw blurRad="50800" dist="38100" dir="18900000" algn="bl" rotWithShape="0">
              <a:prstClr val="black">
                <a:alpha val="40000"/>
              </a:prstClr>
            </a:outerShdw>
          </a:effectLst>
        </p:spPr>
        <p:txBody>
          <a:bodyPr wrap="square">
            <a:spAutoFit/>
          </a:bodyPr>
          <a:lstStyle>
            <a:lvl1pPr>
              <a:lnSpc>
                <a:spcPct val="120000"/>
              </a:lnSpc>
              <a:buChar char="•"/>
              <a:defRPr kumimoji="1" sz="2000">
                <a:solidFill>
                  <a:srgbClr val="000099"/>
                </a:solidFill>
                <a:latin typeface="Times New Roman" panose="02020603050405020304" pitchFamily="18" charset="0"/>
                <a:ea typeface="华文中宋" panose="02010600040101010101" pitchFamily="2" charset="-122"/>
              </a:defRPr>
            </a:lvl1pPr>
            <a:lvl2pPr marL="742950" indent="-285750">
              <a:lnSpc>
                <a:spcPct val="120000"/>
              </a:lnSpc>
              <a:buChar char="•"/>
              <a:defRPr kumimoji="1" sz="2000">
                <a:solidFill>
                  <a:srgbClr val="000099"/>
                </a:solidFill>
                <a:latin typeface="Times New Roman" panose="02020603050405020304" pitchFamily="18" charset="0"/>
                <a:ea typeface="华文中宋" panose="02010600040101010101" pitchFamily="2" charset="-122"/>
              </a:defRPr>
            </a:lvl2pPr>
            <a:lvl3pPr marL="1143000" indent="-228600">
              <a:lnSpc>
                <a:spcPct val="120000"/>
              </a:lnSpc>
              <a:buChar char="•"/>
              <a:defRPr kumimoji="1" sz="2000">
                <a:solidFill>
                  <a:srgbClr val="000099"/>
                </a:solidFill>
                <a:latin typeface="Times New Roman" panose="02020603050405020304" pitchFamily="18" charset="0"/>
                <a:ea typeface="华文中宋" panose="02010600040101010101" pitchFamily="2" charset="-122"/>
              </a:defRPr>
            </a:lvl3pPr>
            <a:lvl4pPr marL="1600200" indent="-228600">
              <a:lnSpc>
                <a:spcPct val="120000"/>
              </a:lnSpc>
              <a:buChar char="•"/>
              <a:defRPr kumimoji="1" sz="2000">
                <a:solidFill>
                  <a:srgbClr val="000099"/>
                </a:solidFill>
                <a:latin typeface="Times New Roman" panose="02020603050405020304" pitchFamily="18" charset="0"/>
                <a:ea typeface="华文中宋" panose="02010600040101010101" pitchFamily="2" charset="-122"/>
              </a:defRPr>
            </a:lvl4pPr>
            <a:lvl5pPr marL="2057400" indent="-228600">
              <a:lnSpc>
                <a:spcPct val="120000"/>
              </a:lnSpc>
              <a:buChar char="•"/>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buFontTx/>
              <a:buNone/>
            </a:pPr>
            <a:r>
              <a:rPr lang="zh-CN" altLang="en-US" sz="2400" dirty="0" smtClean="0">
                <a:solidFill>
                  <a:srgbClr val="C00000"/>
                </a:solidFill>
                <a:latin typeface="黑体" panose="02010609060101010101" pitchFamily="49" charset="-122"/>
                <a:ea typeface="黑体" panose="02010609060101010101" pitchFamily="49" charset="-122"/>
              </a:rPr>
              <a:t>本章难点：</a:t>
            </a:r>
            <a:endParaRPr lang="zh-CN" altLang="en-US" sz="2400" dirty="0">
              <a:solidFill>
                <a:srgbClr val="C00000"/>
              </a:solidFill>
              <a:latin typeface="黑体" panose="02010609060101010101" pitchFamily="49" charset="-122"/>
              <a:ea typeface="黑体" panose="02010609060101010101" pitchFamily="49" charset="-122"/>
            </a:endParaRPr>
          </a:p>
          <a:p>
            <a:pPr eaLnBrk="1" hangingPunct="1">
              <a:buFontTx/>
              <a:buBlip>
                <a:blip r:embed="rId1"/>
              </a:buBlip>
            </a:pPr>
            <a:r>
              <a:rPr lang="zh-CN" altLang="en-US" sz="2400" dirty="0">
                <a:solidFill>
                  <a:schemeClr val="tx1"/>
                </a:solidFill>
                <a:latin typeface="黑体" panose="02010609060101010101" pitchFamily="49" charset="-122"/>
                <a:ea typeface="黑体" panose="02010609060101010101" pitchFamily="49" charset="-122"/>
              </a:rPr>
              <a:t> </a:t>
            </a:r>
            <a:r>
              <a:rPr lang="zh-CN" altLang="en-US" sz="2400" dirty="0" smtClean="0">
                <a:latin typeface="黑体" panose="02010609060101010101" pitchFamily="49" charset="-122"/>
                <a:ea typeface="黑体" panose="02010609060101010101" pitchFamily="49" charset="-122"/>
              </a:rPr>
              <a:t>角接触球轴承与圆锥滚子轴承的受力分析及轴向载荷的计算</a:t>
            </a:r>
            <a:endParaRPr lang="zh-CN" altLang="en-US" sz="2400" dirty="0">
              <a:latin typeface="黑体" panose="02010609060101010101" pitchFamily="49" charset="-122"/>
              <a:ea typeface="黑体" panose="02010609060101010101" pitchFamily="49" charset="-122"/>
            </a:endParaRPr>
          </a:p>
          <a:p>
            <a:pPr eaLnBrk="1" hangingPunct="1">
              <a:buFontTx/>
              <a:buBlip>
                <a:blip r:embed="rId1"/>
              </a:buBlip>
            </a:pPr>
            <a:r>
              <a:rPr lang="zh-CN" altLang="en-US" sz="2400" dirty="0">
                <a:solidFill>
                  <a:schemeClr val="tx1"/>
                </a:solidFill>
                <a:latin typeface="黑体" panose="02010609060101010101" pitchFamily="49" charset="-122"/>
                <a:ea typeface="黑体" panose="02010609060101010101" pitchFamily="49" charset="-122"/>
              </a:rPr>
              <a:t> </a:t>
            </a:r>
            <a:r>
              <a:rPr lang="zh-CN" altLang="en-US" sz="2400" dirty="0" smtClean="0">
                <a:latin typeface="黑体" panose="02010609060101010101" pitchFamily="49" charset="-122"/>
                <a:ea typeface="黑体" panose="02010609060101010101" pitchFamily="49" charset="-122"/>
              </a:rPr>
              <a:t>滚动轴承的组合设计</a:t>
            </a:r>
            <a:endParaRPr lang="zh-CN" altLang="en-US" sz="2400" dirty="0">
              <a:latin typeface="黑体" panose="02010609060101010101" pitchFamily="49" charset="-122"/>
              <a:ea typeface="黑体" panose="02010609060101010101" pitchFamily="49" charset="-122"/>
            </a:endParaRPr>
          </a:p>
        </p:txBody>
      </p:sp>
      <p:sp>
        <p:nvSpPr>
          <p:cNvPr id="6" name="Rectangle 2"/>
          <p:cNvSpPr txBox="1">
            <a:spLocks noChangeArrowheads="1"/>
          </p:cNvSpPr>
          <p:nvPr/>
        </p:nvSpPr>
        <p:spPr bwMode="auto">
          <a:xfrm>
            <a:off x="2933700" y="154287"/>
            <a:ext cx="4953000" cy="4572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l" rtl="0" eaLnBrk="0" fontAlgn="base" hangingPunct="0">
              <a:spcBef>
                <a:spcPct val="0"/>
              </a:spcBef>
              <a:spcAft>
                <a:spcPct val="0"/>
              </a:spcAft>
              <a:defRPr kumimoji="1" sz="4400">
                <a:solidFill>
                  <a:schemeClr val="tx2"/>
                </a:solidFill>
                <a:latin typeface="+mj-lt"/>
                <a:ea typeface="+mj-ea"/>
                <a:cs typeface="+mj-cs"/>
              </a:defRPr>
            </a:lvl1pPr>
            <a:lvl2pPr algn="l" rtl="0" eaLnBrk="0" fontAlgn="base" hangingPunct="0">
              <a:spcBef>
                <a:spcPct val="0"/>
              </a:spcBef>
              <a:spcAft>
                <a:spcPct val="0"/>
              </a:spcAft>
              <a:defRPr kumimoji="1" sz="4400">
                <a:solidFill>
                  <a:schemeClr val="tx2"/>
                </a:solidFill>
                <a:latin typeface="Tahoma" panose="020B0604030504040204" pitchFamily="34" charset="0"/>
                <a:ea typeface="宋体" panose="02010600030101010101" pitchFamily="2" charset="-122"/>
              </a:defRPr>
            </a:lvl2pPr>
            <a:lvl3pPr algn="l" rtl="0" eaLnBrk="0" fontAlgn="base" hangingPunct="0">
              <a:spcBef>
                <a:spcPct val="0"/>
              </a:spcBef>
              <a:spcAft>
                <a:spcPct val="0"/>
              </a:spcAft>
              <a:defRPr kumimoji="1" sz="4400">
                <a:solidFill>
                  <a:schemeClr val="tx2"/>
                </a:solidFill>
                <a:latin typeface="Tahoma" panose="020B0604030504040204" pitchFamily="34" charset="0"/>
                <a:ea typeface="宋体" panose="02010600030101010101" pitchFamily="2" charset="-122"/>
              </a:defRPr>
            </a:lvl3pPr>
            <a:lvl4pPr algn="l" rtl="0" eaLnBrk="0" fontAlgn="base" hangingPunct="0">
              <a:spcBef>
                <a:spcPct val="0"/>
              </a:spcBef>
              <a:spcAft>
                <a:spcPct val="0"/>
              </a:spcAft>
              <a:defRPr kumimoji="1" sz="4400">
                <a:solidFill>
                  <a:schemeClr val="tx2"/>
                </a:solidFill>
                <a:latin typeface="Tahoma" panose="020B0604030504040204" pitchFamily="34" charset="0"/>
                <a:ea typeface="宋体" panose="02010600030101010101" pitchFamily="2" charset="-122"/>
              </a:defRPr>
            </a:lvl4pPr>
            <a:lvl5pPr algn="l" rtl="0" eaLnBrk="0" fontAlgn="base" hangingPunct="0">
              <a:spcBef>
                <a:spcPct val="0"/>
              </a:spcBef>
              <a:spcAft>
                <a:spcPct val="0"/>
              </a:spcAft>
              <a:defRPr kumimoji="1" sz="4400">
                <a:solidFill>
                  <a:schemeClr val="tx2"/>
                </a:solidFill>
                <a:latin typeface="Tahoma" panose="020B0604030504040204" pitchFamily="34" charset="0"/>
                <a:ea typeface="宋体" panose="02010600030101010101" pitchFamily="2" charset="-122"/>
              </a:defRPr>
            </a:lvl5pPr>
            <a:lvl6pPr marL="457200" algn="l" rtl="0" fontAlgn="base">
              <a:spcBef>
                <a:spcPct val="0"/>
              </a:spcBef>
              <a:spcAft>
                <a:spcPct val="0"/>
              </a:spcAft>
              <a:defRPr kumimoji="1" sz="4400">
                <a:solidFill>
                  <a:schemeClr val="tx2"/>
                </a:solidFill>
                <a:latin typeface="Tahoma" panose="020B0604030504040204" pitchFamily="34" charset="0"/>
                <a:ea typeface="宋体" panose="02010600030101010101" pitchFamily="2" charset="-122"/>
              </a:defRPr>
            </a:lvl6pPr>
            <a:lvl7pPr marL="914400" algn="l" rtl="0" fontAlgn="base">
              <a:spcBef>
                <a:spcPct val="0"/>
              </a:spcBef>
              <a:spcAft>
                <a:spcPct val="0"/>
              </a:spcAft>
              <a:defRPr kumimoji="1" sz="4400">
                <a:solidFill>
                  <a:schemeClr val="tx2"/>
                </a:solidFill>
                <a:latin typeface="Tahoma" panose="020B0604030504040204" pitchFamily="34" charset="0"/>
                <a:ea typeface="宋体" panose="02010600030101010101" pitchFamily="2" charset="-122"/>
              </a:defRPr>
            </a:lvl7pPr>
            <a:lvl8pPr marL="1371600" algn="l" rtl="0" fontAlgn="base">
              <a:spcBef>
                <a:spcPct val="0"/>
              </a:spcBef>
              <a:spcAft>
                <a:spcPct val="0"/>
              </a:spcAft>
              <a:defRPr kumimoji="1" sz="4400">
                <a:solidFill>
                  <a:schemeClr val="tx2"/>
                </a:solidFill>
                <a:latin typeface="Tahoma" panose="020B0604030504040204" pitchFamily="34" charset="0"/>
                <a:ea typeface="宋体" panose="02010600030101010101" pitchFamily="2" charset="-122"/>
              </a:defRPr>
            </a:lvl8pPr>
            <a:lvl9pPr marL="1828800" algn="l" rtl="0" fontAlgn="base">
              <a:spcBef>
                <a:spcPct val="0"/>
              </a:spcBef>
              <a:spcAft>
                <a:spcPct val="0"/>
              </a:spcAft>
              <a:defRPr kumimoji="1" sz="4400">
                <a:solidFill>
                  <a:schemeClr val="tx2"/>
                </a:solidFill>
                <a:latin typeface="Tahoma" panose="020B0604030504040204" pitchFamily="34" charset="0"/>
                <a:ea typeface="宋体" panose="02010600030101010101" pitchFamily="2" charset="-122"/>
              </a:defRPr>
            </a:lvl9pPr>
          </a:lstStyle>
          <a:p>
            <a:pPr eaLnBrk="1" hangingPunct="1">
              <a:lnSpc>
                <a:spcPct val="100000"/>
              </a:lnSpc>
              <a:buNone/>
            </a:pPr>
            <a:r>
              <a:rPr lang="zh-CN" altLang="en-US" sz="3000" kern="0" smtClean="0">
                <a:solidFill>
                  <a:srgbClr val="A50021"/>
                </a:solidFill>
                <a:latin typeface="黑体" panose="02010609060101010101" pitchFamily="49" charset="-122"/>
                <a:ea typeface="黑体" panose="02010609060101010101" pitchFamily="49" charset="-122"/>
              </a:rPr>
              <a:t>第</a:t>
            </a:r>
            <a:r>
              <a:rPr lang="en-US" altLang="zh-CN" sz="3000" kern="0" smtClean="0">
                <a:solidFill>
                  <a:srgbClr val="A50021"/>
                </a:solidFill>
                <a:latin typeface="黑体" panose="02010609060101010101" pitchFamily="49" charset="-122"/>
                <a:ea typeface="黑体" panose="02010609060101010101" pitchFamily="49" charset="-122"/>
              </a:rPr>
              <a:t>3.6</a:t>
            </a:r>
            <a:r>
              <a:rPr lang="zh-CN" altLang="en-US" sz="3000" kern="0" smtClean="0">
                <a:solidFill>
                  <a:srgbClr val="A50021"/>
                </a:solidFill>
                <a:latin typeface="黑体" panose="02010609060101010101" pitchFamily="49" charset="-122"/>
                <a:ea typeface="黑体" panose="02010609060101010101" pitchFamily="49" charset="-122"/>
              </a:rPr>
              <a:t>章 滚动轴承</a:t>
            </a:r>
            <a:endParaRPr lang="zh-CN" altLang="en-US" sz="3000" kern="0" dirty="0" smtClean="0">
              <a:solidFill>
                <a:srgbClr val="A50021"/>
              </a:solidFill>
              <a:latin typeface="黑体" panose="02010609060101010101" pitchFamily="49" charset="-122"/>
              <a:ea typeface="黑体" panose="02010609060101010101" pitchFamily="49" charset="-122"/>
            </a:endParaRPr>
          </a:p>
        </p:txBody>
      </p:sp>
      <p:sp>
        <p:nvSpPr>
          <p:cNvPr id="7" name="直接连接符 6"/>
          <p:cNvSpPr>
            <a:spLocks noChangeShapeType="1"/>
          </p:cNvSpPr>
          <p:nvPr/>
        </p:nvSpPr>
        <p:spPr bwMode="auto">
          <a:xfrm>
            <a:off x="0" y="882967"/>
            <a:ext cx="9144000" cy="0"/>
          </a:xfrm>
          <a:prstGeom prst="line">
            <a:avLst/>
          </a:prstGeom>
          <a:noFill/>
          <a:ln w="28575">
            <a:solidFill>
              <a:srgbClr val="CC3300"/>
            </a:solidFill>
            <a:miter lim="800000"/>
          </a:ln>
          <a:extLst>
            <a:ext uri="{909E8E84-426E-40DD-AFC4-6F175D3DCCD1}">
              <a14:hiddenFill xmlns:a14="http://schemas.microsoft.com/office/drawing/2010/main">
                <a:noFill/>
              </a14:hiddenFill>
            </a:ext>
          </a:extLst>
        </p:spPr>
        <p:txBody>
          <a:bodyPr/>
          <a:lstStyle/>
          <a:p>
            <a:endParaRPr lang="zh-CN" altLang="en-US"/>
          </a:p>
        </p:txBody>
      </p:sp>
    </p:spTree>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up)">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wipe(up)">
                                      <p:cBhvr>
                                        <p:cTn id="12"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ldLvl="0" animBg="1"/>
      <p:bldP spid="5" grpId="0" bldLvl="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p:cNvSpPr>
            <a:spLocks noGrp="1" noChangeArrowheads="1"/>
          </p:cNvSpPr>
          <p:nvPr>
            <p:ph type="title"/>
          </p:nvPr>
        </p:nvSpPr>
        <p:spPr bwMode="auto">
          <a:xfrm>
            <a:off x="5486400" y="762000"/>
            <a:ext cx="2971800" cy="2286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18000" rIns="91440" bIns="45720" numCol="1" anchor="ctr" anchorCtr="1" compatLnSpc="1"/>
          <a:lstStyle/>
          <a:p>
            <a:pPr eaLnBrk="1" hangingPunct="1"/>
            <a:r>
              <a:rPr lang="zh-CN" altLang="en-US" sz="2000" smtClean="0">
                <a:solidFill>
                  <a:schemeClr val="bg1"/>
                </a:solidFill>
                <a:latin typeface="黑体" panose="02010609060101010101" pitchFamily="49" charset="-122"/>
                <a:ea typeface="黑体" panose="02010609060101010101" pitchFamily="49" charset="-122"/>
              </a:rPr>
              <a:t>概述</a:t>
            </a:r>
            <a:endParaRPr lang="zh-CN" altLang="en-US" sz="2000" smtClean="0">
              <a:solidFill>
                <a:schemeClr val="bg1"/>
              </a:solidFill>
              <a:latin typeface="黑体" panose="02010609060101010101" pitchFamily="49" charset="-122"/>
              <a:ea typeface="黑体" panose="02010609060101010101" pitchFamily="49" charset="-122"/>
            </a:endParaRPr>
          </a:p>
        </p:txBody>
      </p:sp>
      <p:sp>
        <p:nvSpPr>
          <p:cNvPr id="9222" name="Text Box 6"/>
          <p:cNvSpPr txBox="1">
            <a:spLocks noChangeArrowheads="1"/>
          </p:cNvSpPr>
          <p:nvPr/>
        </p:nvSpPr>
        <p:spPr bwMode="auto">
          <a:xfrm>
            <a:off x="248352" y="981252"/>
            <a:ext cx="8674100" cy="12572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a:solidFill>
                  <a:srgbClr val="000099"/>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rgbClr val="000099"/>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rgbClr val="000099"/>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rgbClr val="000099"/>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buFontTx/>
              <a:buNone/>
            </a:pPr>
            <a:r>
              <a:rPr lang="zh-CN" altLang="en-US" dirty="0"/>
              <a:t>        </a:t>
            </a:r>
            <a:r>
              <a:rPr lang="zh-CN" altLang="en-US" sz="2200" dirty="0">
                <a:latin typeface="黑体" panose="02010609060101010101" pitchFamily="49" charset="-122"/>
                <a:ea typeface="黑体" panose="02010609060101010101" pitchFamily="49" charset="-122"/>
              </a:rPr>
              <a:t>滚动轴承是现代机器中广泛应用</a:t>
            </a:r>
            <a:r>
              <a:rPr lang="zh-CN" altLang="en-US" sz="2200" dirty="0" smtClean="0">
                <a:latin typeface="黑体" panose="02010609060101010101" pitchFamily="49" charset="-122"/>
                <a:ea typeface="黑体" panose="02010609060101010101" pitchFamily="49" charset="-122"/>
              </a:rPr>
              <a:t>的部件之一</a:t>
            </a:r>
            <a:r>
              <a:rPr lang="zh-CN" altLang="en-US" sz="2200" dirty="0">
                <a:latin typeface="黑体" panose="02010609060101010101" pitchFamily="49" charset="-122"/>
                <a:ea typeface="黑体" panose="02010609060101010101" pitchFamily="49" charset="-122"/>
              </a:rPr>
              <a:t>，其主要功能是依靠主要元件间的滚动接触来支承转动零件</a:t>
            </a:r>
            <a:r>
              <a:rPr lang="zh-CN" altLang="en-US" sz="2200" dirty="0" smtClean="0">
                <a:latin typeface="黑体" panose="02010609060101010101" pitchFamily="49" charset="-122"/>
                <a:ea typeface="黑体" panose="02010609060101010101" pitchFamily="49" charset="-122"/>
              </a:rPr>
              <a:t>的，</a:t>
            </a:r>
            <a:r>
              <a:rPr lang="zh-CN" altLang="en-US" sz="2200" dirty="0">
                <a:latin typeface="黑体" panose="02010609060101010101" pitchFamily="49" charset="-122"/>
                <a:ea typeface="黑体" panose="02010609060101010101" pitchFamily="49" charset="-122"/>
              </a:rPr>
              <a:t>并保持轴的正常工作位置和旋转精度。</a:t>
            </a:r>
            <a:endParaRPr lang="zh-CN" altLang="en-US" sz="2200" dirty="0">
              <a:latin typeface="黑体" panose="02010609060101010101" pitchFamily="49" charset="-122"/>
              <a:ea typeface="黑体" panose="02010609060101010101" pitchFamily="49" charset="-122"/>
            </a:endParaRPr>
          </a:p>
        </p:txBody>
      </p:sp>
      <p:sp>
        <p:nvSpPr>
          <p:cNvPr id="12292" name="Rectangle 10"/>
          <p:cNvSpPr>
            <a:spLocks noChangeArrowheads="1"/>
          </p:cNvSpPr>
          <p:nvPr/>
        </p:nvSpPr>
        <p:spPr bwMode="auto">
          <a:xfrm>
            <a:off x="2632673" y="221778"/>
            <a:ext cx="3505200" cy="549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tIns="36000" bIns="72000" anchor="ctr" anchorCtr="1"/>
          <a:lstStyle>
            <a:lvl1pPr eaLnBrk="0" hangingPunct="0">
              <a:defRPr kumimoji="1" sz="2000">
                <a:solidFill>
                  <a:srgbClr val="000099"/>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rgbClr val="000099"/>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rgbClr val="000099"/>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rgbClr val="000099"/>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lnSpc>
                <a:spcPct val="100000"/>
              </a:lnSpc>
              <a:buFontTx/>
              <a:buNone/>
            </a:pPr>
            <a:r>
              <a:rPr lang="en-US" altLang="zh-CN" sz="3000" dirty="0" smtClean="0">
                <a:solidFill>
                  <a:srgbClr val="CC3300"/>
                </a:solidFill>
                <a:latin typeface="黑体" panose="02010609060101010101" pitchFamily="49" charset="-122"/>
                <a:ea typeface="黑体" panose="02010609060101010101" pitchFamily="49" charset="-122"/>
              </a:rPr>
              <a:t>3.6-1 </a:t>
            </a:r>
            <a:r>
              <a:rPr lang="zh-CN" altLang="en-US" sz="3000" dirty="0">
                <a:solidFill>
                  <a:srgbClr val="CC3300"/>
                </a:solidFill>
                <a:latin typeface="黑体" panose="02010609060101010101" pitchFamily="49" charset="-122"/>
                <a:ea typeface="黑体" panose="02010609060101010101" pitchFamily="49" charset="-122"/>
              </a:rPr>
              <a:t>概 述</a:t>
            </a:r>
            <a:endParaRPr lang="zh-CN" altLang="en-US" sz="3000" dirty="0">
              <a:solidFill>
                <a:srgbClr val="CC3300"/>
              </a:solidFill>
              <a:latin typeface="黑体" panose="02010609060101010101" pitchFamily="49" charset="-122"/>
              <a:ea typeface="黑体" panose="02010609060101010101" pitchFamily="49" charset="-122"/>
            </a:endParaRPr>
          </a:p>
        </p:txBody>
      </p:sp>
      <p:sp>
        <p:nvSpPr>
          <p:cNvPr id="9231" name="Text Box 15"/>
          <p:cNvSpPr txBox="1">
            <a:spLocks noChangeArrowheads="1"/>
          </p:cNvSpPr>
          <p:nvPr/>
        </p:nvSpPr>
        <p:spPr bwMode="auto">
          <a:xfrm>
            <a:off x="457091" y="2487025"/>
            <a:ext cx="3011665" cy="1308735"/>
          </a:xfrm>
          <a:prstGeom prst="rect">
            <a:avLst/>
          </a:prstGeom>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5400000" scaled="1"/>
            <a:tileRect/>
          </a:gradFill>
          <a:ln>
            <a:noFill/>
          </a:ln>
        </p:spPr>
        <p:txBody>
          <a:bodyPr wrap="square">
            <a:spAutoFit/>
          </a:bodyPr>
          <a:lstStyle>
            <a:lvl1pPr eaLnBrk="0" hangingPunct="0">
              <a:defRPr kumimoji="1" sz="2000">
                <a:solidFill>
                  <a:srgbClr val="000099"/>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rgbClr val="000099"/>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rgbClr val="000099"/>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rgbClr val="000099"/>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buFontTx/>
              <a:buNone/>
            </a:pPr>
            <a:r>
              <a:rPr lang="zh-CN" altLang="en-US" sz="2200" dirty="0">
                <a:solidFill>
                  <a:srgbClr val="C00000"/>
                </a:solidFill>
                <a:latin typeface="黑体" panose="02010609060101010101" pitchFamily="49" charset="-122"/>
                <a:ea typeface="黑体" panose="02010609060101010101" pitchFamily="49" charset="-122"/>
              </a:rPr>
              <a:t>滚动轴承的</a:t>
            </a:r>
            <a:r>
              <a:rPr lang="zh-CN" altLang="en-US" sz="2200" dirty="0">
                <a:solidFill>
                  <a:srgbClr val="C00000"/>
                </a:solidFill>
                <a:latin typeface="黑体" panose="02010609060101010101" pitchFamily="49" charset="-122"/>
                <a:ea typeface="黑体" panose="02010609060101010101" pitchFamily="49" charset="-122"/>
                <a:hlinkClick r:id="rId1" action="ppaction://hlinkfile"/>
              </a:rPr>
              <a:t>构成</a:t>
            </a:r>
            <a:r>
              <a:rPr lang="zh-CN" altLang="en-US" sz="2200" dirty="0" smtClean="0">
                <a:solidFill>
                  <a:srgbClr val="C00000"/>
                </a:solidFill>
                <a:latin typeface="黑体" panose="02010609060101010101" pitchFamily="49" charset="-122"/>
                <a:ea typeface="黑体" panose="02010609060101010101" pitchFamily="49" charset="-122"/>
              </a:rPr>
              <a:t>：</a:t>
            </a:r>
            <a:endParaRPr lang="en-US" altLang="zh-CN" sz="2200" dirty="0" smtClean="0">
              <a:solidFill>
                <a:srgbClr val="C00000"/>
              </a:solidFill>
              <a:latin typeface="黑体" panose="02010609060101010101" pitchFamily="49" charset="-122"/>
              <a:ea typeface="黑体" panose="02010609060101010101" pitchFamily="49" charset="-122"/>
            </a:endParaRPr>
          </a:p>
          <a:p>
            <a:pPr eaLnBrk="1" hangingPunct="1">
              <a:buFontTx/>
              <a:buNone/>
            </a:pPr>
            <a:r>
              <a:rPr lang="en-US" altLang="zh-CN" sz="2200" dirty="0" smtClean="0">
                <a:latin typeface="黑体" panose="02010609060101010101" pitchFamily="49" charset="-122"/>
                <a:ea typeface="黑体" panose="02010609060101010101" pitchFamily="49" charset="-122"/>
              </a:rPr>
              <a:t>1</a:t>
            </a:r>
            <a:r>
              <a:rPr lang="zh-CN" altLang="en-US" sz="2200" dirty="0" smtClean="0">
                <a:latin typeface="黑体" panose="02010609060101010101" pitchFamily="49" charset="-122"/>
                <a:ea typeface="黑体" panose="02010609060101010101" pitchFamily="49" charset="-122"/>
              </a:rPr>
              <a:t>内圈、</a:t>
            </a:r>
            <a:r>
              <a:rPr lang="en-US" altLang="zh-CN" sz="2200" dirty="0" smtClean="0">
                <a:latin typeface="黑体" panose="02010609060101010101" pitchFamily="49" charset="-122"/>
                <a:ea typeface="黑体" panose="02010609060101010101" pitchFamily="49" charset="-122"/>
              </a:rPr>
              <a:t>2</a:t>
            </a:r>
            <a:r>
              <a:rPr lang="zh-CN" altLang="en-US" sz="2200" dirty="0" smtClean="0">
                <a:latin typeface="黑体" panose="02010609060101010101" pitchFamily="49" charset="-122"/>
                <a:ea typeface="黑体" panose="02010609060101010101" pitchFamily="49" charset="-122"/>
              </a:rPr>
              <a:t>外圈、</a:t>
            </a:r>
            <a:r>
              <a:rPr lang="en-US" altLang="zh-CN" sz="2200" dirty="0" smtClean="0">
                <a:latin typeface="黑体" panose="02010609060101010101" pitchFamily="49" charset="-122"/>
                <a:ea typeface="黑体" panose="02010609060101010101" pitchFamily="49" charset="-122"/>
              </a:rPr>
              <a:t>3</a:t>
            </a:r>
            <a:r>
              <a:rPr lang="zh-CN" altLang="en-US" sz="2200" dirty="0" smtClean="0">
                <a:latin typeface="黑体" panose="02010609060101010101" pitchFamily="49" charset="-122"/>
                <a:ea typeface="黑体" panose="02010609060101010101" pitchFamily="49" charset="-122"/>
              </a:rPr>
              <a:t>滚动体、</a:t>
            </a:r>
            <a:r>
              <a:rPr lang="en-US" altLang="zh-CN" sz="2200" dirty="0" smtClean="0">
                <a:latin typeface="黑体" panose="02010609060101010101" pitchFamily="49" charset="-122"/>
                <a:ea typeface="黑体" panose="02010609060101010101" pitchFamily="49" charset="-122"/>
              </a:rPr>
              <a:t>4</a:t>
            </a:r>
            <a:r>
              <a:rPr lang="zh-CN" altLang="en-US" sz="2200" dirty="0" smtClean="0">
                <a:latin typeface="黑体" panose="02010609060101010101" pitchFamily="49" charset="-122"/>
                <a:ea typeface="黑体" panose="02010609060101010101" pitchFamily="49" charset="-122"/>
              </a:rPr>
              <a:t>保持架</a:t>
            </a:r>
            <a:r>
              <a:rPr lang="zh-CN" altLang="en-US" sz="2200" dirty="0">
                <a:latin typeface="黑体" panose="02010609060101010101" pitchFamily="49" charset="-122"/>
                <a:ea typeface="黑体" panose="02010609060101010101" pitchFamily="49" charset="-122"/>
              </a:rPr>
              <a:t>等</a:t>
            </a:r>
            <a:endParaRPr lang="zh-CN" altLang="en-US" sz="2200" dirty="0">
              <a:latin typeface="黑体" panose="02010609060101010101" pitchFamily="49" charset="-122"/>
              <a:ea typeface="黑体" panose="02010609060101010101" pitchFamily="49" charset="-122"/>
            </a:endParaRPr>
          </a:p>
        </p:txBody>
      </p:sp>
      <p:pic>
        <p:nvPicPr>
          <p:cNvPr id="10" name="Picture 57" descr="rewind1">
            <a:hlinkClick r:id="" action="ppaction://hlinkshowjump?jump=firstslide"/>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370888" y="6489700"/>
            <a:ext cx="306387" cy="306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297" name="直接连接符 6"/>
          <p:cNvSpPr>
            <a:spLocks noChangeShapeType="1"/>
          </p:cNvSpPr>
          <p:nvPr/>
        </p:nvSpPr>
        <p:spPr bwMode="auto">
          <a:xfrm>
            <a:off x="0" y="765175"/>
            <a:ext cx="9144000" cy="0"/>
          </a:xfrm>
          <a:prstGeom prst="line">
            <a:avLst/>
          </a:prstGeom>
          <a:noFill/>
          <a:ln w="28575">
            <a:solidFill>
              <a:srgbClr val="CC3300"/>
            </a:solidFill>
            <a:miter lim="800000"/>
          </a:ln>
          <a:extLst>
            <a:ext uri="{909E8E84-426E-40DD-AFC4-6F175D3DCCD1}">
              <a14:hiddenFill xmlns:a14="http://schemas.microsoft.com/office/drawing/2010/main">
                <a:noFill/>
              </a14:hiddenFill>
            </a:ext>
          </a:extLst>
        </p:spPr>
        <p:txBody>
          <a:bodyPr/>
          <a:lstStyle/>
          <a:p>
            <a:endParaRPr lang="zh-CN" altLang="en-US"/>
          </a:p>
        </p:txBody>
      </p:sp>
      <p:pic>
        <p:nvPicPr>
          <p:cNvPr id="12298" name="Picture 1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35665" y="4163770"/>
            <a:ext cx="3470413" cy="25352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 name="Picture 16" descr="ZCGC"/>
          <p:cNvPicPr>
            <a:picLocks noChangeAspect="1" noChangeArrowheads="1"/>
          </p:cNvPicPr>
          <p:nvPr/>
        </p:nvPicPr>
        <p:blipFill>
          <a:blip r:embed="rId4">
            <a:extLst>
              <a:ext uri="{28A0092B-C50C-407E-A947-70E740481C1C}">
                <a14:useLocalDpi xmlns:a14="http://schemas.microsoft.com/office/drawing/2010/main" val="0"/>
              </a:ext>
            </a:extLst>
          </a:blip>
          <a:srcRect l="5405" t="9711"/>
          <a:stretch>
            <a:fillRect/>
          </a:stretch>
        </p:blipFill>
        <p:spPr bwMode="auto">
          <a:xfrm>
            <a:off x="3740394" y="1977887"/>
            <a:ext cx="4965406" cy="2638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 name="Picture 29" descr="6000"/>
          <p:cNvPicPr>
            <a:picLocks noChangeAspect="1" noChangeArrowheads="1"/>
          </p:cNvPicPr>
          <p:nvPr/>
        </p:nvPicPr>
        <p:blipFill>
          <a:blip r:embed="rId5" cstate="print">
            <a:extLst>
              <a:ext uri="{BEBA8EAE-BF5A-486C-A8C5-ECC9F3942E4B}">
                <a14:imgProps xmlns:a14="http://schemas.microsoft.com/office/drawing/2010/main">
                  <a14:imgLayer r:embed="rId6">
                    <a14:imgEffect>
                      <a14:saturation sat="0"/>
                    </a14:imgEffect>
                    <a14:imgEffect>
                      <a14:sharpenSoften amount="50000"/>
                    </a14:imgEffect>
                  </a14:imgLayer>
                </a14:imgProps>
              </a:ext>
              <a:ext uri="{28A0092B-C50C-407E-A947-70E740481C1C}">
                <a14:useLocalDpi xmlns:a14="http://schemas.microsoft.com/office/drawing/2010/main" val="0"/>
              </a:ext>
            </a:extLst>
          </a:blip>
          <a:srcRect/>
          <a:stretch>
            <a:fillRect/>
          </a:stretch>
        </p:blipFill>
        <p:spPr bwMode="auto">
          <a:xfrm>
            <a:off x="2931382" y="1838298"/>
            <a:ext cx="4859370" cy="35822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9222"/>
                                        </p:tgtEl>
                                        <p:attrNameLst>
                                          <p:attrName>style.visibility</p:attrName>
                                        </p:attrNameLst>
                                      </p:cBhvr>
                                      <p:to>
                                        <p:strVal val="visible"/>
                                      </p:to>
                                    </p:set>
                                    <p:animEffect transition="in" filter="wipe(left)">
                                      <p:cBhvr>
                                        <p:cTn id="7" dur="500"/>
                                        <p:tgtEl>
                                          <p:spTgt spid="9222"/>
                                        </p:tgtEl>
                                      </p:cBhvr>
                                    </p:animEffect>
                                  </p:childTnLst>
                                </p:cTn>
                              </p:par>
                            </p:childTnLst>
                          </p:cTn>
                        </p:par>
                      </p:childTnLst>
                    </p:cTn>
                  </p:par>
                  <p:par>
                    <p:cTn id="8" fill="hold">
                      <p:stCondLst>
                        <p:cond delay="indefinite"/>
                      </p:stCondLst>
                      <p:childTnLst>
                        <p:par>
                          <p:cTn id="9" fill="hold">
                            <p:stCondLst>
                              <p:cond delay="0"/>
                            </p:stCondLst>
                            <p:childTnLst>
                              <p:par>
                                <p:cTn id="10" presetID="21" presetClass="exit" presetSubtype="1" fill="hold" nodeType="clickEffect">
                                  <p:stCondLst>
                                    <p:cond delay="0"/>
                                  </p:stCondLst>
                                  <p:childTnLst>
                                    <p:animEffect transition="out" filter="wheel(1)">
                                      <p:cBhvr>
                                        <p:cTn id="11" dur="2000"/>
                                        <p:tgtEl>
                                          <p:spTgt spid="12"/>
                                        </p:tgtEl>
                                      </p:cBhvr>
                                    </p:animEffect>
                                    <p:set>
                                      <p:cBhvr>
                                        <p:cTn id="12" dur="1" fill="hold">
                                          <p:stCondLst>
                                            <p:cond delay="1999"/>
                                          </p:stCondLst>
                                        </p:cTn>
                                        <p:tgtEl>
                                          <p:spTgt spid="12"/>
                                        </p:tgtEl>
                                        <p:attrNameLst>
                                          <p:attrName>style.visibility</p:attrName>
                                        </p:attrNameLst>
                                      </p:cBhvr>
                                      <p:to>
                                        <p:strVal val="hidden"/>
                                      </p:to>
                                    </p:set>
                                  </p:childTnLst>
                                </p:cTn>
                              </p:par>
                            </p:childTnLst>
                          </p:cTn>
                        </p:par>
                      </p:childTnLst>
                    </p:cTn>
                  </p:par>
                  <p:par>
                    <p:cTn id="13" fill="hold">
                      <p:stCondLst>
                        <p:cond delay="indefinite"/>
                      </p:stCondLst>
                      <p:childTnLst>
                        <p:par>
                          <p:cTn id="14" fill="hold">
                            <p:stCondLst>
                              <p:cond delay="0"/>
                            </p:stCondLst>
                            <p:childTnLst>
                              <p:par>
                                <p:cTn id="15" presetID="2" presetClass="entr" presetSubtype="8" fill="hold" nodeType="clickEffect">
                                  <p:stCondLst>
                                    <p:cond delay="0"/>
                                  </p:stCondLst>
                                  <p:childTnLst>
                                    <p:set>
                                      <p:cBhvr>
                                        <p:cTn id="16" dur="1" fill="hold">
                                          <p:stCondLst>
                                            <p:cond delay="0"/>
                                          </p:stCondLst>
                                        </p:cTn>
                                        <p:tgtEl>
                                          <p:spTgt spid="10"/>
                                        </p:tgtEl>
                                        <p:attrNameLst>
                                          <p:attrName>style.visibility</p:attrName>
                                        </p:attrNameLst>
                                      </p:cBhvr>
                                      <p:to>
                                        <p:strVal val="visible"/>
                                      </p:to>
                                    </p:set>
                                    <p:anim calcmode="lin" valueType="num">
                                      <p:cBhvr additive="base">
                                        <p:cTn id="17" dur="500" fill="hold"/>
                                        <p:tgtEl>
                                          <p:spTgt spid="10"/>
                                        </p:tgtEl>
                                        <p:attrNameLst>
                                          <p:attrName>ppt_x</p:attrName>
                                        </p:attrNameLst>
                                      </p:cBhvr>
                                      <p:tavLst>
                                        <p:tav tm="0">
                                          <p:val>
                                            <p:strVal val="0-#ppt_w/2"/>
                                          </p:val>
                                        </p:tav>
                                        <p:tav tm="100000">
                                          <p:val>
                                            <p:strVal val="#ppt_x"/>
                                          </p:val>
                                        </p:tav>
                                      </p:tavLst>
                                    </p:anim>
                                    <p:anim calcmode="lin" valueType="num">
                                      <p:cBhvr additive="base">
                                        <p:cTn id="18" dur="500" fill="hold"/>
                                        <p:tgtEl>
                                          <p:spTgt spid="10"/>
                                        </p:tgtEl>
                                        <p:attrNameLst>
                                          <p:attrName>ppt_y</p:attrName>
                                        </p:attrNameLst>
                                      </p:cBhvr>
                                      <p:tavLst>
                                        <p:tav tm="0">
                                          <p:val>
                                            <p:strVal val="#ppt_y"/>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2" presetClass="entr" presetSubtype="8" fill="hold" grpId="0" nodeType="clickEffect">
                                  <p:stCondLst>
                                    <p:cond delay="0"/>
                                  </p:stCondLst>
                                  <p:childTnLst>
                                    <p:set>
                                      <p:cBhvr>
                                        <p:cTn id="22" dur="1" fill="hold">
                                          <p:stCondLst>
                                            <p:cond delay="0"/>
                                          </p:stCondLst>
                                        </p:cTn>
                                        <p:tgtEl>
                                          <p:spTgt spid="9231"/>
                                        </p:tgtEl>
                                        <p:attrNameLst>
                                          <p:attrName>style.visibility</p:attrName>
                                        </p:attrNameLst>
                                      </p:cBhvr>
                                      <p:to>
                                        <p:strVal val="visible"/>
                                      </p:to>
                                    </p:set>
                                    <p:animEffect transition="in" filter="wipe(left)">
                                      <p:cBhvr>
                                        <p:cTn id="23" dur="500"/>
                                        <p:tgtEl>
                                          <p:spTgt spid="9231"/>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8" fill="hold" nodeType="clickEffect">
                                  <p:stCondLst>
                                    <p:cond delay="0"/>
                                  </p:stCondLst>
                                  <p:childTnLst>
                                    <p:set>
                                      <p:cBhvr>
                                        <p:cTn id="27" dur="1" fill="hold">
                                          <p:stCondLst>
                                            <p:cond delay="0"/>
                                          </p:stCondLst>
                                        </p:cTn>
                                        <p:tgtEl>
                                          <p:spTgt spid="11"/>
                                        </p:tgtEl>
                                        <p:attrNameLst>
                                          <p:attrName>style.visibility</p:attrName>
                                        </p:attrNameLst>
                                      </p:cBhvr>
                                      <p:to>
                                        <p:strVal val="visible"/>
                                      </p:to>
                                    </p:set>
                                    <p:animEffect transition="in" filter="wipe(left)">
                                      <p:cBhvr>
                                        <p:cTn id="28" dur="500"/>
                                        <p:tgtEl>
                                          <p:spTgt spid="11"/>
                                        </p:tgtEl>
                                      </p:cBhvr>
                                    </p:animEffect>
                                  </p:childTnLst>
                                </p:cTn>
                              </p:par>
                            </p:childTnLst>
                          </p:cTn>
                        </p:par>
                      </p:childTnLst>
                    </p:cTn>
                  </p:par>
                  <p:par>
                    <p:cTn id="29" fill="hold">
                      <p:stCondLst>
                        <p:cond delay="indefinite"/>
                      </p:stCondLst>
                      <p:childTnLst>
                        <p:par>
                          <p:cTn id="30" fill="hold">
                            <p:stCondLst>
                              <p:cond delay="0"/>
                            </p:stCondLst>
                            <p:childTnLst>
                              <p:par>
                                <p:cTn id="31" presetID="22" presetClass="entr" presetSubtype="8" fill="hold" nodeType="clickEffect">
                                  <p:stCondLst>
                                    <p:cond delay="0"/>
                                  </p:stCondLst>
                                  <p:childTnLst>
                                    <p:set>
                                      <p:cBhvr>
                                        <p:cTn id="32" dur="1" fill="hold">
                                          <p:stCondLst>
                                            <p:cond delay="0"/>
                                          </p:stCondLst>
                                        </p:cTn>
                                        <p:tgtEl>
                                          <p:spTgt spid="12298"/>
                                        </p:tgtEl>
                                        <p:attrNameLst>
                                          <p:attrName>style.visibility</p:attrName>
                                        </p:attrNameLst>
                                      </p:cBhvr>
                                      <p:to>
                                        <p:strVal val="visible"/>
                                      </p:to>
                                    </p:set>
                                    <p:animEffect transition="in" filter="wipe(left)">
                                      <p:cBhvr>
                                        <p:cTn id="33" dur="500"/>
                                        <p:tgtEl>
                                          <p:spTgt spid="1229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222" grpId="0" autoUpdateAnimBg="0"/>
      <p:bldP spid="9231" grpId="0" bldLvl="0" animBg="1" autoUpdateAnimBg="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p:cNvPicPr>
            <a:picLocks noChangeAspect="1"/>
          </p:cNvPicPr>
          <p:nvPr/>
        </p:nvPicPr>
        <p:blipFill>
          <a:blip r:embed="rId1"/>
          <a:stretch>
            <a:fillRect/>
          </a:stretch>
        </p:blipFill>
        <p:spPr>
          <a:xfrm>
            <a:off x="292501" y="1023272"/>
            <a:ext cx="7794609" cy="4539557"/>
          </a:xfrm>
          <a:prstGeom prst="rect">
            <a:avLst/>
          </a:prstGeom>
        </p:spPr>
      </p:pic>
      <p:pic>
        <p:nvPicPr>
          <p:cNvPr id="4" name="图片 3"/>
          <p:cNvPicPr>
            <a:picLocks noChangeAspect="1"/>
          </p:cNvPicPr>
          <p:nvPr/>
        </p:nvPicPr>
        <p:blipFill>
          <a:blip r:embed="rId2"/>
          <a:stretch>
            <a:fillRect/>
          </a:stretch>
        </p:blipFill>
        <p:spPr>
          <a:xfrm>
            <a:off x="5947811" y="4422974"/>
            <a:ext cx="3196189" cy="2621213"/>
          </a:xfrm>
          <a:prstGeom prst="rect">
            <a:avLst/>
          </a:prstGeom>
        </p:spPr>
      </p:pic>
      <p:sp>
        <p:nvSpPr>
          <p:cNvPr id="5" name="直接连接符 6"/>
          <p:cNvSpPr>
            <a:spLocks noChangeShapeType="1"/>
          </p:cNvSpPr>
          <p:nvPr/>
        </p:nvSpPr>
        <p:spPr bwMode="auto">
          <a:xfrm>
            <a:off x="0" y="765175"/>
            <a:ext cx="9144000" cy="0"/>
          </a:xfrm>
          <a:prstGeom prst="line">
            <a:avLst/>
          </a:prstGeom>
          <a:noFill/>
          <a:ln w="28575">
            <a:solidFill>
              <a:srgbClr val="CC3300"/>
            </a:solidFill>
            <a:miter lim="800000"/>
          </a:ln>
          <a:extLst>
            <a:ext uri="{909E8E84-426E-40DD-AFC4-6F175D3DCCD1}">
              <a14:hiddenFill xmlns:a14="http://schemas.microsoft.com/office/drawing/2010/main">
                <a:noFill/>
              </a14:hiddenFill>
            </a:ext>
          </a:extLst>
        </p:spPr>
        <p:txBody>
          <a:bodyPr/>
          <a:lstStyle/>
          <a:p>
            <a:endParaRPr lang="zh-CN" altLang="en-US"/>
          </a:p>
        </p:txBody>
      </p:sp>
      <p:sp>
        <p:nvSpPr>
          <p:cNvPr id="12292" name="Rectangle 10"/>
          <p:cNvSpPr>
            <a:spLocks noChangeArrowheads="1"/>
          </p:cNvSpPr>
          <p:nvPr/>
        </p:nvSpPr>
        <p:spPr bwMode="auto">
          <a:xfrm>
            <a:off x="5539068" y="181773"/>
            <a:ext cx="3505200" cy="549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tIns="36000" bIns="72000" anchor="ctr" anchorCtr="1"/>
          <a:lstStyle>
            <a:lvl1pPr eaLnBrk="0" hangingPunct="0">
              <a:defRPr kumimoji="1" sz="2000">
                <a:solidFill>
                  <a:srgbClr val="000099"/>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rgbClr val="000099"/>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rgbClr val="000099"/>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rgbClr val="000099"/>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lnSpc>
                <a:spcPct val="100000"/>
              </a:lnSpc>
              <a:buFontTx/>
              <a:buNone/>
            </a:pPr>
            <a:r>
              <a:rPr lang="en-US" altLang="zh-CN" sz="3000" dirty="0" smtClean="0">
                <a:solidFill>
                  <a:srgbClr val="CC3300"/>
                </a:solidFill>
                <a:latin typeface="黑体" panose="02010609060101010101" pitchFamily="49" charset="-122"/>
                <a:ea typeface="黑体" panose="02010609060101010101" pitchFamily="49" charset="-122"/>
              </a:rPr>
              <a:t>3.6-1 </a:t>
            </a:r>
            <a:r>
              <a:rPr lang="zh-CN" altLang="en-US" sz="3000" dirty="0">
                <a:solidFill>
                  <a:srgbClr val="CC3300"/>
                </a:solidFill>
                <a:latin typeface="黑体" panose="02010609060101010101" pitchFamily="49" charset="-122"/>
                <a:ea typeface="黑体" panose="02010609060101010101" pitchFamily="49" charset="-122"/>
              </a:rPr>
              <a:t>概 述</a:t>
            </a:r>
            <a:endParaRPr lang="zh-CN" altLang="en-US" sz="3000" dirty="0">
              <a:solidFill>
                <a:srgbClr val="CC3300"/>
              </a:solidFill>
              <a:latin typeface="黑体" panose="02010609060101010101" pitchFamily="49" charset="-122"/>
              <a:ea typeface="黑体" panose="02010609060101010101" pitchFamily="49" charset="-122"/>
            </a:endParaRPr>
          </a:p>
        </p:txBody>
      </p:sp>
      <p:sp>
        <p:nvSpPr>
          <p:cNvPr id="2" name="矩形 1"/>
          <p:cNvSpPr/>
          <p:nvPr/>
        </p:nvSpPr>
        <p:spPr>
          <a:xfrm>
            <a:off x="1289685" y="2365375"/>
            <a:ext cx="484505" cy="1014095"/>
          </a:xfrm>
          <a:prstGeom prst="rect">
            <a:avLst/>
          </a:prstGeom>
          <a:solidFill>
            <a:schemeClr val="accent1">
              <a:lumMod val="60000"/>
              <a:lumOff val="40000"/>
              <a:alpha val="38000"/>
            </a:schemeClr>
          </a:solidFill>
          <a:ln w="9525" cap="flat" cmpd="sng" algn="ctr">
            <a:noFill/>
            <a:prstDash val="solid"/>
            <a:round/>
            <a:headEnd type="none" w="med" len="med"/>
            <a:tailEnd type="none" w="med" len="med"/>
          </a:ln>
        </p:spPr>
        <p:txBody>
          <a:bodyPr vert="horz" wrap="square" lIns="91440" tIns="45720" rIns="91440" bIns="45720" numCol="1" anchor="t" anchorCtr="0" compatLnSpc="1">
            <a:noAutofit/>
          </a:bodyPr>
          <a:p>
            <a:pPr marL="0" marR="0" indent="0" algn="l" defTabSz="914400" rtl="0" eaLnBrk="1" fontAlgn="base" latinLnBrk="0" hangingPunct="1">
              <a:lnSpc>
                <a:spcPct val="120000"/>
              </a:lnSpc>
              <a:spcBef>
                <a:spcPct val="0"/>
              </a:spcBef>
              <a:spcAft>
                <a:spcPct val="0"/>
              </a:spcAft>
              <a:buClrTx/>
              <a:buSzTx/>
              <a:buFontTx/>
              <a:buBlip>
                <a:blip r:embed="rId3"/>
              </a:buBlip>
            </a:pPr>
            <a:endParaRPr kumimoji="1" lang="zh-CN" altLang="en-US" sz="2000" b="0" i="0" u="none" strike="noStrike" cap="none" normalizeH="0" baseline="0" smtClean="0">
              <a:ln>
                <a:noFill/>
              </a:ln>
              <a:solidFill>
                <a:srgbClr val="000099"/>
              </a:solidFill>
              <a:effectLst/>
              <a:latin typeface="Times New Roman" panose="02020603050405020304" pitchFamily="18" charset="0"/>
              <a:ea typeface="华文中宋" panose="02010600040101010101" pitchFamily="2" charset="-122"/>
            </a:endParaRPr>
          </a:p>
        </p:txBody>
      </p:sp>
      <p:sp>
        <p:nvSpPr>
          <p:cNvPr id="6" name="矩形 5"/>
          <p:cNvSpPr/>
          <p:nvPr/>
        </p:nvSpPr>
        <p:spPr>
          <a:xfrm>
            <a:off x="1811020" y="2222500"/>
            <a:ext cx="532765" cy="1281430"/>
          </a:xfrm>
          <a:prstGeom prst="rect">
            <a:avLst/>
          </a:prstGeom>
          <a:solidFill>
            <a:schemeClr val="accent1">
              <a:alpha val="35000"/>
            </a:schemeClr>
          </a:solidFill>
          <a:ln w="9525" cap="flat" cmpd="sng" algn="ctr">
            <a:noFill/>
            <a:prstDash val="solid"/>
            <a:round/>
            <a:headEnd type="none" w="med" len="med"/>
            <a:tailEnd type="none" w="med" len="med"/>
          </a:ln>
        </p:spPr>
        <p:txBody>
          <a:bodyPr vert="horz" wrap="none" lIns="91440" tIns="45720" rIns="91440" bIns="45720" numCol="1" anchor="t" anchorCtr="0" compatLnSpc="1">
            <a:noAutofit/>
          </a:bodyPr>
          <a:p>
            <a:pPr marL="0" marR="0" indent="0" algn="l" defTabSz="914400" rtl="0" eaLnBrk="1" fontAlgn="base" latinLnBrk="0" hangingPunct="1">
              <a:lnSpc>
                <a:spcPct val="120000"/>
              </a:lnSpc>
              <a:spcBef>
                <a:spcPct val="0"/>
              </a:spcBef>
              <a:spcAft>
                <a:spcPct val="0"/>
              </a:spcAft>
              <a:buClrTx/>
              <a:buSzTx/>
              <a:buFontTx/>
              <a:buBlip>
                <a:blip r:embed="rId3"/>
              </a:buBlip>
            </a:pPr>
            <a:endParaRPr kumimoji="1" lang="zh-CN" altLang="en-US" sz="2000" b="0" i="0" u="none" strike="noStrike" cap="none" normalizeH="0" baseline="0" smtClean="0">
              <a:ln>
                <a:noFill/>
              </a:ln>
              <a:solidFill>
                <a:srgbClr val="000099"/>
              </a:solidFill>
              <a:effectLst/>
              <a:latin typeface="Times New Roman" panose="02020603050405020304" pitchFamily="18" charset="0"/>
              <a:ea typeface="华文中宋" panose="02010600040101010101" pitchFamily="2" charset="-122"/>
            </a:endParaRPr>
          </a:p>
        </p:txBody>
      </p:sp>
      <p:sp>
        <p:nvSpPr>
          <p:cNvPr id="7" name="矩形 6"/>
          <p:cNvSpPr/>
          <p:nvPr/>
        </p:nvSpPr>
        <p:spPr>
          <a:xfrm>
            <a:off x="2682875" y="2308860"/>
            <a:ext cx="1406525" cy="1119505"/>
          </a:xfrm>
          <a:prstGeom prst="rect">
            <a:avLst/>
          </a:prstGeom>
          <a:solidFill>
            <a:schemeClr val="accent1">
              <a:lumMod val="60000"/>
              <a:lumOff val="40000"/>
              <a:alpha val="73000"/>
            </a:schemeClr>
          </a:solidFill>
          <a:ln w="9525" cap="flat" cmpd="sng" algn="ctr">
            <a:noFill/>
            <a:prstDash val="solid"/>
            <a:round/>
            <a:headEnd type="none" w="med" len="med"/>
            <a:tailEnd type="none" w="med" len="med"/>
          </a:ln>
        </p:spPr>
        <p:txBody>
          <a:bodyPr vert="horz" wrap="none" lIns="91440" tIns="45720" rIns="91440" bIns="45720" numCol="1" anchor="t" anchorCtr="0" compatLnSpc="1">
            <a:noAutofit/>
          </a:bodyPr>
          <a:p>
            <a:pPr marL="0" marR="0" indent="0" algn="l" defTabSz="914400" rtl="0" eaLnBrk="1" fontAlgn="base" latinLnBrk="0" hangingPunct="1">
              <a:lnSpc>
                <a:spcPct val="120000"/>
              </a:lnSpc>
              <a:spcBef>
                <a:spcPct val="0"/>
              </a:spcBef>
              <a:spcAft>
                <a:spcPct val="0"/>
              </a:spcAft>
              <a:buClrTx/>
              <a:buSzTx/>
              <a:buFontTx/>
              <a:buBlip>
                <a:blip r:embed="rId3"/>
              </a:buBlip>
            </a:pPr>
            <a:endParaRPr kumimoji="1" lang="zh-CN" altLang="en-US" sz="2000" b="0" i="0" u="none" strike="noStrike" cap="none" normalizeH="0" baseline="0" smtClean="0">
              <a:ln>
                <a:noFill/>
              </a:ln>
              <a:solidFill>
                <a:srgbClr val="000099"/>
              </a:solidFill>
              <a:effectLst/>
              <a:latin typeface="Times New Roman" panose="02020603050405020304" pitchFamily="18" charset="0"/>
              <a:ea typeface="华文中宋" panose="02010600040101010101" pitchFamily="2" charset="-122"/>
            </a:endParaRPr>
          </a:p>
        </p:txBody>
      </p:sp>
      <p:sp>
        <p:nvSpPr>
          <p:cNvPr id="8" name="矩形 7"/>
          <p:cNvSpPr/>
          <p:nvPr/>
        </p:nvSpPr>
        <p:spPr>
          <a:xfrm>
            <a:off x="2391410" y="2131695"/>
            <a:ext cx="243840" cy="1504315"/>
          </a:xfrm>
          <a:prstGeom prst="rect">
            <a:avLst/>
          </a:prstGeom>
          <a:solidFill>
            <a:schemeClr val="accent1">
              <a:lumMod val="60000"/>
              <a:lumOff val="40000"/>
              <a:alpha val="73000"/>
            </a:schemeClr>
          </a:solidFill>
          <a:ln w="9525" cap="flat" cmpd="sng" algn="ctr">
            <a:noFill/>
            <a:prstDash val="solid"/>
            <a:round/>
            <a:headEnd type="none" w="med" len="med"/>
            <a:tailEnd type="none" w="med" len="med"/>
          </a:ln>
        </p:spPr>
        <p:txBody>
          <a:bodyPr vert="horz" wrap="none" lIns="91440" tIns="45720" rIns="91440" bIns="45720" numCol="1" anchor="t" anchorCtr="0" compatLnSpc="1">
            <a:noAutofit/>
          </a:bodyPr>
          <a:p>
            <a:pPr marL="0" marR="0" indent="0" algn="l" defTabSz="914400" rtl="0" eaLnBrk="1" fontAlgn="base" latinLnBrk="0" hangingPunct="1">
              <a:lnSpc>
                <a:spcPct val="120000"/>
              </a:lnSpc>
              <a:spcBef>
                <a:spcPct val="0"/>
              </a:spcBef>
              <a:spcAft>
                <a:spcPct val="0"/>
              </a:spcAft>
              <a:buClrTx/>
              <a:buSzTx/>
              <a:buFontTx/>
              <a:buBlip>
                <a:blip r:embed="rId3"/>
              </a:buBlip>
            </a:pPr>
            <a:endParaRPr kumimoji="1" lang="zh-CN" altLang="en-US" sz="2000" b="0" i="0" u="none" strike="noStrike" cap="none" normalizeH="0" baseline="0" smtClean="0">
              <a:ln>
                <a:noFill/>
              </a:ln>
              <a:solidFill>
                <a:srgbClr val="000099"/>
              </a:solidFill>
              <a:effectLst/>
              <a:latin typeface="Times New Roman" panose="02020603050405020304" pitchFamily="18" charset="0"/>
              <a:ea typeface="华文中宋" panose="02010600040101010101" pitchFamily="2" charset="-122"/>
            </a:endParaRPr>
          </a:p>
        </p:txBody>
      </p:sp>
      <p:sp>
        <p:nvSpPr>
          <p:cNvPr id="9" name="矩形 8"/>
          <p:cNvSpPr/>
          <p:nvPr/>
        </p:nvSpPr>
        <p:spPr>
          <a:xfrm>
            <a:off x="4118610" y="2365375"/>
            <a:ext cx="1412875" cy="1013460"/>
          </a:xfrm>
          <a:prstGeom prst="rect">
            <a:avLst/>
          </a:prstGeom>
          <a:solidFill>
            <a:schemeClr val="accent1">
              <a:lumMod val="60000"/>
              <a:lumOff val="40000"/>
              <a:alpha val="73000"/>
            </a:schemeClr>
          </a:solidFill>
          <a:ln w="9525" cap="flat" cmpd="sng" algn="ctr">
            <a:noFill/>
            <a:prstDash val="solid"/>
            <a:round/>
            <a:headEnd type="none" w="med" len="med"/>
            <a:tailEnd type="none" w="med" len="med"/>
          </a:ln>
        </p:spPr>
        <p:txBody>
          <a:bodyPr vert="horz" wrap="none" lIns="91440" tIns="45720" rIns="91440" bIns="45720" numCol="1" anchor="t" anchorCtr="0" compatLnSpc="1">
            <a:noAutofit/>
          </a:bodyPr>
          <a:p>
            <a:pPr marL="0" marR="0" indent="0" algn="l" defTabSz="914400" rtl="0" eaLnBrk="1" fontAlgn="base" latinLnBrk="0" hangingPunct="1">
              <a:lnSpc>
                <a:spcPct val="120000"/>
              </a:lnSpc>
              <a:spcBef>
                <a:spcPct val="0"/>
              </a:spcBef>
              <a:spcAft>
                <a:spcPct val="0"/>
              </a:spcAft>
              <a:buClrTx/>
              <a:buSzTx/>
              <a:buFontTx/>
              <a:buBlip>
                <a:blip r:embed="rId3"/>
              </a:buBlip>
            </a:pPr>
            <a:endParaRPr kumimoji="1" lang="zh-CN" altLang="en-US" sz="2000" b="0" i="0" u="none" strike="noStrike" cap="none" normalizeH="0" baseline="0" smtClean="0">
              <a:ln>
                <a:noFill/>
              </a:ln>
              <a:solidFill>
                <a:srgbClr val="000099"/>
              </a:solidFill>
              <a:effectLst/>
              <a:latin typeface="Times New Roman" panose="02020603050405020304" pitchFamily="18" charset="0"/>
              <a:ea typeface="华文中宋" panose="02010600040101010101" pitchFamily="2" charset="-122"/>
            </a:endParaRPr>
          </a:p>
        </p:txBody>
      </p:sp>
      <p:sp>
        <p:nvSpPr>
          <p:cNvPr id="10" name="矩形 9"/>
          <p:cNvSpPr/>
          <p:nvPr/>
        </p:nvSpPr>
        <p:spPr>
          <a:xfrm>
            <a:off x="5565775" y="2399665"/>
            <a:ext cx="917575" cy="944245"/>
          </a:xfrm>
          <a:prstGeom prst="rect">
            <a:avLst/>
          </a:prstGeom>
          <a:solidFill>
            <a:schemeClr val="accent1">
              <a:lumMod val="60000"/>
              <a:lumOff val="40000"/>
              <a:alpha val="73000"/>
            </a:schemeClr>
          </a:solidFill>
          <a:ln w="9525" cap="flat" cmpd="sng" algn="ctr">
            <a:noFill/>
            <a:prstDash val="solid"/>
            <a:round/>
            <a:headEnd type="none" w="med" len="med"/>
            <a:tailEnd type="none" w="med" len="med"/>
          </a:ln>
        </p:spPr>
        <p:txBody>
          <a:bodyPr vert="horz" wrap="none" lIns="91440" tIns="45720" rIns="91440" bIns="45720" numCol="1" anchor="t" anchorCtr="0" compatLnSpc="1">
            <a:noAutofit/>
          </a:bodyPr>
          <a:p>
            <a:pPr marL="0" marR="0" indent="0" algn="l" defTabSz="914400" rtl="0" eaLnBrk="1" fontAlgn="base" latinLnBrk="0" hangingPunct="1">
              <a:lnSpc>
                <a:spcPct val="120000"/>
              </a:lnSpc>
              <a:spcBef>
                <a:spcPct val="0"/>
              </a:spcBef>
              <a:spcAft>
                <a:spcPct val="0"/>
              </a:spcAft>
              <a:buClrTx/>
              <a:buSzTx/>
              <a:buFontTx/>
              <a:buBlip>
                <a:blip r:embed="rId3"/>
              </a:buBlip>
            </a:pPr>
            <a:endParaRPr kumimoji="1" lang="zh-CN" altLang="en-US" sz="2000" b="0" i="0" u="none" strike="noStrike" cap="none" normalizeH="0" baseline="0" smtClean="0">
              <a:ln>
                <a:noFill/>
              </a:ln>
              <a:solidFill>
                <a:srgbClr val="000099"/>
              </a:solidFill>
              <a:effectLst/>
              <a:latin typeface="Times New Roman" panose="02020603050405020304" pitchFamily="18" charset="0"/>
              <a:ea typeface="华文中宋" panose="02010600040101010101" pitchFamily="2" charset="-122"/>
            </a:endParaRPr>
          </a:p>
        </p:txBody>
      </p:sp>
      <p:sp>
        <p:nvSpPr>
          <p:cNvPr id="11" name="矩形 10"/>
          <p:cNvSpPr/>
          <p:nvPr/>
        </p:nvSpPr>
        <p:spPr>
          <a:xfrm>
            <a:off x="6517640" y="2484120"/>
            <a:ext cx="1076960" cy="797560"/>
          </a:xfrm>
          <a:prstGeom prst="rect">
            <a:avLst/>
          </a:prstGeom>
          <a:solidFill>
            <a:schemeClr val="accent1">
              <a:lumMod val="60000"/>
              <a:lumOff val="40000"/>
              <a:alpha val="73000"/>
            </a:schemeClr>
          </a:solidFill>
          <a:ln w="9525" cap="flat" cmpd="sng" algn="ctr">
            <a:noFill/>
            <a:prstDash val="solid"/>
            <a:round/>
            <a:headEnd type="none" w="med" len="med"/>
            <a:tailEnd type="none" w="med" len="med"/>
          </a:ln>
        </p:spPr>
        <p:txBody>
          <a:bodyPr vert="horz" wrap="none" lIns="91440" tIns="45720" rIns="91440" bIns="45720" numCol="1" anchor="t" anchorCtr="0" compatLnSpc="1">
            <a:noAutofit/>
          </a:bodyPr>
          <a:p>
            <a:pPr marL="0" marR="0" indent="0" algn="l" defTabSz="914400" rtl="0" eaLnBrk="1" fontAlgn="base" latinLnBrk="0" hangingPunct="1">
              <a:lnSpc>
                <a:spcPct val="120000"/>
              </a:lnSpc>
              <a:spcBef>
                <a:spcPct val="0"/>
              </a:spcBef>
              <a:spcAft>
                <a:spcPct val="0"/>
              </a:spcAft>
              <a:buClrTx/>
              <a:buSzTx/>
              <a:buFontTx/>
              <a:buBlip>
                <a:blip r:embed="rId3"/>
              </a:buBlip>
            </a:pPr>
            <a:endParaRPr kumimoji="1" lang="zh-CN" altLang="en-US" sz="2000" b="0" i="0" u="none" strike="noStrike" cap="none" normalizeH="0" baseline="0" smtClean="0">
              <a:ln>
                <a:noFill/>
              </a:ln>
              <a:solidFill>
                <a:srgbClr val="000099"/>
              </a:solidFill>
              <a:effectLst/>
              <a:latin typeface="Times New Roman" panose="02020603050405020304" pitchFamily="18" charset="0"/>
              <a:ea typeface="华文中宋" panose="02010600040101010101" pitchFamily="2" charset="-122"/>
            </a:endParaRPr>
          </a:p>
        </p:txBody>
      </p:sp>
      <p:sp>
        <p:nvSpPr>
          <p:cNvPr id="12" name="矩形 11"/>
          <p:cNvSpPr/>
          <p:nvPr/>
        </p:nvSpPr>
        <p:spPr>
          <a:xfrm>
            <a:off x="1291590" y="2174875"/>
            <a:ext cx="476250" cy="190500"/>
          </a:xfrm>
          <a:prstGeom prst="rect">
            <a:avLst/>
          </a:prstGeom>
          <a:solidFill>
            <a:schemeClr val="tx2">
              <a:lumMod val="20000"/>
              <a:lumOff val="80000"/>
              <a:alpha val="61000"/>
            </a:schemeClr>
          </a:solidFill>
          <a:ln w="9525" cap="flat" cmpd="sng" algn="ctr">
            <a:noFill/>
            <a:prstDash val="solid"/>
            <a:round/>
            <a:headEnd type="none" w="med" len="med"/>
            <a:tailEnd type="none" w="med" len="med"/>
          </a:ln>
        </p:spPr>
        <p:txBody>
          <a:bodyPr vert="horz" wrap="square" lIns="91440" tIns="45720" rIns="91440" bIns="45720" numCol="1" anchor="t" anchorCtr="0" compatLnSpc="1">
            <a:noAutofit/>
          </a:bodyPr>
          <a:p>
            <a:pPr marL="0" marR="0" indent="0" algn="l" defTabSz="914400" rtl="0" eaLnBrk="1" fontAlgn="base" latinLnBrk="0" hangingPunct="1">
              <a:lnSpc>
                <a:spcPct val="120000"/>
              </a:lnSpc>
              <a:spcBef>
                <a:spcPct val="0"/>
              </a:spcBef>
              <a:spcAft>
                <a:spcPct val="0"/>
              </a:spcAft>
              <a:buClrTx/>
              <a:buSzTx/>
              <a:buFontTx/>
              <a:buBlip>
                <a:blip r:embed="rId3"/>
              </a:buBlip>
            </a:pPr>
            <a:endParaRPr kumimoji="1" lang="zh-CN" altLang="en-US" sz="2000" b="0" i="0" u="none" strike="noStrike" cap="none" normalizeH="0" baseline="0" smtClean="0">
              <a:ln>
                <a:noFill/>
              </a:ln>
              <a:solidFill>
                <a:srgbClr val="000099"/>
              </a:solidFill>
              <a:effectLst/>
              <a:latin typeface="Times New Roman" panose="02020603050405020304" pitchFamily="18" charset="0"/>
              <a:ea typeface="华文中宋" panose="02010600040101010101" pitchFamily="2" charset="-122"/>
            </a:endParaRPr>
          </a:p>
        </p:txBody>
      </p:sp>
      <p:sp>
        <p:nvSpPr>
          <p:cNvPr id="13" name="矩形 12"/>
          <p:cNvSpPr/>
          <p:nvPr/>
        </p:nvSpPr>
        <p:spPr>
          <a:xfrm>
            <a:off x="1296035" y="3383915"/>
            <a:ext cx="476250" cy="190500"/>
          </a:xfrm>
          <a:prstGeom prst="rect">
            <a:avLst/>
          </a:prstGeom>
          <a:solidFill>
            <a:schemeClr val="tx2">
              <a:lumMod val="20000"/>
              <a:lumOff val="80000"/>
              <a:alpha val="61000"/>
            </a:schemeClr>
          </a:solidFill>
          <a:ln w="9525" cap="flat" cmpd="sng" algn="ctr">
            <a:noFill/>
            <a:prstDash val="solid"/>
            <a:round/>
            <a:headEnd type="none" w="med" len="med"/>
            <a:tailEnd type="none" w="med" len="med"/>
          </a:ln>
        </p:spPr>
        <p:txBody>
          <a:bodyPr vert="horz" wrap="square" lIns="91440" tIns="45720" rIns="91440" bIns="45720" numCol="1" anchor="t" anchorCtr="0" compatLnSpc="1">
            <a:noAutofit/>
          </a:bodyPr>
          <a:p>
            <a:pPr marL="0" marR="0" indent="0" algn="l" defTabSz="914400" rtl="0" eaLnBrk="1" fontAlgn="base" latinLnBrk="0" hangingPunct="1">
              <a:lnSpc>
                <a:spcPct val="120000"/>
              </a:lnSpc>
              <a:spcBef>
                <a:spcPct val="0"/>
              </a:spcBef>
              <a:spcAft>
                <a:spcPct val="0"/>
              </a:spcAft>
              <a:buClrTx/>
              <a:buSzTx/>
              <a:buFontTx/>
              <a:buBlip>
                <a:blip r:embed="rId3"/>
              </a:buBlip>
            </a:pPr>
            <a:endParaRPr kumimoji="1" lang="zh-CN" altLang="en-US" sz="2000" b="0" i="0" u="none" strike="noStrike" cap="none" normalizeH="0" baseline="0" smtClean="0">
              <a:ln>
                <a:noFill/>
              </a:ln>
              <a:solidFill>
                <a:srgbClr val="000099"/>
              </a:solidFill>
              <a:effectLst/>
              <a:latin typeface="Times New Roman" panose="02020603050405020304" pitchFamily="18" charset="0"/>
              <a:ea typeface="华文中宋" panose="02010600040101010101" pitchFamily="2" charset="-122"/>
            </a:endParaRPr>
          </a:p>
        </p:txBody>
      </p:sp>
      <p:sp>
        <p:nvSpPr>
          <p:cNvPr id="14" name="矩形 13"/>
          <p:cNvSpPr/>
          <p:nvPr/>
        </p:nvSpPr>
        <p:spPr>
          <a:xfrm>
            <a:off x="5035550" y="3379470"/>
            <a:ext cx="476250" cy="190500"/>
          </a:xfrm>
          <a:prstGeom prst="rect">
            <a:avLst/>
          </a:prstGeom>
          <a:solidFill>
            <a:schemeClr val="tx2">
              <a:lumMod val="20000"/>
              <a:lumOff val="80000"/>
              <a:alpha val="61000"/>
            </a:schemeClr>
          </a:solidFill>
          <a:ln w="9525" cap="flat" cmpd="sng" algn="ctr">
            <a:noFill/>
            <a:prstDash val="solid"/>
            <a:round/>
            <a:headEnd type="none" w="med" len="med"/>
            <a:tailEnd type="none" w="med" len="med"/>
          </a:ln>
        </p:spPr>
        <p:txBody>
          <a:bodyPr vert="horz" wrap="square" lIns="91440" tIns="45720" rIns="91440" bIns="45720" numCol="1" anchor="t" anchorCtr="0" compatLnSpc="1">
            <a:noAutofit/>
          </a:bodyPr>
          <a:p>
            <a:pPr marL="0" marR="0" indent="0" algn="l" defTabSz="914400" rtl="0" eaLnBrk="1" fontAlgn="base" latinLnBrk="0" hangingPunct="1">
              <a:lnSpc>
                <a:spcPct val="120000"/>
              </a:lnSpc>
              <a:spcBef>
                <a:spcPct val="0"/>
              </a:spcBef>
              <a:spcAft>
                <a:spcPct val="0"/>
              </a:spcAft>
              <a:buClrTx/>
              <a:buSzTx/>
              <a:buFontTx/>
              <a:buBlip>
                <a:blip r:embed="rId3"/>
              </a:buBlip>
            </a:pPr>
            <a:endParaRPr kumimoji="1" lang="zh-CN" altLang="en-US" sz="2000" b="0" i="0" u="none" strike="noStrike" cap="none" normalizeH="0" baseline="0" smtClean="0">
              <a:ln>
                <a:noFill/>
              </a:ln>
              <a:solidFill>
                <a:srgbClr val="000099"/>
              </a:solidFill>
              <a:effectLst/>
              <a:latin typeface="Times New Roman" panose="02020603050405020304" pitchFamily="18" charset="0"/>
              <a:ea typeface="华文中宋" panose="02010600040101010101" pitchFamily="2" charset="-122"/>
            </a:endParaRPr>
          </a:p>
        </p:txBody>
      </p:sp>
      <p:sp>
        <p:nvSpPr>
          <p:cNvPr id="15" name="矩形 14"/>
          <p:cNvSpPr/>
          <p:nvPr/>
        </p:nvSpPr>
        <p:spPr>
          <a:xfrm>
            <a:off x="5055235" y="2174875"/>
            <a:ext cx="476250" cy="190500"/>
          </a:xfrm>
          <a:prstGeom prst="rect">
            <a:avLst/>
          </a:prstGeom>
          <a:solidFill>
            <a:schemeClr val="tx2">
              <a:lumMod val="20000"/>
              <a:lumOff val="80000"/>
              <a:alpha val="61000"/>
            </a:schemeClr>
          </a:solidFill>
          <a:ln w="9525" cap="flat" cmpd="sng" algn="ctr">
            <a:noFill/>
            <a:prstDash val="solid"/>
            <a:round/>
            <a:headEnd type="none" w="med" len="med"/>
            <a:tailEnd type="none" w="med" len="med"/>
          </a:ln>
        </p:spPr>
        <p:txBody>
          <a:bodyPr vert="horz" wrap="square" lIns="91440" tIns="45720" rIns="91440" bIns="45720" numCol="1" anchor="t" anchorCtr="0" compatLnSpc="1">
            <a:noAutofit/>
          </a:bodyPr>
          <a:p>
            <a:pPr marL="0" marR="0" indent="0" algn="l" defTabSz="914400" rtl="0" eaLnBrk="1" fontAlgn="base" latinLnBrk="0" hangingPunct="1">
              <a:lnSpc>
                <a:spcPct val="120000"/>
              </a:lnSpc>
              <a:spcBef>
                <a:spcPct val="0"/>
              </a:spcBef>
              <a:spcAft>
                <a:spcPct val="0"/>
              </a:spcAft>
              <a:buClrTx/>
              <a:buSzTx/>
              <a:buFontTx/>
              <a:buBlip>
                <a:blip r:embed="rId3"/>
              </a:buBlip>
            </a:pPr>
            <a:endParaRPr kumimoji="1" lang="zh-CN" altLang="en-US" sz="2000" b="0" i="0" u="none" strike="noStrike" cap="none" normalizeH="0" baseline="0" smtClean="0">
              <a:ln>
                <a:noFill/>
              </a:ln>
              <a:solidFill>
                <a:srgbClr val="000099"/>
              </a:solidFill>
              <a:effectLst/>
              <a:latin typeface="Times New Roman" panose="02020603050405020304" pitchFamily="18" charset="0"/>
              <a:ea typeface="华文中宋" panose="0201060004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spd="slow" p14:dur="999"/>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left)">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nvPicPr>
        <p:blipFill>
          <a:blip r:embed="rId1"/>
          <a:stretch>
            <a:fillRect/>
          </a:stretch>
        </p:blipFill>
        <p:spPr>
          <a:xfrm>
            <a:off x="476885" y="1592580"/>
            <a:ext cx="7973060" cy="5100955"/>
          </a:xfrm>
          <a:prstGeom prst="rect">
            <a:avLst/>
          </a:prstGeom>
        </p:spPr>
      </p:pic>
      <p:sp>
        <p:nvSpPr>
          <p:cNvPr id="5" name="直接连接符 6"/>
          <p:cNvSpPr>
            <a:spLocks noChangeShapeType="1"/>
          </p:cNvSpPr>
          <p:nvPr/>
        </p:nvSpPr>
        <p:spPr bwMode="auto">
          <a:xfrm>
            <a:off x="0" y="765175"/>
            <a:ext cx="9144000" cy="0"/>
          </a:xfrm>
          <a:prstGeom prst="line">
            <a:avLst/>
          </a:prstGeom>
          <a:noFill/>
          <a:ln w="28575">
            <a:solidFill>
              <a:srgbClr val="CC3300"/>
            </a:solidFill>
            <a:miter lim="800000"/>
          </a:ln>
          <a:extLst>
            <a:ext uri="{909E8E84-426E-40DD-AFC4-6F175D3DCCD1}">
              <a14:hiddenFill xmlns:a14="http://schemas.microsoft.com/office/drawing/2010/main">
                <a:noFill/>
              </a14:hiddenFill>
            </a:ext>
          </a:extLst>
        </p:spPr>
        <p:txBody>
          <a:bodyPr/>
          <a:lstStyle/>
          <a:p>
            <a:endParaRPr lang="zh-CN" altLang="en-US"/>
          </a:p>
        </p:txBody>
      </p:sp>
      <p:sp>
        <p:nvSpPr>
          <p:cNvPr id="6" name="Rectangle 10"/>
          <p:cNvSpPr>
            <a:spLocks noChangeArrowheads="1"/>
          </p:cNvSpPr>
          <p:nvPr/>
        </p:nvSpPr>
        <p:spPr bwMode="auto">
          <a:xfrm>
            <a:off x="5457354" y="131243"/>
            <a:ext cx="3505200" cy="549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tIns="36000" bIns="72000" anchor="ctr" anchorCtr="1"/>
          <a:lstStyle>
            <a:lvl1pPr eaLnBrk="0" hangingPunct="0">
              <a:defRPr kumimoji="1" sz="2000">
                <a:solidFill>
                  <a:srgbClr val="000099"/>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rgbClr val="000099"/>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rgbClr val="000099"/>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rgbClr val="000099"/>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lnSpc>
                <a:spcPct val="100000"/>
              </a:lnSpc>
              <a:buFontTx/>
              <a:buNone/>
            </a:pPr>
            <a:r>
              <a:rPr lang="en-US" altLang="zh-CN" sz="3000" dirty="0" smtClean="0">
                <a:solidFill>
                  <a:srgbClr val="CC3300"/>
                </a:solidFill>
                <a:latin typeface="黑体" panose="02010609060101010101" pitchFamily="49" charset="-122"/>
                <a:ea typeface="黑体" panose="02010609060101010101" pitchFamily="49" charset="-122"/>
              </a:rPr>
              <a:t>3.6-1 </a:t>
            </a:r>
            <a:r>
              <a:rPr lang="zh-CN" altLang="en-US" sz="3000" dirty="0">
                <a:solidFill>
                  <a:srgbClr val="CC3300"/>
                </a:solidFill>
                <a:latin typeface="黑体" panose="02010609060101010101" pitchFamily="49" charset="-122"/>
                <a:ea typeface="黑体" panose="02010609060101010101" pitchFamily="49" charset="-122"/>
              </a:rPr>
              <a:t>概</a:t>
            </a:r>
            <a:r>
              <a:rPr lang="en-US" altLang="zh-CN" sz="3000" dirty="0">
                <a:solidFill>
                  <a:srgbClr val="CC3300"/>
                </a:solidFill>
                <a:latin typeface="黑体" panose="02010609060101010101" pitchFamily="49" charset="-122"/>
                <a:ea typeface="黑体" panose="02010609060101010101" pitchFamily="49" charset="-122"/>
              </a:rPr>
              <a:t> </a:t>
            </a:r>
            <a:r>
              <a:rPr lang="zh-CN" altLang="en-US" sz="3000" dirty="0">
                <a:solidFill>
                  <a:srgbClr val="CC3300"/>
                </a:solidFill>
                <a:latin typeface="黑体" panose="02010609060101010101" pitchFamily="49" charset="-122"/>
                <a:ea typeface="黑体" panose="02010609060101010101" pitchFamily="49" charset="-122"/>
              </a:rPr>
              <a:t>述</a:t>
            </a:r>
            <a:endParaRPr lang="zh-CN" altLang="en-US" sz="3000" dirty="0">
              <a:solidFill>
                <a:srgbClr val="CC3300"/>
              </a:solidFill>
              <a:latin typeface="黑体" panose="02010609060101010101" pitchFamily="49" charset="-122"/>
              <a:ea typeface="黑体" panose="02010609060101010101" pitchFamily="49" charset="-122"/>
            </a:endParaRPr>
          </a:p>
        </p:txBody>
      </p:sp>
      <p:sp>
        <p:nvSpPr>
          <p:cNvPr id="7" name="文本框 6"/>
          <p:cNvSpPr txBox="1"/>
          <p:nvPr/>
        </p:nvSpPr>
        <p:spPr>
          <a:xfrm>
            <a:off x="645961" y="883974"/>
            <a:ext cx="3150704" cy="534035"/>
          </a:xfrm>
          <a:prstGeom prst="rect">
            <a:avLst/>
          </a:prstGeom>
          <a:noFill/>
        </p:spPr>
        <p:txBody>
          <a:bodyPr wrap="square" rtlCol="0">
            <a:spAutoFit/>
          </a:bodyPr>
          <a:lstStyle/>
          <a:p>
            <a:pPr>
              <a:buNone/>
            </a:pPr>
            <a:r>
              <a:rPr lang="zh-CN" altLang="en-US" sz="2400" dirty="0" smtClean="0">
                <a:solidFill>
                  <a:srgbClr val="C00000"/>
                </a:solidFill>
                <a:latin typeface="黑体" panose="02010609060101010101" pitchFamily="49" charset="-122"/>
                <a:ea typeface="黑体" panose="02010609060101010101" pitchFamily="49" charset="-122"/>
              </a:rPr>
              <a:t>常用的滚动体</a:t>
            </a:r>
            <a:endParaRPr lang="zh-CN" altLang="en-US" sz="2400" dirty="0">
              <a:solidFill>
                <a:srgbClr val="C00000"/>
              </a:solidFill>
              <a:latin typeface="黑体" panose="02010609060101010101" pitchFamily="49" charset="-122"/>
              <a:ea typeface="黑体" panose="02010609060101010101" pitchFamily="49" charset="-122"/>
            </a:endParaRPr>
          </a:p>
        </p:txBody>
      </p:sp>
    </p:spTree>
  </p:cSld>
  <p:clrMapOvr>
    <a:masterClrMapping/>
  </p:clrMapOvr>
  <p:transition>
    <p:wipe dir="r"/>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p:cNvSpPr>
            <a:spLocks noGrp="1" noChangeArrowheads="1"/>
          </p:cNvSpPr>
          <p:nvPr>
            <p:ph type="title"/>
          </p:nvPr>
        </p:nvSpPr>
        <p:spPr bwMode="auto">
          <a:xfrm>
            <a:off x="5486400" y="762000"/>
            <a:ext cx="2971800" cy="2286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18000" rIns="91440" bIns="45720" numCol="1" anchor="ctr" anchorCtr="1" compatLnSpc="1"/>
          <a:lstStyle/>
          <a:p>
            <a:pPr eaLnBrk="1" hangingPunct="1"/>
            <a:r>
              <a:rPr lang="zh-CN" altLang="en-US" sz="2000" smtClean="0">
                <a:solidFill>
                  <a:schemeClr val="bg1"/>
                </a:solidFill>
                <a:latin typeface="黑体" panose="02010609060101010101" pitchFamily="49" charset="-122"/>
                <a:ea typeface="黑体" panose="02010609060101010101" pitchFamily="49" charset="-122"/>
              </a:rPr>
              <a:t>概述</a:t>
            </a:r>
            <a:endParaRPr lang="zh-CN" altLang="en-US" sz="2000" smtClean="0">
              <a:solidFill>
                <a:schemeClr val="bg1"/>
              </a:solidFill>
              <a:latin typeface="黑体" panose="02010609060101010101" pitchFamily="49" charset="-122"/>
              <a:ea typeface="黑体" panose="02010609060101010101" pitchFamily="49" charset="-122"/>
            </a:endParaRPr>
          </a:p>
        </p:txBody>
      </p:sp>
      <p:sp>
        <p:nvSpPr>
          <p:cNvPr id="9229" name="Text Box 13"/>
          <p:cNvSpPr txBox="1">
            <a:spLocks noChangeArrowheads="1"/>
          </p:cNvSpPr>
          <p:nvPr/>
        </p:nvSpPr>
        <p:spPr bwMode="auto">
          <a:xfrm>
            <a:off x="326485" y="1257300"/>
            <a:ext cx="7992567" cy="17173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2000">
                <a:solidFill>
                  <a:srgbClr val="000099"/>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rgbClr val="000099"/>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rgbClr val="000099"/>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rgbClr val="000099"/>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buFontTx/>
              <a:buNone/>
            </a:pPr>
            <a:r>
              <a:rPr lang="zh-CN" altLang="en-US" sz="2200" dirty="0" smtClean="0">
                <a:solidFill>
                  <a:srgbClr val="C00000"/>
                </a:solidFill>
                <a:latin typeface="黑体" panose="02010609060101010101" pitchFamily="49" charset="-122"/>
                <a:ea typeface="黑体" panose="02010609060101010101" pitchFamily="49" charset="-122"/>
              </a:rPr>
              <a:t>滚动轴承</a:t>
            </a:r>
            <a:r>
              <a:rPr lang="zh-CN" altLang="en-US" sz="2200" dirty="0">
                <a:solidFill>
                  <a:srgbClr val="C00000"/>
                </a:solidFill>
                <a:latin typeface="黑体" panose="02010609060101010101" pitchFamily="49" charset="-122"/>
                <a:ea typeface="黑体" panose="02010609060101010101" pitchFamily="49" charset="-122"/>
              </a:rPr>
              <a:t>的优点</a:t>
            </a:r>
            <a:r>
              <a:rPr lang="zh-CN" altLang="en-US" sz="2200" dirty="0" smtClean="0">
                <a:solidFill>
                  <a:srgbClr val="C00000"/>
                </a:solidFill>
                <a:latin typeface="黑体" panose="02010609060101010101" pitchFamily="49" charset="-122"/>
                <a:ea typeface="黑体" panose="02010609060101010101" pitchFamily="49" charset="-122"/>
              </a:rPr>
              <a:t>：</a:t>
            </a:r>
            <a:endParaRPr lang="en-US" altLang="zh-CN" sz="2200" dirty="0" smtClean="0">
              <a:solidFill>
                <a:srgbClr val="C00000"/>
              </a:solidFill>
              <a:latin typeface="黑体" panose="02010609060101010101" pitchFamily="49" charset="-122"/>
              <a:ea typeface="黑体" panose="02010609060101010101" pitchFamily="49" charset="-122"/>
            </a:endParaRPr>
          </a:p>
          <a:p>
            <a:pPr eaLnBrk="1" hangingPunct="1">
              <a:buFontTx/>
              <a:buNone/>
            </a:pPr>
            <a:r>
              <a:rPr lang="zh-CN" altLang="en-US" sz="2200" dirty="0" smtClean="0">
                <a:latin typeface="黑体" panose="02010609060101010101" pitchFamily="49" charset="-122"/>
                <a:ea typeface="黑体" panose="02010609060101010101" pitchFamily="49" charset="-122"/>
              </a:rPr>
              <a:t>  旋转</a:t>
            </a:r>
            <a:r>
              <a:rPr lang="zh-CN" altLang="en-US" sz="2200" dirty="0">
                <a:latin typeface="黑体" panose="02010609060101010101" pitchFamily="49" charset="-122"/>
                <a:ea typeface="黑体" panose="02010609060101010101" pitchFamily="49" charset="-122"/>
              </a:rPr>
              <a:t>精度高、启动力矩小、轴向尺寸小、是标准件，</a:t>
            </a:r>
            <a:endParaRPr lang="en-US" altLang="zh-CN" sz="2200" dirty="0">
              <a:latin typeface="黑体" panose="02010609060101010101" pitchFamily="49" charset="-122"/>
              <a:ea typeface="黑体" panose="02010609060101010101" pitchFamily="49" charset="-122"/>
            </a:endParaRPr>
          </a:p>
          <a:p>
            <a:pPr eaLnBrk="1" hangingPunct="1">
              <a:buFontTx/>
              <a:buNone/>
            </a:pPr>
            <a:r>
              <a:rPr lang="zh-CN" altLang="en-US" sz="2200" dirty="0" smtClean="0">
                <a:latin typeface="黑体" panose="02010609060101010101" pitchFamily="49" charset="-122"/>
                <a:ea typeface="黑体" panose="02010609060101010101" pitchFamily="49" charset="-122"/>
              </a:rPr>
              <a:t>  选用</a:t>
            </a:r>
            <a:r>
              <a:rPr lang="zh-CN" altLang="en-US" sz="2200" dirty="0">
                <a:latin typeface="黑体" panose="02010609060101010101" pitchFamily="49" charset="-122"/>
                <a:ea typeface="黑体" panose="02010609060101010101" pitchFamily="49" charset="-122"/>
              </a:rPr>
              <a:t>方便，可以同时承受径向载荷和轴向载荷的联合作用</a:t>
            </a:r>
            <a:r>
              <a:rPr lang="zh-CN" altLang="en-US" sz="2200" dirty="0" smtClean="0">
                <a:latin typeface="黑体" panose="02010609060101010101" pitchFamily="49" charset="-122"/>
                <a:ea typeface="黑体" panose="02010609060101010101" pitchFamily="49" charset="-122"/>
              </a:rPr>
              <a:t>，</a:t>
            </a:r>
            <a:endParaRPr lang="en-US" altLang="zh-CN" sz="2200" dirty="0" smtClean="0">
              <a:latin typeface="黑体" panose="02010609060101010101" pitchFamily="49" charset="-122"/>
              <a:ea typeface="黑体" panose="02010609060101010101" pitchFamily="49" charset="-122"/>
            </a:endParaRPr>
          </a:p>
          <a:p>
            <a:pPr eaLnBrk="1" hangingPunct="1">
              <a:buFontTx/>
              <a:buNone/>
            </a:pPr>
            <a:r>
              <a:rPr lang="zh-CN" altLang="en-US" sz="2200" dirty="0" smtClean="0">
                <a:latin typeface="黑体" panose="02010609060101010101" pitchFamily="49" charset="-122"/>
                <a:ea typeface="黑体" panose="02010609060101010101" pitchFamily="49" charset="-122"/>
              </a:rPr>
              <a:t>  只需要</a:t>
            </a:r>
            <a:r>
              <a:rPr lang="zh-CN" altLang="en-US" sz="2200" dirty="0">
                <a:latin typeface="黑体" panose="02010609060101010101" pitchFamily="49" charset="-122"/>
                <a:ea typeface="黑体" panose="02010609060101010101" pitchFamily="49" charset="-122"/>
              </a:rPr>
              <a:t>少量的润滑剂便能正常运行。</a:t>
            </a:r>
            <a:endParaRPr lang="zh-CN" altLang="en-US" sz="2200" dirty="0">
              <a:latin typeface="黑体" panose="02010609060101010101" pitchFamily="49" charset="-122"/>
              <a:ea typeface="黑体" panose="02010609060101010101" pitchFamily="49" charset="-122"/>
            </a:endParaRPr>
          </a:p>
        </p:txBody>
      </p:sp>
      <p:sp>
        <p:nvSpPr>
          <p:cNvPr id="13" name="Text Box 13"/>
          <p:cNvSpPr txBox="1">
            <a:spLocks noChangeArrowheads="1"/>
          </p:cNvSpPr>
          <p:nvPr/>
        </p:nvSpPr>
        <p:spPr bwMode="auto">
          <a:xfrm>
            <a:off x="274429" y="3430657"/>
            <a:ext cx="8720483" cy="17173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2000">
                <a:solidFill>
                  <a:srgbClr val="000099"/>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rgbClr val="000099"/>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rgbClr val="000099"/>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rgbClr val="000099"/>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buFontTx/>
              <a:buNone/>
            </a:pPr>
            <a:r>
              <a:rPr lang="zh-CN" altLang="en-US" sz="2200" dirty="0" smtClean="0">
                <a:solidFill>
                  <a:srgbClr val="C00000"/>
                </a:solidFill>
                <a:latin typeface="黑体" panose="02010609060101010101" pitchFamily="49" charset="-122"/>
                <a:ea typeface="黑体" panose="02010609060101010101" pitchFamily="49" charset="-122"/>
              </a:rPr>
              <a:t>滚动轴承</a:t>
            </a:r>
            <a:r>
              <a:rPr lang="zh-CN" altLang="en-US" sz="2200" dirty="0">
                <a:solidFill>
                  <a:srgbClr val="C00000"/>
                </a:solidFill>
                <a:latin typeface="黑体" panose="02010609060101010101" pitchFamily="49" charset="-122"/>
                <a:ea typeface="黑体" panose="02010609060101010101" pitchFamily="49" charset="-122"/>
              </a:rPr>
              <a:t>的缺点</a:t>
            </a:r>
            <a:r>
              <a:rPr lang="zh-CN" altLang="en-US" sz="2200" dirty="0" smtClean="0">
                <a:solidFill>
                  <a:srgbClr val="C00000"/>
                </a:solidFill>
                <a:latin typeface="黑体" panose="02010609060101010101" pitchFamily="49" charset="-122"/>
                <a:ea typeface="黑体" panose="02010609060101010101" pitchFamily="49" charset="-122"/>
              </a:rPr>
              <a:t>：</a:t>
            </a:r>
            <a:endParaRPr lang="en-US" altLang="zh-CN" sz="2200" dirty="0" smtClean="0">
              <a:solidFill>
                <a:srgbClr val="C00000"/>
              </a:solidFill>
              <a:latin typeface="黑体" panose="02010609060101010101" pitchFamily="49" charset="-122"/>
              <a:ea typeface="黑体" panose="02010609060101010101" pitchFamily="49" charset="-122"/>
            </a:endParaRPr>
          </a:p>
          <a:p>
            <a:pPr eaLnBrk="1" hangingPunct="1">
              <a:buFontTx/>
              <a:buNone/>
            </a:pPr>
            <a:r>
              <a:rPr lang="en-US" altLang="zh-CN" sz="2200" dirty="0">
                <a:latin typeface="黑体" panose="02010609060101010101" pitchFamily="49" charset="-122"/>
                <a:ea typeface="黑体" panose="02010609060101010101" pitchFamily="49" charset="-122"/>
              </a:rPr>
              <a:t> </a:t>
            </a:r>
            <a:r>
              <a:rPr lang="en-US" altLang="zh-CN" sz="2200" dirty="0" smtClean="0">
                <a:latin typeface="黑体" panose="02010609060101010101" pitchFamily="49" charset="-122"/>
                <a:ea typeface="黑体" panose="02010609060101010101" pitchFamily="49" charset="-122"/>
              </a:rPr>
              <a:t>  </a:t>
            </a:r>
            <a:r>
              <a:rPr lang="zh-CN" altLang="en-US" sz="2200" dirty="0" smtClean="0">
                <a:latin typeface="黑体" panose="02010609060101010101" pitchFamily="49" charset="-122"/>
                <a:ea typeface="黑体" panose="02010609060101010101" pitchFamily="49" charset="-122"/>
              </a:rPr>
              <a:t>噪音</a:t>
            </a:r>
            <a:r>
              <a:rPr lang="zh-CN" altLang="en-US" sz="2200" dirty="0">
                <a:latin typeface="黑体" panose="02010609060101010101" pitchFamily="49" charset="-122"/>
                <a:ea typeface="黑体" panose="02010609060101010101" pitchFamily="49" charset="-122"/>
              </a:rPr>
              <a:t>大、轴承座的结构比较复杂、成本</a:t>
            </a:r>
            <a:r>
              <a:rPr lang="zh-CN" altLang="en-US" sz="2200" dirty="0" smtClean="0">
                <a:latin typeface="黑体" panose="02010609060101010101" pitchFamily="49" charset="-122"/>
                <a:ea typeface="黑体" panose="02010609060101010101" pitchFamily="49" charset="-122"/>
              </a:rPr>
              <a:t>较高，</a:t>
            </a:r>
            <a:endParaRPr lang="en-US" altLang="zh-CN" sz="2200" dirty="0" smtClean="0">
              <a:latin typeface="黑体" panose="02010609060101010101" pitchFamily="49" charset="-122"/>
              <a:ea typeface="黑体" panose="02010609060101010101" pitchFamily="49" charset="-122"/>
            </a:endParaRPr>
          </a:p>
          <a:p>
            <a:pPr eaLnBrk="1" hangingPunct="1">
              <a:buFontTx/>
              <a:buNone/>
            </a:pPr>
            <a:r>
              <a:rPr lang="en-US" altLang="zh-CN" sz="2200" dirty="0">
                <a:latin typeface="黑体" panose="02010609060101010101" pitchFamily="49" charset="-122"/>
                <a:ea typeface="黑体" panose="02010609060101010101" pitchFamily="49" charset="-122"/>
              </a:rPr>
              <a:t> </a:t>
            </a:r>
            <a:r>
              <a:rPr lang="en-US" altLang="zh-CN" sz="2200" dirty="0" smtClean="0">
                <a:latin typeface="黑体" panose="02010609060101010101" pitchFamily="49" charset="-122"/>
                <a:ea typeface="黑体" panose="02010609060101010101" pitchFamily="49" charset="-122"/>
              </a:rPr>
              <a:t>  </a:t>
            </a:r>
            <a:r>
              <a:rPr lang="zh-CN" altLang="en-US" sz="2200" dirty="0" smtClean="0">
                <a:latin typeface="黑体" panose="02010609060101010101" pitchFamily="49" charset="-122"/>
                <a:ea typeface="黑体" panose="02010609060101010101" pitchFamily="49" charset="-122"/>
              </a:rPr>
              <a:t>即使</a:t>
            </a:r>
            <a:r>
              <a:rPr lang="zh-CN" altLang="en-US" sz="2200" dirty="0">
                <a:latin typeface="黑体" panose="02010609060101010101" pitchFamily="49" charset="-122"/>
                <a:ea typeface="黑体" panose="02010609060101010101" pitchFamily="49" charset="-122"/>
              </a:rPr>
              <a:t>轴承润滑</a:t>
            </a:r>
            <a:r>
              <a:rPr lang="zh-CN" altLang="en-US" sz="2200" dirty="0" smtClean="0">
                <a:latin typeface="黑体" panose="02010609060101010101" pitchFamily="49" charset="-122"/>
                <a:ea typeface="黑体" panose="02010609060101010101" pitchFamily="49" charset="-122"/>
              </a:rPr>
              <a:t>良好、安装正确、防尘</a:t>
            </a:r>
            <a:r>
              <a:rPr lang="zh-CN" altLang="en-US" sz="2200" dirty="0">
                <a:latin typeface="黑体" panose="02010609060101010101" pitchFamily="49" charset="-122"/>
                <a:ea typeface="黑体" panose="02010609060101010101" pitchFamily="49" charset="-122"/>
              </a:rPr>
              <a:t>防潮</a:t>
            </a:r>
            <a:r>
              <a:rPr lang="zh-CN" altLang="en-US" sz="2200" dirty="0" smtClean="0">
                <a:latin typeface="黑体" panose="02010609060101010101" pitchFamily="49" charset="-122"/>
                <a:ea typeface="黑体" panose="02010609060101010101" pitchFamily="49" charset="-122"/>
              </a:rPr>
              <a:t>严密、运转</a:t>
            </a:r>
            <a:r>
              <a:rPr lang="zh-CN" altLang="en-US" sz="2200" dirty="0">
                <a:latin typeface="黑体" panose="02010609060101010101" pitchFamily="49" charset="-122"/>
                <a:ea typeface="黑体" panose="02010609060101010101" pitchFamily="49" charset="-122"/>
              </a:rPr>
              <a:t>正常</a:t>
            </a:r>
            <a:r>
              <a:rPr lang="zh-CN" altLang="en-US" sz="2200" dirty="0" smtClean="0">
                <a:latin typeface="黑体" panose="02010609060101010101" pitchFamily="49" charset="-122"/>
                <a:ea typeface="黑体" panose="02010609060101010101" pitchFamily="49" charset="-122"/>
              </a:rPr>
              <a:t>，</a:t>
            </a:r>
            <a:endParaRPr lang="en-US" altLang="zh-CN" sz="2200" dirty="0" smtClean="0">
              <a:latin typeface="黑体" panose="02010609060101010101" pitchFamily="49" charset="-122"/>
              <a:ea typeface="黑体" panose="02010609060101010101" pitchFamily="49" charset="-122"/>
            </a:endParaRPr>
          </a:p>
          <a:p>
            <a:pPr eaLnBrk="1" hangingPunct="1">
              <a:buFontTx/>
              <a:buNone/>
            </a:pPr>
            <a:r>
              <a:rPr lang="en-US" altLang="zh-CN" sz="2200" dirty="0">
                <a:latin typeface="黑体" panose="02010609060101010101" pitchFamily="49" charset="-122"/>
                <a:ea typeface="黑体" panose="02010609060101010101" pitchFamily="49" charset="-122"/>
              </a:rPr>
              <a:t> </a:t>
            </a:r>
            <a:r>
              <a:rPr lang="en-US" altLang="zh-CN" sz="2200" dirty="0" smtClean="0">
                <a:latin typeface="黑体" panose="02010609060101010101" pitchFamily="49" charset="-122"/>
                <a:ea typeface="黑体" panose="02010609060101010101" pitchFamily="49" charset="-122"/>
              </a:rPr>
              <a:t>  </a:t>
            </a:r>
            <a:r>
              <a:rPr lang="zh-CN" altLang="en-US" sz="2200" dirty="0" smtClean="0">
                <a:latin typeface="黑体" panose="02010609060101010101" pitchFamily="49" charset="-122"/>
                <a:ea typeface="黑体" panose="02010609060101010101" pitchFamily="49" charset="-122"/>
              </a:rPr>
              <a:t>它们</a:t>
            </a:r>
            <a:r>
              <a:rPr lang="zh-CN" altLang="en-US" sz="2200" dirty="0">
                <a:latin typeface="黑体" panose="02010609060101010101" pitchFamily="49" charset="-122"/>
                <a:ea typeface="黑体" panose="02010609060101010101" pitchFamily="49" charset="-122"/>
              </a:rPr>
              <a:t>最终也会因为滚动接触表面的疲劳而失效。</a:t>
            </a:r>
            <a:endParaRPr lang="zh-CN" altLang="en-US" sz="2200" dirty="0">
              <a:latin typeface="黑体" panose="02010609060101010101" pitchFamily="49" charset="-122"/>
              <a:ea typeface="黑体" panose="02010609060101010101" pitchFamily="49" charset="-122"/>
            </a:endParaRPr>
          </a:p>
        </p:txBody>
      </p:sp>
      <p:pic>
        <p:nvPicPr>
          <p:cNvPr id="10" name="Picture 57" descr="rewind1">
            <a:hlinkClick r:id="" action="ppaction://hlinkshowjump?jump=firstslide"/>
          </p:cNvPr>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8370888" y="6489700"/>
            <a:ext cx="306387" cy="306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297" name="直接连接符 6"/>
          <p:cNvSpPr>
            <a:spLocks noChangeShapeType="1"/>
          </p:cNvSpPr>
          <p:nvPr/>
        </p:nvSpPr>
        <p:spPr bwMode="auto">
          <a:xfrm>
            <a:off x="0" y="765175"/>
            <a:ext cx="9144000" cy="0"/>
          </a:xfrm>
          <a:prstGeom prst="line">
            <a:avLst/>
          </a:prstGeom>
          <a:noFill/>
          <a:ln w="28575">
            <a:solidFill>
              <a:srgbClr val="CC3300"/>
            </a:solidFill>
            <a:miter lim="800000"/>
          </a:ln>
          <a:extLst>
            <a:ext uri="{909E8E84-426E-40DD-AFC4-6F175D3DCCD1}">
              <a14:hiddenFill xmlns:a14="http://schemas.microsoft.com/office/drawing/2010/main">
                <a:noFill/>
              </a14:hiddenFill>
            </a:ext>
          </a:extLst>
        </p:spPr>
        <p:txBody>
          <a:bodyPr/>
          <a:lstStyle/>
          <a:p>
            <a:endParaRPr lang="zh-CN" altLang="en-US"/>
          </a:p>
        </p:txBody>
      </p:sp>
      <p:sp>
        <p:nvSpPr>
          <p:cNvPr id="6" name="Rectangle 10"/>
          <p:cNvSpPr>
            <a:spLocks noChangeArrowheads="1"/>
          </p:cNvSpPr>
          <p:nvPr/>
        </p:nvSpPr>
        <p:spPr bwMode="auto">
          <a:xfrm>
            <a:off x="5457354" y="131243"/>
            <a:ext cx="3505200" cy="549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tIns="36000" bIns="72000" anchor="ctr" anchorCtr="1"/>
          <a:lstStyle>
            <a:lvl1pPr eaLnBrk="0" hangingPunct="0">
              <a:defRPr kumimoji="1" sz="2000">
                <a:solidFill>
                  <a:srgbClr val="000099"/>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rgbClr val="000099"/>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rgbClr val="000099"/>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rgbClr val="000099"/>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lnSpc>
                <a:spcPct val="100000"/>
              </a:lnSpc>
              <a:buFontTx/>
              <a:buNone/>
            </a:pPr>
            <a:r>
              <a:rPr lang="en-US" altLang="zh-CN" sz="3000" dirty="0" smtClean="0">
                <a:solidFill>
                  <a:srgbClr val="CC3300"/>
                </a:solidFill>
                <a:latin typeface="黑体" panose="02010609060101010101" pitchFamily="49" charset="-122"/>
                <a:ea typeface="黑体" panose="02010609060101010101" pitchFamily="49" charset="-122"/>
              </a:rPr>
              <a:t>3.6-1 </a:t>
            </a:r>
            <a:r>
              <a:rPr lang="zh-CN" altLang="en-US" sz="3000" dirty="0">
                <a:solidFill>
                  <a:srgbClr val="CC3300"/>
                </a:solidFill>
                <a:latin typeface="黑体" panose="02010609060101010101" pitchFamily="49" charset="-122"/>
                <a:ea typeface="黑体" panose="02010609060101010101" pitchFamily="49" charset="-122"/>
              </a:rPr>
              <a:t>概</a:t>
            </a:r>
            <a:r>
              <a:rPr lang="en-US" altLang="zh-CN" sz="3000" dirty="0">
                <a:solidFill>
                  <a:srgbClr val="CC3300"/>
                </a:solidFill>
                <a:latin typeface="黑体" panose="02010609060101010101" pitchFamily="49" charset="-122"/>
                <a:ea typeface="黑体" panose="02010609060101010101" pitchFamily="49" charset="-122"/>
              </a:rPr>
              <a:t> </a:t>
            </a:r>
            <a:r>
              <a:rPr lang="zh-CN" altLang="en-US" sz="3000" dirty="0">
                <a:solidFill>
                  <a:srgbClr val="CC3300"/>
                </a:solidFill>
                <a:latin typeface="黑体" panose="02010609060101010101" pitchFamily="49" charset="-122"/>
                <a:ea typeface="黑体" panose="02010609060101010101" pitchFamily="49" charset="-122"/>
              </a:rPr>
              <a:t>述</a:t>
            </a:r>
            <a:endParaRPr lang="zh-CN" altLang="en-US" sz="3000" dirty="0">
              <a:solidFill>
                <a:srgbClr val="CC3300"/>
              </a:solidFill>
              <a:latin typeface="黑体" panose="02010609060101010101" pitchFamily="49" charset="-122"/>
              <a:ea typeface="黑体" panose="02010609060101010101" pitchFamily="49" charset="-122"/>
            </a:endParaRPr>
          </a:p>
        </p:txBody>
      </p:sp>
    </p:spTree>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22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3"/>
                                        </p:tgtEl>
                                        <p:attrNameLst>
                                          <p:attrName>style.visibility</p:attrName>
                                        </p:attrNameLst>
                                      </p:cBhvr>
                                      <p:to>
                                        <p:strVal val="visible"/>
                                      </p:to>
                                    </p:set>
                                  </p:childTnLst>
                                </p:cTn>
                              </p:par>
                            </p:childTnLst>
                          </p:cTn>
                        </p:par>
                        <p:par>
                          <p:cTn id="11" fill="hold">
                            <p:stCondLst>
                              <p:cond delay="0"/>
                            </p:stCondLst>
                            <p:childTnLst>
                              <p:par>
                                <p:cTn id="12" presetID="2" presetClass="entr" presetSubtype="8" fill="hold" nodeType="afterEffect">
                                  <p:stCondLst>
                                    <p:cond delay="0"/>
                                  </p:stCondLst>
                                  <p:childTnLst>
                                    <p:set>
                                      <p:cBhvr>
                                        <p:cTn id="13" dur="1" fill="hold">
                                          <p:stCondLst>
                                            <p:cond delay="0"/>
                                          </p:stCondLst>
                                        </p:cTn>
                                        <p:tgtEl>
                                          <p:spTgt spid="10"/>
                                        </p:tgtEl>
                                        <p:attrNameLst>
                                          <p:attrName>style.visibility</p:attrName>
                                        </p:attrNameLst>
                                      </p:cBhvr>
                                      <p:to>
                                        <p:strVal val="visible"/>
                                      </p:to>
                                    </p:set>
                                    <p:anim calcmode="lin" valueType="num">
                                      <p:cBhvr additive="base">
                                        <p:cTn id="14" dur="500" fill="hold"/>
                                        <p:tgtEl>
                                          <p:spTgt spid="10"/>
                                        </p:tgtEl>
                                        <p:attrNameLst>
                                          <p:attrName>ppt_x</p:attrName>
                                        </p:attrNameLst>
                                      </p:cBhvr>
                                      <p:tavLst>
                                        <p:tav tm="0">
                                          <p:val>
                                            <p:strVal val="0-#ppt_w/2"/>
                                          </p:val>
                                        </p:tav>
                                        <p:tav tm="100000">
                                          <p:val>
                                            <p:strVal val="#ppt_x"/>
                                          </p:val>
                                        </p:tav>
                                      </p:tavLst>
                                    </p:anim>
                                    <p:anim calcmode="lin" valueType="num">
                                      <p:cBhvr additive="base">
                                        <p:cTn id="15" dur="500" fill="hold"/>
                                        <p:tgtEl>
                                          <p:spTgt spid="10"/>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229" grpId="0"/>
      <p:bldP spid="13"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4"/>
          <p:cNvSpPr>
            <a:spLocks noChangeArrowheads="1"/>
          </p:cNvSpPr>
          <p:nvPr/>
        </p:nvSpPr>
        <p:spPr bwMode="auto">
          <a:xfrm>
            <a:off x="1882334" y="258831"/>
            <a:ext cx="732790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tIns="36000" bIns="72000" anchor="ctr" anchorCtr="1"/>
          <a:lstStyle>
            <a:lvl1pPr eaLnBrk="0" hangingPunct="0">
              <a:defRPr kumimoji="1" sz="2000">
                <a:solidFill>
                  <a:srgbClr val="000099"/>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rgbClr val="000099"/>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rgbClr val="000099"/>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rgbClr val="000099"/>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lnSpc>
                <a:spcPct val="100000"/>
              </a:lnSpc>
              <a:buFontTx/>
              <a:buNone/>
            </a:pPr>
            <a:r>
              <a:rPr lang="en-US" altLang="zh-CN" sz="3000" dirty="0" smtClean="0">
                <a:solidFill>
                  <a:srgbClr val="CC3300"/>
                </a:solidFill>
                <a:latin typeface="黑体" panose="02010609060101010101" pitchFamily="49" charset="-122"/>
                <a:ea typeface="黑体" panose="02010609060101010101" pitchFamily="49" charset="-122"/>
              </a:rPr>
              <a:t>3.6-2 </a:t>
            </a:r>
            <a:r>
              <a:rPr lang="zh-CN" altLang="en-US" sz="3000" dirty="0">
                <a:solidFill>
                  <a:srgbClr val="CC3300"/>
                </a:solidFill>
                <a:latin typeface="黑体" panose="02010609060101010101" pitchFamily="49" charset="-122"/>
                <a:ea typeface="黑体" panose="02010609060101010101" pitchFamily="49" charset="-122"/>
              </a:rPr>
              <a:t>滚动轴承的主要</a:t>
            </a:r>
            <a:r>
              <a:rPr lang="zh-CN" altLang="en-US" sz="3000" dirty="0" smtClean="0">
                <a:solidFill>
                  <a:srgbClr val="CC3300"/>
                </a:solidFill>
                <a:latin typeface="黑体" panose="02010609060101010101" pitchFamily="49" charset="-122"/>
                <a:ea typeface="黑体" panose="02010609060101010101" pitchFamily="49" charset="-122"/>
              </a:rPr>
              <a:t>类型及代号</a:t>
            </a:r>
            <a:endParaRPr lang="zh-CN" altLang="en-US" sz="3000" dirty="0">
              <a:solidFill>
                <a:srgbClr val="CC3300"/>
              </a:solidFill>
              <a:latin typeface="黑体" panose="02010609060101010101" pitchFamily="49" charset="-122"/>
              <a:ea typeface="黑体" panose="02010609060101010101" pitchFamily="49" charset="-122"/>
            </a:endParaRPr>
          </a:p>
        </p:txBody>
      </p:sp>
      <p:sp>
        <p:nvSpPr>
          <p:cNvPr id="5" name="直接连接符 6"/>
          <p:cNvSpPr>
            <a:spLocks noChangeShapeType="1"/>
          </p:cNvSpPr>
          <p:nvPr/>
        </p:nvSpPr>
        <p:spPr bwMode="auto">
          <a:xfrm>
            <a:off x="0" y="894384"/>
            <a:ext cx="9144000" cy="0"/>
          </a:xfrm>
          <a:prstGeom prst="line">
            <a:avLst/>
          </a:prstGeom>
          <a:noFill/>
          <a:ln w="28575">
            <a:solidFill>
              <a:srgbClr val="CC3300"/>
            </a:solidFill>
            <a:miter lim="800000"/>
          </a:ln>
          <a:extLst>
            <a:ext uri="{909E8E84-426E-40DD-AFC4-6F175D3DCCD1}">
              <a14:hiddenFill xmlns:a14="http://schemas.microsoft.com/office/drawing/2010/main">
                <a:noFill/>
              </a14:hiddenFill>
            </a:ext>
          </a:extLst>
        </p:spPr>
        <p:txBody>
          <a:bodyPr/>
          <a:lstStyle/>
          <a:p>
            <a:endParaRPr lang="zh-CN" altLang="en-US"/>
          </a:p>
        </p:txBody>
      </p:sp>
      <p:sp>
        <p:nvSpPr>
          <p:cNvPr id="6" name="文本框 5"/>
          <p:cNvSpPr txBox="1"/>
          <p:nvPr/>
        </p:nvSpPr>
        <p:spPr>
          <a:xfrm>
            <a:off x="1560442" y="2067338"/>
            <a:ext cx="3906078" cy="535531"/>
          </a:xfrm>
          <a:prstGeom prst="rect">
            <a:avLst/>
          </a:prstGeom>
          <a:noFill/>
        </p:spPr>
        <p:txBody>
          <a:bodyPr wrap="square" rtlCol="0">
            <a:spAutoFit/>
          </a:bodyPr>
          <a:lstStyle/>
          <a:p>
            <a:pPr>
              <a:buNone/>
            </a:pPr>
            <a:r>
              <a:rPr lang="zh-CN" altLang="en-US" sz="2400" dirty="0" smtClean="0">
                <a:solidFill>
                  <a:srgbClr val="002060"/>
                </a:solidFill>
                <a:latin typeface="黑体" panose="02010609060101010101" pitchFamily="49" charset="-122"/>
                <a:ea typeface="黑体" panose="02010609060101010101" pitchFamily="49" charset="-122"/>
              </a:rPr>
              <a:t>一、滚动轴承的类型</a:t>
            </a:r>
            <a:endParaRPr lang="zh-CN" altLang="en-US" sz="2400" dirty="0">
              <a:solidFill>
                <a:srgbClr val="002060"/>
              </a:solidFill>
              <a:latin typeface="黑体" panose="02010609060101010101" pitchFamily="49" charset="-122"/>
              <a:ea typeface="黑体" panose="02010609060101010101" pitchFamily="49" charset="-122"/>
            </a:endParaRPr>
          </a:p>
        </p:txBody>
      </p:sp>
      <p:sp>
        <p:nvSpPr>
          <p:cNvPr id="7" name="文本框 6"/>
          <p:cNvSpPr txBox="1"/>
          <p:nvPr/>
        </p:nvSpPr>
        <p:spPr>
          <a:xfrm>
            <a:off x="1560776" y="2999160"/>
            <a:ext cx="3906078" cy="476669"/>
          </a:xfrm>
          <a:prstGeom prst="rect">
            <a:avLst/>
          </a:prstGeom>
          <a:noFill/>
        </p:spPr>
        <p:txBody>
          <a:bodyPr wrap="square" rtlCol="0">
            <a:spAutoFit/>
          </a:bodyPr>
          <a:lstStyle/>
          <a:p>
            <a:pPr>
              <a:buNone/>
            </a:pPr>
            <a:r>
              <a:rPr lang="zh-CN" altLang="en-US" sz="2400" dirty="0" smtClean="0">
                <a:solidFill>
                  <a:srgbClr val="002060"/>
                </a:solidFill>
                <a:latin typeface="黑体" panose="02010609060101010101" pitchFamily="49" charset="-122"/>
                <a:ea typeface="黑体" panose="02010609060101010101" pitchFamily="49" charset="-122"/>
              </a:rPr>
              <a:t>二、滚动轴承的代号</a:t>
            </a:r>
            <a:endParaRPr lang="zh-CN" altLang="en-US" sz="2400" dirty="0">
              <a:solidFill>
                <a:srgbClr val="002060"/>
              </a:solidFill>
              <a:latin typeface="黑体" panose="02010609060101010101" pitchFamily="49" charset="-122"/>
              <a:ea typeface="黑体" panose="02010609060101010101" pitchFamily="49" charset="-122"/>
            </a:endParaRPr>
          </a:p>
        </p:txBody>
      </p:sp>
    </p:spTree>
  </p:cSld>
  <p:clrMapOvr>
    <a:masterClrMapping/>
  </p:clrMapOvr>
  <p:transition>
    <p:wipe dir="r"/>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Grp="1" noChangeArrowheads="1"/>
          </p:cNvSpPr>
          <p:nvPr>
            <p:ph type="title"/>
          </p:nvPr>
        </p:nvSpPr>
        <p:spPr bwMode="auto">
          <a:xfrm>
            <a:off x="5105400" y="762000"/>
            <a:ext cx="1295400" cy="152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eaLnBrk="1" hangingPunct="1"/>
            <a:r>
              <a:rPr lang="zh-CN" altLang="en-US" sz="400" smtClean="0">
                <a:solidFill>
                  <a:schemeClr val="bg1"/>
                </a:solidFill>
                <a:latin typeface="华文中宋" panose="02010600040101010101" pitchFamily="2" charset="-122"/>
                <a:ea typeface="华文中宋" panose="02010600040101010101" pitchFamily="2" charset="-122"/>
              </a:rPr>
              <a:t>类型和代号</a:t>
            </a:r>
            <a:r>
              <a:rPr lang="en-US" altLang="zh-CN" sz="400" smtClean="0">
                <a:solidFill>
                  <a:schemeClr val="bg1"/>
                </a:solidFill>
                <a:latin typeface="宋体" panose="02010600030101010101" pitchFamily="2" charset="-122"/>
              </a:rPr>
              <a:t>1</a:t>
            </a:r>
            <a:endParaRPr lang="en-US" altLang="zh-CN" sz="400" smtClean="0">
              <a:solidFill>
                <a:schemeClr val="bg1"/>
              </a:solidFill>
              <a:latin typeface="宋体" panose="02010600030101010101" pitchFamily="2" charset="-122"/>
            </a:endParaRPr>
          </a:p>
        </p:txBody>
      </p:sp>
      <p:sp>
        <p:nvSpPr>
          <p:cNvPr id="13316" name="Text Box 5"/>
          <p:cNvSpPr txBox="1">
            <a:spLocks noChangeArrowheads="1"/>
          </p:cNvSpPr>
          <p:nvPr/>
        </p:nvSpPr>
        <p:spPr bwMode="auto">
          <a:xfrm>
            <a:off x="365125" y="685800"/>
            <a:ext cx="8474075" cy="4985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a:solidFill>
                  <a:srgbClr val="000099"/>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rgbClr val="000099"/>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rgbClr val="000099"/>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rgbClr val="000099"/>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buFontTx/>
              <a:buNone/>
            </a:pPr>
            <a:r>
              <a:rPr lang="zh-CN" altLang="en-US" sz="2200" dirty="0">
                <a:solidFill>
                  <a:srgbClr val="C00000"/>
                </a:solidFill>
                <a:latin typeface="黑体" panose="02010609060101010101" pitchFamily="49" charset="-122"/>
                <a:ea typeface="黑体" panose="02010609060101010101" pitchFamily="49" charset="-122"/>
              </a:rPr>
              <a:t>一、滚动轴承的分类</a:t>
            </a:r>
            <a:endParaRPr lang="zh-CN" altLang="en-US" sz="2200" dirty="0">
              <a:solidFill>
                <a:srgbClr val="C00000"/>
              </a:solidFill>
              <a:latin typeface="黑体" panose="02010609060101010101" pitchFamily="49" charset="-122"/>
              <a:ea typeface="黑体" panose="02010609060101010101" pitchFamily="49" charset="-122"/>
            </a:endParaRPr>
          </a:p>
        </p:txBody>
      </p:sp>
      <p:sp>
        <p:nvSpPr>
          <p:cNvPr id="13318" name="Text Box 52"/>
          <p:cNvSpPr txBox="1">
            <a:spLocks noChangeArrowheads="1"/>
          </p:cNvSpPr>
          <p:nvPr/>
        </p:nvSpPr>
        <p:spPr bwMode="auto">
          <a:xfrm>
            <a:off x="926134" y="1259440"/>
            <a:ext cx="3376245"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000">
                <a:solidFill>
                  <a:srgbClr val="000099"/>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rgbClr val="000099"/>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rgbClr val="000099"/>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rgbClr val="000099"/>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lnSpc>
                <a:spcPct val="100000"/>
              </a:lnSpc>
              <a:buFontTx/>
              <a:buNone/>
            </a:pPr>
            <a:r>
              <a:rPr lang="en-US" altLang="zh-CN" sz="2200" dirty="0">
                <a:solidFill>
                  <a:srgbClr val="CC3300"/>
                </a:solidFill>
                <a:latin typeface="Tahoma" panose="020B0604030504040204" pitchFamily="34" charset="0"/>
              </a:rPr>
              <a:t>◆ </a:t>
            </a:r>
            <a:r>
              <a:rPr lang="zh-CN" altLang="en-US" sz="2200" dirty="0">
                <a:solidFill>
                  <a:srgbClr val="0000FF"/>
                </a:solidFill>
                <a:latin typeface="黑体" panose="02010609060101010101" pitchFamily="49" charset="-122"/>
                <a:ea typeface="黑体" panose="02010609060101010101" pitchFamily="49" charset="-122"/>
              </a:rPr>
              <a:t>按滚动体的不同分类</a:t>
            </a:r>
            <a:r>
              <a:rPr lang="zh-CN" altLang="en-US" sz="2200" dirty="0" smtClean="0">
                <a:solidFill>
                  <a:srgbClr val="0000FF"/>
                </a:solidFill>
                <a:latin typeface="黑体" panose="02010609060101010101" pitchFamily="49" charset="-122"/>
                <a:ea typeface="黑体" panose="02010609060101010101" pitchFamily="49" charset="-122"/>
              </a:rPr>
              <a:t>：</a:t>
            </a:r>
            <a:endParaRPr lang="zh-CN" altLang="en-US" sz="2200" dirty="0">
              <a:solidFill>
                <a:srgbClr val="0000FF"/>
              </a:solidFill>
              <a:latin typeface="黑体" panose="02010609060101010101" pitchFamily="49" charset="-122"/>
              <a:ea typeface="黑体" panose="02010609060101010101" pitchFamily="49" charset="-122"/>
            </a:endParaRPr>
          </a:p>
        </p:txBody>
      </p:sp>
      <p:pic>
        <p:nvPicPr>
          <p:cNvPr id="11320" name="Picture 56" descr="NEXT1">
            <a:hlinkClick r:id="" action="ppaction://hlinkshowjump?jump=nextslide"/>
          </p:cNvPr>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8774113" y="6489700"/>
            <a:ext cx="306387" cy="306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321" name="Picture 57" descr="rewind1">
            <a:hlinkClick r:id="" action="ppaction://hlinkshowjump?jump=firstslide"/>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370888" y="6489700"/>
            <a:ext cx="306387" cy="306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328" name="直接连接符 6"/>
          <p:cNvSpPr>
            <a:spLocks noChangeShapeType="1"/>
          </p:cNvSpPr>
          <p:nvPr/>
        </p:nvSpPr>
        <p:spPr bwMode="auto">
          <a:xfrm>
            <a:off x="0" y="685662"/>
            <a:ext cx="9144000" cy="0"/>
          </a:xfrm>
          <a:prstGeom prst="line">
            <a:avLst/>
          </a:prstGeom>
          <a:noFill/>
          <a:ln w="28575">
            <a:solidFill>
              <a:srgbClr val="CC3300"/>
            </a:solidFill>
            <a:miter lim="800000"/>
          </a:ln>
          <a:extLst>
            <a:ext uri="{909E8E84-426E-40DD-AFC4-6F175D3DCCD1}">
              <a14:hiddenFill xmlns:a14="http://schemas.microsoft.com/office/drawing/2010/main">
                <a:noFill/>
              </a14:hiddenFill>
            </a:ext>
          </a:extLst>
        </p:spPr>
        <p:txBody>
          <a:bodyPr/>
          <a:lstStyle/>
          <a:p>
            <a:endParaRPr lang="zh-CN" altLang="en-US"/>
          </a:p>
        </p:txBody>
      </p:sp>
      <p:sp>
        <p:nvSpPr>
          <p:cNvPr id="2" name="矩形 1"/>
          <p:cNvSpPr/>
          <p:nvPr/>
        </p:nvSpPr>
        <p:spPr>
          <a:xfrm>
            <a:off x="1194606" y="2084571"/>
            <a:ext cx="1031051" cy="498598"/>
          </a:xfrm>
          <a:prstGeom prst="rect">
            <a:avLst/>
          </a:prstGeom>
          <a:gradFill flip="none" rotWithShape="1">
            <a:gsLst>
              <a:gs pos="0">
                <a:srgbClr val="00B0F0">
                  <a:tint val="66000"/>
                  <a:satMod val="160000"/>
                </a:srgbClr>
              </a:gs>
              <a:gs pos="50000">
                <a:srgbClr val="00B0F0">
                  <a:tint val="44500"/>
                  <a:satMod val="160000"/>
                </a:srgbClr>
              </a:gs>
              <a:gs pos="100000">
                <a:srgbClr val="00B0F0">
                  <a:tint val="23500"/>
                  <a:satMod val="160000"/>
                </a:srgbClr>
              </a:gs>
            </a:gsLst>
            <a:lin ang="5400000" scaled="1"/>
            <a:tileRect/>
          </a:gradFill>
          <a:ln>
            <a:solidFill>
              <a:srgbClr val="00B0F0"/>
            </a:solidFill>
          </a:ln>
        </p:spPr>
        <p:txBody>
          <a:bodyPr wrap="none">
            <a:spAutoFit/>
          </a:bodyPr>
          <a:lstStyle/>
          <a:p>
            <a:pPr>
              <a:buNone/>
            </a:pPr>
            <a:r>
              <a:rPr lang="zh-CN" altLang="en-US" sz="2200" dirty="0" smtClean="0">
                <a:latin typeface="黑体" panose="02010609060101010101" pitchFamily="49" charset="-122"/>
                <a:ea typeface="黑体" panose="02010609060101010101" pitchFamily="49" charset="-122"/>
              </a:rPr>
              <a:t>球轴承</a:t>
            </a:r>
            <a:endParaRPr lang="zh-CN" altLang="en-US" sz="2200" dirty="0">
              <a:latin typeface="黑体" panose="02010609060101010101" pitchFamily="49" charset="-122"/>
              <a:ea typeface="黑体" panose="02010609060101010101" pitchFamily="49" charset="-122"/>
            </a:endParaRPr>
          </a:p>
        </p:txBody>
      </p:sp>
      <p:sp>
        <p:nvSpPr>
          <p:cNvPr id="3" name="矩形 2"/>
          <p:cNvSpPr/>
          <p:nvPr/>
        </p:nvSpPr>
        <p:spPr>
          <a:xfrm>
            <a:off x="1214763" y="4220449"/>
            <a:ext cx="1210588" cy="430054"/>
          </a:xfrm>
          <a:prstGeom prst="rect">
            <a:avLst/>
          </a:prstGeom>
          <a:gradFill flip="none" rotWithShape="1">
            <a:gsLst>
              <a:gs pos="0">
                <a:srgbClr val="00B050">
                  <a:tint val="66000"/>
                  <a:satMod val="160000"/>
                </a:srgbClr>
              </a:gs>
              <a:gs pos="50000">
                <a:srgbClr val="00B050">
                  <a:tint val="44500"/>
                  <a:satMod val="160000"/>
                </a:srgbClr>
              </a:gs>
              <a:gs pos="100000">
                <a:srgbClr val="00B050">
                  <a:tint val="23500"/>
                  <a:satMod val="160000"/>
                </a:srgbClr>
              </a:gs>
            </a:gsLst>
            <a:lin ang="5400000" scaled="1"/>
            <a:tileRect/>
          </a:gradFill>
        </p:spPr>
        <p:txBody>
          <a:bodyPr wrap="none">
            <a:spAutoFit/>
          </a:bodyPr>
          <a:lstStyle/>
          <a:p>
            <a:pPr>
              <a:buNone/>
            </a:pPr>
            <a:r>
              <a:rPr lang="zh-CN" altLang="en-US" dirty="0" smtClean="0">
                <a:latin typeface="Tahoma" panose="020B0604030504040204" pitchFamily="34" charset="0"/>
              </a:rPr>
              <a:t>滚子轴承</a:t>
            </a:r>
            <a:endParaRPr lang="zh-CN" altLang="en-US" dirty="0"/>
          </a:p>
        </p:txBody>
      </p:sp>
      <p:sp>
        <p:nvSpPr>
          <p:cNvPr id="4" name="左大括号 3"/>
          <p:cNvSpPr/>
          <p:nvPr/>
        </p:nvSpPr>
        <p:spPr bwMode="auto">
          <a:xfrm>
            <a:off x="715617" y="2395330"/>
            <a:ext cx="318053" cy="2166731"/>
          </a:xfrm>
          <a:prstGeom prst="leftBrace">
            <a:avLst/>
          </a:prstGeom>
          <a:noFill/>
          <a:ln w="19050" cap="flat" cmpd="sng" algn="ctr">
            <a:solidFill>
              <a:srgbClr val="0000FF"/>
            </a:solidFill>
            <a:prstDash val="solid"/>
            <a:round/>
            <a:headEnd type="none" w="med" len="med"/>
            <a:tailEnd type="none" w="med" len="med"/>
          </a:ln>
          <a:effectLst/>
        </p:spPr>
        <p:txBody>
          <a:bodyPr vert="horz" wrap="square" lIns="91440" tIns="45720" rIns="91440" bIns="45720" numCol="1" rtlCol="0" anchor="t" anchorCtr="0" compatLnSpc="1">
            <a:spAutoFit/>
          </a:bodyPr>
          <a:lstStyle/>
          <a:p>
            <a:pPr marL="0" marR="0" indent="0" algn="l" defTabSz="914400" rtl="0" eaLnBrk="1" fontAlgn="base" latinLnBrk="0" hangingPunct="1">
              <a:lnSpc>
                <a:spcPct val="120000"/>
              </a:lnSpc>
              <a:spcBef>
                <a:spcPct val="0"/>
              </a:spcBef>
              <a:spcAft>
                <a:spcPct val="0"/>
              </a:spcAft>
              <a:buClrTx/>
              <a:buSzTx/>
              <a:buFontTx/>
              <a:buBlip>
                <a:blip r:embed="rId3"/>
              </a:buBlip>
            </a:pPr>
            <a:endParaRPr kumimoji="1" lang="zh-CN" altLang="en-US" sz="2000" b="0" i="0" u="none" strike="noStrike" cap="none" normalizeH="0" baseline="0" smtClean="0">
              <a:ln>
                <a:noFill/>
              </a:ln>
              <a:solidFill>
                <a:srgbClr val="000099"/>
              </a:solidFill>
              <a:effectLst/>
              <a:latin typeface="Times New Roman" panose="02020603050405020304" pitchFamily="18" charset="0"/>
              <a:ea typeface="华文中宋" panose="02010600040101010101" pitchFamily="2" charset="-122"/>
            </a:endParaRPr>
          </a:p>
        </p:txBody>
      </p:sp>
      <p:sp>
        <p:nvSpPr>
          <p:cNvPr id="5" name="文本框 4"/>
          <p:cNvSpPr txBox="1"/>
          <p:nvPr/>
        </p:nvSpPr>
        <p:spPr>
          <a:xfrm>
            <a:off x="2295940" y="1779104"/>
            <a:ext cx="2087217" cy="1200329"/>
          </a:xfrm>
          <a:prstGeom prst="rect">
            <a:avLst/>
          </a:prstGeom>
          <a:gradFill flip="none" rotWithShape="1">
            <a:gsLst>
              <a:gs pos="0">
                <a:srgbClr val="00B0F0">
                  <a:tint val="66000"/>
                  <a:satMod val="160000"/>
                </a:srgbClr>
              </a:gs>
              <a:gs pos="50000">
                <a:srgbClr val="00B0F0">
                  <a:tint val="44500"/>
                  <a:satMod val="160000"/>
                </a:srgbClr>
              </a:gs>
              <a:gs pos="100000">
                <a:srgbClr val="00B0F0">
                  <a:tint val="23500"/>
                  <a:satMod val="160000"/>
                </a:srgbClr>
              </a:gs>
            </a:gsLst>
            <a:lin ang="5400000" scaled="1"/>
            <a:tileRect/>
          </a:gradFill>
        </p:spPr>
        <p:txBody>
          <a:bodyPr wrap="square" rtlCol="0">
            <a:spAutoFit/>
          </a:bodyPr>
          <a:lstStyle/>
          <a:p>
            <a:pPr>
              <a:buNone/>
            </a:pPr>
            <a:r>
              <a:rPr lang="zh-CN" altLang="en-US" dirty="0" smtClean="0"/>
              <a:t>点接触：承载能力小，旋转精度高，极限转速高</a:t>
            </a:r>
            <a:endParaRPr lang="zh-CN" altLang="en-US" dirty="0"/>
          </a:p>
        </p:txBody>
      </p:sp>
      <p:sp>
        <p:nvSpPr>
          <p:cNvPr id="22" name="文本框 21"/>
          <p:cNvSpPr txBox="1"/>
          <p:nvPr/>
        </p:nvSpPr>
        <p:spPr>
          <a:xfrm>
            <a:off x="2464906" y="3925957"/>
            <a:ext cx="2087217" cy="1200329"/>
          </a:xfrm>
          <a:prstGeom prst="rect">
            <a:avLst/>
          </a:prstGeom>
          <a:gradFill flip="none" rotWithShape="1">
            <a:gsLst>
              <a:gs pos="0">
                <a:srgbClr val="00B050">
                  <a:tint val="66000"/>
                  <a:satMod val="160000"/>
                </a:srgbClr>
              </a:gs>
              <a:gs pos="50000">
                <a:srgbClr val="00B050">
                  <a:tint val="44500"/>
                  <a:satMod val="160000"/>
                </a:srgbClr>
              </a:gs>
              <a:gs pos="100000">
                <a:srgbClr val="00B050">
                  <a:tint val="23500"/>
                  <a:satMod val="160000"/>
                </a:srgbClr>
              </a:gs>
            </a:gsLst>
            <a:lin ang="5400000" scaled="1"/>
            <a:tileRect/>
          </a:gradFill>
        </p:spPr>
        <p:txBody>
          <a:bodyPr wrap="square" rtlCol="0">
            <a:spAutoFit/>
          </a:bodyPr>
          <a:lstStyle/>
          <a:p>
            <a:pPr>
              <a:buNone/>
            </a:pPr>
            <a:r>
              <a:rPr lang="zh-CN" altLang="en-US" dirty="0" smtClean="0"/>
              <a:t>线接触：承载能力大，旋转精度高，极限转速低</a:t>
            </a:r>
            <a:endParaRPr lang="zh-CN" altLang="en-US" dirty="0"/>
          </a:p>
        </p:txBody>
      </p:sp>
      <p:sp>
        <p:nvSpPr>
          <p:cNvPr id="23" name="左大括号 22"/>
          <p:cNvSpPr/>
          <p:nvPr/>
        </p:nvSpPr>
        <p:spPr bwMode="auto">
          <a:xfrm>
            <a:off x="4641574" y="3369365"/>
            <a:ext cx="318053" cy="2166731"/>
          </a:xfrm>
          <a:prstGeom prst="leftBrace">
            <a:avLst/>
          </a:prstGeom>
          <a:noFill/>
          <a:ln w="19050" cap="flat" cmpd="sng" algn="ctr">
            <a:solidFill>
              <a:srgbClr val="0000FF"/>
            </a:solidFill>
            <a:prstDash val="solid"/>
            <a:round/>
            <a:headEnd type="none" w="med" len="med"/>
            <a:tailEnd type="none" w="med" len="med"/>
          </a:ln>
          <a:effectLst/>
        </p:spPr>
        <p:txBody>
          <a:bodyPr vert="horz" wrap="square" lIns="91440" tIns="45720" rIns="91440" bIns="45720" numCol="1" rtlCol="0" anchor="t" anchorCtr="0" compatLnSpc="1">
            <a:spAutoFit/>
          </a:bodyPr>
          <a:lstStyle/>
          <a:p>
            <a:pPr marL="0" marR="0" indent="0" algn="l" defTabSz="914400" rtl="0" eaLnBrk="1" fontAlgn="base" latinLnBrk="0" hangingPunct="1">
              <a:lnSpc>
                <a:spcPct val="120000"/>
              </a:lnSpc>
              <a:spcBef>
                <a:spcPct val="0"/>
              </a:spcBef>
              <a:spcAft>
                <a:spcPct val="0"/>
              </a:spcAft>
              <a:buClrTx/>
              <a:buSzTx/>
              <a:buFontTx/>
              <a:buBlip>
                <a:blip r:embed="rId3"/>
              </a:buBlip>
            </a:pPr>
            <a:endParaRPr kumimoji="1" lang="zh-CN" altLang="en-US" sz="2000" b="0" i="0" u="none" strike="noStrike" cap="none" normalizeH="0" baseline="0" smtClean="0">
              <a:ln>
                <a:noFill/>
              </a:ln>
              <a:solidFill>
                <a:srgbClr val="000099"/>
              </a:solidFill>
              <a:effectLst/>
              <a:latin typeface="Times New Roman" panose="02020603050405020304" pitchFamily="18" charset="0"/>
              <a:ea typeface="华文中宋" panose="02010600040101010101" pitchFamily="2" charset="-122"/>
            </a:endParaRPr>
          </a:p>
        </p:txBody>
      </p:sp>
      <p:sp>
        <p:nvSpPr>
          <p:cNvPr id="6" name="文本框 5"/>
          <p:cNvSpPr txBox="1"/>
          <p:nvPr/>
        </p:nvSpPr>
        <p:spPr>
          <a:xfrm>
            <a:off x="5019261" y="3061252"/>
            <a:ext cx="2295939" cy="430054"/>
          </a:xfrm>
          <a:prstGeom prst="rect">
            <a:avLst/>
          </a:prstGeom>
          <a:noFill/>
        </p:spPr>
        <p:txBody>
          <a:bodyPr wrap="square" rtlCol="0">
            <a:spAutoFit/>
          </a:bodyPr>
          <a:lstStyle/>
          <a:p>
            <a:pPr>
              <a:buNone/>
            </a:pPr>
            <a:r>
              <a:rPr lang="zh-CN" altLang="en-US" dirty="0" smtClean="0"/>
              <a:t>圆柱滚子轴承</a:t>
            </a:r>
            <a:endParaRPr lang="zh-CN" altLang="en-US" dirty="0"/>
          </a:p>
        </p:txBody>
      </p:sp>
      <p:sp>
        <p:nvSpPr>
          <p:cNvPr id="25" name="文本框 24"/>
          <p:cNvSpPr txBox="1"/>
          <p:nvPr/>
        </p:nvSpPr>
        <p:spPr>
          <a:xfrm>
            <a:off x="5039139" y="3617843"/>
            <a:ext cx="2295939" cy="430054"/>
          </a:xfrm>
          <a:prstGeom prst="rect">
            <a:avLst/>
          </a:prstGeom>
          <a:noFill/>
        </p:spPr>
        <p:txBody>
          <a:bodyPr wrap="square" rtlCol="0">
            <a:spAutoFit/>
          </a:bodyPr>
          <a:lstStyle/>
          <a:p>
            <a:pPr>
              <a:buNone/>
            </a:pPr>
            <a:r>
              <a:rPr lang="zh-CN" altLang="en-US" dirty="0" smtClean="0"/>
              <a:t>滚针轴承</a:t>
            </a:r>
            <a:endParaRPr lang="zh-CN" altLang="en-US" dirty="0"/>
          </a:p>
        </p:txBody>
      </p:sp>
      <p:sp>
        <p:nvSpPr>
          <p:cNvPr id="26" name="文本框 25"/>
          <p:cNvSpPr txBox="1"/>
          <p:nvPr/>
        </p:nvSpPr>
        <p:spPr>
          <a:xfrm>
            <a:off x="5029200" y="4194312"/>
            <a:ext cx="2295939" cy="430054"/>
          </a:xfrm>
          <a:prstGeom prst="rect">
            <a:avLst/>
          </a:prstGeom>
          <a:noFill/>
        </p:spPr>
        <p:txBody>
          <a:bodyPr wrap="square" rtlCol="0">
            <a:spAutoFit/>
          </a:bodyPr>
          <a:lstStyle/>
          <a:p>
            <a:pPr>
              <a:buNone/>
            </a:pPr>
            <a:r>
              <a:rPr lang="zh-CN" altLang="en-US" dirty="0" smtClean="0"/>
              <a:t>圆锥滚子轴承</a:t>
            </a:r>
            <a:endParaRPr lang="zh-CN" altLang="en-US" dirty="0"/>
          </a:p>
        </p:txBody>
      </p:sp>
      <p:sp>
        <p:nvSpPr>
          <p:cNvPr id="27" name="文本框 26"/>
          <p:cNvSpPr txBox="1"/>
          <p:nvPr/>
        </p:nvSpPr>
        <p:spPr>
          <a:xfrm>
            <a:off x="5049078" y="4780721"/>
            <a:ext cx="2295939" cy="430054"/>
          </a:xfrm>
          <a:prstGeom prst="rect">
            <a:avLst/>
          </a:prstGeom>
          <a:noFill/>
        </p:spPr>
        <p:txBody>
          <a:bodyPr wrap="square" rtlCol="0">
            <a:spAutoFit/>
          </a:bodyPr>
          <a:lstStyle/>
          <a:p>
            <a:pPr>
              <a:buNone/>
            </a:pPr>
            <a:r>
              <a:rPr lang="zh-CN" altLang="en-US" dirty="0" smtClean="0"/>
              <a:t>调心滚子轴承</a:t>
            </a:r>
            <a:endParaRPr lang="zh-CN" altLang="en-US" dirty="0"/>
          </a:p>
        </p:txBody>
      </p:sp>
      <p:sp>
        <p:nvSpPr>
          <p:cNvPr id="28" name="文本框 27"/>
          <p:cNvSpPr txBox="1"/>
          <p:nvPr/>
        </p:nvSpPr>
        <p:spPr>
          <a:xfrm>
            <a:off x="4999382" y="5307495"/>
            <a:ext cx="2723322" cy="461665"/>
          </a:xfrm>
          <a:prstGeom prst="rect">
            <a:avLst/>
          </a:prstGeom>
          <a:noFill/>
        </p:spPr>
        <p:txBody>
          <a:bodyPr wrap="square" rtlCol="0">
            <a:spAutoFit/>
          </a:bodyPr>
          <a:lstStyle/>
          <a:p>
            <a:pPr>
              <a:buNone/>
            </a:pPr>
            <a:r>
              <a:rPr lang="zh-CN" altLang="en-US" dirty="0" smtClean="0"/>
              <a:t>非对称球面滚子轴承</a:t>
            </a:r>
            <a:endParaRPr lang="zh-CN" altLang="en-US" dirty="0"/>
          </a:p>
        </p:txBody>
      </p:sp>
      <p:sp>
        <p:nvSpPr>
          <p:cNvPr id="7" name="Rectangle 4"/>
          <p:cNvSpPr>
            <a:spLocks noChangeArrowheads="1"/>
          </p:cNvSpPr>
          <p:nvPr/>
        </p:nvSpPr>
        <p:spPr bwMode="auto">
          <a:xfrm>
            <a:off x="1882334" y="258831"/>
            <a:ext cx="732790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tIns="36000" bIns="72000" anchor="ctr" anchorCtr="1"/>
          <a:lstStyle>
            <a:lvl1pPr eaLnBrk="0" hangingPunct="0">
              <a:defRPr kumimoji="1" sz="2000">
                <a:solidFill>
                  <a:srgbClr val="000099"/>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rgbClr val="000099"/>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rgbClr val="000099"/>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rgbClr val="000099"/>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lnSpc>
                <a:spcPct val="100000"/>
              </a:lnSpc>
              <a:buFontTx/>
              <a:buNone/>
            </a:pPr>
            <a:r>
              <a:rPr lang="en-US" altLang="zh-CN" sz="3000" dirty="0" smtClean="0">
                <a:solidFill>
                  <a:srgbClr val="CC3300"/>
                </a:solidFill>
                <a:latin typeface="黑体" panose="02010609060101010101" pitchFamily="49" charset="-122"/>
                <a:ea typeface="黑体" panose="02010609060101010101" pitchFamily="49" charset="-122"/>
              </a:rPr>
              <a:t>3.6-2 </a:t>
            </a:r>
            <a:r>
              <a:rPr lang="zh-CN" altLang="en-US" sz="3000" dirty="0">
                <a:solidFill>
                  <a:srgbClr val="CC3300"/>
                </a:solidFill>
                <a:latin typeface="黑体" panose="02010609060101010101" pitchFamily="49" charset="-122"/>
                <a:ea typeface="黑体" panose="02010609060101010101" pitchFamily="49" charset="-122"/>
              </a:rPr>
              <a:t>滚动轴承的主要</a:t>
            </a:r>
            <a:r>
              <a:rPr lang="zh-CN" altLang="en-US" sz="3000" dirty="0" smtClean="0">
                <a:solidFill>
                  <a:srgbClr val="CC3300"/>
                </a:solidFill>
                <a:latin typeface="黑体" panose="02010609060101010101" pitchFamily="49" charset="-122"/>
                <a:ea typeface="黑体" panose="02010609060101010101" pitchFamily="49" charset="-122"/>
              </a:rPr>
              <a:t>类型及代号</a:t>
            </a:r>
            <a:endParaRPr lang="zh-CN" altLang="en-US" sz="3000" dirty="0">
              <a:solidFill>
                <a:srgbClr val="CC3300"/>
              </a:solidFill>
              <a:latin typeface="黑体" panose="02010609060101010101" pitchFamily="49" charset="-122"/>
              <a:ea typeface="黑体" panose="02010609060101010101" pitchFamily="49" charset="-122"/>
            </a:endParaRPr>
          </a:p>
        </p:txBody>
      </p:sp>
    </p:spTree>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afterEffect">
                                  <p:stCondLst>
                                    <p:cond delay="0"/>
                                  </p:stCondLst>
                                  <p:childTnLst>
                                    <p:set>
                                      <p:cBhvr>
                                        <p:cTn id="6" dur="1" fill="hold">
                                          <p:stCondLst>
                                            <p:cond delay="499"/>
                                          </p:stCondLst>
                                        </p:cTn>
                                        <p:tgtEl>
                                          <p:spTgt spid="11320"/>
                                        </p:tgtEl>
                                        <p:attrNameLst>
                                          <p:attrName>style.visibility</p:attrName>
                                        </p:attrNameLst>
                                      </p:cBhvr>
                                      <p:to>
                                        <p:strVal val="visible"/>
                                      </p:to>
                                    </p:set>
                                  </p:childTnLst>
                                </p:cTn>
                              </p:par>
                            </p:childTnLst>
                          </p:cTn>
                        </p:par>
                        <p:par>
                          <p:cTn id="7" fill="hold">
                            <p:stCondLst>
                              <p:cond delay="500"/>
                            </p:stCondLst>
                            <p:childTnLst>
                              <p:par>
                                <p:cTn id="8" presetID="2" presetClass="entr" presetSubtype="8" fill="hold" nodeType="afterEffect">
                                  <p:stCondLst>
                                    <p:cond delay="0"/>
                                  </p:stCondLst>
                                  <p:childTnLst>
                                    <p:set>
                                      <p:cBhvr>
                                        <p:cTn id="9" dur="1" fill="hold">
                                          <p:stCondLst>
                                            <p:cond delay="0"/>
                                          </p:stCondLst>
                                        </p:cTn>
                                        <p:tgtEl>
                                          <p:spTgt spid="11321"/>
                                        </p:tgtEl>
                                        <p:attrNameLst>
                                          <p:attrName>style.visibility</p:attrName>
                                        </p:attrNameLst>
                                      </p:cBhvr>
                                      <p:to>
                                        <p:strVal val="visible"/>
                                      </p:to>
                                    </p:set>
                                    <p:anim calcmode="lin" valueType="num">
                                      <p:cBhvr additive="base">
                                        <p:cTn id="10" dur="500" fill="hold"/>
                                        <p:tgtEl>
                                          <p:spTgt spid="11321"/>
                                        </p:tgtEl>
                                        <p:attrNameLst>
                                          <p:attrName>ppt_x</p:attrName>
                                        </p:attrNameLst>
                                      </p:cBhvr>
                                      <p:tavLst>
                                        <p:tav tm="0">
                                          <p:val>
                                            <p:strVal val="0-#ppt_w/2"/>
                                          </p:val>
                                        </p:tav>
                                        <p:tav tm="100000">
                                          <p:val>
                                            <p:strVal val="#ppt_x"/>
                                          </p:val>
                                        </p:tav>
                                      </p:tavLst>
                                    </p:anim>
                                    <p:anim calcmode="lin" valueType="num">
                                      <p:cBhvr additive="base">
                                        <p:cTn id="11" dur="500" fill="hold"/>
                                        <p:tgtEl>
                                          <p:spTgt spid="11321"/>
                                        </p:tgtEl>
                                        <p:attrNameLst>
                                          <p:attrName>ppt_y</p:attrName>
                                        </p:attrNameLst>
                                      </p:cBhvr>
                                      <p:tavLst>
                                        <p:tav tm="0">
                                          <p:val>
                                            <p:strVal val="#ppt_y"/>
                                          </p:val>
                                        </p:tav>
                                        <p:tav tm="100000">
                                          <p:val>
                                            <p:strVal val="#ppt_y"/>
                                          </p:val>
                                        </p:tav>
                                      </p:tavLst>
                                    </p:anim>
                                  </p:childTnLst>
                                </p:cTn>
                              </p:par>
                            </p:childTnLst>
                          </p:cTn>
                        </p:par>
                      </p:childTnLst>
                    </p:cTn>
                  </p:par>
                  <p:par>
                    <p:cTn id="12" fill="hold">
                      <p:stCondLst>
                        <p:cond delay="indefinite"/>
                      </p:stCondLst>
                      <p:childTnLst>
                        <p:par>
                          <p:cTn id="13" fill="hold">
                            <p:stCondLst>
                              <p:cond delay="0"/>
                            </p:stCondLst>
                            <p:childTnLst>
                              <p:par>
                                <p:cTn id="14" presetID="22" presetClass="entr" presetSubtype="1" fill="hold" grpId="0" nodeType="clickEffect">
                                  <p:stCondLst>
                                    <p:cond delay="0"/>
                                  </p:stCondLst>
                                  <p:childTnLst>
                                    <p:set>
                                      <p:cBhvr>
                                        <p:cTn id="15" dur="1" fill="hold">
                                          <p:stCondLst>
                                            <p:cond delay="0"/>
                                          </p:stCondLst>
                                        </p:cTn>
                                        <p:tgtEl>
                                          <p:spTgt spid="4"/>
                                        </p:tgtEl>
                                        <p:attrNameLst>
                                          <p:attrName>style.visibility</p:attrName>
                                        </p:attrNameLst>
                                      </p:cBhvr>
                                      <p:to>
                                        <p:strVal val="visible"/>
                                      </p:to>
                                    </p:set>
                                    <p:animEffect transition="in" filter="wipe(up)">
                                      <p:cBhvr>
                                        <p:cTn id="16" dur="500"/>
                                        <p:tgtEl>
                                          <p:spTgt spid="4"/>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grpId="0" nodeType="clickEffect">
                                  <p:stCondLst>
                                    <p:cond delay="0"/>
                                  </p:stCondLst>
                                  <p:childTnLst>
                                    <p:set>
                                      <p:cBhvr>
                                        <p:cTn id="20" dur="1" fill="hold">
                                          <p:stCondLst>
                                            <p:cond delay="0"/>
                                          </p:stCondLst>
                                        </p:cTn>
                                        <p:tgtEl>
                                          <p:spTgt spid="2"/>
                                        </p:tgtEl>
                                        <p:attrNameLst>
                                          <p:attrName>style.visibility</p:attrName>
                                        </p:attrNameLst>
                                      </p:cBhvr>
                                      <p:to>
                                        <p:strVal val="visible"/>
                                      </p:to>
                                    </p:set>
                                    <p:animEffect transition="in" filter="wipe(left)">
                                      <p:cBhvr>
                                        <p:cTn id="21" dur="500"/>
                                        <p:tgtEl>
                                          <p:spTgt spid="2"/>
                                        </p:tgtEl>
                                      </p:cBhvr>
                                    </p:animEffect>
                                  </p:childTnLst>
                                </p:cTn>
                              </p:par>
                              <p:par>
                                <p:cTn id="22" presetID="22" presetClass="entr" presetSubtype="8" fill="hold" grpId="0" nodeType="withEffect">
                                  <p:stCondLst>
                                    <p:cond delay="0"/>
                                  </p:stCondLst>
                                  <p:childTnLst>
                                    <p:set>
                                      <p:cBhvr>
                                        <p:cTn id="23" dur="1" fill="hold">
                                          <p:stCondLst>
                                            <p:cond delay="0"/>
                                          </p:stCondLst>
                                        </p:cTn>
                                        <p:tgtEl>
                                          <p:spTgt spid="3"/>
                                        </p:tgtEl>
                                        <p:attrNameLst>
                                          <p:attrName>style.visibility</p:attrName>
                                        </p:attrNameLst>
                                      </p:cBhvr>
                                      <p:to>
                                        <p:strVal val="visible"/>
                                      </p:to>
                                    </p:set>
                                    <p:animEffect transition="in" filter="wipe(left)">
                                      <p:cBhvr>
                                        <p:cTn id="24" dur="500"/>
                                        <p:tgtEl>
                                          <p:spTgt spid="3"/>
                                        </p:tgtEl>
                                      </p:cBhvr>
                                    </p:animEffect>
                                  </p:childTnLst>
                                </p:cTn>
                              </p:par>
                            </p:childTnLst>
                          </p:cTn>
                        </p:par>
                      </p:childTnLst>
                    </p:cTn>
                  </p:par>
                  <p:par>
                    <p:cTn id="25" fill="hold">
                      <p:stCondLst>
                        <p:cond delay="indefinite"/>
                      </p:stCondLst>
                      <p:childTnLst>
                        <p:par>
                          <p:cTn id="26" fill="hold">
                            <p:stCondLst>
                              <p:cond delay="0"/>
                            </p:stCondLst>
                            <p:childTnLst>
                              <p:par>
                                <p:cTn id="27" presetID="22" presetClass="entr" presetSubtype="8" fill="hold" grpId="0" nodeType="clickEffect">
                                  <p:stCondLst>
                                    <p:cond delay="0"/>
                                  </p:stCondLst>
                                  <p:childTnLst>
                                    <p:set>
                                      <p:cBhvr>
                                        <p:cTn id="28" dur="1" fill="hold">
                                          <p:stCondLst>
                                            <p:cond delay="0"/>
                                          </p:stCondLst>
                                        </p:cTn>
                                        <p:tgtEl>
                                          <p:spTgt spid="5"/>
                                        </p:tgtEl>
                                        <p:attrNameLst>
                                          <p:attrName>style.visibility</p:attrName>
                                        </p:attrNameLst>
                                      </p:cBhvr>
                                      <p:to>
                                        <p:strVal val="visible"/>
                                      </p:to>
                                    </p:set>
                                    <p:animEffect transition="in" filter="wipe(left)">
                                      <p:cBhvr>
                                        <p:cTn id="29" dur="500"/>
                                        <p:tgtEl>
                                          <p:spTgt spid="5"/>
                                        </p:tgtEl>
                                      </p:cBhvr>
                                    </p:animEffect>
                                  </p:childTnLst>
                                </p:cTn>
                              </p:par>
                            </p:childTnLst>
                          </p:cTn>
                        </p:par>
                      </p:childTnLst>
                    </p:cTn>
                  </p:par>
                  <p:par>
                    <p:cTn id="30" fill="hold">
                      <p:stCondLst>
                        <p:cond delay="indefinite"/>
                      </p:stCondLst>
                      <p:childTnLst>
                        <p:par>
                          <p:cTn id="31" fill="hold">
                            <p:stCondLst>
                              <p:cond delay="0"/>
                            </p:stCondLst>
                            <p:childTnLst>
                              <p:par>
                                <p:cTn id="32" presetID="22" presetClass="entr" presetSubtype="8" fill="hold" grpId="0" nodeType="clickEffect">
                                  <p:stCondLst>
                                    <p:cond delay="0"/>
                                  </p:stCondLst>
                                  <p:childTnLst>
                                    <p:set>
                                      <p:cBhvr>
                                        <p:cTn id="33" dur="1" fill="hold">
                                          <p:stCondLst>
                                            <p:cond delay="0"/>
                                          </p:stCondLst>
                                        </p:cTn>
                                        <p:tgtEl>
                                          <p:spTgt spid="22"/>
                                        </p:tgtEl>
                                        <p:attrNameLst>
                                          <p:attrName>style.visibility</p:attrName>
                                        </p:attrNameLst>
                                      </p:cBhvr>
                                      <p:to>
                                        <p:strVal val="visible"/>
                                      </p:to>
                                    </p:set>
                                    <p:animEffect transition="in" filter="wipe(left)">
                                      <p:cBhvr>
                                        <p:cTn id="34" dur="500"/>
                                        <p:tgtEl>
                                          <p:spTgt spid="22"/>
                                        </p:tgtEl>
                                      </p:cBhvr>
                                    </p:animEffect>
                                  </p:childTnLst>
                                </p:cTn>
                              </p:par>
                            </p:childTnLst>
                          </p:cTn>
                        </p:par>
                      </p:childTnLst>
                    </p:cTn>
                  </p:par>
                  <p:par>
                    <p:cTn id="35" fill="hold">
                      <p:stCondLst>
                        <p:cond delay="indefinite"/>
                      </p:stCondLst>
                      <p:childTnLst>
                        <p:par>
                          <p:cTn id="36" fill="hold">
                            <p:stCondLst>
                              <p:cond delay="0"/>
                            </p:stCondLst>
                            <p:childTnLst>
                              <p:par>
                                <p:cTn id="37" presetID="22" presetClass="entr" presetSubtype="1" fill="hold" grpId="0" nodeType="clickEffect">
                                  <p:stCondLst>
                                    <p:cond delay="0"/>
                                  </p:stCondLst>
                                  <p:childTnLst>
                                    <p:set>
                                      <p:cBhvr>
                                        <p:cTn id="38" dur="1" fill="hold">
                                          <p:stCondLst>
                                            <p:cond delay="0"/>
                                          </p:stCondLst>
                                        </p:cTn>
                                        <p:tgtEl>
                                          <p:spTgt spid="23"/>
                                        </p:tgtEl>
                                        <p:attrNameLst>
                                          <p:attrName>style.visibility</p:attrName>
                                        </p:attrNameLst>
                                      </p:cBhvr>
                                      <p:to>
                                        <p:strVal val="visible"/>
                                      </p:to>
                                    </p:set>
                                    <p:animEffect transition="in" filter="wipe(up)">
                                      <p:cBhvr>
                                        <p:cTn id="39" dur="500"/>
                                        <p:tgtEl>
                                          <p:spTgt spid="23"/>
                                        </p:tgtEl>
                                      </p:cBhvr>
                                    </p:animEffect>
                                  </p:childTnLst>
                                </p:cTn>
                              </p:par>
                            </p:childTnLst>
                          </p:cTn>
                        </p:par>
                      </p:childTnLst>
                    </p:cTn>
                  </p:par>
                  <p:par>
                    <p:cTn id="40" fill="hold">
                      <p:stCondLst>
                        <p:cond delay="indefinite"/>
                      </p:stCondLst>
                      <p:childTnLst>
                        <p:par>
                          <p:cTn id="41" fill="hold">
                            <p:stCondLst>
                              <p:cond delay="0"/>
                            </p:stCondLst>
                            <p:childTnLst>
                              <p:par>
                                <p:cTn id="42" presetID="22" presetClass="entr" presetSubtype="8" fill="hold" grpId="0" nodeType="clickEffect">
                                  <p:stCondLst>
                                    <p:cond delay="0"/>
                                  </p:stCondLst>
                                  <p:childTnLst>
                                    <p:set>
                                      <p:cBhvr>
                                        <p:cTn id="43" dur="1" fill="hold">
                                          <p:stCondLst>
                                            <p:cond delay="0"/>
                                          </p:stCondLst>
                                        </p:cTn>
                                        <p:tgtEl>
                                          <p:spTgt spid="6"/>
                                        </p:tgtEl>
                                        <p:attrNameLst>
                                          <p:attrName>style.visibility</p:attrName>
                                        </p:attrNameLst>
                                      </p:cBhvr>
                                      <p:to>
                                        <p:strVal val="visible"/>
                                      </p:to>
                                    </p:set>
                                    <p:animEffect transition="in" filter="wipe(left)">
                                      <p:cBhvr>
                                        <p:cTn id="44" dur="500"/>
                                        <p:tgtEl>
                                          <p:spTgt spid="6"/>
                                        </p:tgtEl>
                                      </p:cBhvr>
                                    </p:animEffect>
                                  </p:childTnLst>
                                </p:cTn>
                              </p:par>
                            </p:childTnLst>
                          </p:cTn>
                        </p:par>
                        <p:par>
                          <p:cTn id="45" fill="hold">
                            <p:stCondLst>
                              <p:cond delay="500"/>
                            </p:stCondLst>
                            <p:childTnLst>
                              <p:par>
                                <p:cTn id="46" presetID="22" presetClass="entr" presetSubtype="8" fill="hold" grpId="0" nodeType="afterEffect">
                                  <p:stCondLst>
                                    <p:cond delay="0"/>
                                  </p:stCondLst>
                                  <p:childTnLst>
                                    <p:set>
                                      <p:cBhvr>
                                        <p:cTn id="47" dur="1" fill="hold">
                                          <p:stCondLst>
                                            <p:cond delay="0"/>
                                          </p:stCondLst>
                                        </p:cTn>
                                        <p:tgtEl>
                                          <p:spTgt spid="25"/>
                                        </p:tgtEl>
                                        <p:attrNameLst>
                                          <p:attrName>style.visibility</p:attrName>
                                        </p:attrNameLst>
                                      </p:cBhvr>
                                      <p:to>
                                        <p:strVal val="visible"/>
                                      </p:to>
                                    </p:set>
                                    <p:animEffect transition="in" filter="wipe(left)">
                                      <p:cBhvr>
                                        <p:cTn id="48" dur="500"/>
                                        <p:tgtEl>
                                          <p:spTgt spid="25"/>
                                        </p:tgtEl>
                                      </p:cBhvr>
                                    </p:animEffect>
                                  </p:childTnLst>
                                </p:cTn>
                              </p:par>
                            </p:childTnLst>
                          </p:cTn>
                        </p:par>
                        <p:par>
                          <p:cTn id="49" fill="hold">
                            <p:stCondLst>
                              <p:cond delay="1000"/>
                            </p:stCondLst>
                            <p:childTnLst>
                              <p:par>
                                <p:cTn id="50" presetID="22" presetClass="entr" presetSubtype="8" fill="hold" grpId="0" nodeType="afterEffect">
                                  <p:stCondLst>
                                    <p:cond delay="0"/>
                                  </p:stCondLst>
                                  <p:childTnLst>
                                    <p:set>
                                      <p:cBhvr>
                                        <p:cTn id="51" dur="1" fill="hold">
                                          <p:stCondLst>
                                            <p:cond delay="0"/>
                                          </p:stCondLst>
                                        </p:cTn>
                                        <p:tgtEl>
                                          <p:spTgt spid="26"/>
                                        </p:tgtEl>
                                        <p:attrNameLst>
                                          <p:attrName>style.visibility</p:attrName>
                                        </p:attrNameLst>
                                      </p:cBhvr>
                                      <p:to>
                                        <p:strVal val="visible"/>
                                      </p:to>
                                    </p:set>
                                    <p:animEffect transition="in" filter="wipe(left)">
                                      <p:cBhvr>
                                        <p:cTn id="52" dur="500"/>
                                        <p:tgtEl>
                                          <p:spTgt spid="26"/>
                                        </p:tgtEl>
                                      </p:cBhvr>
                                    </p:animEffect>
                                  </p:childTnLst>
                                </p:cTn>
                              </p:par>
                            </p:childTnLst>
                          </p:cTn>
                        </p:par>
                        <p:par>
                          <p:cTn id="53" fill="hold">
                            <p:stCondLst>
                              <p:cond delay="1500"/>
                            </p:stCondLst>
                            <p:childTnLst>
                              <p:par>
                                <p:cTn id="54" presetID="22" presetClass="entr" presetSubtype="8" fill="hold" grpId="0" nodeType="afterEffect">
                                  <p:stCondLst>
                                    <p:cond delay="0"/>
                                  </p:stCondLst>
                                  <p:childTnLst>
                                    <p:set>
                                      <p:cBhvr>
                                        <p:cTn id="55" dur="1" fill="hold">
                                          <p:stCondLst>
                                            <p:cond delay="0"/>
                                          </p:stCondLst>
                                        </p:cTn>
                                        <p:tgtEl>
                                          <p:spTgt spid="27"/>
                                        </p:tgtEl>
                                        <p:attrNameLst>
                                          <p:attrName>style.visibility</p:attrName>
                                        </p:attrNameLst>
                                      </p:cBhvr>
                                      <p:to>
                                        <p:strVal val="visible"/>
                                      </p:to>
                                    </p:set>
                                    <p:animEffect transition="in" filter="wipe(left)">
                                      <p:cBhvr>
                                        <p:cTn id="56" dur="500"/>
                                        <p:tgtEl>
                                          <p:spTgt spid="27"/>
                                        </p:tgtEl>
                                      </p:cBhvr>
                                    </p:animEffect>
                                  </p:childTnLst>
                                </p:cTn>
                              </p:par>
                            </p:childTnLst>
                          </p:cTn>
                        </p:par>
                        <p:par>
                          <p:cTn id="57" fill="hold">
                            <p:stCondLst>
                              <p:cond delay="2000"/>
                            </p:stCondLst>
                            <p:childTnLst>
                              <p:par>
                                <p:cTn id="58" presetID="22" presetClass="entr" presetSubtype="8" fill="hold" grpId="0" nodeType="afterEffect">
                                  <p:stCondLst>
                                    <p:cond delay="0"/>
                                  </p:stCondLst>
                                  <p:childTnLst>
                                    <p:set>
                                      <p:cBhvr>
                                        <p:cTn id="59" dur="1" fill="hold">
                                          <p:stCondLst>
                                            <p:cond delay="0"/>
                                          </p:stCondLst>
                                        </p:cTn>
                                        <p:tgtEl>
                                          <p:spTgt spid="28"/>
                                        </p:tgtEl>
                                        <p:attrNameLst>
                                          <p:attrName>style.visibility</p:attrName>
                                        </p:attrNameLst>
                                      </p:cBhvr>
                                      <p:to>
                                        <p:strVal val="visible"/>
                                      </p:to>
                                    </p:set>
                                    <p:animEffect transition="in" filter="wipe(left)">
                                      <p:cBhvr>
                                        <p:cTn id="60" dur="5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4" grpId="0" animBg="1"/>
      <p:bldP spid="5" grpId="0" animBg="1"/>
      <p:bldP spid="22" grpId="0" animBg="1"/>
      <p:bldP spid="23" grpId="0" animBg="1"/>
      <p:bldP spid="6" grpId="0"/>
      <p:bldP spid="25" grpId="0"/>
      <p:bldP spid="26" grpId="0"/>
      <p:bldP spid="27" grpId="0"/>
      <p:bldP spid="28"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7107" name="Rectangle 3"/>
          <p:cNvSpPr>
            <a:spLocks noGrp="1"/>
          </p:cNvSpPr>
          <p:nvPr>
            <p:ph idx="1"/>
          </p:nvPr>
        </p:nvSpPr>
        <p:spPr>
          <a:xfrm>
            <a:off x="2230755" y="1159510"/>
            <a:ext cx="2114550" cy="847725"/>
          </a:xfrm>
          <a:noFill/>
          <a:ln>
            <a:noFill/>
          </a:ln>
        </p:spPr>
        <p:txBody>
          <a:bodyPr/>
          <a:p>
            <a:pPr>
              <a:buFontTx/>
              <a:buNone/>
            </a:pPr>
            <a:r>
              <a:rPr lang="zh-CN" altLang="en-US" sz="2800" b="1" dirty="0">
                <a:solidFill>
                  <a:srgbClr val="990033"/>
                </a:solidFill>
                <a:latin typeface="宋体" panose="02010600030101010101" pitchFamily="2" charset="-122"/>
              </a:rPr>
              <a:t>球轴承</a:t>
            </a:r>
            <a:endParaRPr lang="zh-CN" altLang="en-US" sz="2800" b="1" dirty="0">
              <a:solidFill>
                <a:srgbClr val="990033"/>
              </a:solidFill>
              <a:latin typeface="宋体" panose="02010600030101010101" pitchFamily="2" charset="-122"/>
            </a:endParaRPr>
          </a:p>
        </p:txBody>
      </p:sp>
      <p:pic>
        <p:nvPicPr>
          <p:cNvPr id="47122" name="Picture 18" descr="gun7"/>
          <p:cNvPicPr>
            <a:picLocks noChangeAspect="1"/>
          </p:cNvPicPr>
          <p:nvPr/>
        </p:nvPicPr>
        <p:blipFill>
          <a:blip r:embed="rId1"/>
          <a:srcRect r="52817" b="70950"/>
          <a:stretch>
            <a:fillRect/>
          </a:stretch>
        </p:blipFill>
        <p:spPr>
          <a:xfrm>
            <a:off x="4063683" y="1046798"/>
            <a:ext cx="1100137" cy="881062"/>
          </a:xfrm>
          <a:prstGeom prst="rect">
            <a:avLst/>
          </a:prstGeom>
          <a:noFill/>
          <a:ln w="9525">
            <a:noFill/>
          </a:ln>
        </p:spPr>
      </p:pic>
      <p:grpSp>
        <p:nvGrpSpPr>
          <p:cNvPr id="47230" name="Group 126"/>
          <p:cNvGrpSpPr/>
          <p:nvPr/>
        </p:nvGrpSpPr>
        <p:grpSpPr>
          <a:xfrm>
            <a:off x="1533843" y="2141220"/>
            <a:ext cx="5030787" cy="4233863"/>
            <a:chOff x="1300" y="1364"/>
            <a:chExt cx="3184" cy="2734"/>
          </a:xfrm>
        </p:grpSpPr>
        <p:pic>
          <p:nvPicPr>
            <p:cNvPr id="9225" name="Picture 20" descr="gun8"/>
            <p:cNvPicPr>
              <a:picLocks noChangeAspect="1"/>
            </p:cNvPicPr>
            <p:nvPr/>
          </p:nvPicPr>
          <p:blipFill>
            <a:blip r:embed="rId2"/>
            <a:stretch>
              <a:fillRect/>
            </a:stretch>
          </p:blipFill>
          <p:spPr>
            <a:xfrm>
              <a:off x="1300" y="1364"/>
              <a:ext cx="3184" cy="2734"/>
            </a:xfrm>
            <a:prstGeom prst="rect">
              <a:avLst/>
            </a:prstGeom>
            <a:noFill/>
            <a:ln w="12700">
              <a:noFill/>
            </a:ln>
          </p:spPr>
        </p:pic>
        <p:sp>
          <p:nvSpPr>
            <p:cNvPr id="9226" name="Rectangle 22"/>
            <p:cNvSpPr/>
            <p:nvPr/>
          </p:nvSpPr>
          <p:spPr>
            <a:xfrm>
              <a:off x="1608" y="1816"/>
              <a:ext cx="88" cy="124"/>
            </a:xfrm>
            <a:prstGeom prst="rect">
              <a:avLst/>
            </a:prstGeom>
            <a:solidFill>
              <a:srgbClr val="FFFFFF"/>
            </a:solidFill>
            <a:ln w="9525">
              <a:noFill/>
            </a:ln>
          </p:spPr>
          <p:txBody>
            <a:bodyPr wrap="none" anchor="ctr" anchorCtr="0"/>
            <a:p>
              <a:endParaRPr lang="zh-CN" altLang="en-US" dirty="0">
                <a:latin typeface="Times New Roman" panose="02020603050405020304" pitchFamily="18" charset="0"/>
              </a:endParaRPr>
            </a:p>
          </p:txBody>
        </p:sp>
        <p:sp>
          <p:nvSpPr>
            <p:cNvPr id="9227" name="Rectangle 24"/>
            <p:cNvSpPr/>
            <p:nvPr/>
          </p:nvSpPr>
          <p:spPr>
            <a:xfrm>
              <a:off x="1692" y="1872"/>
              <a:ext cx="92" cy="68"/>
            </a:xfrm>
            <a:prstGeom prst="rect">
              <a:avLst/>
            </a:prstGeom>
            <a:solidFill>
              <a:srgbClr val="FFFFFF"/>
            </a:solidFill>
            <a:ln w="9525">
              <a:noFill/>
            </a:ln>
          </p:spPr>
          <p:txBody>
            <a:bodyPr wrap="none" anchor="ctr" anchorCtr="0"/>
            <a:p>
              <a:endParaRPr lang="zh-CN" altLang="en-US" dirty="0">
                <a:latin typeface="Times New Roman" panose="02020603050405020304" pitchFamily="18" charset="0"/>
              </a:endParaRPr>
            </a:p>
          </p:txBody>
        </p:sp>
        <p:sp>
          <p:nvSpPr>
            <p:cNvPr id="9228" name="Rectangle 25"/>
            <p:cNvSpPr/>
            <p:nvPr/>
          </p:nvSpPr>
          <p:spPr>
            <a:xfrm>
              <a:off x="1800" y="1864"/>
              <a:ext cx="52" cy="80"/>
            </a:xfrm>
            <a:prstGeom prst="rect">
              <a:avLst/>
            </a:prstGeom>
            <a:solidFill>
              <a:srgbClr val="FFFFFF"/>
            </a:solidFill>
            <a:ln w="9525">
              <a:noFill/>
            </a:ln>
          </p:spPr>
          <p:txBody>
            <a:bodyPr wrap="none" anchor="ctr" anchorCtr="0"/>
            <a:p>
              <a:endParaRPr lang="zh-CN" altLang="en-US" dirty="0">
                <a:latin typeface="Times New Roman" panose="02020603050405020304" pitchFamily="18" charset="0"/>
              </a:endParaRPr>
            </a:p>
          </p:txBody>
        </p:sp>
        <p:sp>
          <p:nvSpPr>
            <p:cNvPr id="9229" name="Rectangle 26"/>
            <p:cNvSpPr/>
            <p:nvPr/>
          </p:nvSpPr>
          <p:spPr>
            <a:xfrm>
              <a:off x="1848" y="1852"/>
              <a:ext cx="52" cy="88"/>
            </a:xfrm>
            <a:prstGeom prst="rect">
              <a:avLst/>
            </a:prstGeom>
            <a:solidFill>
              <a:srgbClr val="FFFFFF"/>
            </a:solidFill>
            <a:ln w="9525">
              <a:noFill/>
            </a:ln>
          </p:spPr>
          <p:txBody>
            <a:bodyPr wrap="none" anchor="ctr" anchorCtr="0"/>
            <a:p>
              <a:endParaRPr lang="zh-CN" altLang="en-US" dirty="0">
                <a:latin typeface="Times New Roman" panose="02020603050405020304" pitchFamily="18" charset="0"/>
              </a:endParaRPr>
            </a:p>
          </p:txBody>
        </p:sp>
        <p:sp>
          <p:nvSpPr>
            <p:cNvPr id="9230" name="Rectangle 27"/>
            <p:cNvSpPr/>
            <p:nvPr/>
          </p:nvSpPr>
          <p:spPr>
            <a:xfrm>
              <a:off x="1900" y="1832"/>
              <a:ext cx="100" cy="108"/>
            </a:xfrm>
            <a:prstGeom prst="rect">
              <a:avLst/>
            </a:prstGeom>
            <a:solidFill>
              <a:srgbClr val="FFFFFF"/>
            </a:solidFill>
            <a:ln w="9525">
              <a:noFill/>
            </a:ln>
          </p:spPr>
          <p:txBody>
            <a:bodyPr wrap="none" anchor="ctr" anchorCtr="0"/>
            <a:p>
              <a:endParaRPr lang="zh-CN" altLang="en-US" dirty="0">
                <a:latin typeface="Times New Roman" panose="02020603050405020304" pitchFamily="18" charset="0"/>
              </a:endParaRPr>
            </a:p>
          </p:txBody>
        </p:sp>
        <p:sp>
          <p:nvSpPr>
            <p:cNvPr id="9231" name="Rectangle 28"/>
            <p:cNvSpPr/>
            <p:nvPr/>
          </p:nvSpPr>
          <p:spPr>
            <a:xfrm>
              <a:off x="1688" y="1849"/>
              <a:ext cx="47" cy="47"/>
            </a:xfrm>
            <a:prstGeom prst="rect">
              <a:avLst/>
            </a:prstGeom>
            <a:solidFill>
              <a:srgbClr val="FFFFFF"/>
            </a:solidFill>
            <a:ln w="9525">
              <a:noFill/>
            </a:ln>
          </p:spPr>
          <p:txBody>
            <a:bodyPr wrap="none" anchor="ctr" anchorCtr="0"/>
            <a:p>
              <a:endParaRPr lang="zh-CN" altLang="en-US" dirty="0">
                <a:latin typeface="Times New Roman" panose="02020603050405020304" pitchFamily="18" charset="0"/>
              </a:endParaRPr>
            </a:p>
          </p:txBody>
        </p:sp>
        <p:sp>
          <p:nvSpPr>
            <p:cNvPr id="9232" name="Rectangle 29"/>
            <p:cNvSpPr/>
            <p:nvPr/>
          </p:nvSpPr>
          <p:spPr>
            <a:xfrm>
              <a:off x="2672" y="1808"/>
              <a:ext cx="68" cy="140"/>
            </a:xfrm>
            <a:prstGeom prst="rect">
              <a:avLst/>
            </a:prstGeom>
            <a:solidFill>
              <a:srgbClr val="FFFFFF"/>
            </a:solidFill>
            <a:ln w="9525">
              <a:noFill/>
            </a:ln>
          </p:spPr>
          <p:txBody>
            <a:bodyPr wrap="none" anchor="ctr" anchorCtr="0"/>
            <a:p>
              <a:endParaRPr lang="zh-CN" altLang="en-US" dirty="0">
                <a:latin typeface="Times New Roman" panose="02020603050405020304" pitchFamily="18" charset="0"/>
              </a:endParaRPr>
            </a:p>
          </p:txBody>
        </p:sp>
        <p:sp>
          <p:nvSpPr>
            <p:cNvPr id="9233" name="Rectangle 30"/>
            <p:cNvSpPr/>
            <p:nvPr/>
          </p:nvSpPr>
          <p:spPr>
            <a:xfrm>
              <a:off x="2740" y="1864"/>
              <a:ext cx="47" cy="84"/>
            </a:xfrm>
            <a:prstGeom prst="rect">
              <a:avLst/>
            </a:prstGeom>
            <a:solidFill>
              <a:srgbClr val="FFFFFF"/>
            </a:solidFill>
            <a:ln w="9525">
              <a:noFill/>
            </a:ln>
          </p:spPr>
          <p:txBody>
            <a:bodyPr wrap="none" anchor="ctr" anchorCtr="0"/>
            <a:p>
              <a:endParaRPr lang="zh-CN" altLang="en-US" dirty="0">
                <a:latin typeface="Times New Roman" panose="02020603050405020304" pitchFamily="18" charset="0"/>
              </a:endParaRPr>
            </a:p>
          </p:txBody>
        </p:sp>
        <p:sp>
          <p:nvSpPr>
            <p:cNvPr id="9234" name="Rectangle 31"/>
            <p:cNvSpPr/>
            <p:nvPr/>
          </p:nvSpPr>
          <p:spPr>
            <a:xfrm>
              <a:off x="2788" y="1868"/>
              <a:ext cx="52" cy="80"/>
            </a:xfrm>
            <a:prstGeom prst="rect">
              <a:avLst/>
            </a:prstGeom>
            <a:solidFill>
              <a:srgbClr val="FFFFFF"/>
            </a:solidFill>
            <a:ln w="9525">
              <a:noFill/>
            </a:ln>
          </p:spPr>
          <p:txBody>
            <a:bodyPr wrap="none" anchor="ctr" anchorCtr="0"/>
            <a:p>
              <a:endParaRPr lang="zh-CN" altLang="en-US" dirty="0">
                <a:latin typeface="Times New Roman" panose="02020603050405020304" pitchFamily="18" charset="0"/>
              </a:endParaRPr>
            </a:p>
          </p:txBody>
        </p:sp>
        <p:sp>
          <p:nvSpPr>
            <p:cNvPr id="9235" name="Rectangle 32"/>
            <p:cNvSpPr/>
            <p:nvPr/>
          </p:nvSpPr>
          <p:spPr>
            <a:xfrm>
              <a:off x="2864" y="1872"/>
              <a:ext cx="51" cy="76"/>
            </a:xfrm>
            <a:prstGeom prst="rect">
              <a:avLst/>
            </a:prstGeom>
            <a:solidFill>
              <a:srgbClr val="FFFFFF"/>
            </a:solidFill>
            <a:ln w="9525">
              <a:noFill/>
            </a:ln>
          </p:spPr>
          <p:txBody>
            <a:bodyPr wrap="none" anchor="ctr" anchorCtr="0"/>
            <a:p>
              <a:endParaRPr lang="zh-CN" altLang="en-US" dirty="0">
                <a:latin typeface="Times New Roman" panose="02020603050405020304" pitchFamily="18" charset="0"/>
              </a:endParaRPr>
            </a:p>
          </p:txBody>
        </p:sp>
        <p:sp>
          <p:nvSpPr>
            <p:cNvPr id="9236" name="Rectangle 33"/>
            <p:cNvSpPr/>
            <p:nvPr/>
          </p:nvSpPr>
          <p:spPr>
            <a:xfrm>
              <a:off x="2916" y="1856"/>
              <a:ext cx="47" cy="92"/>
            </a:xfrm>
            <a:prstGeom prst="rect">
              <a:avLst/>
            </a:prstGeom>
            <a:solidFill>
              <a:srgbClr val="FFFFFF"/>
            </a:solidFill>
            <a:ln w="9525">
              <a:noFill/>
            </a:ln>
          </p:spPr>
          <p:txBody>
            <a:bodyPr wrap="none" anchor="ctr" anchorCtr="0"/>
            <a:p>
              <a:endParaRPr lang="zh-CN" altLang="en-US" dirty="0">
                <a:latin typeface="Times New Roman" panose="02020603050405020304" pitchFamily="18" charset="0"/>
              </a:endParaRPr>
            </a:p>
          </p:txBody>
        </p:sp>
        <p:sp>
          <p:nvSpPr>
            <p:cNvPr id="9237" name="Rectangle 34"/>
            <p:cNvSpPr/>
            <p:nvPr/>
          </p:nvSpPr>
          <p:spPr>
            <a:xfrm>
              <a:off x="2960" y="1832"/>
              <a:ext cx="47" cy="120"/>
            </a:xfrm>
            <a:prstGeom prst="rect">
              <a:avLst/>
            </a:prstGeom>
            <a:solidFill>
              <a:srgbClr val="FFFFFF"/>
            </a:solidFill>
            <a:ln w="9525">
              <a:noFill/>
            </a:ln>
          </p:spPr>
          <p:txBody>
            <a:bodyPr wrap="none" anchor="ctr" anchorCtr="0"/>
            <a:p>
              <a:endParaRPr lang="zh-CN" altLang="en-US" dirty="0">
                <a:latin typeface="Times New Roman" panose="02020603050405020304" pitchFamily="18" charset="0"/>
              </a:endParaRPr>
            </a:p>
          </p:txBody>
        </p:sp>
        <p:sp>
          <p:nvSpPr>
            <p:cNvPr id="9238" name="Rectangle 35"/>
            <p:cNvSpPr/>
            <p:nvPr/>
          </p:nvSpPr>
          <p:spPr>
            <a:xfrm>
              <a:off x="3004" y="1812"/>
              <a:ext cx="56" cy="140"/>
            </a:xfrm>
            <a:prstGeom prst="rect">
              <a:avLst/>
            </a:prstGeom>
            <a:solidFill>
              <a:srgbClr val="FFFFFF"/>
            </a:solidFill>
            <a:ln w="9525">
              <a:noFill/>
            </a:ln>
          </p:spPr>
          <p:txBody>
            <a:bodyPr wrap="none" anchor="ctr" anchorCtr="0"/>
            <a:p>
              <a:endParaRPr lang="zh-CN" altLang="en-US" dirty="0">
                <a:latin typeface="Times New Roman" panose="02020603050405020304" pitchFamily="18" charset="0"/>
              </a:endParaRPr>
            </a:p>
          </p:txBody>
        </p:sp>
        <p:sp>
          <p:nvSpPr>
            <p:cNvPr id="9239" name="Rectangle 36"/>
            <p:cNvSpPr/>
            <p:nvPr/>
          </p:nvSpPr>
          <p:spPr>
            <a:xfrm>
              <a:off x="2832" y="1872"/>
              <a:ext cx="47" cy="72"/>
            </a:xfrm>
            <a:prstGeom prst="rect">
              <a:avLst/>
            </a:prstGeom>
            <a:solidFill>
              <a:srgbClr val="FFFFFF"/>
            </a:solidFill>
            <a:ln w="9525">
              <a:noFill/>
            </a:ln>
          </p:spPr>
          <p:txBody>
            <a:bodyPr wrap="none" anchor="ctr" anchorCtr="0"/>
            <a:p>
              <a:endParaRPr lang="zh-CN" altLang="en-US" dirty="0">
                <a:latin typeface="Times New Roman" panose="02020603050405020304" pitchFamily="18" charset="0"/>
              </a:endParaRPr>
            </a:p>
          </p:txBody>
        </p:sp>
        <p:sp>
          <p:nvSpPr>
            <p:cNvPr id="9240" name="Rectangle 37"/>
            <p:cNvSpPr/>
            <p:nvPr/>
          </p:nvSpPr>
          <p:spPr>
            <a:xfrm>
              <a:off x="3680" y="1920"/>
              <a:ext cx="116" cy="148"/>
            </a:xfrm>
            <a:prstGeom prst="rect">
              <a:avLst/>
            </a:prstGeom>
            <a:solidFill>
              <a:srgbClr val="FFFFFF"/>
            </a:solidFill>
            <a:ln w="9525">
              <a:noFill/>
            </a:ln>
          </p:spPr>
          <p:txBody>
            <a:bodyPr wrap="none" anchor="ctr" anchorCtr="0"/>
            <a:p>
              <a:endParaRPr lang="zh-CN" altLang="en-US" dirty="0">
                <a:latin typeface="Times New Roman" panose="02020603050405020304" pitchFamily="18" charset="0"/>
              </a:endParaRPr>
            </a:p>
          </p:txBody>
        </p:sp>
        <p:sp>
          <p:nvSpPr>
            <p:cNvPr id="9241" name="Rectangle 38"/>
            <p:cNvSpPr/>
            <p:nvPr/>
          </p:nvSpPr>
          <p:spPr>
            <a:xfrm>
              <a:off x="3680" y="1836"/>
              <a:ext cx="80" cy="84"/>
            </a:xfrm>
            <a:prstGeom prst="rect">
              <a:avLst/>
            </a:prstGeom>
            <a:solidFill>
              <a:srgbClr val="FFFFFF"/>
            </a:solidFill>
            <a:ln w="9525">
              <a:noFill/>
            </a:ln>
          </p:spPr>
          <p:txBody>
            <a:bodyPr wrap="none" anchor="ctr" anchorCtr="0"/>
            <a:p>
              <a:endParaRPr lang="zh-CN" altLang="en-US" dirty="0">
                <a:latin typeface="Times New Roman" panose="02020603050405020304" pitchFamily="18" charset="0"/>
              </a:endParaRPr>
            </a:p>
          </p:txBody>
        </p:sp>
        <p:sp>
          <p:nvSpPr>
            <p:cNvPr id="9242" name="Rectangle 39"/>
            <p:cNvSpPr/>
            <p:nvPr/>
          </p:nvSpPr>
          <p:spPr>
            <a:xfrm>
              <a:off x="3740" y="1889"/>
              <a:ext cx="47" cy="47"/>
            </a:xfrm>
            <a:prstGeom prst="rect">
              <a:avLst/>
            </a:prstGeom>
            <a:solidFill>
              <a:srgbClr val="FFFFFF"/>
            </a:solidFill>
            <a:ln w="9525">
              <a:noFill/>
            </a:ln>
          </p:spPr>
          <p:txBody>
            <a:bodyPr wrap="none" anchor="ctr" anchorCtr="0"/>
            <a:p>
              <a:endParaRPr lang="zh-CN" altLang="en-US" dirty="0">
                <a:latin typeface="Times New Roman" panose="02020603050405020304" pitchFamily="18" charset="0"/>
              </a:endParaRPr>
            </a:p>
          </p:txBody>
        </p:sp>
        <p:sp>
          <p:nvSpPr>
            <p:cNvPr id="9243" name="Rectangle 40"/>
            <p:cNvSpPr/>
            <p:nvPr/>
          </p:nvSpPr>
          <p:spPr>
            <a:xfrm>
              <a:off x="3680" y="1744"/>
              <a:ext cx="84" cy="76"/>
            </a:xfrm>
            <a:prstGeom prst="rect">
              <a:avLst/>
            </a:prstGeom>
            <a:solidFill>
              <a:srgbClr val="FFFFFF"/>
            </a:solidFill>
            <a:ln w="9525">
              <a:noFill/>
            </a:ln>
          </p:spPr>
          <p:txBody>
            <a:bodyPr wrap="none" anchor="ctr" anchorCtr="0"/>
            <a:p>
              <a:endParaRPr lang="zh-CN" altLang="en-US" dirty="0">
                <a:latin typeface="Times New Roman" panose="02020603050405020304" pitchFamily="18" charset="0"/>
              </a:endParaRPr>
            </a:p>
          </p:txBody>
        </p:sp>
        <p:sp>
          <p:nvSpPr>
            <p:cNvPr id="9244" name="Rectangle 41"/>
            <p:cNvSpPr/>
            <p:nvPr/>
          </p:nvSpPr>
          <p:spPr>
            <a:xfrm>
              <a:off x="3752" y="1552"/>
              <a:ext cx="47" cy="176"/>
            </a:xfrm>
            <a:prstGeom prst="rect">
              <a:avLst/>
            </a:prstGeom>
            <a:solidFill>
              <a:srgbClr val="FFFFFF"/>
            </a:solidFill>
            <a:ln w="9525">
              <a:noFill/>
            </a:ln>
          </p:spPr>
          <p:txBody>
            <a:bodyPr wrap="none" anchor="ctr" anchorCtr="0"/>
            <a:p>
              <a:endParaRPr lang="zh-CN" altLang="en-US" dirty="0">
                <a:latin typeface="Times New Roman" panose="02020603050405020304" pitchFamily="18" charset="0"/>
              </a:endParaRPr>
            </a:p>
          </p:txBody>
        </p:sp>
        <p:sp>
          <p:nvSpPr>
            <p:cNvPr id="9245" name="Rectangle 42"/>
            <p:cNvSpPr/>
            <p:nvPr/>
          </p:nvSpPr>
          <p:spPr>
            <a:xfrm>
              <a:off x="3680" y="1552"/>
              <a:ext cx="76" cy="200"/>
            </a:xfrm>
            <a:prstGeom prst="rect">
              <a:avLst/>
            </a:prstGeom>
            <a:solidFill>
              <a:srgbClr val="FFFFFF"/>
            </a:solidFill>
            <a:ln w="9525">
              <a:noFill/>
            </a:ln>
          </p:spPr>
          <p:txBody>
            <a:bodyPr wrap="none" anchor="ctr" anchorCtr="0"/>
            <a:p>
              <a:endParaRPr lang="zh-CN" altLang="en-US" dirty="0">
                <a:latin typeface="Times New Roman" panose="02020603050405020304" pitchFamily="18" charset="0"/>
              </a:endParaRPr>
            </a:p>
          </p:txBody>
        </p:sp>
        <p:sp>
          <p:nvSpPr>
            <p:cNvPr id="9246" name="Rectangle 47"/>
            <p:cNvSpPr/>
            <p:nvPr/>
          </p:nvSpPr>
          <p:spPr>
            <a:xfrm>
              <a:off x="1996" y="2912"/>
              <a:ext cx="72" cy="164"/>
            </a:xfrm>
            <a:prstGeom prst="rect">
              <a:avLst/>
            </a:prstGeom>
            <a:solidFill>
              <a:srgbClr val="FFFFFF"/>
            </a:solidFill>
            <a:ln w="9525">
              <a:noFill/>
            </a:ln>
          </p:spPr>
          <p:txBody>
            <a:bodyPr wrap="none" anchor="ctr" anchorCtr="0"/>
            <a:p>
              <a:endParaRPr lang="zh-CN" altLang="en-US" dirty="0">
                <a:latin typeface="Times New Roman" panose="02020603050405020304" pitchFamily="18" charset="0"/>
              </a:endParaRPr>
            </a:p>
          </p:txBody>
        </p:sp>
        <p:sp>
          <p:nvSpPr>
            <p:cNvPr id="9247" name="Rectangle 48"/>
            <p:cNvSpPr/>
            <p:nvPr/>
          </p:nvSpPr>
          <p:spPr>
            <a:xfrm>
              <a:off x="2048" y="2912"/>
              <a:ext cx="316" cy="96"/>
            </a:xfrm>
            <a:prstGeom prst="rect">
              <a:avLst/>
            </a:prstGeom>
            <a:solidFill>
              <a:srgbClr val="FFFFFF"/>
            </a:solidFill>
            <a:ln w="9525">
              <a:noFill/>
            </a:ln>
          </p:spPr>
          <p:txBody>
            <a:bodyPr wrap="none" anchor="ctr" anchorCtr="0"/>
            <a:p>
              <a:endParaRPr lang="zh-CN" altLang="en-US" dirty="0">
                <a:latin typeface="Times New Roman" panose="02020603050405020304" pitchFamily="18" charset="0"/>
              </a:endParaRPr>
            </a:p>
          </p:txBody>
        </p:sp>
        <p:sp>
          <p:nvSpPr>
            <p:cNvPr id="9248" name="Rectangle 49"/>
            <p:cNvSpPr/>
            <p:nvPr/>
          </p:nvSpPr>
          <p:spPr>
            <a:xfrm>
              <a:off x="2344" y="2912"/>
              <a:ext cx="76" cy="172"/>
            </a:xfrm>
            <a:prstGeom prst="rect">
              <a:avLst/>
            </a:prstGeom>
            <a:solidFill>
              <a:srgbClr val="FFFFFF"/>
            </a:solidFill>
            <a:ln w="9525">
              <a:noFill/>
            </a:ln>
          </p:spPr>
          <p:txBody>
            <a:bodyPr wrap="none" anchor="ctr" anchorCtr="0"/>
            <a:p>
              <a:endParaRPr lang="zh-CN" altLang="en-US" dirty="0">
                <a:latin typeface="Times New Roman" panose="02020603050405020304" pitchFamily="18" charset="0"/>
              </a:endParaRPr>
            </a:p>
          </p:txBody>
        </p:sp>
        <p:sp>
          <p:nvSpPr>
            <p:cNvPr id="9249" name="Rectangle 50"/>
            <p:cNvSpPr/>
            <p:nvPr/>
          </p:nvSpPr>
          <p:spPr>
            <a:xfrm>
              <a:off x="2296" y="2977"/>
              <a:ext cx="47" cy="47"/>
            </a:xfrm>
            <a:prstGeom prst="rect">
              <a:avLst/>
            </a:prstGeom>
            <a:solidFill>
              <a:srgbClr val="FFFFFF"/>
            </a:solidFill>
            <a:ln w="9525">
              <a:noFill/>
            </a:ln>
          </p:spPr>
          <p:txBody>
            <a:bodyPr wrap="none" anchor="ctr" anchorCtr="0"/>
            <a:p>
              <a:endParaRPr lang="zh-CN" altLang="en-US" dirty="0">
                <a:latin typeface="Times New Roman" panose="02020603050405020304" pitchFamily="18" charset="0"/>
              </a:endParaRPr>
            </a:p>
          </p:txBody>
        </p:sp>
        <p:sp>
          <p:nvSpPr>
            <p:cNvPr id="9250" name="Rectangle 51"/>
            <p:cNvSpPr/>
            <p:nvPr/>
          </p:nvSpPr>
          <p:spPr>
            <a:xfrm>
              <a:off x="2044" y="2996"/>
              <a:ext cx="47" cy="64"/>
            </a:xfrm>
            <a:prstGeom prst="rect">
              <a:avLst/>
            </a:prstGeom>
            <a:solidFill>
              <a:srgbClr val="FFFFFF"/>
            </a:solidFill>
            <a:ln w="9525">
              <a:noFill/>
            </a:ln>
          </p:spPr>
          <p:txBody>
            <a:bodyPr wrap="none" anchor="ctr" anchorCtr="0"/>
            <a:p>
              <a:endParaRPr lang="zh-CN" altLang="en-US" dirty="0">
                <a:latin typeface="Times New Roman" panose="02020603050405020304" pitchFamily="18" charset="0"/>
              </a:endParaRPr>
            </a:p>
          </p:txBody>
        </p:sp>
        <p:sp>
          <p:nvSpPr>
            <p:cNvPr id="9251" name="Rectangle 52"/>
            <p:cNvSpPr/>
            <p:nvPr/>
          </p:nvSpPr>
          <p:spPr>
            <a:xfrm>
              <a:off x="2072" y="2977"/>
              <a:ext cx="47" cy="47"/>
            </a:xfrm>
            <a:prstGeom prst="rect">
              <a:avLst/>
            </a:prstGeom>
            <a:solidFill>
              <a:srgbClr val="FFFFFF"/>
            </a:solidFill>
            <a:ln w="9525">
              <a:noFill/>
            </a:ln>
          </p:spPr>
          <p:txBody>
            <a:bodyPr wrap="none" anchor="ctr" anchorCtr="0"/>
            <a:p>
              <a:endParaRPr lang="zh-CN" altLang="en-US" dirty="0">
                <a:latin typeface="Times New Roman" panose="02020603050405020304" pitchFamily="18" charset="0"/>
              </a:endParaRPr>
            </a:p>
          </p:txBody>
        </p:sp>
        <p:sp>
          <p:nvSpPr>
            <p:cNvPr id="9252" name="Rectangle 53"/>
            <p:cNvSpPr/>
            <p:nvPr/>
          </p:nvSpPr>
          <p:spPr>
            <a:xfrm>
              <a:off x="3364" y="2908"/>
              <a:ext cx="64" cy="88"/>
            </a:xfrm>
            <a:prstGeom prst="rect">
              <a:avLst/>
            </a:prstGeom>
            <a:solidFill>
              <a:srgbClr val="FFFFFF"/>
            </a:solidFill>
            <a:ln w="9525">
              <a:noFill/>
            </a:ln>
          </p:spPr>
          <p:txBody>
            <a:bodyPr wrap="none" anchor="ctr" anchorCtr="0"/>
            <a:p>
              <a:endParaRPr lang="zh-CN" altLang="en-US" dirty="0">
                <a:latin typeface="Times New Roman" panose="02020603050405020304" pitchFamily="18" charset="0"/>
              </a:endParaRPr>
            </a:p>
          </p:txBody>
        </p:sp>
        <p:sp>
          <p:nvSpPr>
            <p:cNvPr id="9253" name="Rectangle 54"/>
            <p:cNvSpPr/>
            <p:nvPr/>
          </p:nvSpPr>
          <p:spPr>
            <a:xfrm>
              <a:off x="3368" y="2936"/>
              <a:ext cx="428" cy="47"/>
            </a:xfrm>
            <a:prstGeom prst="rect">
              <a:avLst/>
            </a:prstGeom>
            <a:solidFill>
              <a:srgbClr val="FFFFFF"/>
            </a:solidFill>
            <a:ln w="9525">
              <a:noFill/>
            </a:ln>
          </p:spPr>
          <p:txBody>
            <a:bodyPr wrap="none" anchor="ctr" anchorCtr="0"/>
            <a:p>
              <a:endParaRPr lang="zh-CN" altLang="en-US" dirty="0">
                <a:latin typeface="Times New Roman" panose="02020603050405020304" pitchFamily="18" charset="0"/>
              </a:endParaRPr>
            </a:p>
          </p:txBody>
        </p:sp>
        <p:sp>
          <p:nvSpPr>
            <p:cNvPr id="9254" name="Rectangle 55"/>
            <p:cNvSpPr/>
            <p:nvPr/>
          </p:nvSpPr>
          <p:spPr>
            <a:xfrm>
              <a:off x="3416" y="2901"/>
              <a:ext cx="352" cy="47"/>
            </a:xfrm>
            <a:prstGeom prst="rect">
              <a:avLst/>
            </a:prstGeom>
            <a:solidFill>
              <a:srgbClr val="FFFFFF"/>
            </a:solidFill>
            <a:ln w="9525">
              <a:noFill/>
            </a:ln>
          </p:spPr>
          <p:txBody>
            <a:bodyPr wrap="none" anchor="ctr" anchorCtr="0"/>
            <a:p>
              <a:endParaRPr lang="zh-CN" altLang="en-US" dirty="0">
                <a:latin typeface="Times New Roman" panose="02020603050405020304" pitchFamily="18" charset="0"/>
              </a:endParaRPr>
            </a:p>
          </p:txBody>
        </p:sp>
        <p:sp>
          <p:nvSpPr>
            <p:cNvPr id="9255" name="Line 56"/>
            <p:cNvSpPr/>
            <p:nvPr/>
          </p:nvSpPr>
          <p:spPr>
            <a:xfrm>
              <a:off x="1984" y="3016"/>
              <a:ext cx="48" cy="64"/>
            </a:xfrm>
            <a:prstGeom prst="line">
              <a:avLst/>
            </a:prstGeom>
            <a:ln w="12700" cap="flat" cmpd="sng">
              <a:solidFill>
                <a:schemeClr val="tx1"/>
              </a:solidFill>
              <a:prstDash val="solid"/>
              <a:headEnd type="none" w="med" len="med"/>
              <a:tailEnd type="none" w="med" len="med"/>
            </a:ln>
          </p:spPr>
        </p:sp>
        <p:sp>
          <p:nvSpPr>
            <p:cNvPr id="9256" name="Line 57"/>
            <p:cNvSpPr/>
            <p:nvPr/>
          </p:nvSpPr>
          <p:spPr>
            <a:xfrm>
              <a:off x="1984" y="2952"/>
              <a:ext cx="84" cy="112"/>
            </a:xfrm>
            <a:prstGeom prst="line">
              <a:avLst/>
            </a:prstGeom>
            <a:ln w="12700" cap="flat" cmpd="sng">
              <a:solidFill>
                <a:schemeClr val="tx1"/>
              </a:solidFill>
              <a:prstDash val="solid"/>
              <a:headEnd type="none" w="med" len="med"/>
              <a:tailEnd type="none" w="med" len="med"/>
            </a:ln>
          </p:spPr>
        </p:sp>
        <p:sp>
          <p:nvSpPr>
            <p:cNvPr id="9257" name="Line 58"/>
            <p:cNvSpPr/>
            <p:nvPr/>
          </p:nvSpPr>
          <p:spPr>
            <a:xfrm flipH="1" flipV="1">
              <a:off x="1996" y="2908"/>
              <a:ext cx="92" cy="128"/>
            </a:xfrm>
            <a:prstGeom prst="line">
              <a:avLst/>
            </a:prstGeom>
            <a:ln w="12700" cap="flat" cmpd="sng">
              <a:solidFill>
                <a:schemeClr val="tx1"/>
              </a:solidFill>
              <a:prstDash val="solid"/>
              <a:headEnd type="none" w="med" len="med"/>
              <a:tailEnd type="none" w="med" len="med"/>
            </a:ln>
          </p:spPr>
        </p:sp>
        <p:sp>
          <p:nvSpPr>
            <p:cNvPr id="9258" name="Line 59"/>
            <p:cNvSpPr/>
            <p:nvPr/>
          </p:nvSpPr>
          <p:spPr>
            <a:xfrm flipH="1" flipV="1">
              <a:off x="2032" y="2896"/>
              <a:ext cx="88" cy="128"/>
            </a:xfrm>
            <a:prstGeom prst="line">
              <a:avLst/>
            </a:prstGeom>
            <a:ln w="12700" cap="flat" cmpd="sng">
              <a:solidFill>
                <a:schemeClr val="tx1"/>
              </a:solidFill>
              <a:prstDash val="solid"/>
              <a:headEnd type="none" w="med" len="med"/>
              <a:tailEnd type="none" w="med" len="med"/>
            </a:ln>
          </p:spPr>
        </p:sp>
        <p:sp>
          <p:nvSpPr>
            <p:cNvPr id="9259" name="Line 60"/>
            <p:cNvSpPr/>
            <p:nvPr/>
          </p:nvSpPr>
          <p:spPr>
            <a:xfrm flipH="1" flipV="1">
              <a:off x="2076" y="2904"/>
              <a:ext cx="76" cy="112"/>
            </a:xfrm>
            <a:prstGeom prst="line">
              <a:avLst/>
            </a:prstGeom>
            <a:ln w="12700" cap="flat" cmpd="sng">
              <a:solidFill>
                <a:schemeClr val="tx1"/>
              </a:solidFill>
              <a:prstDash val="solid"/>
              <a:headEnd type="none" w="med" len="med"/>
              <a:tailEnd type="none" w="med" len="med"/>
            </a:ln>
          </p:spPr>
        </p:sp>
        <p:sp>
          <p:nvSpPr>
            <p:cNvPr id="9260" name="Line 61"/>
            <p:cNvSpPr/>
            <p:nvPr/>
          </p:nvSpPr>
          <p:spPr>
            <a:xfrm flipH="1" flipV="1">
              <a:off x="2112" y="2900"/>
              <a:ext cx="76" cy="108"/>
            </a:xfrm>
            <a:prstGeom prst="line">
              <a:avLst/>
            </a:prstGeom>
            <a:ln w="12700" cap="flat" cmpd="sng">
              <a:solidFill>
                <a:schemeClr val="tx1"/>
              </a:solidFill>
              <a:prstDash val="solid"/>
              <a:headEnd type="none" w="med" len="med"/>
              <a:tailEnd type="none" w="med" len="med"/>
            </a:ln>
          </p:spPr>
        </p:sp>
        <p:sp>
          <p:nvSpPr>
            <p:cNvPr id="9261" name="Line 62"/>
            <p:cNvSpPr/>
            <p:nvPr/>
          </p:nvSpPr>
          <p:spPr>
            <a:xfrm flipH="1" flipV="1">
              <a:off x="2152" y="2896"/>
              <a:ext cx="76" cy="112"/>
            </a:xfrm>
            <a:prstGeom prst="line">
              <a:avLst/>
            </a:prstGeom>
            <a:ln w="12700" cap="flat" cmpd="sng">
              <a:solidFill>
                <a:schemeClr val="tx1"/>
              </a:solidFill>
              <a:prstDash val="solid"/>
              <a:headEnd type="none" w="med" len="med"/>
              <a:tailEnd type="none" w="med" len="med"/>
            </a:ln>
          </p:spPr>
        </p:sp>
        <p:sp>
          <p:nvSpPr>
            <p:cNvPr id="9262" name="Line 63"/>
            <p:cNvSpPr/>
            <p:nvPr/>
          </p:nvSpPr>
          <p:spPr>
            <a:xfrm flipH="1" flipV="1">
              <a:off x="2196" y="2896"/>
              <a:ext cx="76" cy="116"/>
            </a:xfrm>
            <a:prstGeom prst="line">
              <a:avLst/>
            </a:prstGeom>
            <a:ln w="12700" cap="flat" cmpd="sng">
              <a:solidFill>
                <a:schemeClr val="tx1"/>
              </a:solidFill>
              <a:prstDash val="solid"/>
              <a:headEnd type="none" w="med" len="med"/>
              <a:tailEnd type="none" w="med" len="med"/>
            </a:ln>
          </p:spPr>
        </p:sp>
        <p:sp>
          <p:nvSpPr>
            <p:cNvPr id="9263" name="Line 64"/>
            <p:cNvSpPr/>
            <p:nvPr/>
          </p:nvSpPr>
          <p:spPr>
            <a:xfrm flipH="1" flipV="1">
              <a:off x="2236" y="2888"/>
              <a:ext cx="88" cy="148"/>
            </a:xfrm>
            <a:prstGeom prst="line">
              <a:avLst/>
            </a:prstGeom>
            <a:ln w="12700" cap="flat" cmpd="sng">
              <a:solidFill>
                <a:schemeClr val="tx1"/>
              </a:solidFill>
              <a:prstDash val="solid"/>
              <a:headEnd type="none" w="med" len="med"/>
              <a:tailEnd type="none" w="med" len="med"/>
            </a:ln>
          </p:spPr>
        </p:sp>
        <p:sp>
          <p:nvSpPr>
            <p:cNvPr id="9264" name="Line 65"/>
            <p:cNvSpPr/>
            <p:nvPr/>
          </p:nvSpPr>
          <p:spPr>
            <a:xfrm flipH="1" flipV="1">
              <a:off x="2284" y="2896"/>
              <a:ext cx="104" cy="188"/>
            </a:xfrm>
            <a:prstGeom prst="line">
              <a:avLst/>
            </a:prstGeom>
            <a:ln w="12700" cap="flat" cmpd="sng">
              <a:solidFill>
                <a:schemeClr val="tx1"/>
              </a:solidFill>
              <a:prstDash val="solid"/>
              <a:headEnd type="none" w="med" len="med"/>
              <a:tailEnd type="none" w="med" len="med"/>
            </a:ln>
          </p:spPr>
        </p:sp>
        <p:sp>
          <p:nvSpPr>
            <p:cNvPr id="9265" name="Line 66"/>
            <p:cNvSpPr/>
            <p:nvPr/>
          </p:nvSpPr>
          <p:spPr>
            <a:xfrm flipH="1" flipV="1">
              <a:off x="2328" y="2900"/>
              <a:ext cx="88" cy="160"/>
            </a:xfrm>
            <a:prstGeom prst="line">
              <a:avLst/>
            </a:prstGeom>
            <a:ln w="12700" cap="flat" cmpd="sng">
              <a:solidFill>
                <a:schemeClr val="tx1"/>
              </a:solidFill>
              <a:prstDash val="solid"/>
              <a:headEnd type="none" w="med" len="med"/>
              <a:tailEnd type="none" w="med" len="med"/>
            </a:ln>
          </p:spPr>
        </p:sp>
        <p:sp>
          <p:nvSpPr>
            <p:cNvPr id="9266" name="Line 67"/>
            <p:cNvSpPr/>
            <p:nvPr/>
          </p:nvSpPr>
          <p:spPr>
            <a:xfrm flipH="1" flipV="1">
              <a:off x="2372" y="2900"/>
              <a:ext cx="52" cy="92"/>
            </a:xfrm>
            <a:prstGeom prst="line">
              <a:avLst/>
            </a:prstGeom>
            <a:ln w="12700" cap="flat" cmpd="sng">
              <a:solidFill>
                <a:schemeClr val="tx1"/>
              </a:solidFill>
              <a:prstDash val="solid"/>
              <a:headEnd type="none" w="med" len="med"/>
              <a:tailEnd type="none" w="med" len="med"/>
            </a:ln>
          </p:spPr>
        </p:sp>
        <p:sp>
          <p:nvSpPr>
            <p:cNvPr id="9267" name="Line 68"/>
            <p:cNvSpPr/>
            <p:nvPr/>
          </p:nvSpPr>
          <p:spPr>
            <a:xfrm flipH="1" flipV="1">
              <a:off x="2056" y="2864"/>
              <a:ext cx="76" cy="160"/>
            </a:xfrm>
            <a:prstGeom prst="line">
              <a:avLst/>
            </a:prstGeom>
            <a:ln w="12700" cap="flat" cmpd="sng">
              <a:solidFill>
                <a:schemeClr val="tx1"/>
              </a:solidFill>
              <a:prstDash val="solid"/>
              <a:headEnd type="none" w="med" len="med"/>
              <a:tailEnd type="none" w="med" len="med"/>
            </a:ln>
          </p:spPr>
        </p:sp>
        <p:sp>
          <p:nvSpPr>
            <p:cNvPr id="9268" name="Line 69"/>
            <p:cNvSpPr/>
            <p:nvPr/>
          </p:nvSpPr>
          <p:spPr>
            <a:xfrm flipV="1">
              <a:off x="2276" y="2864"/>
              <a:ext cx="88" cy="172"/>
            </a:xfrm>
            <a:prstGeom prst="line">
              <a:avLst/>
            </a:prstGeom>
            <a:ln w="12700" cap="flat" cmpd="sng">
              <a:solidFill>
                <a:schemeClr val="tx1"/>
              </a:solidFill>
              <a:prstDash val="solid"/>
              <a:headEnd type="none" w="med" len="med"/>
              <a:tailEnd type="none" w="med" len="med"/>
            </a:ln>
          </p:spPr>
        </p:sp>
        <p:sp>
          <p:nvSpPr>
            <p:cNvPr id="9269" name="Rectangle 70"/>
            <p:cNvSpPr/>
            <p:nvPr/>
          </p:nvSpPr>
          <p:spPr>
            <a:xfrm>
              <a:off x="1604" y="1808"/>
              <a:ext cx="64" cy="47"/>
            </a:xfrm>
            <a:prstGeom prst="rect">
              <a:avLst/>
            </a:prstGeom>
            <a:solidFill>
              <a:srgbClr val="FFFFFF"/>
            </a:solidFill>
            <a:ln w="9525">
              <a:noFill/>
            </a:ln>
          </p:spPr>
          <p:txBody>
            <a:bodyPr wrap="none" anchor="ctr" anchorCtr="0"/>
            <a:p>
              <a:endParaRPr lang="zh-CN" altLang="en-US" dirty="0">
                <a:latin typeface="Times New Roman" panose="02020603050405020304" pitchFamily="18" charset="0"/>
              </a:endParaRPr>
            </a:p>
          </p:txBody>
        </p:sp>
        <p:sp>
          <p:nvSpPr>
            <p:cNvPr id="9270" name="Rectangle 71"/>
            <p:cNvSpPr/>
            <p:nvPr/>
          </p:nvSpPr>
          <p:spPr>
            <a:xfrm>
              <a:off x="1916" y="1805"/>
              <a:ext cx="76" cy="47"/>
            </a:xfrm>
            <a:prstGeom prst="rect">
              <a:avLst/>
            </a:prstGeom>
            <a:solidFill>
              <a:srgbClr val="FFFFFF"/>
            </a:solidFill>
            <a:ln w="9525">
              <a:noFill/>
            </a:ln>
          </p:spPr>
          <p:txBody>
            <a:bodyPr wrap="none" anchor="ctr" anchorCtr="0"/>
            <a:p>
              <a:endParaRPr lang="zh-CN" altLang="en-US" dirty="0">
                <a:latin typeface="Times New Roman" panose="02020603050405020304" pitchFamily="18" charset="0"/>
              </a:endParaRPr>
            </a:p>
          </p:txBody>
        </p:sp>
        <p:sp>
          <p:nvSpPr>
            <p:cNvPr id="9271" name="Line 73"/>
            <p:cNvSpPr/>
            <p:nvPr/>
          </p:nvSpPr>
          <p:spPr>
            <a:xfrm flipV="1">
              <a:off x="1604" y="1800"/>
              <a:ext cx="44" cy="52"/>
            </a:xfrm>
            <a:prstGeom prst="line">
              <a:avLst/>
            </a:prstGeom>
            <a:ln w="12700" cap="flat" cmpd="sng">
              <a:solidFill>
                <a:schemeClr val="tx1"/>
              </a:solidFill>
              <a:prstDash val="solid"/>
              <a:headEnd type="none" w="med" len="med"/>
              <a:tailEnd type="none" w="med" len="med"/>
            </a:ln>
          </p:spPr>
        </p:sp>
        <p:sp>
          <p:nvSpPr>
            <p:cNvPr id="9272" name="Line 74"/>
            <p:cNvSpPr/>
            <p:nvPr/>
          </p:nvSpPr>
          <p:spPr>
            <a:xfrm flipV="1">
              <a:off x="1600" y="1812"/>
              <a:ext cx="84" cy="96"/>
            </a:xfrm>
            <a:prstGeom prst="line">
              <a:avLst/>
            </a:prstGeom>
            <a:ln w="12700" cap="flat" cmpd="sng">
              <a:solidFill>
                <a:schemeClr val="tx1"/>
              </a:solidFill>
              <a:prstDash val="solid"/>
              <a:headEnd type="none" w="med" len="med"/>
              <a:tailEnd type="none" w="med" len="med"/>
            </a:ln>
          </p:spPr>
        </p:sp>
        <p:sp>
          <p:nvSpPr>
            <p:cNvPr id="9273" name="Line 75"/>
            <p:cNvSpPr/>
            <p:nvPr/>
          </p:nvSpPr>
          <p:spPr>
            <a:xfrm flipV="1">
              <a:off x="1616" y="1828"/>
              <a:ext cx="96" cy="120"/>
            </a:xfrm>
            <a:prstGeom prst="line">
              <a:avLst/>
            </a:prstGeom>
            <a:ln w="12700" cap="flat" cmpd="sng">
              <a:solidFill>
                <a:schemeClr val="tx1"/>
              </a:solidFill>
              <a:prstDash val="solid"/>
              <a:headEnd type="none" w="med" len="med"/>
              <a:tailEnd type="none" w="med" len="med"/>
            </a:ln>
          </p:spPr>
        </p:sp>
        <p:sp>
          <p:nvSpPr>
            <p:cNvPr id="9274" name="Line 76"/>
            <p:cNvSpPr/>
            <p:nvPr/>
          </p:nvSpPr>
          <p:spPr>
            <a:xfrm flipV="1">
              <a:off x="1652" y="1852"/>
              <a:ext cx="88" cy="104"/>
            </a:xfrm>
            <a:prstGeom prst="line">
              <a:avLst/>
            </a:prstGeom>
            <a:ln w="12700" cap="flat" cmpd="sng">
              <a:solidFill>
                <a:schemeClr val="tx1"/>
              </a:solidFill>
              <a:prstDash val="solid"/>
              <a:headEnd type="none" w="med" len="med"/>
              <a:tailEnd type="none" w="med" len="med"/>
            </a:ln>
          </p:spPr>
        </p:sp>
        <p:sp>
          <p:nvSpPr>
            <p:cNvPr id="9275" name="Line 77"/>
            <p:cNvSpPr/>
            <p:nvPr/>
          </p:nvSpPr>
          <p:spPr>
            <a:xfrm flipV="1">
              <a:off x="1704" y="1852"/>
              <a:ext cx="80" cy="100"/>
            </a:xfrm>
            <a:prstGeom prst="line">
              <a:avLst/>
            </a:prstGeom>
            <a:ln w="12700" cap="flat" cmpd="sng">
              <a:solidFill>
                <a:schemeClr val="tx1"/>
              </a:solidFill>
              <a:prstDash val="solid"/>
              <a:headEnd type="none" w="med" len="med"/>
              <a:tailEnd type="none" w="med" len="med"/>
            </a:ln>
          </p:spPr>
        </p:sp>
        <p:sp>
          <p:nvSpPr>
            <p:cNvPr id="9276" name="Line 78"/>
            <p:cNvSpPr/>
            <p:nvPr/>
          </p:nvSpPr>
          <p:spPr>
            <a:xfrm flipV="1">
              <a:off x="1752" y="1848"/>
              <a:ext cx="76" cy="100"/>
            </a:xfrm>
            <a:prstGeom prst="line">
              <a:avLst/>
            </a:prstGeom>
            <a:ln w="12700" cap="flat" cmpd="sng">
              <a:solidFill>
                <a:schemeClr val="tx1"/>
              </a:solidFill>
              <a:prstDash val="solid"/>
              <a:headEnd type="none" w="med" len="med"/>
              <a:tailEnd type="none" w="med" len="med"/>
            </a:ln>
          </p:spPr>
        </p:sp>
        <p:sp>
          <p:nvSpPr>
            <p:cNvPr id="9277" name="Line 79"/>
            <p:cNvSpPr/>
            <p:nvPr/>
          </p:nvSpPr>
          <p:spPr>
            <a:xfrm flipV="1">
              <a:off x="1788" y="1832"/>
              <a:ext cx="96" cy="124"/>
            </a:xfrm>
            <a:prstGeom prst="line">
              <a:avLst/>
            </a:prstGeom>
            <a:ln w="12700" cap="flat" cmpd="sng">
              <a:solidFill>
                <a:schemeClr val="tx1"/>
              </a:solidFill>
              <a:prstDash val="solid"/>
              <a:headEnd type="none" w="med" len="med"/>
              <a:tailEnd type="none" w="med" len="med"/>
            </a:ln>
          </p:spPr>
        </p:sp>
        <p:sp>
          <p:nvSpPr>
            <p:cNvPr id="9278" name="Line 80"/>
            <p:cNvSpPr/>
            <p:nvPr/>
          </p:nvSpPr>
          <p:spPr>
            <a:xfrm flipV="1">
              <a:off x="1840" y="1800"/>
              <a:ext cx="116" cy="148"/>
            </a:xfrm>
            <a:prstGeom prst="line">
              <a:avLst/>
            </a:prstGeom>
            <a:ln w="12700" cap="flat" cmpd="sng">
              <a:solidFill>
                <a:schemeClr val="tx1"/>
              </a:solidFill>
              <a:prstDash val="solid"/>
              <a:headEnd type="none" w="med" len="med"/>
              <a:tailEnd type="none" w="med" len="med"/>
            </a:ln>
          </p:spPr>
        </p:sp>
        <p:sp>
          <p:nvSpPr>
            <p:cNvPr id="9279" name="Line 81"/>
            <p:cNvSpPr/>
            <p:nvPr/>
          </p:nvSpPr>
          <p:spPr>
            <a:xfrm flipV="1">
              <a:off x="1888" y="1820"/>
              <a:ext cx="100" cy="128"/>
            </a:xfrm>
            <a:prstGeom prst="line">
              <a:avLst/>
            </a:prstGeom>
            <a:ln w="12700" cap="flat" cmpd="sng">
              <a:solidFill>
                <a:schemeClr val="tx1"/>
              </a:solidFill>
              <a:prstDash val="solid"/>
              <a:headEnd type="none" w="med" len="med"/>
              <a:tailEnd type="none" w="med" len="med"/>
            </a:ln>
          </p:spPr>
        </p:sp>
        <p:sp>
          <p:nvSpPr>
            <p:cNvPr id="9280" name="Line 82"/>
            <p:cNvSpPr/>
            <p:nvPr/>
          </p:nvSpPr>
          <p:spPr>
            <a:xfrm flipV="1">
              <a:off x="1928" y="1872"/>
              <a:ext cx="72" cy="80"/>
            </a:xfrm>
            <a:prstGeom prst="line">
              <a:avLst/>
            </a:prstGeom>
            <a:ln w="12700" cap="flat" cmpd="sng">
              <a:solidFill>
                <a:schemeClr val="tx1"/>
              </a:solidFill>
              <a:prstDash val="solid"/>
              <a:headEnd type="none" w="med" len="med"/>
              <a:tailEnd type="none" w="med" len="med"/>
            </a:ln>
          </p:spPr>
        </p:sp>
        <p:sp>
          <p:nvSpPr>
            <p:cNvPr id="9281" name="Line 83"/>
            <p:cNvSpPr/>
            <p:nvPr/>
          </p:nvSpPr>
          <p:spPr>
            <a:xfrm flipV="1">
              <a:off x="1964" y="1916"/>
              <a:ext cx="32" cy="28"/>
            </a:xfrm>
            <a:prstGeom prst="line">
              <a:avLst/>
            </a:prstGeom>
            <a:ln w="12700" cap="flat" cmpd="sng">
              <a:solidFill>
                <a:schemeClr val="tx1"/>
              </a:solidFill>
              <a:prstDash val="solid"/>
              <a:headEnd type="none" w="med" len="med"/>
              <a:tailEnd type="none" w="med" len="med"/>
            </a:ln>
          </p:spPr>
        </p:sp>
        <p:sp>
          <p:nvSpPr>
            <p:cNvPr id="9282" name="Line 84"/>
            <p:cNvSpPr/>
            <p:nvPr/>
          </p:nvSpPr>
          <p:spPr>
            <a:xfrm flipV="1">
              <a:off x="2656" y="1796"/>
              <a:ext cx="56" cy="56"/>
            </a:xfrm>
            <a:prstGeom prst="line">
              <a:avLst/>
            </a:prstGeom>
            <a:ln w="12700" cap="flat" cmpd="sng">
              <a:solidFill>
                <a:schemeClr val="tx1"/>
              </a:solidFill>
              <a:prstDash val="solid"/>
              <a:headEnd type="none" w="med" len="med"/>
              <a:tailEnd type="none" w="med" len="med"/>
            </a:ln>
          </p:spPr>
        </p:sp>
        <p:sp>
          <p:nvSpPr>
            <p:cNvPr id="9283" name="Line 85"/>
            <p:cNvSpPr/>
            <p:nvPr/>
          </p:nvSpPr>
          <p:spPr>
            <a:xfrm flipV="1">
              <a:off x="2660" y="1812"/>
              <a:ext cx="80" cy="92"/>
            </a:xfrm>
            <a:prstGeom prst="line">
              <a:avLst/>
            </a:prstGeom>
            <a:ln w="12700" cap="flat" cmpd="sng">
              <a:solidFill>
                <a:schemeClr val="tx1"/>
              </a:solidFill>
              <a:prstDash val="solid"/>
              <a:headEnd type="none" w="med" len="med"/>
              <a:tailEnd type="none" w="med" len="med"/>
            </a:ln>
          </p:spPr>
        </p:sp>
        <p:sp>
          <p:nvSpPr>
            <p:cNvPr id="9284" name="Line 86"/>
            <p:cNvSpPr/>
            <p:nvPr/>
          </p:nvSpPr>
          <p:spPr>
            <a:xfrm flipV="1">
              <a:off x="2668" y="1828"/>
              <a:ext cx="100" cy="112"/>
            </a:xfrm>
            <a:prstGeom prst="line">
              <a:avLst/>
            </a:prstGeom>
            <a:ln w="12700" cap="flat" cmpd="sng">
              <a:solidFill>
                <a:schemeClr val="tx1"/>
              </a:solidFill>
              <a:prstDash val="solid"/>
              <a:headEnd type="none" w="med" len="med"/>
              <a:tailEnd type="none" w="med" len="med"/>
            </a:ln>
          </p:spPr>
        </p:sp>
        <p:sp>
          <p:nvSpPr>
            <p:cNvPr id="9285" name="Line 87"/>
            <p:cNvSpPr/>
            <p:nvPr/>
          </p:nvSpPr>
          <p:spPr>
            <a:xfrm flipV="1">
              <a:off x="2692" y="1844"/>
              <a:ext cx="104" cy="116"/>
            </a:xfrm>
            <a:prstGeom prst="line">
              <a:avLst/>
            </a:prstGeom>
            <a:ln w="12700" cap="flat" cmpd="sng">
              <a:solidFill>
                <a:schemeClr val="tx1"/>
              </a:solidFill>
              <a:prstDash val="solid"/>
              <a:headEnd type="none" w="med" len="med"/>
              <a:tailEnd type="none" w="med" len="med"/>
            </a:ln>
          </p:spPr>
        </p:sp>
        <p:sp>
          <p:nvSpPr>
            <p:cNvPr id="9286" name="Line 88"/>
            <p:cNvSpPr/>
            <p:nvPr/>
          </p:nvSpPr>
          <p:spPr>
            <a:xfrm flipV="1">
              <a:off x="2740" y="1860"/>
              <a:ext cx="88" cy="96"/>
            </a:xfrm>
            <a:prstGeom prst="line">
              <a:avLst/>
            </a:prstGeom>
            <a:ln w="12700" cap="flat" cmpd="sng">
              <a:solidFill>
                <a:schemeClr val="tx1"/>
              </a:solidFill>
              <a:prstDash val="solid"/>
              <a:headEnd type="none" w="med" len="med"/>
              <a:tailEnd type="none" w="med" len="med"/>
            </a:ln>
          </p:spPr>
        </p:sp>
        <p:sp>
          <p:nvSpPr>
            <p:cNvPr id="9287" name="Line 89"/>
            <p:cNvSpPr/>
            <p:nvPr/>
          </p:nvSpPr>
          <p:spPr>
            <a:xfrm flipV="1">
              <a:off x="2788" y="1860"/>
              <a:ext cx="88" cy="96"/>
            </a:xfrm>
            <a:prstGeom prst="line">
              <a:avLst/>
            </a:prstGeom>
            <a:ln w="12700" cap="flat" cmpd="sng">
              <a:solidFill>
                <a:schemeClr val="tx1"/>
              </a:solidFill>
              <a:prstDash val="solid"/>
              <a:headEnd type="none" w="med" len="med"/>
              <a:tailEnd type="none" w="med" len="med"/>
            </a:ln>
          </p:spPr>
        </p:sp>
        <p:sp>
          <p:nvSpPr>
            <p:cNvPr id="9288" name="Line 90"/>
            <p:cNvSpPr/>
            <p:nvPr/>
          </p:nvSpPr>
          <p:spPr>
            <a:xfrm flipV="1">
              <a:off x="2832" y="1836"/>
              <a:ext cx="108" cy="120"/>
            </a:xfrm>
            <a:prstGeom prst="line">
              <a:avLst/>
            </a:prstGeom>
            <a:ln w="12700" cap="flat" cmpd="sng">
              <a:solidFill>
                <a:schemeClr val="tx1"/>
              </a:solidFill>
              <a:prstDash val="solid"/>
              <a:headEnd type="none" w="med" len="med"/>
              <a:tailEnd type="none" w="med" len="med"/>
            </a:ln>
          </p:spPr>
        </p:sp>
        <p:sp>
          <p:nvSpPr>
            <p:cNvPr id="9289" name="Line 91"/>
            <p:cNvSpPr/>
            <p:nvPr/>
          </p:nvSpPr>
          <p:spPr>
            <a:xfrm flipV="1">
              <a:off x="2876" y="1804"/>
              <a:ext cx="140" cy="156"/>
            </a:xfrm>
            <a:prstGeom prst="line">
              <a:avLst/>
            </a:prstGeom>
            <a:ln w="12700" cap="flat" cmpd="sng">
              <a:solidFill>
                <a:schemeClr val="tx1"/>
              </a:solidFill>
              <a:prstDash val="solid"/>
              <a:headEnd type="none" w="med" len="med"/>
              <a:tailEnd type="none" w="med" len="med"/>
            </a:ln>
          </p:spPr>
        </p:sp>
        <p:sp>
          <p:nvSpPr>
            <p:cNvPr id="9290" name="Line 92"/>
            <p:cNvSpPr/>
            <p:nvPr/>
          </p:nvSpPr>
          <p:spPr>
            <a:xfrm flipV="1">
              <a:off x="2924" y="1820"/>
              <a:ext cx="124" cy="136"/>
            </a:xfrm>
            <a:prstGeom prst="line">
              <a:avLst/>
            </a:prstGeom>
            <a:ln w="12700" cap="flat" cmpd="sng">
              <a:solidFill>
                <a:schemeClr val="tx1"/>
              </a:solidFill>
              <a:prstDash val="solid"/>
              <a:headEnd type="none" w="med" len="med"/>
              <a:tailEnd type="none" w="med" len="med"/>
            </a:ln>
          </p:spPr>
        </p:sp>
        <p:sp>
          <p:nvSpPr>
            <p:cNvPr id="9291" name="Line 93"/>
            <p:cNvSpPr/>
            <p:nvPr/>
          </p:nvSpPr>
          <p:spPr>
            <a:xfrm flipV="1">
              <a:off x="2968" y="1856"/>
              <a:ext cx="92" cy="96"/>
            </a:xfrm>
            <a:prstGeom prst="line">
              <a:avLst/>
            </a:prstGeom>
            <a:ln w="12700" cap="flat" cmpd="sng">
              <a:solidFill>
                <a:schemeClr val="tx1"/>
              </a:solidFill>
              <a:prstDash val="solid"/>
              <a:headEnd type="none" w="med" len="med"/>
              <a:tailEnd type="none" w="med" len="med"/>
            </a:ln>
          </p:spPr>
        </p:sp>
        <p:sp>
          <p:nvSpPr>
            <p:cNvPr id="9292" name="Line 94"/>
            <p:cNvSpPr/>
            <p:nvPr/>
          </p:nvSpPr>
          <p:spPr>
            <a:xfrm flipV="1">
              <a:off x="3008" y="1900"/>
              <a:ext cx="52" cy="52"/>
            </a:xfrm>
            <a:prstGeom prst="line">
              <a:avLst/>
            </a:prstGeom>
            <a:ln w="12700" cap="flat" cmpd="sng">
              <a:solidFill>
                <a:schemeClr val="tx1"/>
              </a:solidFill>
              <a:prstDash val="solid"/>
              <a:headEnd type="none" w="med" len="med"/>
              <a:tailEnd type="none" w="med" len="med"/>
            </a:ln>
          </p:spPr>
        </p:sp>
        <p:sp>
          <p:nvSpPr>
            <p:cNvPr id="9293" name="Line 95"/>
            <p:cNvSpPr/>
            <p:nvPr/>
          </p:nvSpPr>
          <p:spPr>
            <a:xfrm flipV="1">
              <a:off x="3664" y="1548"/>
              <a:ext cx="48" cy="52"/>
            </a:xfrm>
            <a:prstGeom prst="line">
              <a:avLst/>
            </a:prstGeom>
            <a:ln w="12700" cap="flat" cmpd="sng">
              <a:solidFill>
                <a:schemeClr val="tx1"/>
              </a:solidFill>
              <a:prstDash val="solid"/>
              <a:headEnd type="none" w="med" len="med"/>
              <a:tailEnd type="none" w="med" len="med"/>
            </a:ln>
          </p:spPr>
        </p:sp>
        <p:sp>
          <p:nvSpPr>
            <p:cNvPr id="9294" name="Line 96"/>
            <p:cNvSpPr/>
            <p:nvPr/>
          </p:nvSpPr>
          <p:spPr>
            <a:xfrm flipV="1">
              <a:off x="3672" y="1544"/>
              <a:ext cx="84" cy="100"/>
            </a:xfrm>
            <a:prstGeom prst="line">
              <a:avLst/>
            </a:prstGeom>
            <a:ln w="12700" cap="flat" cmpd="sng">
              <a:solidFill>
                <a:schemeClr val="tx1"/>
              </a:solidFill>
              <a:prstDash val="solid"/>
              <a:headEnd type="none" w="med" len="med"/>
              <a:tailEnd type="none" w="med" len="med"/>
            </a:ln>
          </p:spPr>
        </p:sp>
        <p:sp>
          <p:nvSpPr>
            <p:cNvPr id="9295" name="Line 97"/>
            <p:cNvSpPr/>
            <p:nvPr/>
          </p:nvSpPr>
          <p:spPr>
            <a:xfrm flipV="1">
              <a:off x="3668" y="1556"/>
              <a:ext cx="124" cy="144"/>
            </a:xfrm>
            <a:prstGeom prst="line">
              <a:avLst/>
            </a:prstGeom>
            <a:ln w="12700" cap="flat" cmpd="sng">
              <a:solidFill>
                <a:schemeClr val="tx1"/>
              </a:solidFill>
              <a:prstDash val="solid"/>
              <a:headEnd type="none" w="med" len="med"/>
              <a:tailEnd type="none" w="med" len="med"/>
            </a:ln>
          </p:spPr>
        </p:sp>
        <p:sp>
          <p:nvSpPr>
            <p:cNvPr id="9296" name="Line 98"/>
            <p:cNvSpPr/>
            <p:nvPr/>
          </p:nvSpPr>
          <p:spPr>
            <a:xfrm flipV="1">
              <a:off x="3668" y="1616"/>
              <a:ext cx="132" cy="144"/>
            </a:xfrm>
            <a:prstGeom prst="line">
              <a:avLst/>
            </a:prstGeom>
            <a:ln w="12700" cap="flat" cmpd="sng">
              <a:solidFill>
                <a:schemeClr val="tx1"/>
              </a:solidFill>
              <a:prstDash val="solid"/>
              <a:headEnd type="none" w="med" len="med"/>
              <a:tailEnd type="none" w="med" len="med"/>
            </a:ln>
          </p:spPr>
        </p:sp>
        <p:sp>
          <p:nvSpPr>
            <p:cNvPr id="9297" name="Line 99"/>
            <p:cNvSpPr/>
            <p:nvPr/>
          </p:nvSpPr>
          <p:spPr>
            <a:xfrm flipV="1">
              <a:off x="3664" y="1672"/>
              <a:ext cx="140" cy="152"/>
            </a:xfrm>
            <a:prstGeom prst="line">
              <a:avLst/>
            </a:prstGeom>
            <a:ln w="12700" cap="flat" cmpd="sng">
              <a:solidFill>
                <a:schemeClr val="tx1"/>
              </a:solidFill>
              <a:prstDash val="solid"/>
              <a:headEnd type="none" w="med" len="med"/>
              <a:tailEnd type="none" w="med" len="med"/>
            </a:ln>
          </p:spPr>
        </p:sp>
        <p:sp>
          <p:nvSpPr>
            <p:cNvPr id="9298" name="Line 100"/>
            <p:cNvSpPr/>
            <p:nvPr/>
          </p:nvSpPr>
          <p:spPr>
            <a:xfrm flipV="1">
              <a:off x="3672" y="1756"/>
              <a:ext cx="112" cy="112"/>
            </a:xfrm>
            <a:prstGeom prst="line">
              <a:avLst/>
            </a:prstGeom>
            <a:ln w="12700" cap="flat" cmpd="sng">
              <a:solidFill>
                <a:schemeClr val="tx1"/>
              </a:solidFill>
              <a:prstDash val="solid"/>
              <a:headEnd type="none" w="med" len="med"/>
              <a:tailEnd type="none" w="med" len="med"/>
            </a:ln>
          </p:spPr>
        </p:sp>
        <p:sp>
          <p:nvSpPr>
            <p:cNvPr id="9299" name="Line 101"/>
            <p:cNvSpPr/>
            <p:nvPr/>
          </p:nvSpPr>
          <p:spPr>
            <a:xfrm flipV="1">
              <a:off x="3672" y="1828"/>
              <a:ext cx="96" cy="88"/>
            </a:xfrm>
            <a:prstGeom prst="line">
              <a:avLst/>
            </a:prstGeom>
            <a:ln w="12700" cap="flat" cmpd="sng">
              <a:solidFill>
                <a:schemeClr val="tx1"/>
              </a:solidFill>
              <a:prstDash val="solid"/>
              <a:headEnd type="none" w="med" len="med"/>
              <a:tailEnd type="none" w="med" len="med"/>
            </a:ln>
          </p:spPr>
        </p:sp>
        <p:sp>
          <p:nvSpPr>
            <p:cNvPr id="9300" name="Line 102"/>
            <p:cNvSpPr/>
            <p:nvPr/>
          </p:nvSpPr>
          <p:spPr>
            <a:xfrm flipV="1">
              <a:off x="3672" y="1872"/>
              <a:ext cx="104" cy="104"/>
            </a:xfrm>
            <a:prstGeom prst="line">
              <a:avLst/>
            </a:prstGeom>
            <a:ln w="12700" cap="flat" cmpd="sng">
              <a:solidFill>
                <a:schemeClr val="tx1"/>
              </a:solidFill>
              <a:prstDash val="solid"/>
              <a:headEnd type="none" w="med" len="med"/>
              <a:tailEnd type="none" w="med" len="med"/>
            </a:ln>
          </p:spPr>
        </p:sp>
        <p:sp>
          <p:nvSpPr>
            <p:cNvPr id="9301" name="Line 103"/>
            <p:cNvSpPr/>
            <p:nvPr/>
          </p:nvSpPr>
          <p:spPr>
            <a:xfrm flipV="1">
              <a:off x="3672" y="1912"/>
              <a:ext cx="116" cy="104"/>
            </a:xfrm>
            <a:prstGeom prst="line">
              <a:avLst/>
            </a:prstGeom>
            <a:ln w="12700" cap="flat" cmpd="sng">
              <a:solidFill>
                <a:schemeClr val="tx1"/>
              </a:solidFill>
              <a:prstDash val="solid"/>
              <a:headEnd type="none" w="med" len="med"/>
              <a:tailEnd type="none" w="med" len="med"/>
            </a:ln>
          </p:spPr>
        </p:sp>
        <p:sp>
          <p:nvSpPr>
            <p:cNvPr id="9302" name="Line 104"/>
            <p:cNvSpPr/>
            <p:nvPr/>
          </p:nvSpPr>
          <p:spPr>
            <a:xfrm flipV="1">
              <a:off x="3672" y="1956"/>
              <a:ext cx="120" cy="112"/>
            </a:xfrm>
            <a:prstGeom prst="line">
              <a:avLst/>
            </a:prstGeom>
            <a:ln w="12700" cap="flat" cmpd="sng">
              <a:solidFill>
                <a:schemeClr val="tx1"/>
              </a:solidFill>
              <a:prstDash val="solid"/>
              <a:headEnd type="none" w="med" len="med"/>
              <a:tailEnd type="none" w="med" len="med"/>
            </a:ln>
          </p:spPr>
        </p:sp>
        <p:sp>
          <p:nvSpPr>
            <p:cNvPr id="9303" name="Line 105"/>
            <p:cNvSpPr/>
            <p:nvPr/>
          </p:nvSpPr>
          <p:spPr>
            <a:xfrm flipV="1">
              <a:off x="3716" y="2000"/>
              <a:ext cx="76" cy="76"/>
            </a:xfrm>
            <a:prstGeom prst="line">
              <a:avLst/>
            </a:prstGeom>
            <a:ln w="12700" cap="flat" cmpd="sng">
              <a:solidFill>
                <a:schemeClr val="tx1"/>
              </a:solidFill>
              <a:prstDash val="solid"/>
              <a:headEnd type="none" w="med" len="med"/>
              <a:tailEnd type="none" w="med" len="med"/>
            </a:ln>
          </p:spPr>
        </p:sp>
        <p:sp>
          <p:nvSpPr>
            <p:cNvPr id="9304" name="Line 106"/>
            <p:cNvSpPr/>
            <p:nvPr/>
          </p:nvSpPr>
          <p:spPr>
            <a:xfrm flipV="1">
              <a:off x="3764" y="2036"/>
              <a:ext cx="36" cy="32"/>
            </a:xfrm>
            <a:prstGeom prst="line">
              <a:avLst/>
            </a:prstGeom>
            <a:ln w="12700" cap="flat" cmpd="sng">
              <a:solidFill>
                <a:schemeClr val="tx1"/>
              </a:solidFill>
              <a:prstDash val="solid"/>
              <a:headEnd type="none" w="med" len="med"/>
              <a:tailEnd type="none" w="med" len="med"/>
            </a:ln>
          </p:spPr>
        </p:sp>
        <p:sp>
          <p:nvSpPr>
            <p:cNvPr id="9305" name="Rectangle 107"/>
            <p:cNvSpPr/>
            <p:nvPr/>
          </p:nvSpPr>
          <p:spPr>
            <a:xfrm>
              <a:off x="3744" y="2949"/>
              <a:ext cx="47" cy="47"/>
            </a:xfrm>
            <a:prstGeom prst="rect">
              <a:avLst/>
            </a:prstGeom>
            <a:solidFill>
              <a:srgbClr val="FFFFFF"/>
            </a:solidFill>
            <a:ln w="9525">
              <a:noFill/>
            </a:ln>
          </p:spPr>
          <p:txBody>
            <a:bodyPr wrap="none" anchor="ctr" anchorCtr="0"/>
            <a:p>
              <a:endParaRPr lang="zh-CN" altLang="en-US" dirty="0">
                <a:latin typeface="Times New Roman" panose="02020603050405020304" pitchFamily="18" charset="0"/>
              </a:endParaRPr>
            </a:p>
          </p:txBody>
        </p:sp>
        <p:sp>
          <p:nvSpPr>
            <p:cNvPr id="9306" name="Rectangle 108"/>
            <p:cNvSpPr/>
            <p:nvPr/>
          </p:nvSpPr>
          <p:spPr>
            <a:xfrm>
              <a:off x="3364" y="2953"/>
              <a:ext cx="47" cy="47"/>
            </a:xfrm>
            <a:prstGeom prst="rect">
              <a:avLst/>
            </a:prstGeom>
            <a:solidFill>
              <a:srgbClr val="FFFFFF"/>
            </a:solidFill>
            <a:ln w="9525">
              <a:noFill/>
            </a:ln>
          </p:spPr>
          <p:txBody>
            <a:bodyPr wrap="none" anchor="ctr" anchorCtr="0"/>
            <a:p>
              <a:endParaRPr lang="zh-CN" altLang="en-US" dirty="0">
                <a:latin typeface="Times New Roman" panose="02020603050405020304" pitchFamily="18" charset="0"/>
              </a:endParaRPr>
            </a:p>
          </p:txBody>
        </p:sp>
        <p:sp>
          <p:nvSpPr>
            <p:cNvPr id="9307" name="Rectangle 109"/>
            <p:cNvSpPr/>
            <p:nvPr/>
          </p:nvSpPr>
          <p:spPr>
            <a:xfrm>
              <a:off x="3748" y="2913"/>
              <a:ext cx="47" cy="47"/>
            </a:xfrm>
            <a:prstGeom prst="rect">
              <a:avLst/>
            </a:prstGeom>
            <a:solidFill>
              <a:srgbClr val="FFFFFF"/>
            </a:solidFill>
            <a:ln w="9525">
              <a:noFill/>
            </a:ln>
          </p:spPr>
          <p:txBody>
            <a:bodyPr wrap="none" anchor="ctr" anchorCtr="0"/>
            <a:p>
              <a:endParaRPr lang="zh-CN" altLang="en-US" dirty="0">
                <a:latin typeface="Times New Roman" panose="02020603050405020304" pitchFamily="18" charset="0"/>
              </a:endParaRPr>
            </a:p>
          </p:txBody>
        </p:sp>
        <p:sp>
          <p:nvSpPr>
            <p:cNvPr id="9308" name="Line 110"/>
            <p:cNvSpPr/>
            <p:nvPr/>
          </p:nvSpPr>
          <p:spPr>
            <a:xfrm>
              <a:off x="3336" y="2948"/>
              <a:ext cx="44" cy="56"/>
            </a:xfrm>
            <a:prstGeom prst="line">
              <a:avLst/>
            </a:prstGeom>
            <a:ln w="12700" cap="flat" cmpd="sng">
              <a:solidFill>
                <a:schemeClr val="tx1"/>
              </a:solidFill>
              <a:prstDash val="solid"/>
              <a:headEnd type="none" w="med" len="med"/>
              <a:tailEnd type="none" w="med" len="med"/>
            </a:ln>
          </p:spPr>
        </p:sp>
        <p:sp>
          <p:nvSpPr>
            <p:cNvPr id="9309" name="Line 111"/>
            <p:cNvSpPr/>
            <p:nvPr/>
          </p:nvSpPr>
          <p:spPr>
            <a:xfrm>
              <a:off x="3340" y="2912"/>
              <a:ext cx="76" cy="80"/>
            </a:xfrm>
            <a:prstGeom prst="line">
              <a:avLst/>
            </a:prstGeom>
            <a:ln w="12700" cap="flat" cmpd="sng">
              <a:solidFill>
                <a:schemeClr val="tx1"/>
              </a:solidFill>
              <a:prstDash val="solid"/>
              <a:headEnd type="none" w="med" len="med"/>
              <a:tailEnd type="none" w="med" len="med"/>
            </a:ln>
          </p:spPr>
        </p:sp>
        <p:sp>
          <p:nvSpPr>
            <p:cNvPr id="9310" name="Line 112"/>
            <p:cNvSpPr/>
            <p:nvPr/>
          </p:nvSpPr>
          <p:spPr>
            <a:xfrm>
              <a:off x="3368" y="2900"/>
              <a:ext cx="84" cy="88"/>
            </a:xfrm>
            <a:prstGeom prst="line">
              <a:avLst/>
            </a:prstGeom>
            <a:ln w="12700" cap="flat" cmpd="sng">
              <a:solidFill>
                <a:schemeClr val="tx1"/>
              </a:solidFill>
              <a:prstDash val="solid"/>
              <a:headEnd type="none" w="med" len="med"/>
              <a:tailEnd type="none" w="med" len="med"/>
            </a:ln>
          </p:spPr>
        </p:sp>
        <p:sp>
          <p:nvSpPr>
            <p:cNvPr id="9311" name="Line 113"/>
            <p:cNvSpPr/>
            <p:nvPr/>
          </p:nvSpPr>
          <p:spPr>
            <a:xfrm>
              <a:off x="3400" y="2888"/>
              <a:ext cx="92" cy="96"/>
            </a:xfrm>
            <a:prstGeom prst="line">
              <a:avLst/>
            </a:prstGeom>
            <a:ln w="12700" cap="flat" cmpd="sng">
              <a:solidFill>
                <a:schemeClr val="tx1"/>
              </a:solidFill>
              <a:prstDash val="solid"/>
              <a:headEnd type="none" w="med" len="med"/>
              <a:tailEnd type="none" w="med" len="med"/>
            </a:ln>
          </p:spPr>
        </p:sp>
        <p:sp>
          <p:nvSpPr>
            <p:cNvPr id="9312" name="Line 114"/>
            <p:cNvSpPr/>
            <p:nvPr/>
          </p:nvSpPr>
          <p:spPr>
            <a:xfrm>
              <a:off x="3440" y="2888"/>
              <a:ext cx="92" cy="100"/>
            </a:xfrm>
            <a:prstGeom prst="line">
              <a:avLst/>
            </a:prstGeom>
            <a:ln w="12700" cap="flat" cmpd="sng">
              <a:solidFill>
                <a:schemeClr val="tx1"/>
              </a:solidFill>
              <a:prstDash val="solid"/>
              <a:headEnd type="none" w="med" len="med"/>
              <a:tailEnd type="none" w="med" len="med"/>
            </a:ln>
          </p:spPr>
        </p:sp>
        <p:sp>
          <p:nvSpPr>
            <p:cNvPr id="9313" name="Line 115"/>
            <p:cNvSpPr/>
            <p:nvPr/>
          </p:nvSpPr>
          <p:spPr>
            <a:xfrm>
              <a:off x="3480" y="2884"/>
              <a:ext cx="92" cy="108"/>
            </a:xfrm>
            <a:prstGeom prst="line">
              <a:avLst/>
            </a:prstGeom>
            <a:ln w="12700" cap="flat" cmpd="sng">
              <a:solidFill>
                <a:schemeClr val="tx1"/>
              </a:solidFill>
              <a:prstDash val="solid"/>
              <a:headEnd type="none" w="med" len="med"/>
              <a:tailEnd type="none" w="med" len="med"/>
            </a:ln>
          </p:spPr>
        </p:sp>
        <p:sp>
          <p:nvSpPr>
            <p:cNvPr id="9314" name="Line 116"/>
            <p:cNvSpPr/>
            <p:nvPr/>
          </p:nvSpPr>
          <p:spPr>
            <a:xfrm>
              <a:off x="3520" y="2888"/>
              <a:ext cx="92" cy="104"/>
            </a:xfrm>
            <a:prstGeom prst="line">
              <a:avLst/>
            </a:prstGeom>
            <a:ln w="12700" cap="flat" cmpd="sng">
              <a:solidFill>
                <a:schemeClr val="tx1"/>
              </a:solidFill>
              <a:prstDash val="solid"/>
              <a:headEnd type="none" w="med" len="med"/>
              <a:tailEnd type="none" w="med" len="med"/>
            </a:ln>
          </p:spPr>
        </p:sp>
        <p:sp>
          <p:nvSpPr>
            <p:cNvPr id="9315" name="Line 117"/>
            <p:cNvSpPr/>
            <p:nvPr/>
          </p:nvSpPr>
          <p:spPr>
            <a:xfrm>
              <a:off x="3564" y="2892"/>
              <a:ext cx="80" cy="92"/>
            </a:xfrm>
            <a:prstGeom prst="line">
              <a:avLst/>
            </a:prstGeom>
            <a:ln w="12700" cap="flat" cmpd="sng">
              <a:solidFill>
                <a:schemeClr val="tx1"/>
              </a:solidFill>
              <a:prstDash val="solid"/>
              <a:headEnd type="none" w="med" len="med"/>
              <a:tailEnd type="none" w="med" len="med"/>
            </a:ln>
          </p:spPr>
        </p:sp>
        <p:sp>
          <p:nvSpPr>
            <p:cNvPr id="9316" name="Line 118"/>
            <p:cNvSpPr/>
            <p:nvPr/>
          </p:nvSpPr>
          <p:spPr>
            <a:xfrm>
              <a:off x="3604" y="2892"/>
              <a:ext cx="80" cy="100"/>
            </a:xfrm>
            <a:prstGeom prst="line">
              <a:avLst/>
            </a:prstGeom>
            <a:ln w="12700" cap="flat" cmpd="sng">
              <a:solidFill>
                <a:schemeClr val="tx1"/>
              </a:solidFill>
              <a:prstDash val="solid"/>
              <a:headEnd type="none" w="med" len="med"/>
              <a:tailEnd type="none" w="med" len="med"/>
            </a:ln>
          </p:spPr>
        </p:sp>
        <p:sp>
          <p:nvSpPr>
            <p:cNvPr id="9317" name="Line 119"/>
            <p:cNvSpPr/>
            <p:nvPr/>
          </p:nvSpPr>
          <p:spPr>
            <a:xfrm>
              <a:off x="3640" y="2892"/>
              <a:ext cx="88" cy="104"/>
            </a:xfrm>
            <a:prstGeom prst="line">
              <a:avLst/>
            </a:prstGeom>
            <a:ln w="12700" cap="flat" cmpd="sng">
              <a:solidFill>
                <a:schemeClr val="tx1"/>
              </a:solidFill>
              <a:prstDash val="solid"/>
              <a:headEnd type="none" w="med" len="med"/>
              <a:tailEnd type="none" w="med" len="med"/>
            </a:ln>
          </p:spPr>
        </p:sp>
        <p:sp>
          <p:nvSpPr>
            <p:cNvPr id="9318" name="Line 120"/>
            <p:cNvSpPr/>
            <p:nvPr/>
          </p:nvSpPr>
          <p:spPr>
            <a:xfrm>
              <a:off x="3680" y="2888"/>
              <a:ext cx="80" cy="100"/>
            </a:xfrm>
            <a:prstGeom prst="line">
              <a:avLst/>
            </a:prstGeom>
            <a:ln w="12700" cap="flat" cmpd="sng">
              <a:solidFill>
                <a:schemeClr val="tx1"/>
              </a:solidFill>
              <a:prstDash val="solid"/>
              <a:headEnd type="none" w="med" len="med"/>
              <a:tailEnd type="none" w="med" len="med"/>
            </a:ln>
          </p:spPr>
        </p:sp>
        <p:sp>
          <p:nvSpPr>
            <p:cNvPr id="9319" name="Line 121"/>
            <p:cNvSpPr/>
            <p:nvPr/>
          </p:nvSpPr>
          <p:spPr>
            <a:xfrm>
              <a:off x="3716" y="2888"/>
              <a:ext cx="80" cy="100"/>
            </a:xfrm>
            <a:prstGeom prst="line">
              <a:avLst/>
            </a:prstGeom>
            <a:ln w="12700" cap="flat" cmpd="sng">
              <a:solidFill>
                <a:schemeClr val="tx1"/>
              </a:solidFill>
              <a:prstDash val="solid"/>
              <a:headEnd type="none" w="med" len="med"/>
              <a:tailEnd type="none" w="med" len="med"/>
            </a:ln>
          </p:spPr>
        </p:sp>
        <p:sp>
          <p:nvSpPr>
            <p:cNvPr id="9320" name="Line 122"/>
            <p:cNvSpPr/>
            <p:nvPr/>
          </p:nvSpPr>
          <p:spPr>
            <a:xfrm>
              <a:off x="3756" y="2896"/>
              <a:ext cx="44" cy="48"/>
            </a:xfrm>
            <a:prstGeom prst="line">
              <a:avLst/>
            </a:prstGeom>
            <a:ln w="12700" cap="flat" cmpd="sng">
              <a:solidFill>
                <a:schemeClr val="tx1"/>
              </a:solidFill>
              <a:prstDash val="solid"/>
              <a:headEnd type="none" w="med" len="med"/>
              <a:tailEnd type="none" w="med" len="med"/>
            </a:ln>
          </p:spPr>
        </p:sp>
        <p:sp>
          <p:nvSpPr>
            <p:cNvPr id="9321" name="Rectangle 123"/>
            <p:cNvSpPr/>
            <p:nvPr/>
          </p:nvSpPr>
          <p:spPr>
            <a:xfrm>
              <a:off x="2028" y="1404"/>
              <a:ext cx="47" cy="1092"/>
            </a:xfrm>
            <a:prstGeom prst="rect">
              <a:avLst/>
            </a:prstGeom>
            <a:solidFill>
              <a:srgbClr val="FFFFFF"/>
            </a:solidFill>
            <a:ln w="9525">
              <a:noFill/>
            </a:ln>
          </p:spPr>
          <p:txBody>
            <a:bodyPr wrap="none" anchor="ctr" anchorCtr="0"/>
            <a:p>
              <a:endParaRPr lang="zh-CN" altLang="en-US" dirty="0">
                <a:latin typeface="Times New Roman" panose="02020603050405020304" pitchFamily="18" charset="0"/>
              </a:endParaRPr>
            </a:p>
          </p:txBody>
        </p:sp>
        <p:sp>
          <p:nvSpPr>
            <p:cNvPr id="9322" name="Rectangle 124"/>
            <p:cNvSpPr/>
            <p:nvPr/>
          </p:nvSpPr>
          <p:spPr>
            <a:xfrm>
              <a:off x="3108" y="1428"/>
              <a:ext cx="60" cy="1080"/>
            </a:xfrm>
            <a:prstGeom prst="rect">
              <a:avLst/>
            </a:prstGeom>
            <a:solidFill>
              <a:srgbClr val="FFFFFF"/>
            </a:solidFill>
            <a:ln w="9525">
              <a:noFill/>
            </a:ln>
          </p:spPr>
          <p:txBody>
            <a:bodyPr wrap="none" anchor="ctr" anchorCtr="0"/>
            <a:p>
              <a:endParaRPr lang="zh-CN" altLang="en-US" dirty="0">
                <a:latin typeface="Times New Roman" panose="02020603050405020304" pitchFamily="18" charset="0"/>
              </a:endParaRPr>
            </a:p>
          </p:txBody>
        </p:sp>
        <p:sp>
          <p:nvSpPr>
            <p:cNvPr id="9323" name="Rectangle 125"/>
            <p:cNvSpPr/>
            <p:nvPr/>
          </p:nvSpPr>
          <p:spPr>
            <a:xfrm>
              <a:off x="2484" y="2820"/>
              <a:ext cx="72" cy="936"/>
            </a:xfrm>
            <a:prstGeom prst="rect">
              <a:avLst/>
            </a:prstGeom>
            <a:solidFill>
              <a:srgbClr val="FFFFFF"/>
            </a:solidFill>
            <a:ln w="9525">
              <a:noFill/>
            </a:ln>
          </p:spPr>
          <p:txBody>
            <a:bodyPr wrap="none" anchor="ctr" anchorCtr="0"/>
            <a:p>
              <a:endParaRPr lang="zh-CN" altLang="en-US" dirty="0">
                <a:latin typeface="Times New Roman" panose="02020603050405020304" pitchFamily="18" charset="0"/>
              </a:endParaRPr>
            </a:p>
          </p:txBody>
        </p:sp>
      </p:grpSp>
      <p:sp>
        <p:nvSpPr>
          <p:cNvPr id="9221" name="文本框 1"/>
          <p:cNvSpPr txBox="1"/>
          <p:nvPr/>
        </p:nvSpPr>
        <p:spPr>
          <a:xfrm>
            <a:off x="1050925" y="36513"/>
            <a:ext cx="3570288" cy="585787"/>
          </a:xfrm>
          <a:prstGeom prst="rect">
            <a:avLst/>
          </a:prstGeom>
          <a:noFill/>
          <a:ln w="9525">
            <a:noFill/>
          </a:ln>
        </p:spPr>
        <p:txBody>
          <a:bodyPr>
            <a:spAutoFit/>
          </a:bodyPr>
          <a:p>
            <a:r>
              <a:rPr lang="zh-CN" altLang="en-US" sz="3200" dirty="0">
                <a:solidFill>
                  <a:schemeClr val="bg1"/>
                </a:solidFill>
                <a:latin typeface="黑体" panose="02010609060101010101" pitchFamily="49" charset="-122"/>
                <a:ea typeface="黑体" panose="02010609060101010101" pitchFamily="49" charset="-122"/>
              </a:rPr>
              <a:t>滚动轴承的结构</a:t>
            </a:r>
            <a:endParaRPr lang="zh-CN" altLang="en-US" sz="3200" dirty="0">
              <a:latin typeface="Times New Roman" panose="02020603050405020304" pitchFamily="18" charset="0"/>
            </a:endParaRPr>
          </a:p>
        </p:txBody>
      </p:sp>
      <p:pic>
        <p:nvPicPr>
          <p:cNvPr id="105" name="Picture 148" descr="back1">
            <a:hlinkClick r:id="" action="ppaction://hlinkshowjump?jump=previousslide"/>
          </p:cNvPr>
          <p:cNvPicPr>
            <a:picLocks noChangeAspect="1"/>
          </p:cNvPicPr>
          <p:nvPr/>
        </p:nvPicPr>
        <p:blipFill>
          <a:blip r:embed="rId3"/>
          <a:stretch>
            <a:fillRect/>
          </a:stretch>
        </p:blipFill>
        <p:spPr>
          <a:xfrm>
            <a:off x="8324850" y="6551613"/>
            <a:ext cx="306388" cy="306387"/>
          </a:xfrm>
          <a:prstGeom prst="rect">
            <a:avLst/>
          </a:prstGeom>
          <a:noFill/>
          <a:ln w="9525">
            <a:noFill/>
          </a:ln>
        </p:spPr>
      </p:pic>
      <p:pic>
        <p:nvPicPr>
          <p:cNvPr id="106" name="Picture 149" descr="NEXT1">
            <a:hlinkClick r:id="" action="ppaction://hlinkshowjump?jump=nextslide"/>
          </p:cNvPr>
          <p:cNvPicPr>
            <a:picLocks noChangeAspect="1"/>
          </p:cNvPicPr>
          <p:nvPr/>
        </p:nvPicPr>
        <p:blipFill>
          <a:blip r:embed="rId4"/>
          <a:stretch>
            <a:fillRect/>
          </a:stretch>
        </p:blipFill>
        <p:spPr>
          <a:xfrm>
            <a:off x="8745538" y="6551613"/>
            <a:ext cx="306387" cy="306387"/>
          </a:xfrm>
          <a:prstGeom prst="rect">
            <a:avLst/>
          </a:prstGeom>
          <a:noFill/>
          <a:ln w="9525">
            <a:noFill/>
          </a:ln>
        </p:spPr>
      </p:pic>
      <p:pic>
        <p:nvPicPr>
          <p:cNvPr id="107" name="Picture 150" descr="rewind1">
            <a:hlinkClick r:id="" action="ppaction://hlinkshowjump?jump=firstslide"/>
          </p:cNvPr>
          <p:cNvPicPr>
            <a:picLocks noChangeAspect="1"/>
          </p:cNvPicPr>
          <p:nvPr/>
        </p:nvPicPr>
        <p:blipFill>
          <a:blip r:embed="rId5"/>
          <a:stretch>
            <a:fillRect/>
          </a:stretch>
        </p:blipFill>
        <p:spPr>
          <a:xfrm>
            <a:off x="7875588" y="6551613"/>
            <a:ext cx="306387" cy="306387"/>
          </a:xfrm>
          <a:prstGeom prst="rect">
            <a:avLst/>
          </a:prstGeom>
          <a:noFill/>
          <a:ln w="9525">
            <a:noFill/>
          </a:ln>
        </p:spPr>
      </p:pic>
      <p:sp>
        <p:nvSpPr>
          <p:cNvPr id="5" name="直接连接符 6"/>
          <p:cNvSpPr>
            <a:spLocks noChangeShapeType="1"/>
          </p:cNvSpPr>
          <p:nvPr/>
        </p:nvSpPr>
        <p:spPr bwMode="auto">
          <a:xfrm>
            <a:off x="0" y="765175"/>
            <a:ext cx="9144000" cy="0"/>
          </a:xfrm>
          <a:prstGeom prst="line">
            <a:avLst/>
          </a:prstGeom>
          <a:noFill/>
          <a:ln w="28575">
            <a:solidFill>
              <a:srgbClr val="CC3300"/>
            </a:solidFill>
            <a:miter lim="800000"/>
          </a:ln>
          <a:extLst>
            <a:ext uri="{909E8E84-426E-40DD-AFC4-6F175D3DCCD1}">
              <a14:hiddenFill xmlns:a14="http://schemas.microsoft.com/office/drawing/2010/main">
                <a:noFill/>
              </a14:hiddenFill>
            </a:ext>
          </a:extLst>
        </p:spPr>
        <p:txBody>
          <a:bodyPr/>
          <a:lstStyle/>
          <a:p>
            <a:endParaRPr lang="zh-CN" altLang="en-US"/>
          </a:p>
        </p:txBody>
      </p:sp>
      <p:sp>
        <p:nvSpPr>
          <p:cNvPr id="6" name="Rectangle 10"/>
          <p:cNvSpPr>
            <a:spLocks noChangeArrowheads="1"/>
          </p:cNvSpPr>
          <p:nvPr/>
        </p:nvSpPr>
        <p:spPr bwMode="auto">
          <a:xfrm>
            <a:off x="5457354" y="131243"/>
            <a:ext cx="3505200" cy="549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tIns="36000" bIns="72000" anchor="ctr" anchorCtr="1"/>
          <a:lstStyle>
            <a:lvl1pPr eaLnBrk="0" hangingPunct="0">
              <a:defRPr kumimoji="1" sz="2000">
                <a:solidFill>
                  <a:srgbClr val="000099"/>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rgbClr val="000099"/>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rgbClr val="000099"/>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rgbClr val="000099"/>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lnSpc>
                <a:spcPct val="100000"/>
              </a:lnSpc>
              <a:buFontTx/>
              <a:buNone/>
            </a:pPr>
            <a:r>
              <a:rPr lang="en-US" altLang="zh-CN" sz="3000" dirty="0" smtClean="0">
                <a:solidFill>
                  <a:srgbClr val="CC3300"/>
                </a:solidFill>
                <a:latin typeface="黑体" panose="02010609060101010101" pitchFamily="49" charset="-122"/>
                <a:ea typeface="黑体" panose="02010609060101010101" pitchFamily="49" charset="-122"/>
              </a:rPr>
              <a:t>3.6-1 </a:t>
            </a:r>
            <a:r>
              <a:rPr lang="zh-CN" altLang="en-US" sz="3000" dirty="0">
                <a:solidFill>
                  <a:srgbClr val="CC3300"/>
                </a:solidFill>
                <a:latin typeface="黑体" panose="02010609060101010101" pitchFamily="49" charset="-122"/>
                <a:ea typeface="黑体" panose="02010609060101010101" pitchFamily="49" charset="-122"/>
              </a:rPr>
              <a:t>概</a:t>
            </a:r>
            <a:r>
              <a:rPr lang="en-US" altLang="zh-CN" sz="3000" dirty="0">
                <a:solidFill>
                  <a:srgbClr val="CC3300"/>
                </a:solidFill>
                <a:latin typeface="黑体" panose="02010609060101010101" pitchFamily="49" charset="-122"/>
                <a:ea typeface="黑体" panose="02010609060101010101" pitchFamily="49" charset="-122"/>
              </a:rPr>
              <a:t> </a:t>
            </a:r>
            <a:r>
              <a:rPr lang="zh-CN" altLang="en-US" sz="3000" dirty="0">
                <a:solidFill>
                  <a:srgbClr val="CC3300"/>
                </a:solidFill>
                <a:latin typeface="黑体" panose="02010609060101010101" pitchFamily="49" charset="-122"/>
                <a:ea typeface="黑体" panose="02010609060101010101" pitchFamily="49" charset="-122"/>
              </a:rPr>
              <a:t>述</a:t>
            </a:r>
            <a:endParaRPr lang="zh-CN" altLang="en-US" sz="3000" dirty="0">
              <a:solidFill>
                <a:srgbClr val="CC3300"/>
              </a:solidFill>
              <a:latin typeface="黑体" panose="02010609060101010101" pitchFamily="49" charset="-122"/>
              <a:ea typeface="黑体" panose="02010609060101010101" pitchFamily="49" charset="-122"/>
            </a:endParaRPr>
          </a:p>
        </p:txBody>
      </p:sp>
    </p:spTree>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47107">
                                            <p:txEl>
                                              <p:charRg st="0" end="4"/>
                                            </p:txEl>
                                          </p:spTgt>
                                        </p:tgtEl>
                                        <p:attrNameLst>
                                          <p:attrName>style.visibility</p:attrName>
                                        </p:attrNameLst>
                                      </p:cBhvr>
                                      <p:to>
                                        <p:strVal val="visible"/>
                                      </p:to>
                                    </p:set>
                                    <p:animEffect transition="in" filter="wipe(left)">
                                      <p:cBhvr>
                                        <p:cTn id="7" dur="500"/>
                                        <p:tgtEl>
                                          <p:spTgt spid="47107">
                                            <p:txEl>
                                              <p:charRg st="0" end="4"/>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47122"/>
                                        </p:tgtEl>
                                        <p:attrNameLst>
                                          <p:attrName>style.visibility</p:attrName>
                                        </p:attrNameLst>
                                      </p:cBhvr>
                                      <p:to>
                                        <p:strVal val="visible"/>
                                      </p:to>
                                    </p:set>
                                    <p:animEffect transition="in" filter="wipe(left)">
                                      <p:cBhvr>
                                        <p:cTn id="12" dur="500"/>
                                        <p:tgtEl>
                                          <p:spTgt spid="47122"/>
                                        </p:tgtEl>
                                      </p:cBhvr>
                                    </p:animEffect>
                                  </p:childTnLst>
                                </p:cTn>
                              </p:par>
                            </p:childTnLst>
                          </p:cTn>
                        </p:par>
                      </p:childTnLst>
                    </p:cTn>
                  </p:par>
                  <p:par>
                    <p:cTn id="13" fill="hold">
                      <p:stCondLst>
                        <p:cond delay="indefinite"/>
                      </p:stCondLst>
                      <p:childTnLst>
                        <p:par>
                          <p:cTn id="14" fill="hold">
                            <p:stCondLst>
                              <p:cond delay="0"/>
                            </p:stCondLst>
                            <p:childTnLst>
                              <p:par>
                                <p:cTn id="15" presetID="23" presetClass="entr" presetSubtype="32" fill="hold" nodeType="clickEffect">
                                  <p:stCondLst>
                                    <p:cond delay="0"/>
                                  </p:stCondLst>
                                  <p:childTnLst>
                                    <p:set>
                                      <p:cBhvr>
                                        <p:cTn id="16" dur="1" fill="hold">
                                          <p:stCondLst>
                                            <p:cond delay="0"/>
                                          </p:stCondLst>
                                        </p:cTn>
                                        <p:tgtEl>
                                          <p:spTgt spid="47230"/>
                                        </p:tgtEl>
                                        <p:attrNameLst>
                                          <p:attrName>style.visibility</p:attrName>
                                        </p:attrNameLst>
                                      </p:cBhvr>
                                      <p:to>
                                        <p:strVal val="visible"/>
                                      </p:to>
                                    </p:set>
                                    <p:anim calcmode="lin" valueType="num">
                                      <p:cBhvr>
                                        <p:cTn id="17" dur="500" fill="hold"/>
                                        <p:tgtEl>
                                          <p:spTgt spid="47230"/>
                                        </p:tgtEl>
                                        <p:attrNameLst>
                                          <p:attrName>ppt_w</p:attrName>
                                        </p:attrNameLst>
                                      </p:cBhvr>
                                      <p:tavLst>
                                        <p:tav tm="0">
                                          <p:val>
                                            <p:strVal val="4*#ppt_w"/>
                                          </p:val>
                                        </p:tav>
                                        <p:tav tm="100000">
                                          <p:val>
                                            <p:strVal val="#ppt_w"/>
                                          </p:val>
                                        </p:tav>
                                      </p:tavLst>
                                    </p:anim>
                                    <p:anim calcmode="lin" valueType="num">
                                      <p:cBhvr>
                                        <p:cTn id="18" dur="500" fill="hold"/>
                                        <p:tgtEl>
                                          <p:spTgt spid="47230"/>
                                        </p:tgtEl>
                                        <p:attrNameLst>
                                          <p:attrName>ppt_h</p:attrName>
                                        </p:attrNameLst>
                                      </p:cBhvr>
                                      <p:tavLst>
                                        <p:tav tm="0">
                                          <p:val>
                                            <p:strVal val="4*#ppt_h"/>
                                          </p:val>
                                        </p:tav>
                                        <p:tav tm="100000">
                                          <p:val>
                                            <p:strVal val="#ppt_h"/>
                                          </p:val>
                                        </p:tav>
                                      </p:tavLst>
                                    </p:anim>
                                  </p:childTnLst>
                                </p:cTn>
                              </p:par>
                            </p:childTnLst>
                          </p:cTn>
                        </p:par>
                        <p:par>
                          <p:cTn id="19" fill="hold">
                            <p:stCondLst>
                              <p:cond delay="500"/>
                            </p:stCondLst>
                            <p:childTnLst>
                              <p:par>
                                <p:cTn id="20" presetID="1" presetClass="entr" presetSubtype="0" fill="hold" nodeType="afterEffect">
                                  <p:stCondLst>
                                    <p:cond delay="0"/>
                                  </p:stCondLst>
                                  <p:childTnLst>
                                    <p:set>
                                      <p:cBhvr>
                                        <p:cTn id="21" dur="1" fill="hold">
                                          <p:stCondLst>
                                            <p:cond delay="499"/>
                                          </p:stCondLst>
                                        </p:cTn>
                                        <p:tgtEl>
                                          <p:spTgt spid="106"/>
                                        </p:tgtEl>
                                        <p:attrNameLst>
                                          <p:attrName>style.visibility</p:attrName>
                                        </p:attrNameLst>
                                      </p:cBhvr>
                                      <p:to>
                                        <p:strVal val="visible"/>
                                      </p:to>
                                    </p:set>
                                  </p:childTnLst>
                                </p:cTn>
                              </p:par>
                            </p:childTnLst>
                          </p:cTn>
                        </p:par>
                        <p:par>
                          <p:cTn id="22" fill="hold">
                            <p:stCondLst>
                              <p:cond delay="1000"/>
                            </p:stCondLst>
                            <p:childTnLst>
                              <p:par>
                                <p:cTn id="23" presetID="1" presetClass="entr" presetSubtype="0" fill="hold" nodeType="afterEffect">
                                  <p:stCondLst>
                                    <p:cond delay="0"/>
                                  </p:stCondLst>
                                  <p:childTnLst>
                                    <p:set>
                                      <p:cBhvr>
                                        <p:cTn id="24" dur="1" fill="hold">
                                          <p:stCondLst>
                                            <p:cond delay="499"/>
                                          </p:stCondLst>
                                        </p:cTn>
                                        <p:tgtEl>
                                          <p:spTgt spid="105"/>
                                        </p:tgtEl>
                                        <p:attrNameLst>
                                          <p:attrName>style.visibility</p:attrName>
                                        </p:attrNameLst>
                                      </p:cBhvr>
                                      <p:to>
                                        <p:strVal val="visible"/>
                                      </p:to>
                                    </p:set>
                                  </p:childTnLst>
                                </p:cTn>
                              </p:par>
                            </p:childTnLst>
                          </p:cTn>
                        </p:par>
                        <p:par>
                          <p:cTn id="25" fill="hold">
                            <p:stCondLst>
                              <p:cond delay="1500"/>
                            </p:stCondLst>
                            <p:childTnLst>
                              <p:par>
                                <p:cTn id="26" presetID="2" presetClass="entr" presetSubtype="8" fill="hold" nodeType="afterEffect">
                                  <p:stCondLst>
                                    <p:cond delay="0"/>
                                  </p:stCondLst>
                                  <p:childTnLst>
                                    <p:set>
                                      <p:cBhvr>
                                        <p:cTn id="27" dur="1" fill="hold">
                                          <p:stCondLst>
                                            <p:cond delay="0"/>
                                          </p:stCondLst>
                                        </p:cTn>
                                        <p:tgtEl>
                                          <p:spTgt spid="107"/>
                                        </p:tgtEl>
                                        <p:attrNameLst>
                                          <p:attrName>style.visibility</p:attrName>
                                        </p:attrNameLst>
                                      </p:cBhvr>
                                      <p:to>
                                        <p:strVal val="visible"/>
                                      </p:to>
                                    </p:set>
                                    <p:anim calcmode="lin" valueType="num">
                                      <p:cBhvr additive="base">
                                        <p:cTn id="28" dur="500" fill="hold"/>
                                        <p:tgtEl>
                                          <p:spTgt spid="107"/>
                                        </p:tgtEl>
                                        <p:attrNameLst>
                                          <p:attrName>ppt_x</p:attrName>
                                        </p:attrNameLst>
                                      </p:cBhvr>
                                      <p:tavLst>
                                        <p:tav tm="0">
                                          <p:val>
                                            <p:strVal val="0-#ppt_w/2"/>
                                          </p:val>
                                        </p:tav>
                                        <p:tav tm="100000">
                                          <p:val>
                                            <p:strVal val="#ppt_x"/>
                                          </p:val>
                                        </p:tav>
                                      </p:tavLst>
                                    </p:anim>
                                    <p:anim calcmode="lin" valueType="num">
                                      <p:cBhvr additive="base">
                                        <p:cTn id="29" dur="500" fill="hold"/>
                                        <p:tgtEl>
                                          <p:spTgt spid="107"/>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107"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48152" name="Group 1048"/>
          <p:cNvGrpSpPr/>
          <p:nvPr/>
        </p:nvGrpSpPr>
        <p:grpSpPr>
          <a:xfrm>
            <a:off x="419100" y="1925638"/>
            <a:ext cx="2368550" cy="4244975"/>
            <a:chOff x="456" y="1356"/>
            <a:chExt cx="1300" cy="2410"/>
          </a:xfrm>
        </p:grpSpPr>
        <p:pic>
          <p:nvPicPr>
            <p:cNvPr id="10353" name="Picture 1030" descr="gun7"/>
            <p:cNvPicPr>
              <a:picLocks noChangeAspect="1"/>
            </p:cNvPicPr>
            <p:nvPr/>
          </p:nvPicPr>
          <p:blipFill>
            <a:blip r:embed="rId1"/>
            <a:srcRect l="46478" r="6339" b="71573"/>
            <a:stretch>
              <a:fillRect/>
            </a:stretch>
          </p:blipFill>
          <p:spPr>
            <a:xfrm>
              <a:off x="648" y="2768"/>
              <a:ext cx="936" cy="636"/>
            </a:xfrm>
            <a:prstGeom prst="rect">
              <a:avLst/>
            </a:prstGeom>
            <a:noFill/>
            <a:ln w="9525">
              <a:noFill/>
            </a:ln>
          </p:spPr>
        </p:pic>
        <p:pic>
          <p:nvPicPr>
            <p:cNvPr id="10354" name="Picture 1033" descr="gun7"/>
            <p:cNvPicPr>
              <a:picLocks noChangeAspect="1"/>
            </p:cNvPicPr>
            <p:nvPr/>
          </p:nvPicPr>
          <p:blipFill>
            <a:blip r:embed="rId1"/>
            <a:srcRect t="38448" r="49295" b="30232"/>
            <a:stretch>
              <a:fillRect/>
            </a:stretch>
          </p:blipFill>
          <p:spPr>
            <a:xfrm>
              <a:off x="696" y="2060"/>
              <a:ext cx="872" cy="641"/>
            </a:xfrm>
            <a:prstGeom prst="rect">
              <a:avLst/>
            </a:prstGeom>
            <a:noFill/>
            <a:ln w="9525">
              <a:noFill/>
            </a:ln>
          </p:spPr>
        </p:pic>
        <p:pic>
          <p:nvPicPr>
            <p:cNvPr id="10355" name="Picture 1036" descr="gun7"/>
            <p:cNvPicPr>
              <a:picLocks noChangeAspect="1"/>
            </p:cNvPicPr>
            <p:nvPr/>
          </p:nvPicPr>
          <p:blipFill>
            <a:blip r:embed="rId1"/>
            <a:srcRect l="54225" t="37906" b="33328"/>
            <a:stretch>
              <a:fillRect/>
            </a:stretch>
          </p:blipFill>
          <p:spPr>
            <a:xfrm>
              <a:off x="708" y="1356"/>
              <a:ext cx="888" cy="716"/>
            </a:xfrm>
            <a:prstGeom prst="rect">
              <a:avLst/>
            </a:prstGeom>
            <a:noFill/>
            <a:ln w="9525">
              <a:noFill/>
            </a:ln>
          </p:spPr>
        </p:pic>
        <p:pic>
          <p:nvPicPr>
            <p:cNvPr id="10356" name="Picture 1046" descr="gun7"/>
            <p:cNvPicPr>
              <a:picLocks noChangeAspect="1"/>
            </p:cNvPicPr>
            <p:nvPr/>
          </p:nvPicPr>
          <p:blipFill>
            <a:blip r:embed="rId1"/>
            <a:srcRect t="76895" b="9851"/>
            <a:stretch>
              <a:fillRect/>
            </a:stretch>
          </p:blipFill>
          <p:spPr>
            <a:xfrm>
              <a:off x="456" y="3542"/>
              <a:ext cx="1300" cy="224"/>
            </a:xfrm>
            <a:prstGeom prst="rect">
              <a:avLst/>
            </a:prstGeom>
            <a:noFill/>
            <a:ln w="9525">
              <a:noFill/>
            </a:ln>
          </p:spPr>
        </p:pic>
      </p:grpSp>
      <p:grpSp>
        <p:nvGrpSpPr>
          <p:cNvPr id="48261" name="Group 1157"/>
          <p:cNvGrpSpPr/>
          <p:nvPr/>
        </p:nvGrpSpPr>
        <p:grpSpPr>
          <a:xfrm>
            <a:off x="3113088" y="1058863"/>
            <a:ext cx="5726112" cy="5111750"/>
            <a:chOff x="2280" y="1028"/>
            <a:chExt cx="2976" cy="2988"/>
          </a:xfrm>
        </p:grpSpPr>
        <p:pic>
          <p:nvPicPr>
            <p:cNvPr id="10249" name="Picture 1044" descr="gun9"/>
            <p:cNvPicPr>
              <a:picLocks noChangeAspect="1"/>
            </p:cNvPicPr>
            <p:nvPr/>
          </p:nvPicPr>
          <p:blipFill>
            <a:blip r:embed="rId2"/>
            <a:srcRect b="1190"/>
            <a:stretch>
              <a:fillRect/>
            </a:stretch>
          </p:blipFill>
          <p:spPr>
            <a:xfrm>
              <a:off x="2280" y="1028"/>
              <a:ext cx="2976" cy="2988"/>
            </a:xfrm>
            <a:prstGeom prst="rect">
              <a:avLst/>
            </a:prstGeom>
            <a:noFill/>
            <a:ln w="9525">
              <a:noFill/>
            </a:ln>
          </p:spPr>
        </p:pic>
        <p:sp>
          <p:nvSpPr>
            <p:cNvPr id="10250" name="Rectangle 1049"/>
            <p:cNvSpPr/>
            <p:nvPr/>
          </p:nvSpPr>
          <p:spPr>
            <a:xfrm>
              <a:off x="2724" y="1293"/>
              <a:ext cx="320" cy="47"/>
            </a:xfrm>
            <a:prstGeom prst="rect">
              <a:avLst/>
            </a:prstGeom>
            <a:solidFill>
              <a:srgbClr val="FFFFFF"/>
            </a:solidFill>
            <a:ln w="9525">
              <a:noFill/>
            </a:ln>
          </p:spPr>
          <p:txBody>
            <a:bodyPr wrap="none" anchor="ctr" anchorCtr="0"/>
            <a:p>
              <a:endParaRPr lang="zh-CN" altLang="en-US" dirty="0">
                <a:latin typeface="Times New Roman" panose="02020603050405020304" pitchFamily="18" charset="0"/>
              </a:endParaRPr>
            </a:p>
          </p:txBody>
        </p:sp>
        <p:sp>
          <p:nvSpPr>
            <p:cNvPr id="10251" name="Rectangle 1050"/>
            <p:cNvSpPr/>
            <p:nvPr/>
          </p:nvSpPr>
          <p:spPr>
            <a:xfrm>
              <a:off x="2804" y="1317"/>
              <a:ext cx="176" cy="47"/>
            </a:xfrm>
            <a:prstGeom prst="rect">
              <a:avLst/>
            </a:prstGeom>
            <a:solidFill>
              <a:srgbClr val="FFFFFF"/>
            </a:solidFill>
            <a:ln w="9525">
              <a:noFill/>
            </a:ln>
          </p:spPr>
          <p:txBody>
            <a:bodyPr wrap="none" anchor="ctr" anchorCtr="0"/>
            <a:p>
              <a:endParaRPr lang="zh-CN" altLang="en-US" dirty="0">
                <a:latin typeface="Times New Roman" panose="02020603050405020304" pitchFamily="18" charset="0"/>
              </a:endParaRPr>
            </a:p>
          </p:txBody>
        </p:sp>
        <p:sp>
          <p:nvSpPr>
            <p:cNvPr id="10252" name="AutoShape 1051"/>
            <p:cNvSpPr/>
            <p:nvPr/>
          </p:nvSpPr>
          <p:spPr>
            <a:xfrm flipH="1" flipV="1">
              <a:off x="2736" y="1322"/>
              <a:ext cx="80" cy="47"/>
            </a:xfrm>
            <a:prstGeom prst="rtTriangle">
              <a:avLst/>
            </a:prstGeom>
            <a:solidFill>
              <a:srgbClr val="FFFFFF"/>
            </a:solidFill>
            <a:ln w="9525">
              <a:noFill/>
            </a:ln>
          </p:spPr>
          <p:txBody>
            <a:bodyPr wrap="none" anchor="ctr" anchorCtr="0"/>
            <a:p>
              <a:endParaRPr lang="zh-CN" altLang="en-US" dirty="0">
                <a:latin typeface="Times New Roman" panose="02020603050405020304" pitchFamily="18" charset="0"/>
              </a:endParaRPr>
            </a:p>
          </p:txBody>
        </p:sp>
        <p:sp>
          <p:nvSpPr>
            <p:cNvPr id="10253" name="AutoShape 1052"/>
            <p:cNvSpPr/>
            <p:nvPr/>
          </p:nvSpPr>
          <p:spPr>
            <a:xfrm flipV="1">
              <a:off x="2984" y="1321"/>
              <a:ext cx="47" cy="47"/>
            </a:xfrm>
            <a:prstGeom prst="rtTriangle">
              <a:avLst/>
            </a:prstGeom>
            <a:solidFill>
              <a:srgbClr val="FFFFFF"/>
            </a:solidFill>
            <a:ln w="9525">
              <a:noFill/>
            </a:ln>
          </p:spPr>
          <p:txBody>
            <a:bodyPr wrap="none" anchor="ctr" anchorCtr="0"/>
            <a:p>
              <a:endParaRPr lang="zh-CN" altLang="en-US" dirty="0">
                <a:latin typeface="Times New Roman" panose="02020603050405020304" pitchFamily="18" charset="0"/>
              </a:endParaRPr>
            </a:p>
          </p:txBody>
        </p:sp>
        <p:sp>
          <p:nvSpPr>
            <p:cNvPr id="10254" name="Line 1053"/>
            <p:cNvSpPr/>
            <p:nvPr/>
          </p:nvSpPr>
          <p:spPr>
            <a:xfrm flipH="1" flipV="1">
              <a:off x="2708" y="1324"/>
              <a:ext cx="80" cy="48"/>
            </a:xfrm>
            <a:prstGeom prst="line">
              <a:avLst/>
            </a:prstGeom>
            <a:ln w="38100" cap="flat" cmpd="sng">
              <a:solidFill>
                <a:schemeClr val="tx1"/>
              </a:solidFill>
              <a:prstDash val="solid"/>
              <a:headEnd type="none" w="med" len="med"/>
              <a:tailEnd type="none" w="med" len="med"/>
            </a:ln>
          </p:spPr>
        </p:sp>
        <p:sp>
          <p:nvSpPr>
            <p:cNvPr id="10255" name="Line 1054"/>
            <p:cNvSpPr/>
            <p:nvPr/>
          </p:nvSpPr>
          <p:spPr>
            <a:xfrm flipV="1">
              <a:off x="2976" y="1328"/>
              <a:ext cx="72" cy="36"/>
            </a:xfrm>
            <a:prstGeom prst="line">
              <a:avLst/>
            </a:prstGeom>
            <a:ln w="38100" cap="flat" cmpd="sng">
              <a:solidFill>
                <a:schemeClr val="tx1"/>
              </a:solidFill>
              <a:prstDash val="solid"/>
              <a:headEnd type="none" w="med" len="med"/>
              <a:tailEnd type="none" w="med" len="med"/>
            </a:ln>
          </p:spPr>
        </p:sp>
        <p:sp>
          <p:nvSpPr>
            <p:cNvPr id="10256" name="Rectangle 1055"/>
            <p:cNvSpPr/>
            <p:nvPr/>
          </p:nvSpPr>
          <p:spPr>
            <a:xfrm>
              <a:off x="3724" y="1145"/>
              <a:ext cx="140" cy="47"/>
            </a:xfrm>
            <a:prstGeom prst="rect">
              <a:avLst/>
            </a:prstGeom>
            <a:solidFill>
              <a:srgbClr val="FFFFFF"/>
            </a:solidFill>
            <a:ln w="9525">
              <a:noFill/>
            </a:ln>
          </p:spPr>
          <p:txBody>
            <a:bodyPr wrap="none" anchor="ctr" anchorCtr="0"/>
            <a:p>
              <a:endParaRPr lang="zh-CN" altLang="en-US" dirty="0">
                <a:latin typeface="Times New Roman" panose="02020603050405020304" pitchFamily="18" charset="0"/>
              </a:endParaRPr>
            </a:p>
          </p:txBody>
        </p:sp>
        <p:sp>
          <p:nvSpPr>
            <p:cNvPr id="10257" name="AutoShape 1057"/>
            <p:cNvSpPr/>
            <p:nvPr/>
          </p:nvSpPr>
          <p:spPr>
            <a:xfrm flipV="1">
              <a:off x="3720" y="1185"/>
              <a:ext cx="92" cy="47"/>
            </a:xfrm>
            <a:prstGeom prst="rtTriangle">
              <a:avLst/>
            </a:prstGeom>
            <a:solidFill>
              <a:srgbClr val="FFFFFF"/>
            </a:solidFill>
            <a:ln w="9525">
              <a:noFill/>
            </a:ln>
          </p:spPr>
          <p:txBody>
            <a:bodyPr wrap="none" anchor="ctr" anchorCtr="0"/>
            <a:p>
              <a:endParaRPr lang="zh-CN" altLang="en-US" dirty="0">
                <a:latin typeface="Times New Roman" panose="02020603050405020304" pitchFamily="18" charset="0"/>
              </a:endParaRPr>
            </a:p>
          </p:txBody>
        </p:sp>
        <p:sp>
          <p:nvSpPr>
            <p:cNvPr id="10258" name="AutoShape 1058"/>
            <p:cNvSpPr/>
            <p:nvPr/>
          </p:nvSpPr>
          <p:spPr>
            <a:xfrm flipV="1">
              <a:off x="3852" y="1145"/>
              <a:ext cx="72" cy="51"/>
            </a:xfrm>
            <a:prstGeom prst="rtTriangle">
              <a:avLst/>
            </a:prstGeom>
            <a:solidFill>
              <a:srgbClr val="FFFFFF"/>
            </a:solidFill>
            <a:ln w="9525">
              <a:noFill/>
            </a:ln>
          </p:spPr>
          <p:txBody>
            <a:bodyPr wrap="none" anchor="ctr" anchorCtr="0"/>
            <a:p>
              <a:endParaRPr lang="zh-CN" altLang="en-US" dirty="0">
                <a:latin typeface="Times New Roman" panose="02020603050405020304" pitchFamily="18" charset="0"/>
              </a:endParaRPr>
            </a:p>
          </p:txBody>
        </p:sp>
        <p:sp>
          <p:nvSpPr>
            <p:cNvPr id="10259" name="AutoShape 1059"/>
            <p:cNvSpPr/>
            <p:nvPr/>
          </p:nvSpPr>
          <p:spPr>
            <a:xfrm flipH="1">
              <a:off x="3820" y="1136"/>
              <a:ext cx="136" cy="47"/>
            </a:xfrm>
            <a:prstGeom prst="rtTriangle">
              <a:avLst/>
            </a:prstGeom>
            <a:solidFill>
              <a:srgbClr val="FFFFFF"/>
            </a:solidFill>
            <a:ln w="9525">
              <a:noFill/>
            </a:ln>
          </p:spPr>
          <p:txBody>
            <a:bodyPr wrap="none" anchor="ctr" anchorCtr="0"/>
            <a:p>
              <a:endParaRPr lang="zh-CN" altLang="en-US" dirty="0">
                <a:latin typeface="Times New Roman" panose="02020603050405020304" pitchFamily="18" charset="0"/>
              </a:endParaRPr>
            </a:p>
          </p:txBody>
        </p:sp>
        <p:sp>
          <p:nvSpPr>
            <p:cNvPr id="10260" name="Line 1060"/>
            <p:cNvSpPr/>
            <p:nvPr/>
          </p:nvSpPr>
          <p:spPr>
            <a:xfrm flipV="1">
              <a:off x="3716" y="1168"/>
              <a:ext cx="268" cy="68"/>
            </a:xfrm>
            <a:prstGeom prst="line">
              <a:avLst/>
            </a:prstGeom>
            <a:ln w="38100" cap="flat" cmpd="sng">
              <a:solidFill>
                <a:schemeClr val="tx1"/>
              </a:solidFill>
              <a:prstDash val="solid"/>
              <a:headEnd type="none" w="med" len="med"/>
              <a:tailEnd type="none" w="med" len="med"/>
            </a:ln>
          </p:spPr>
        </p:sp>
        <p:sp>
          <p:nvSpPr>
            <p:cNvPr id="10261" name="AutoShape 1062"/>
            <p:cNvSpPr/>
            <p:nvPr/>
          </p:nvSpPr>
          <p:spPr>
            <a:xfrm>
              <a:off x="3724" y="2092"/>
              <a:ext cx="228" cy="92"/>
            </a:xfrm>
            <a:prstGeom prst="rtTriangle">
              <a:avLst/>
            </a:prstGeom>
            <a:solidFill>
              <a:srgbClr val="FFFFFF"/>
            </a:solidFill>
            <a:ln w="9525">
              <a:noFill/>
            </a:ln>
          </p:spPr>
          <p:txBody>
            <a:bodyPr wrap="none" anchor="ctr" anchorCtr="0"/>
            <a:p>
              <a:endParaRPr lang="zh-CN" altLang="en-US" dirty="0">
                <a:latin typeface="Times New Roman" panose="02020603050405020304" pitchFamily="18" charset="0"/>
              </a:endParaRPr>
            </a:p>
          </p:txBody>
        </p:sp>
        <p:sp>
          <p:nvSpPr>
            <p:cNvPr id="10262" name="AutoShape 1063"/>
            <p:cNvSpPr/>
            <p:nvPr/>
          </p:nvSpPr>
          <p:spPr>
            <a:xfrm>
              <a:off x="3856" y="2129"/>
              <a:ext cx="80" cy="47"/>
            </a:xfrm>
            <a:prstGeom prst="rtTriangle">
              <a:avLst/>
            </a:prstGeom>
            <a:solidFill>
              <a:srgbClr val="FFFFFF"/>
            </a:solidFill>
            <a:ln w="9525">
              <a:noFill/>
            </a:ln>
          </p:spPr>
          <p:txBody>
            <a:bodyPr wrap="none" anchor="ctr" anchorCtr="0"/>
            <a:p>
              <a:endParaRPr lang="zh-CN" altLang="en-US" dirty="0">
                <a:latin typeface="Times New Roman" panose="02020603050405020304" pitchFamily="18" charset="0"/>
              </a:endParaRPr>
            </a:p>
          </p:txBody>
        </p:sp>
        <p:sp>
          <p:nvSpPr>
            <p:cNvPr id="10263" name="AutoShape 1064"/>
            <p:cNvSpPr/>
            <p:nvPr/>
          </p:nvSpPr>
          <p:spPr>
            <a:xfrm>
              <a:off x="3900" y="2133"/>
              <a:ext cx="80" cy="47"/>
            </a:xfrm>
            <a:prstGeom prst="rtTriangle">
              <a:avLst/>
            </a:prstGeom>
            <a:solidFill>
              <a:srgbClr val="FFFFFF"/>
            </a:solidFill>
            <a:ln w="9525">
              <a:noFill/>
            </a:ln>
          </p:spPr>
          <p:txBody>
            <a:bodyPr wrap="none" anchor="ctr" anchorCtr="0"/>
            <a:p>
              <a:endParaRPr lang="zh-CN" altLang="en-US" dirty="0">
                <a:latin typeface="Times New Roman" panose="02020603050405020304" pitchFamily="18" charset="0"/>
              </a:endParaRPr>
            </a:p>
          </p:txBody>
        </p:sp>
        <p:sp>
          <p:nvSpPr>
            <p:cNvPr id="10264" name="Line 1065"/>
            <p:cNvSpPr/>
            <p:nvPr/>
          </p:nvSpPr>
          <p:spPr>
            <a:xfrm>
              <a:off x="3712" y="2080"/>
              <a:ext cx="272" cy="72"/>
            </a:xfrm>
            <a:prstGeom prst="line">
              <a:avLst/>
            </a:prstGeom>
            <a:ln w="38100" cap="flat" cmpd="sng">
              <a:solidFill>
                <a:schemeClr val="tx1"/>
              </a:solidFill>
              <a:prstDash val="solid"/>
              <a:headEnd type="none" w="med" len="med"/>
              <a:tailEnd type="none" w="med" len="med"/>
            </a:ln>
          </p:spPr>
        </p:sp>
        <p:sp>
          <p:nvSpPr>
            <p:cNvPr id="10265" name="Rectangle 1066"/>
            <p:cNvSpPr/>
            <p:nvPr/>
          </p:nvSpPr>
          <p:spPr>
            <a:xfrm>
              <a:off x="4588" y="1297"/>
              <a:ext cx="432" cy="47"/>
            </a:xfrm>
            <a:prstGeom prst="rect">
              <a:avLst/>
            </a:prstGeom>
            <a:solidFill>
              <a:srgbClr val="FFFFFF"/>
            </a:solidFill>
            <a:ln w="9525">
              <a:noFill/>
            </a:ln>
          </p:spPr>
          <p:txBody>
            <a:bodyPr wrap="none" anchor="ctr" anchorCtr="0"/>
            <a:p>
              <a:endParaRPr lang="zh-CN" altLang="en-US" dirty="0">
                <a:latin typeface="Times New Roman" panose="02020603050405020304" pitchFamily="18" charset="0"/>
              </a:endParaRPr>
            </a:p>
          </p:txBody>
        </p:sp>
        <p:sp>
          <p:nvSpPr>
            <p:cNvPr id="10266" name="Rectangle 1067"/>
            <p:cNvSpPr/>
            <p:nvPr/>
          </p:nvSpPr>
          <p:spPr>
            <a:xfrm>
              <a:off x="5000" y="1308"/>
              <a:ext cx="47" cy="52"/>
            </a:xfrm>
            <a:prstGeom prst="rect">
              <a:avLst/>
            </a:prstGeom>
            <a:solidFill>
              <a:srgbClr val="FFFFFF"/>
            </a:solidFill>
            <a:ln w="9525">
              <a:noFill/>
            </a:ln>
          </p:spPr>
          <p:txBody>
            <a:bodyPr wrap="none" anchor="ctr" anchorCtr="0"/>
            <a:p>
              <a:endParaRPr lang="zh-CN" altLang="en-US" dirty="0">
                <a:latin typeface="Times New Roman" panose="02020603050405020304" pitchFamily="18" charset="0"/>
              </a:endParaRPr>
            </a:p>
          </p:txBody>
        </p:sp>
        <p:sp>
          <p:nvSpPr>
            <p:cNvPr id="10267" name="Rectangle 1068"/>
            <p:cNvSpPr/>
            <p:nvPr/>
          </p:nvSpPr>
          <p:spPr>
            <a:xfrm>
              <a:off x="4568" y="1317"/>
              <a:ext cx="47" cy="47"/>
            </a:xfrm>
            <a:prstGeom prst="rect">
              <a:avLst/>
            </a:prstGeom>
            <a:solidFill>
              <a:srgbClr val="FFFFFF"/>
            </a:solidFill>
            <a:ln w="9525">
              <a:noFill/>
            </a:ln>
          </p:spPr>
          <p:txBody>
            <a:bodyPr wrap="none" anchor="ctr" anchorCtr="0"/>
            <a:p>
              <a:endParaRPr lang="zh-CN" altLang="en-US" dirty="0">
                <a:latin typeface="Times New Roman" panose="02020603050405020304" pitchFamily="18" charset="0"/>
              </a:endParaRPr>
            </a:p>
          </p:txBody>
        </p:sp>
        <p:sp>
          <p:nvSpPr>
            <p:cNvPr id="10268" name="Rectangle 1069"/>
            <p:cNvSpPr/>
            <p:nvPr/>
          </p:nvSpPr>
          <p:spPr>
            <a:xfrm>
              <a:off x="4684" y="2740"/>
              <a:ext cx="53" cy="240"/>
            </a:xfrm>
            <a:prstGeom prst="rect">
              <a:avLst/>
            </a:prstGeom>
            <a:solidFill>
              <a:srgbClr val="FFFFFF"/>
            </a:solidFill>
            <a:ln w="9525">
              <a:noFill/>
            </a:ln>
          </p:spPr>
          <p:txBody>
            <a:bodyPr wrap="none" anchor="ctr" anchorCtr="0"/>
            <a:p>
              <a:endParaRPr lang="zh-CN" altLang="en-US" dirty="0">
                <a:latin typeface="Times New Roman" panose="02020603050405020304" pitchFamily="18" charset="0"/>
              </a:endParaRPr>
            </a:p>
          </p:txBody>
        </p:sp>
        <p:sp>
          <p:nvSpPr>
            <p:cNvPr id="10269" name="Rectangle 1070"/>
            <p:cNvSpPr/>
            <p:nvPr/>
          </p:nvSpPr>
          <p:spPr>
            <a:xfrm>
              <a:off x="4736" y="2732"/>
              <a:ext cx="50" cy="117"/>
            </a:xfrm>
            <a:prstGeom prst="rect">
              <a:avLst/>
            </a:prstGeom>
            <a:solidFill>
              <a:srgbClr val="FFFFFF"/>
            </a:solidFill>
            <a:ln w="9525">
              <a:noFill/>
            </a:ln>
          </p:spPr>
          <p:txBody>
            <a:bodyPr wrap="none" anchor="ctr" anchorCtr="0"/>
            <a:p>
              <a:endParaRPr lang="zh-CN" altLang="en-US" dirty="0">
                <a:latin typeface="Times New Roman" panose="02020603050405020304" pitchFamily="18" charset="0"/>
              </a:endParaRPr>
            </a:p>
          </p:txBody>
        </p:sp>
        <p:sp>
          <p:nvSpPr>
            <p:cNvPr id="10270" name="Rectangle 1071"/>
            <p:cNvSpPr/>
            <p:nvPr/>
          </p:nvSpPr>
          <p:spPr>
            <a:xfrm>
              <a:off x="4784" y="2720"/>
              <a:ext cx="47" cy="96"/>
            </a:xfrm>
            <a:prstGeom prst="rect">
              <a:avLst/>
            </a:prstGeom>
            <a:solidFill>
              <a:srgbClr val="FFFFFF"/>
            </a:solidFill>
            <a:ln w="9525">
              <a:noFill/>
            </a:ln>
          </p:spPr>
          <p:txBody>
            <a:bodyPr wrap="none" anchor="ctr" anchorCtr="0"/>
            <a:p>
              <a:endParaRPr lang="zh-CN" altLang="en-US" dirty="0">
                <a:latin typeface="Times New Roman" panose="02020603050405020304" pitchFamily="18" charset="0"/>
              </a:endParaRPr>
            </a:p>
          </p:txBody>
        </p:sp>
        <p:sp>
          <p:nvSpPr>
            <p:cNvPr id="10271" name="Line 1072"/>
            <p:cNvSpPr/>
            <p:nvPr/>
          </p:nvSpPr>
          <p:spPr>
            <a:xfrm flipV="1">
              <a:off x="4740" y="2780"/>
              <a:ext cx="104" cy="136"/>
            </a:xfrm>
            <a:prstGeom prst="line">
              <a:avLst/>
            </a:prstGeom>
            <a:ln w="38100" cap="flat" cmpd="sng">
              <a:solidFill>
                <a:schemeClr val="tx1"/>
              </a:solidFill>
              <a:prstDash val="solid"/>
              <a:headEnd type="none" w="med" len="med"/>
              <a:tailEnd type="none" w="med" len="med"/>
            </a:ln>
          </p:spPr>
        </p:sp>
        <p:sp>
          <p:nvSpPr>
            <p:cNvPr id="10272" name="Rectangle 1073"/>
            <p:cNvSpPr/>
            <p:nvPr/>
          </p:nvSpPr>
          <p:spPr>
            <a:xfrm>
              <a:off x="3804" y="2696"/>
              <a:ext cx="236" cy="47"/>
            </a:xfrm>
            <a:prstGeom prst="rect">
              <a:avLst/>
            </a:prstGeom>
            <a:solidFill>
              <a:srgbClr val="FFFFFF"/>
            </a:solidFill>
            <a:ln w="9525">
              <a:noFill/>
            </a:ln>
          </p:spPr>
          <p:txBody>
            <a:bodyPr wrap="none" anchor="ctr" anchorCtr="0"/>
            <a:p>
              <a:endParaRPr lang="zh-CN" altLang="en-US" dirty="0">
                <a:latin typeface="Times New Roman" panose="02020603050405020304" pitchFamily="18" charset="0"/>
              </a:endParaRPr>
            </a:p>
          </p:txBody>
        </p:sp>
        <p:sp>
          <p:nvSpPr>
            <p:cNvPr id="10273" name="Rectangle 1074"/>
            <p:cNvSpPr/>
            <p:nvPr/>
          </p:nvSpPr>
          <p:spPr>
            <a:xfrm>
              <a:off x="2984" y="2648"/>
              <a:ext cx="76" cy="396"/>
            </a:xfrm>
            <a:prstGeom prst="rect">
              <a:avLst/>
            </a:prstGeom>
            <a:solidFill>
              <a:srgbClr val="FFFFFF"/>
            </a:solidFill>
            <a:ln w="9525">
              <a:noFill/>
            </a:ln>
          </p:spPr>
          <p:txBody>
            <a:bodyPr wrap="none" anchor="ctr" anchorCtr="0"/>
            <a:p>
              <a:endParaRPr lang="zh-CN" altLang="en-US" dirty="0">
                <a:latin typeface="Times New Roman" panose="02020603050405020304" pitchFamily="18" charset="0"/>
              </a:endParaRPr>
            </a:p>
          </p:txBody>
        </p:sp>
        <p:sp>
          <p:nvSpPr>
            <p:cNvPr id="10274" name="AutoShape 1075"/>
            <p:cNvSpPr/>
            <p:nvPr/>
          </p:nvSpPr>
          <p:spPr>
            <a:xfrm rot="5403227">
              <a:off x="3906" y="2607"/>
              <a:ext cx="47" cy="267"/>
            </a:xfrm>
            <a:prstGeom prst="moon">
              <a:avLst>
                <a:gd name="adj" fmla="val 50000"/>
              </a:avLst>
            </a:prstGeom>
            <a:solidFill>
              <a:srgbClr val="FFFFFF"/>
            </a:solidFill>
            <a:ln w="9525">
              <a:noFill/>
            </a:ln>
          </p:spPr>
          <p:txBody>
            <a:bodyPr wrap="none" anchor="ctr" anchorCtr="0"/>
            <a:p>
              <a:endParaRPr lang="zh-CN" altLang="en-US" dirty="0">
                <a:latin typeface="Times New Roman" panose="02020603050405020304" pitchFamily="18" charset="0"/>
              </a:endParaRPr>
            </a:p>
          </p:txBody>
        </p:sp>
        <p:sp>
          <p:nvSpPr>
            <p:cNvPr id="10275" name="AutoShape 1076"/>
            <p:cNvSpPr/>
            <p:nvPr/>
          </p:nvSpPr>
          <p:spPr>
            <a:xfrm rot="5403227" flipH="1" flipV="1">
              <a:off x="3906" y="3406"/>
              <a:ext cx="47" cy="241"/>
            </a:xfrm>
            <a:prstGeom prst="moon">
              <a:avLst>
                <a:gd name="adj" fmla="val 50009"/>
              </a:avLst>
            </a:prstGeom>
            <a:solidFill>
              <a:srgbClr val="FFFFFF"/>
            </a:solidFill>
            <a:ln w="9525">
              <a:noFill/>
            </a:ln>
          </p:spPr>
          <p:txBody>
            <a:bodyPr wrap="none" anchor="ctr" anchorCtr="0"/>
            <a:p>
              <a:endParaRPr lang="zh-CN" altLang="en-US" dirty="0">
                <a:latin typeface="Times New Roman" panose="02020603050405020304" pitchFamily="18" charset="0"/>
              </a:endParaRPr>
            </a:p>
          </p:txBody>
        </p:sp>
        <p:sp>
          <p:nvSpPr>
            <p:cNvPr id="10276" name="Rectangle 1077"/>
            <p:cNvSpPr/>
            <p:nvPr/>
          </p:nvSpPr>
          <p:spPr>
            <a:xfrm>
              <a:off x="3801" y="3526"/>
              <a:ext cx="252" cy="47"/>
            </a:xfrm>
            <a:prstGeom prst="rect">
              <a:avLst/>
            </a:prstGeom>
            <a:solidFill>
              <a:srgbClr val="FFFFFF"/>
            </a:solidFill>
            <a:ln w="9525">
              <a:noFill/>
            </a:ln>
          </p:spPr>
          <p:txBody>
            <a:bodyPr wrap="none" anchor="ctr" anchorCtr="0"/>
            <a:p>
              <a:endParaRPr lang="zh-CN" altLang="en-US" dirty="0">
                <a:latin typeface="Times New Roman" panose="02020603050405020304" pitchFamily="18" charset="0"/>
              </a:endParaRPr>
            </a:p>
          </p:txBody>
        </p:sp>
        <p:sp>
          <p:nvSpPr>
            <p:cNvPr id="10277" name="Rectangle 1079"/>
            <p:cNvSpPr/>
            <p:nvPr/>
          </p:nvSpPr>
          <p:spPr>
            <a:xfrm>
              <a:off x="4005" y="2704"/>
              <a:ext cx="47" cy="47"/>
            </a:xfrm>
            <a:prstGeom prst="rect">
              <a:avLst/>
            </a:prstGeom>
            <a:solidFill>
              <a:srgbClr val="FFFFFF"/>
            </a:solidFill>
            <a:ln w="9525">
              <a:noFill/>
            </a:ln>
          </p:spPr>
          <p:txBody>
            <a:bodyPr wrap="none" anchor="ctr" anchorCtr="0"/>
            <a:p>
              <a:endParaRPr lang="zh-CN" altLang="en-US" dirty="0">
                <a:latin typeface="Times New Roman" panose="02020603050405020304" pitchFamily="18" charset="0"/>
              </a:endParaRPr>
            </a:p>
          </p:txBody>
        </p:sp>
        <p:sp>
          <p:nvSpPr>
            <p:cNvPr id="10278" name="Line 1080"/>
            <p:cNvSpPr/>
            <p:nvPr/>
          </p:nvSpPr>
          <p:spPr>
            <a:xfrm flipV="1">
              <a:off x="3792" y="2697"/>
              <a:ext cx="33" cy="30"/>
            </a:xfrm>
            <a:prstGeom prst="line">
              <a:avLst/>
            </a:prstGeom>
            <a:ln w="9525" cap="flat" cmpd="sng">
              <a:solidFill>
                <a:schemeClr val="tx1"/>
              </a:solidFill>
              <a:prstDash val="solid"/>
              <a:headEnd type="none" w="med" len="med"/>
              <a:tailEnd type="none" w="med" len="med"/>
            </a:ln>
          </p:spPr>
        </p:sp>
        <p:sp>
          <p:nvSpPr>
            <p:cNvPr id="10279" name="Line 1081"/>
            <p:cNvSpPr/>
            <p:nvPr/>
          </p:nvSpPr>
          <p:spPr>
            <a:xfrm flipV="1">
              <a:off x="3798" y="2697"/>
              <a:ext cx="51" cy="54"/>
            </a:xfrm>
            <a:prstGeom prst="line">
              <a:avLst/>
            </a:prstGeom>
            <a:ln w="9525" cap="flat" cmpd="sng">
              <a:solidFill>
                <a:schemeClr val="tx1"/>
              </a:solidFill>
              <a:prstDash val="solid"/>
              <a:headEnd type="none" w="med" len="med"/>
              <a:tailEnd type="none" w="med" len="med"/>
            </a:ln>
          </p:spPr>
        </p:sp>
        <p:sp>
          <p:nvSpPr>
            <p:cNvPr id="10280" name="Line 1082"/>
            <p:cNvSpPr/>
            <p:nvPr/>
          </p:nvSpPr>
          <p:spPr>
            <a:xfrm flipV="1">
              <a:off x="3816" y="2691"/>
              <a:ext cx="66" cy="72"/>
            </a:xfrm>
            <a:prstGeom prst="line">
              <a:avLst/>
            </a:prstGeom>
            <a:ln w="9525" cap="flat" cmpd="sng">
              <a:solidFill>
                <a:schemeClr val="tx1"/>
              </a:solidFill>
              <a:prstDash val="solid"/>
              <a:headEnd type="none" w="med" len="med"/>
              <a:tailEnd type="none" w="med" len="med"/>
            </a:ln>
          </p:spPr>
        </p:sp>
        <p:sp>
          <p:nvSpPr>
            <p:cNvPr id="10281" name="Line 1083"/>
            <p:cNvSpPr/>
            <p:nvPr/>
          </p:nvSpPr>
          <p:spPr>
            <a:xfrm flipV="1">
              <a:off x="3849" y="2694"/>
              <a:ext cx="63" cy="63"/>
            </a:xfrm>
            <a:prstGeom prst="line">
              <a:avLst/>
            </a:prstGeom>
            <a:ln w="9525" cap="flat" cmpd="sng">
              <a:solidFill>
                <a:schemeClr val="tx1"/>
              </a:solidFill>
              <a:prstDash val="solid"/>
              <a:headEnd type="none" w="med" len="med"/>
              <a:tailEnd type="none" w="med" len="med"/>
            </a:ln>
          </p:spPr>
        </p:sp>
        <p:sp>
          <p:nvSpPr>
            <p:cNvPr id="10282" name="Line 1084"/>
            <p:cNvSpPr/>
            <p:nvPr/>
          </p:nvSpPr>
          <p:spPr>
            <a:xfrm flipV="1">
              <a:off x="3885" y="2691"/>
              <a:ext cx="60" cy="66"/>
            </a:xfrm>
            <a:prstGeom prst="line">
              <a:avLst/>
            </a:prstGeom>
            <a:ln w="9525" cap="flat" cmpd="sng">
              <a:solidFill>
                <a:schemeClr val="tx1"/>
              </a:solidFill>
              <a:prstDash val="solid"/>
              <a:headEnd type="none" w="med" len="med"/>
              <a:tailEnd type="none" w="med" len="med"/>
            </a:ln>
          </p:spPr>
        </p:sp>
        <p:sp>
          <p:nvSpPr>
            <p:cNvPr id="10283" name="Line 1085"/>
            <p:cNvSpPr/>
            <p:nvPr/>
          </p:nvSpPr>
          <p:spPr>
            <a:xfrm flipV="1">
              <a:off x="3921" y="2697"/>
              <a:ext cx="48" cy="54"/>
            </a:xfrm>
            <a:prstGeom prst="line">
              <a:avLst/>
            </a:prstGeom>
            <a:ln w="9525" cap="flat" cmpd="sng">
              <a:solidFill>
                <a:schemeClr val="tx1"/>
              </a:solidFill>
              <a:prstDash val="solid"/>
              <a:headEnd type="none" w="med" len="med"/>
              <a:tailEnd type="none" w="med" len="med"/>
            </a:ln>
          </p:spPr>
        </p:sp>
        <p:sp>
          <p:nvSpPr>
            <p:cNvPr id="10284" name="Line 1086"/>
            <p:cNvSpPr/>
            <p:nvPr/>
          </p:nvSpPr>
          <p:spPr>
            <a:xfrm flipV="1">
              <a:off x="3957" y="2688"/>
              <a:ext cx="51" cy="54"/>
            </a:xfrm>
            <a:prstGeom prst="line">
              <a:avLst/>
            </a:prstGeom>
            <a:ln w="9525" cap="flat" cmpd="sng">
              <a:solidFill>
                <a:schemeClr val="tx1"/>
              </a:solidFill>
              <a:prstDash val="solid"/>
              <a:headEnd type="none" w="med" len="med"/>
              <a:tailEnd type="none" w="med" len="med"/>
            </a:ln>
          </p:spPr>
        </p:sp>
        <p:sp>
          <p:nvSpPr>
            <p:cNvPr id="10285" name="Line 1087"/>
            <p:cNvSpPr/>
            <p:nvPr/>
          </p:nvSpPr>
          <p:spPr>
            <a:xfrm flipV="1">
              <a:off x="3984" y="2697"/>
              <a:ext cx="51" cy="51"/>
            </a:xfrm>
            <a:prstGeom prst="line">
              <a:avLst/>
            </a:prstGeom>
            <a:ln w="9525" cap="flat" cmpd="sng">
              <a:solidFill>
                <a:schemeClr val="tx1"/>
              </a:solidFill>
              <a:prstDash val="solid"/>
              <a:headEnd type="none" w="med" len="med"/>
              <a:tailEnd type="none" w="med" len="med"/>
            </a:ln>
          </p:spPr>
        </p:sp>
        <p:sp>
          <p:nvSpPr>
            <p:cNvPr id="10286" name="Line 1088"/>
            <p:cNvSpPr/>
            <p:nvPr/>
          </p:nvSpPr>
          <p:spPr>
            <a:xfrm flipV="1">
              <a:off x="4017" y="2706"/>
              <a:ext cx="42" cy="48"/>
            </a:xfrm>
            <a:prstGeom prst="line">
              <a:avLst/>
            </a:prstGeom>
            <a:ln w="9525" cap="flat" cmpd="sng">
              <a:solidFill>
                <a:schemeClr val="tx1"/>
              </a:solidFill>
              <a:prstDash val="solid"/>
              <a:headEnd type="none" w="med" len="med"/>
              <a:tailEnd type="none" w="med" len="med"/>
            </a:ln>
          </p:spPr>
        </p:sp>
        <p:sp>
          <p:nvSpPr>
            <p:cNvPr id="10287" name="Line 1089"/>
            <p:cNvSpPr/>
            <p:nvPr/>
          </p:nvSpPr>
          <p:spPr>
            <a:xfrm flipV="1">
              <a:off x="4053" y="2745"/>
              <a:ext cx="3" cy="24"/>
            </a:xfrm>
            <a:prstGeom prst="line">
              <a:avLst/>
            </a:prstGeom>
            <a:ln w="28575" cap="flat" cmpd="sng">
              <a:solidFill>
                <a:schemeClr val="tx1"/>
              </a:solidFill>
              <a:prstDash val="solid"/>
              <a:headEnd type="none" w="med" len="med"/>
              <a:tailEnd type="none" w="med" len="med"/>
            </a:ln>
          </p:spPr>
        </p:sp>
        <p:sp>
          <p:nvSpPr>
            <p:cNvPr id="10288" name="Line 1090"/>
            <p:cNvSpPr/>
            <p:nvPr/>
          </p:nvSpPr>
          <p:spPr>
            <a:xfrm flipV="1">
              <a:off x="3795" y="3516"/>
              <a:ext cx="33" cy="33"/>
            </a:xfrm>
            <a:prstGeom prst="line">
              <a:avLst/>
            </a:prstGeom>
            <a:ln w="9525" cap="flat" cmpd="sng">
              <a:solidFill>
                <a:schemeClr val="tx1"/>
              </a:solidFill>
              <a:prstDash val="solid"/>
              <a:headEnd type="none" w="med" len="med"/>
              <a:tailEnd type="none" w="med" len="med"/>
            </a:ln>
          </p:spPr>
        </p:sp>
        <p:sp>
          <p:nvSpPr>
            <p:cNvPr id="10289" name="Line 1091"/>
            <p:cNvSpPr/>
            <p:nvPr/>
          </p:nvSpPr>
          <p:spPr>
            <a:xfrm flipV="1">
              <a:off x="3804" y="3522"/>
              <a:ext cx="48" cy="51"/>
            </a:xfrm>
            <a:prstGeom prst="line">
              <a:avLst/>
            </a:prstGeom>
            <a:ln w="9525" cap="flat" cmpd="sng">
              <a:solidFill>
                <a:schemeClr val="tx1"/>
              </a:solidFill>
              <a:prstDash val="solid"/>
              <a:headEnd type="none" w="med" len="med"/>
              <a:tailEnd type="none" w="med" len="med"/>
            </a:ln>
          </p:spPr>
        </p:sp>
        <p:sp>
          <p:nvSpPr>
            <p:cNvPr id="10290" name="Line 1092"/>
            <p:cNvSpPr/>
            <p:nvPr/>
          </p:nvSpPr>
          <p:spPr>
            <a:xfrm flipV="1">
              <a:off x="3825" y="3522"/>
              <a:ext cx="54" cy="60"/>
            </a:xfrm>
            <a:prstGeom prst="line">
              <a:avLst/>
            </a:prstGeom>
            <a:ln w="9525" cap="flat" cmpd="sng">
              <a:solidFill>
                <a:schemeClr val="tx1"/>
              </a:solidFill>
              <a:prstDash val="solid"/>
              <a:headEnd type="none" w="med" len="med"/>
              <a:tailEnd type="none" w="med" len="med"/>
            </a:ln>
          </p:spPr>
        </p:sp>
        <p:sp>
          <p:nvSpPr>
            <p:cNvPr id="10291" name="Line 1093"/>
            <p:cNvSpPr/>
            <p:nvPr/>
          </p:nvSpPr>
          <p:spPr>
            <a:xfrm flipV="1">
              <a:off x="3849" y="3528"/>
              <a:ext cx="57" cy="60"/>
            </a:xfrm>
            <a:prstGeom prst="line">
              <a:avLst/>
            </a:prstGeom>
            <a:ln w="9525" cap="flat" cmpd="sng">
              <a:solidFill>
                <a:schemeClr val="tx1"/>
              </a:solidFill>
              <a:prstDash val="solid"/>
              <a:headEnd type="none" w="med" len="med"/>
              <a:tailEnd type="none" w="med" len="med"/>
            </a:ln>
          </p:spPr>
        </p:sp>
        <p:sp>
          <p:nvSpPr>
            <p:cNvPr id="10292" name="Line 1094"/>
            <p:cNvSpPr/>
            <p:nvPr/>
          </p:nvSpPr>
          <p:spPr>
            <a:xfrm flipV="1">
              <a:off x="3885" y="3528"/>
              <a:ext cx="51" cy="54"/>
            </a:xfrm>
            <a:prstGeom prst="line">
              <a:avLst/>
            </a:prstGeom>
            <a:ln w="9525" cap="flat" cmpd="sng">
              <a:solidFill>
                <a:schemeClr val="tx1"/>
              </a:solidFill>
              <a:prstDash val="solid"/>
              <a:headEnd type="none" w="med" len="med"/>
              <a:tailEnd type="none" w="med" len="med"/>
            </a:ln>
          </p:spPr>
        </p:sp>
        <p:sp>
          <p:nvSpPr>
            <p:cNvPr id="10293" name="Line 1095"/>
            <p:cNvSpPr/>
            <p:nvPr/>
          </p:nvSpPr>
          <p:spPr>
            <a:xfrm flipV="1">
              <a:off x="3915" y="3525"/>
              <a:ext cx="54" cy="57"/>
            </a:xfrm>
            <a:prstGeom prst="line">
              <a:avLst/>
            </a:prstGeom>
            <a:ln w="9525" cap="flat" cmpd="sng">
              <a:solidFill>
                <a:schemeClr val="tx1"/>
              </a:solidFill>
              <a:prstDash val="solid"/>
              <a:headEnd type="none" w="med" len="med"/>
              <a:tailEnd type="none" w="med" len="med"/>
            </a:ln>
          </p:spPr>
        </p:sp>
        <p:sp>
          <p:nvSpPr>
            <p:cNvPr id="10294" name="Line 1096"/>
            <p:cNvSpPr/>
            <p:nvPr/>
          </p:nvSpPr>
          <p:spPr>
            <a:xfrm flipV="1">
              <a:off x="3945" y="3513"/>
              <a:ext cx="60" cy="66"/>
            </a:xfrm>
            <a:prstGeom prst="line">
              <a:avLst/>
            </a:prstGeom>
            <a:ln w="9525" cap="flat" cmpd="sng">
              <a:solidFill>
                <a:schemeClr val="tx1"/>
              </a:solidFill>
              <a:prstDash val="solid"/>
              <a:headEnd type="none" w="med" len="med"/>
              <a:tailEnd type="none" w="med" len="med"/>
            </a:ln>
          </p:spPr>
        </p:sp>
        <p:sp>
          <p:nvSpPr>
            <p:cNvPr id="10295" name="Line 1097"/>
            <p:cNvSpPr/>
            <p:nvPr/>
          </p:nvSpPr>
          <p:spPr>
            <a:xfrm flipV="1">
              <a:off x="3975" y="3510"/>
              <a:ext cx="63" cy="66"/>
            </a:xfrm>
            <a:prstGeom prst="line">
              <a:avLst/>
            </a:prstGeom>
            <a:ln w="9525" cap="flat" cmpd="sng">
              <a:solidFill>
                <a:schemeClr val="tx1"/>
              </a:solidFill>
              <a:prstDash val="solid"/>
              <a:headEnd type="none" w="med" len="med"/>
              <a:tailEnd type="none" w="med" len="med"/>
            </a:ln>
          </p:spPr>
        </p:sp>
        <p:sp>
          <p:nvSpPr>
            <p:cNvPr id="10296" name="Line 1098"/>
            <p:cNvSpPr/>
            <p:nvPr/>
          </p:nvSpPr>
          <p:spPr>
            <a:xfrm flipV="1">
              <a:off x="4005" y="3531"/>
              <a:ext cx="45" cy="45"/>
            </a:xfrm>
            <a:prstGeom prst="line">
              <a:avLst/>
            </a:prstGeom>
            <a:ln w="9525" cap="flat" cmpd="sng">
              <a:solidFill>
                <a:schemeClr val="tx1"/>
              </a:solidFill>
              <a:prstDash val="solid"/>
              <a:headEnd type="none" w="med" len="med"/>
              <a:tailEnd type="none" w="med" len="med"/>
            </a:ln>
          </p:spPr>
        </p:sp>
        <p:sp>
          <p:nvSpPr>
            <p:cNvPr id="10297" name="Line 1099"/>
            <p:cNvSpPr/>
            <p:nvPr/>
          </p:nvSpPr>
          <p:spPr>
            <a:xfrm flipV="1">
              <a:off x="4032" y="3552"/>
              <a:ext cx="24" cy="21"/>
            </a:xfrm>
            <a:prstGeom prst="line">
              <a:avLst/>
            </a:prstGeom>
            <a:ln w="9525" cap="flat" cmpd="sng">
              <a:solidFill>
                <a:schemeClr val="tx1"/>
              </a:solidFill>
              <a:prstDash val="solid"/>
              <a:headEnd type="none" w="med" len="med"/>
              <a:tailEnd type="none" w="med" len="med"/>
            </a:ln>
          </p:spPr>
        </p:sp>
        <p:sp>
          <p:nvSpPr>
            <p:cNvPr id="10298" name="Rectangle 1100"/>
            <p:cNvSpPr/>
            <p:nvPr/>
          </p:nvSpPr>
          <p:spPr>
            <a:xfrm>
              <a:off x="4146" y="2604"/>
              <a:ext cx="47" cy="1011"/>
            </a:xfrm>
            <a:prstGeom prst="rect">
              <a:avLst/>
            </a:prstGeom>
            <a:solidFill>
              <a:srgbClr val="FFFFFF"/>
            </a:solidFill>
            <a:ln w="9525">
              <a:noFill/>
            </a:ln>
          </p:spPr>
          <p:txBody>
            <a:bodyPr wrap="none" anchor="ctr" anchorCtr="0"/>
            <a:p>
              <a:endParaRPr lang="zh-CN" altLang="en-US" dirty="0">
                <a:latin typeface="Times New Roman" panose="02020603050405020304" pitchFamily="18" charset="0"/>
              </a:endParaRPr>
            </a:p>
          </p:txBody>
        </p:sp>
        <p:sp>
          <p:nvSpPr>
            <p:cNvPr id="10299" name="Line 1102"/>
            <p:cNvSpPr/>
            <p:nvPr/>
          </p:nvSpPr>
          <p:spPr>
            <a:xfrm flipV="1">
              <a:off x="4677" y="2727"/>
              <a:ext cx="57" cy="72"/>
            </a:xfrm>
            <a:prstGeom prst="line">
              <a:avLst/>
            </a:prstGeom>
            <a:ln w="9525" cap="flat" cmpd="sng">
              <a:solidFill>
                <a:schemeClr val="tx1"/>
              </a:solidFill>
              <a:prstDash val="solid"/>
              <a:headEnd type="none" w="med" len="med"/>
              <a:tailEnd type="none" w="med" len="med"/>
            </a:ln>
          </p:spPr>
        </p:sp>
        <p:sp>
          <p:nvSpPr>
            <p:cNvPr id="10300" name="Line 1103"/>
            <p:cNvSpPr/>
            <p:nvPr/>
          </p:nvSpPr>
          <p:spPr>
            <a:xfrm flipV="1">
              <a:off x="4680" y="2718"/>
              <a:ext cx="99" cy="120"/>
            </a:xfrm>
            <a:prstGeom prst="line">
              <a:avLst/>
            </a:prstGeom>
            <a:ln w="9525" cap="flat" cmpd="sng">
              <a:solidFill>
                <a:schemeClr val="tx1"/>
              </a:solidFill>
              <a:prstDash val="solid"/>
              <a:headEnd type="none" w="med" len="med"/>
              <a:tailEnd type="none" w="med" len="med"/>
            </a:ln>
          </p:spPr>
        </p:sp>
        <p:sp>
          <p:nvSpPr>
            <p:cNvPr id="10301" name="Line 1104"/>
            <p:cNvSpPr/>
            <p:nvPr/>
          </p:nvSpPr>
          <p:spPr>
            <a:xfrm flipV="1">
              <a:off x="4677" y="2718"/>
              <a:ext cx="147" cy="177"/>
            </a:xfrm>
            <a:prstGeom prst="line">
              <a:avLst/>
            </a:prstGeom>
            <a:ln w="9525" cap="flat" cmpd="sng">
              <a:solidFill>
                <a:schemeClr val="tx1"/>
              </a:solidFill>
              <a:prstDash val="solid"/>
              <a:headEnd type="none" w="med" len="med"/>
              <a:tailEnd type="none" w="med" len="med"/>
            </a:ln>
          </p:spPr>
        </p:sp>
        <p:sp>
          <p:nvSpPr>
            <p:cNvPr id="10302" name="Line 1105"/>
            <p:cNvSpPr/>
            <p:nvPr/>
          </p:nvSpPr>
          <p:spPr>
            <a:xfrm flipV="1">
              <a:off x="4674" y="2751"/>
              <a:ext cx="165" cy="201"/>
            </a:xfrm>
            <a:prstGeom prst="line">
              <a:avLst/>
            </a:prstGeom>
            <a:ln w="9525" cap="flat" cmpd="sng">
              <a:solidFill>
                <a:schemeClr val="tx1"/>
              </a:solidFill>
              <a:prstDash val="solid"/>
              <a:headEnd type="none" w="med" len="med"/>
              <a:tailEnd type="none" w="med" len="med"/>
            </a:ln>
          </p:spPr>
        </p:sp>
        <p:sp>
          <p:nvSpPr>
            <p:cNvPr id="10303" name="Line 1106"/>
            <p:cNvSpPr/>
            <p:nvPr/>
          </p:nvSpPr>
          <p:spPr>
            <a:xfrm flipV="1">
              <a:off x="4680" y="2919"/>
              <a:ext cx="66" cy="69"/>
            </a:xfrm>
            <a:prstGeom prst="line">
              <a:avLst/>
            </a:prstGeom>
            <a:ln w="9525" cap="flat" cmpd="sng">
              <a:solidFill>
                <a:schemeClr val="tx1"/>
              </a:solidFill>
              <a:prstDash val="solid"/>
              <a:headEnd type="none" w="med" len="med"/>
              <a:tailEnd type="none" w="med" len="med"/>
            </a:ln>
          </p:spPr>
        </p:sp>
        <p:sp>
          <p:nvSpPr>
            <p:cNvPr id="10304" name="Line 1107"/>
            <p:cNvSpPr/>
            <p:nvPr/>
          </p:nvSpPr>
          <p:spPr>
            <a:xfrm flipV="1">
              <a:off x="4713" y="2958"/>
              <a:ext cx="30" cy="30"/>
            </a:xfrm>
            <a:prstGeom prst="line">
              <a:avLst/>
            </a:prstGeom>
            <a:ln w="9525" cap="flat" cmpd="sng">
              <a:solidFill>
                <a:schemeClr val="tx1"/>
              </a:solidFill>
              <a:prstDash val="solid"/>
              <a:headEnd type="none" w="med" len="med"/>
              <a:tailEnd type="none" w="med" len="med"/>
            </a:ln>
          </p:spPr>
        </p:sp>
        <p:sp>
          <p:nvSpPr>
            <p:cNvPr id="10305" name="Line 1108"/>
            <p:cNvSpPr/>
            <p:nvPr/>
          </p:nvSpPr>
          <p:spPr>
            <a:xfrm flipV="1">
              <a:off x="2964" y="2640"/>
              <a:ext cx="54" cy="60"/>
            </a:xfrm>
            <a:prstGeom prst="line">
              <a:avLst/>
            </a:prstGeom>
            <a:ln w="9525" cap="flat" cmpd="sng">
              <a:solidFill>
                <a:schemeClr val="tx1"/>
              </a:solidFill>
              <a:prstDash val="solid"/>
              <a:headEnd type="none" w="med" len="med"/>
              <a:tailEnd type="none" w="med" len="med"/>
            </a:ln>
          </p:spPr>
        </p:sp>
        <p:sp>
          <p:nvSpPr>
            <p:cNvPr id="10306" name="Line 1109"/>
            <p:cNvSpPr/>
            <p:nvPr/>
          </p:nvSpPr>
          <p:spPr>
            <a:xfrm flipV="1">
              <a:off x="2964" y="2646"/>
              <a:ext cx="84" cy="99"/>
            </a:xfrm>
            <a:prstGeom prst="line">
              <a:avLst/>
            </a:prstGeom>
            <a:ln w="9525" cap="flat" cmpd="sng">
              <a:solidFill>
                <a:schemeClr val="tx1"/>
              </a:solidFill>
              <a:prstDash val="solid"/>
              <a:headEnd type="none" w="med" len="med"/>
              <a:tailEnd type="none" w="med" len="med"/>
            </a:ln>
          </p:spPr>
        </p:sp>
        <p:sp>
          <p:nvSpPr>
            <p:cNvPr id="10307" name="Line 1110"/>
            <p:cNvSpPr/>
            <p:nvPr/>
          </p:nvSpPr>
          <p:spPr>
            <a:xfrm flipV="1">
              <a:off x="2976" y="2688"/>
              <a:ext cx="87" cy="90"/>
            </a:xfrm>
            <a:prstGeom prst="line">
              <a:avLst/>
            </a:prstGeom>
            <a:ln w="9525" cap="flat" cmpd="sng">
              <a:solidFill>
                <a:schemeClr val="tx1"/>
              </a:solidFill>
              <a:prstDash val="solid"/>
              <a:headEnd type="none" w="med" len="med"/>
              <a:tailEnd type="none" w="med" len="med"/>
            </a:ln>
          </p:spPr>
        </p:sp>
        <p:sp>
          <p:nvSpPr>
            <p:cNvPr id="10308" name="Line 1111"/>
            <p:cNvSpPr/>
            <p:nvPr/>
          </p:nvSpPr>
          <p:spPr>
            <a:xfrm flipV="1">
              <a:off x="2967" y="2730"/>
              <a:ext cx="96" cy="105"/>
            </a:xfrm>
            <a:prstGeom prst="line">
              <a:avLst/>
            </a:prstGeom>
            <a:ln w="9525" cap="flat" cmpd="sng">
              <a:solidFill>
                <a:schemeClr val="tx1"/>
              </a:solidFill>
              <a:prstDash val="solid"/>
              <a:headEnd type="none" w="med" len="med"/>
              <a:tailEnd type="none" w="med" len="med"/>
            </a:ln>
          </p:spPr>
        </p:sp>
        <p:sp>
          <p:nvSpPr>
            <p:cNvPr id="10309" name="Line 1112"/>
            <p:cNvSpPr/>
            <p:nvPr/>
          </p:nvSpPr>
          <p:spPr>
            <a:xfrm flipV="1">
              <a:off x="2964" y="2778"/>
              <a:ext cx="99" cy="102"/>
            </a:xfrm>
            <a:prstGeom prst="line">
              <a:avLst/>
            </a:prstGeom>
            <a:ln w="9525" cap="flat" cmpd="sng">
              <a:solidFill>
                <a:schemeClr val="tx1"/>
              </a:solidFill>
              <a:prstDash val="solid"/>
              <a:headEnd type="none" w="med" len="med"/>
              <a:tailEnd type="none" w="med" len="med"/>
            </a:ln>
          </p:spPr>
        </p:sp>
        <p:sp>
          <p:nvSpPr>
            <p:cNvPr id="10310" name="Line 1113"/>
            <p:cNvSpPr/>
            <p:nvPr/>
          </p:nvSpPr>
          <p:spPr>
            <a:xfrm flipV="1">
              <a:off x="2979" y="2817"/>
              <a:ext cx="90" cy="90"/>
            </a:xfrm>
            <a:prstGeom prst="line">
              <a:avLst/>
            </a:prstGeom>
            <a:ln w="9525" cap="flat" cmpd="sng">
              <a:solidFill>
                <a:schemeClr val="tx1"/>
              </a:solidFill>
              <a:prstDash val="solid"/>
              <a:headEnd type="none" w="med" len="med"/>
              <a:tailEnd type="none" w="med" len="med"/>
            </a:ln>
          </p:spPr>
        </p:sp>
        <p:sp>
          <p:nvSpPr>
            <p:cNvPr id="10311" name="Line 1114"/>
            <p:cNvSpPr/>
            <p:nvPr/>
          </p:nvSpPr>
          <p:spPr>
            <a:xfrm flipV="1">
              <a:off x="2979" y="2862"/>
              <a:ext cx="93" cy="87"/>
            </a:xfrm>
            <a:prstGeom prst="line">
              <a:avLst/>
            </a:prstGeom>
            <a:ln w="9525" cap="flat" cmpd="sng">
              <a:solidFill>
                <a:schemeClr val="tx1"/>
              </a:solidFill>
              <a:prstDash val="solid"/>
              <a:headEnd type="none" w="med" len="med"/>
              <a:tailEnd type="none" w="med" len="med"/>
            </a:ln>
          </p:spPr>
        </p:sp>
        <p:sp>
          <p:nvSpPr>
            <p:cNvPr id="10312" name="Line 1115"/>
            <p:cNvSpPr/>
            <p:nvPr/>
          </p:nvSpPr>
          <p:spPr>
            <a:xfrm flipV="1">
              <a:off x="2970" y="2913"/>
              <a:ext cx="90" cy="87"/>
            </a:xfrm>
            <a:prstGeom prst="line">
              <a:avLst/>
            </a:prstGeom>
            <a:ln w="9525" cap="flat" cmpd="sng">
              <a:solidFill>
                <a:schemeClr val="tx1"/>
              </a:solidFill>
              <a:prstDash val="solid"/>
              <a:headEnd type="none" w="med" len="med"/>
              <a:tailEnd type="none" w="med" len="med"/>
            </a:ln>
          </p:spPr>
        </p:sp>
        <p:sp>
          <p:nvSpPr>
            <p:cNvPr id="10313" name="Line 1116"/>
            <p:cNvSpPr/>
            <p:nvPr/>
          </p:nvSpPr>
          <p:spPr>
            <a:xfrm flipV="1">
              <a:off x="2979" y="2952"/>
              <a:ext cx="84" cy="78"/>
            </a:xfrm>
            <a:prstGeom prst="line">
              <a:avLst/>
            </a:prstGeom>
            <a:ln w="9525" cap="flat" cmpd="sng">
              <a:solidFill>
                <a:schemeClr val="tx1"/>
              </a:solidFill>
              <a:prstDash val="solid"/>
              <a:headEnd type="none" w="med" len="med"/>
              <a:tailEnd type="none" w="med" len="med"/>
            </a:ln>
          </p:spPr>
        </p:sp>
        <p:sp>
          <p:nvSpPr>
            <p:cNvPr id="10314" name="Line 1117"/>
            <p:cNvSpPr/>
            <p:nvPr/>
          </p:nvSpPr>
          <p:spPr>
            <a:xfrm flipV="1">
              <a:off x="2979" y="2997"/>
              <a:ext cx="84" cy="72"/>
            </a:xfrm>
            <a:prstGeom prst="line">
              <a:avLst/>
            </a:prstGeom>
            <a:ln w="9525" cap="flat" cmpd="sng">
              <a:solidFill>
                <a:schemeClr val="tx1"/>
              </a:solidFill>
              <a:prstDash val="solid"/>
              <a:headEnd type="none" w="med" len="med"/>
              <a:tailEnd type="none" w="med" len="med"/>
            </a:ln>
          </p:spPr>
        </p:sp>
        <p:sp>
          <p:nvSpPr>
            <p:cNvPr id="10315" name="Line 1118"/>
            <p:cNvSpPr/>
            <p:nvPr/>
          </p:nvSpPr>
          <p:spPr>
            <a:xfrm flipV="1">
              <a:off x="2718" y="1287"/>
              <a:ext cx="24" cy="30"/>
            </a:xfrm>
            <a:prstGeom prst="line">
              <a:avLst/>
            </a:prstGeom>
            <a:ln w="9525" cap="flat" cmpd="sng">
              <a:solidFill>
                <a:schemeClr val="tx1"/>
              </a:solidFill>
              <a:prstDash val="solid"/>
              <a:headEnd type="none" w="med" len="med"/>
              <a:tailEnd type="none" w="med" len="med"/>
            </a:ln>
          </p:spPr>
        </p:sp>
        <p:sp>
          <p:nvSpPr>
            <p:cNvPr id="10316" name="Line 1119"/>
            <p:cNvSpPr/>
            <p:nvPr/>
          </p:nvSpPr>
          <p:spPr>
            <a:xfrm flipV="1">
              <a:off x="2733" y="1290"/>
              <a:ext cx="36" cy="39"/>
            </a:xfrm>
            <a:prstGeom prst="line">
              <a:avLst/>
            </a:prstGeom>
            <a:ln w="9525" cap="flat" cmpd="sng">
              <a:solidFill>
                <a:schemeClr val="tx1"/>
              </a:solidFill>
              <a:prstDash val="solid"/>
              <a:headEnd type="none" w="med" len="med"/>
              <a:tailEnd type="none" w="med" len="med"/>
            </a:ln>
          </p:spPr>
        </p:sp>
        <p:sp>
          <p:nvSpPr>
            <p:cNvPr id="10317" name="Line 1120"/>
            <p:cNvSpPr/>
            <p:nvPr/>
          </p:nvSpPr>
          <p:spPr>
            <a:xfrm flipV="1">
              <a:off x="2751" y="1287"/>
              <a:ext cx="51" cy="54"/>
            </a:xfrm>
            <a:prstGeom prst="line">
              <a:avLst/>
            </a:prstGeom>
            <a:ln w="9525" cap="flat" cmpd="sng">
              <a:solidFill>
                <a:schemeClr val="tx1"/>
              </a:solidFill>
              <a:prstDash val="solid"/>
              <a:headEnd type="none" w="med" len="med"/>
              <a:tailEnd type="none" w="med" len="med"/>
            </a:ln>
          </p:spPr>
        </p:sp>
        <p:sp>
          <p:nvSpPr>
            <p:cNvPr id="10318" name="Line 1121"/>
            <p:cNvSpPr/>
            <p:nvPr/>
          </p:nvSpPr>
          <p:spPr>
            <a:xfrm flipV="1">
              <a:off x="2769" y="1290"/>
              <a:ext cx="57" cy="66"/>
            </a:xfrm>
            <a:prstGeom prst="line">
              <a:avLst/>
            </a:prstGeom>
            <a:ln w="9525" cap="flat" cmpd="sng">
              <a:solidFill>
                <a:schemeClr val="tx1"/>
              </a:solidFill>
              <a:prstDash val="solid"/>
              <a:headEnd type="none" w="med" len="med"/>
              <a:tailEnd type="none" w="med" len="med"/>
            </a:ln>
          </p:spPr>
        </p:sp>
        <p:sp>
          <p:nvSpPr>
            <p:cNvPr id="10319" name="Line 1122"/>
            <p:cNvSpPr/>
            <p:nvPr/>
          </p:nvSpPr>
          <p:spPr>
            <a:xfrm flipV="1">
              <a:off x="2787" y="1287"/>
              <a:ext cx="81" cy="78"/>
            </a:xfrm>
            <a:prstGeom prst="line">
              <a:avLst/>
            </a:prstGeom>
            <a:ln w="9525" cap="flat" cmpd="sng">
              <a:solidFill>
                <a:schemeClr val="tx1"/>
              </a:solidFill>
              <a:prstDash val="solid"/>
              <a:headEnd type="none" w="med" len="med"/>
              <a:tailEnd type="none" w="med" len="med"/>
            </a:ln>
          </p:spPr>
        </p:sp>
        <p:sp>
          <p:nvSpPr>
            <p:cNvPr id="10320" name="Line 1123"/>
            <p:cNvSpPr/>
            <p:nvPr/>
          </p:nvSpPr>
          <p:spPr>
            <a:xfrm flipV="1">
              <a:off x="2817" y="1287"/>
              <a:ext cx="93" cy="81"/>
            </a:xfrm>
            <a:prstGeom prst="line">
              <a:avLst/>
            </a:prstGeom>
            <a:ln w="9525" cap="flat" cmpd="sng">
              <a:solidFill>
                <a:schemeClr val="tx1"/>
              </a:solidFill>
              <a:prstDash val="solid"/>
              <a:headEnd type="none" w="med" len="med"/>
              <a:tailEnd type="none" w="med" len="med"/>
            </a:ln>
          </p:spPr>
        </p:sp>
        <p:sp>
          <p:nvSpPr>
            <p:cNvPr id="10321" name="Line 1124"/>
            <p:cNvSpPr/>
            <p:nvPr/>
          </p:nvSpPr>
          <p:spPr>
            <a:xfrm flipV="1">
              <a:off x="2850" y="1290"/>
              <a:ext cx="93" cy="81"/>
            </a:xfrm>
            <a:prstGeom prst="line">
              <a:avLst/>
            </a:prstGeom>
            <a:ln w="9525" cap="flat" cmpd="sng">
              <a:solidFill>
                <a:schemeClr val="tx1"/>
              </a:solidFill>
              <a:prstDash val="solid"/>
              <a:headEnd type="none" w="med" len="med"/>
              <a:tailEnd type="none" w="med" len="med"/>
            </a:ln>
          </p:spPr>
        </p:sp>
        <p:sp>
          <p:nvSpPr>
            <p:cNvPr id="10322" name="Line 1125"/>
            <p:cNvSpPr/>
            <p:nvPr/>
          </p:nvSpPr>
          <p:spPr>
            <a:xfrm flipV="1">
              <a:off x="2895" y="1287"/>
              <a:ext cx="93" cy="81"/>
            </a:xfrm>
            <a:prstGeom prst="line">
              <a:avLst/>
            </a:prstGeom>
            <a:ln w="9525" cap="flat" cmpd="sng">
              <a:solidFill>
                <a:schemeClr val="tx1"/>
              </a:solidFill>
              <a:prstDash val="solid"/>
              <a:headEnd type="none" w="med" len="med"/>
              <a:tailEnd type="none" w="med" len="med"/>
            </a:ln>
          </p:spPr>
        </p:sp>
        <p:sp>
          <p:nvSpPr>
            <p:cNvPr id="10323" name="Line 1126"/>
            <p:cNvSpPr/>
            <p:nvPr/>
          </p:nvSpPr>
          <p:spPr>
            <a:xfrm flipV="1">
              <a:off x="2934" y="1284"/>
              <a:ext cx="99" cy="84"/>
            </a:xfrm>
            <a:prstGeom prst="line">
              <a:avLst/>
            </a:prstGeom>
            <a:ln w="9525" cap="flat" cmpd="sng">
              <a:solidFill>
                <a:schemeClr val="tx1"/>
              </a:solidFill>
              <a:prstDash val="solid"/>
              <a:headEnd type="none" w="med" len="med"/>
              <a:tailEnd type="none" w="med" len="med"/>
            </a:ln>
          </p:spPr>
        </p:sp>
        <p:sp>
          <p:nvSpPr>
            <p:cNvPr id="10324" name="Line 1127"/>
            <p:cNvSpPr/>
            <p:nvPr/>
          </p:nvSpPr>
          <p:spPr>
            <a:xfrm flipV="1">
              <a:off x="2979" y="1302"/>
              <a:ext cx="66" cy="54"/>
            </a:xfrm>
            <a:prstGeom prst="line">
              <a:avLst/>
            </a:prstGeom>
            <a:ln w="9525" cap="flat" cmpd="sng">
              <a:solidFill>
                <a:schemeClr val="tx1"/>
              </a:solidFill>
              <a:prstDash val="solid"/>
              <a:headEnd type="none" w="med" len="med"/>
              <a:tailEnd type="none" w="med" len="med"/>
            </a:ln>
          </p:spPr>
        </p:sp>
        <p:sp>
          <p:nvSpPr>
            <p:cNvPr id="10325" name="Line 1128"/>
            <p:cNvSpPr/>
            <p:nvPr/>
          </p:nvSpPr>
          <p:spPr>
            <a:xfrm flipV="1">
              <a:off x="3708" y="1137"/>
              <a:ext cx="42" cy="51"/>
            </a:xfrm>
            <a:prstGeom prst="line">
              <a:avLst/>
            </a:prstGeom>
            <a:ln w="9525" cap="flat" cmpd="sng">
              <a:solidFill>
                <a:schemeClr val="tx1"/>
              </a:solidFill>
              <a:prstDash val="solid"/>
              <a:headEnd type="none" w="med" len="med"/>
              <a:tailEnd type="none" w="med" len="med"/>
            </a:ln>
          </p:spPr>
        </p:sp>
        <p:sp>
          <p:nvSpPr>
            <p:cNvPr id="10326" name="Line 1129"/>
            <p:cNvSpPr/>
            <p:nvPr/>
          </p:nvSpPr>
          <p:spPr>
            <a:xfrm flipV="1">
              <a:off x="3720" y="1134"/>
              <a:ext cx="69" cy="78"/>
            </a:xfrm>
            <a:prstGeom prst="line">
              <a:avLst/>
            </a:prstGeom>
            <a:ln w="9525" cap="flat" cmpd="sng">
              <a:solidFill>
                <a:schemeClr val="tx1"/>
              </a:solidFill>
              <a:prstDash val="solid"/>
              <a:headEnd type="none" w="med" len="med"/>
              <a:tailEnd type="none" w="med" len="med"/>
            </a:ln>
          </p:spPr>
        </p:sp>
        <p:sp>
          <p:nvSpPr>
            <p:cNvPr id="10327" name="Line 1130"/>
            <p:cNvSpPr/>
            <p:nvPr/>
          </p:nvSpPr>
          <p:spPr>
            <a:xfrm flipV="1">
              <a:off x="3753" y="1134"/>
              <a:ext cx="81" cy="87"/>
            </a:xfrm>
            <a:prstGeom prst="line">
              <a:avLst/>
            </a:prstGeom>
            <a:ln w="9525" cap="flat" cmpd="sng">
              <a:solidFill>
                <a:schemeClr val="tx1"/>
              </a:solidFill>
              <a:prstDash val="solid"/>
              <a:headEnd type="none" w="med" len="med"/>
              <a:tailEnd type="none" w="med" len="med"/>
            </a:ln>
          </p:spPr>
        </p:sp>
        <p:sp>
          <p:nvSpPr>
            <p:cNvPr id="10328" name="Line 1131"/>
            <p:cNvSpPr/>
            <p:nvPr/>
          </p:nvSpPr>
          <p:spPr>
            <a:xfrm flipV="1">
              <a:off x="3807" y="1137"/>
              <a:ext cx="66" cy="72"/>
            </a:xfrm>
            <a:prstGeom prst="line">
              <a:avLst/>
            </a:prstGeom>
            <a:ln w="9525" cap="flat" cmpd="sng">
              <a:solidFill>
                <a:schemeClr val="tx1"/>
              </a:solidFill>
              <a:prstDash val="solid"/>
              <a:headEnd type="none" w="med" len="med"/>
              <a:tailEnd type="none" w="med" len="med"/>
            </a:ln>
          </p:spPr>
        </p:sp>
        <p:sp>
          <p:nvSpPr>
            <p:cNvPr id="10329" name="Line 1132"/>
            <p:cNvSpPr/>
            <p:nvPr/>
          </p:nvSpPr>
          <p:spPr>
            <a:xfrm flipV="1">
              <a:off x="3864" y="1137"/>
              <a:ext cx="48" cy="51"/>
            </a:xfrm>
            <a:prstGeom prst="line">
              <a:avLst/>
            </a:prstGeom>
            <a:ln w="9525" cap="flat" cmpd="sng">
              <a:solidFill>
                <a:schemeClr val="tx1"/>
              </a:solidFill>
              <a:prstDash val="solid"/>
              <a:headEnd type="none" w="med" len="med"/>
              <a:tailEnd type="none" w="med" len="med"/>
            </a:ln>
          </p:spPr>
        </p:sp>
        <p:sp>
          <p:nvSpPr>
            <p:cNvPr id="10330" name="Line 1133"/>
            <p:cNvSpPr/>
            <p:nvPr/>
          </p:nvSpPr>
          <p:spPr>
            <a:xfrm flipV="1">
              <a:off x="3912" y="1131"/>
              <a:ext cx="39" cy="48"/>
            </a:xfrm>
            <a:prstGeom prst="line">
              <a:avLst/>
            </a:prstGeom>
            <a:ln w="9525" cap="flat" cmpd="sng">
              <a:solidFill>
                <a:schemeClr val="tx1"/>
              </a:solidFill>
              <a:prstDash val="solid"/>
              <a:headEnd type="none" w="med" len="med"/>
              <a:tailEnd type="none" w="med" len="med"/>
            </a:ln>
          </p:spPr>
        </p:sp>
        <p:sp>
          <p:nvSpPr>
            <p:cNvPr id="10331" name="Line 1134"/>
            <p:cNvSpPr/>
            <p:nvPr/>
          </p:nvSpPr>
          <p:spPr>
            <a:xfrm flipV="1">
              <a:off x="3717" y="2094"/>
              <a:ext cx="42" cy="39"/>
            </a:xfrm>
            <a:prstGeom prst="line">
              <a:avLst/>
            </a:prstGeom>
            <a:ln w="9525" cap="flat" cmpd="sng">
              <a:solidFill>
                <a:schemeClr val="tx1"/>
              </a:solidFill>
              <a:prstDash val="solid"/>
              <a:headEnd type="none" w="med" len="med"/>
              <a:tailEnd type="none" w="med" len="med"/>
            </a:ln>
          </p:spPr>
        </p:sp>
        <p:sp>
          <p:nvSpPr>
            <p:cNvPr id="10332" name="Line 1135"/>
            <p:cNvSpPr/>
            <p:nvPr/>
          </p:nvSpPr>
          <p:spPr>
            <a:xfrm flipV="1">
              <a:off x="3714" y="2112"/>
              <a:ext cx="78" cy="66"/>
            </a:xfrm>
            <a:prstGeom prst="line">
              <a:avLst/>
            </a:prstGeom>
            <a:ln w="9525" cap="flat" cmpd="sng">
              <a:solidFill>
                <a:schemeClr val="tx1"/>
              </a:solidFill>
              <a:prstDash val="solid"/>
              <a:headEnd type="none" w="med" len="med"/>
              <a:tailEnd type="none" w="med" len="med"/>
            </a:ln>
          </p:spPr>
        </p:sp>
        <p:sp>
          <p:nvSpPr>
            <p:cNvPr id="10333" name="Line 1136"/>
            <p:cNvSpPr/>
            <p:nvPr/>
          </p:nvSpPr>
          <p:spPr>
            <a:xfrm flipV="1">
              <a:off x="3750" y="2121"/>
              <a:ext cx="72" cy="66"/>
            </a:xfrm>
            <a:prstGeom prst="line">
              <a:avLst/>
            </a:prstGeom>
            <a:ln w="9525" cap="flat" cmpd="sng">
              <a:solidFill>
                <a:schemeClr val="tx1"/>
              </a:solidFill>
              <a:prstDash val="solid"/>
              <a:headEnd type="none" w="med" len="med"/>
              <a:tailEnd type="none" w="med" len="med"/>
            </a:ln>
          </p:spPr>
        </p:sp>
        <p:sp>
          <p:nvSpPr>
            <p:cNvPr id="10334" name="Line 1137"/>
            <p:cNvSpPr/>
            <p:nvPr/>
          </p:nvSpPr>
          <p:spPr>
            <a:xfrm flipV="1">
              <a:off x="3783" y="2133"/>
              <a:ext cx="66" cy="66"/>
            </a:xfrm>
            <a:prstGeom prst="line">
              <a:avLst/>
            </a:prstGeom>
            <a:ln w="9525" cap="flat" cmpd="sng">
              <a:solidFill>
                <a:schemeClr val="tx1"/>
              </a:solidFill>
              <a:prstDash val="solid"/>
              <a:headEnd type="none" w="med" len="med"/>
              <a:tailEnd type="none" w="med" len="med"/>
            </a:ln>
          </p:spPr>
        </p:sp>
        <p:sp>
          <p:nvSpPr>
            <p:cNvPr id="10335" name="Line 1138"/>
            <p:cNvSpPr/>
            <p:nvPr/>
          </p:nvSpPr>
          <p:spPr>
            <a:xfrm flipV="1">
              <a:off x="3834" y="2139"/>
              <a:ext cx="51" cy="57"/>
            </a:xfrm>
            <a:prstGeom prst="line">
              <a:avLst/>
            </a:prstGeom>
            <a:ln w="9525" cap="flat" cmpd="sng">
              <a:solidFill>
                <a:schemeClr val="tx1"/>
              </a:solidFill>
              <a:prstDash val="solid"/>
              <a:headEnd type="none" w="med" len="med"/>
              <a:tailEnd type="none" w="med" len="med"/>
            </a:ln>
          </p:spPr>
        </p:sp>
        <p:sp>
          <p:nvSpPr>
            <p:cNvPr id="10336" name="Line 1139"/>
            <p:cNvSpPr/>
            <p:nvPr/>
          </p:nvSpPr>
          <p:spPr>
            <a:xfrm flipV="1">
              <a:off x="3867" y="2148"/>
              <a:ext cx="51" cy="48"/>
            </a:xfrm>
            <a:prstGeom prst="line">
              <a:avLst/>
            </a:prstGeom>
            <a:ln w="9525" cap="flat" cmpd="sng">
              <a:solidFill>
                <a:schemeClr val="tx1"/>
              </a:solidFill>
              <a:prstDash val="solid"/>
              <a:headEnd type="none" w="med" len="med"/>
              <a:tailEnd type="none" w="med" len="med"/>
            </a:ln>
          </p:spPr>
        </p:sp>
        <p:sp>
          <p:nvSpPr>
            <p:cNvPr id="10337" name="Line 1140"/>
            <p:cNvSpPr/>
            <p:nvPr/>
          </p:nvSpPr>
          <p:spPr>
            <a:xfrm flipV="1">
              <a:off x="3915" y="2160"/>
              <a:ext cx="36" cy="27"/>
            </a:xfrm>
            <a:prstGeom prst="line">
              <a:avLst/>
            </a:prstGeom>
            <a:ln w="9525" cap="flat" cmpd="sng">
              <a:solidFill>
                <a:schemeClr val="tx1"/>
              </a:solidFill>
              <a:prstDash val="solid"/>
              <a:headEnd type="none" w="med" len="med"/>
              <a:tailEnd type="none" w="med" len="med"/>
            </a:ln>
          </p:spPr>
        </p:sp>
        <p:sp>
          <p:nvSpPr>
            <p:cNvPr id="10338" name="Line 1142"/>
            <p:cNvSpPr/>
            <p:nvPr/>
          </p:nvSpPr>
          <p:spPr>
            <a:xfrm>
              <a:off x="5010" y="1311"/>
              <a:ext cx="30" cy="27"/>
            </a:xfrm>
            <a:prstGeom prst="line">
              <a:avLst/>
            </a:prstGeom>
            <a:ln w="76200" cap="flat" cmpd="sng">
              <a:solidFill>
                <a:schemeClr val="bg1"/>
              </a:solidFill>
              <a:prstDash val="solid"/>
              <a:headEnd type="none" w="med" len="med"/>
              <a:tailEnd type="none" w="med" len="med"/>
            </a:ln>
          </p:spPr>
        </p:sp>
        <p:sp>
          <p:nvSpPr>
            <p:cNvPr id="10339" name="Line 1143"/>
            <p:cNvSpPr/>
            <p:nvPr/>
          </p:nvSpPr>
          <p:spPr>
            <a:xfrm>
              <a:off x="5007" y="1293"/>
              <a:ext cx="48" cy="48"/>
            </a:xfrm>
            <a:prstGeom prst="line">
              <a:avLst/>
            </a:prstGeom>
            <a:ln w="9525" cap="flat" cmpd="sng">
              <a:solidFill>
                <a:schemeClr val="tx1"/>
              </a:solidFill>
              <a:prstDash val="solid"/>
              <a:headEnd type="none" w="med" len="med"/>
              <a:tailEnd type="none" w="med" len="med"/>
            </a:ln>
          </p:spPr>
        </p:sp>
        <p:sp>
          <p:nvSpPr>
            <p:cNvPr id="10340" name="Line 1144"/>
            <p:cNvSpPr/>
            <p:nvPr/>
          </p:nvSpPr>
          <p:spPr>
            <a:xfrm>
              <a:off x="4971" y="1287"/>
              <a:ext cx="66" cy="75"/>
            </a:xfrm>
            <a:prstGeom prst="line">
              <a:avLst/>
            </a:prstGeom>
            <a:ln w="9525" cap="flat" cmpd="sng">
              <a:solidFill>
                <a:schemeClr val="tx1"/>
              </a:solidFill>
              <a:prstDash val="solid"/>
              <a:headEnd type="none" w="med" len="med"/>
              <a:tailEnd type="none" w="med" len="med"/>
            </a:ln>
          </p:spPr>
        </p:sp>
        <p:sp>
          <p:nvSpPr>
            <p:cNvPr id="10341" name="Line 1145"/>
            <p:cNvSpPr/>
            <p:nvPr/>
          </p:nvSpPr>
          <p:spPr>
            <a:xfrm>
              <a:off x="4929" y="1284"/>
              <a:ext cx="63" cy="69"/>
            </a:xfrm>
            <a:prstGeom prst="line">
              <a:avLst/>
            </a:prstGeom>
            <a:ln w="9525" cap="flat" cmpd="sng">
              <a:solidFill>
                <a:schemeClr val="tx1"/>
              </a:solidFill>
              <a:prstDash val="solid"/>
              <a:headEnd type="none" w="med" len="med"/>
              <a:tailEnd type="none" w="med" len="med"/>
            </a:ln>
          </p:spPr>
        </p:sp>
        <p:sp>
          <p:nvSpPr>
            <p:cNvPr id="10342" name="Line 1146"/>
            <p:cNvSpPr/>
            <p:nvPr/>
          </p:nvSpPr>
          <p:spPr>
            <a:xfrm>
              <a:off x="4893" y="1293"/>
              <a:ext cx="63" cy="69"/>
            </a:xfrm>
            <a:prstGeom prst="line">
              <a:avLst/>
            </a:prstGeom>
            <a:ln w="9525" cap="flat" cmpd="sng">
              <a:solidFill>
                <a:schemeClr val="tx1"/>
              </a:solidFill>
              <a:prstDash val="solid"/>
              <a:headEnd type="none" w="med" len="med"/>
              <a:tailEnd type="none" w="med" len="med"/>
            </a:ln>
          </p:spPr>
        </p:sp>
        <p:sp>
          <p:nvSpPr>
            <p:cNvPr id="10343" name="Line 1147"/>
            <p:cNvSpPr/>
            <p:nvPr/>
          </p:nvSpPr>
          <p:spPr>
            <a:xfrm>
              <a:off x="4851" y="1290"/>
              <a:ext cx="63" cy="69"/>
            </a:xfrm>
            <a:prstGeom prst="line">
              <a:avLst/>
            </a:prstGeom>
            <a:ln w="9525" cap="flat" cmpd="sng">
              <a:solidFill>
                <a:schemeClr val="tx1"/>
              </a:solidFill>
              <a:prstDash val="solid"/>
              <a:headEnd type="none" w="med" len="med"/>
              <a:tailEnd type="none" w="med" len="med"/>
            </a:ln>
          </p:spPr>
        </p:sp>
        <p:sp>
          <p:nvSpPr>
            <p:cNvPr id="10344" name="Line 1148"/>
            <p:cNvSpPr/>
            <p:nvPr/>
          </p:nvSpPr>
          <p:spPr>
            <a:xfrm>
              <a:off x="4809" y="1290"/>
              <a:ext cx="63" cy="69"/>
            </a:xfrm>
            <a:prstGeom prst="line">
              <a:avLst/>
            </a:prstGeom>
            <a:ln w="9525" cap="flat" cmpd="sng">
              <a:solidFill>
                <a:schemeClr val="tx1"/>
              </a:solidFill>
              <a:prstDash val="solid"/>
              <a:headEnd type="none" w="med" len="med"/>
              <a:tailEnd type="none" w="med" len="med"/>
            </a:ln>
          </p:spPr>
        </p:sp>
        <p:sp>
          <p:nvSpPr>
            <p:cNvPr id="10345" name="Line 1149"/>
            <p:cNvSpPr/>
            <p:nvPr/>
          </p:nvSpPr>
          <p:spPr>
            <a:xfrm>
              <a:off x="4773" y="1293"/>
              <a:ext cx="63" cy="69"/>
            </a:xfrm>
            <a:prstGeom prst="line">
              <a:avLst/>
            </a:prstGeom>
            <a:ln w="9525" cap="flat" cmpd="sng">
              <a:solidFill>
                <a:schemeClr val="tx1"/>
              </a:solidFill>
              <a:prstDash val="solid"/>
              <a:headEnd type="none" w="med" len="med"/>
              <a:tailEnd type="none" w="med" len="med"/>
            </a:ln>
          </p:spPr>
        </p:sp>
        <p:sp>
          <p:nvSpPr>
            <p:cNvPr id="10346" name="Line 1150"/>
            <p:cNvSpPr/>
            <p:nvPr/>
          </p:nvSpPr>
          <p:spPr>
            <a:xfrm>
              <a:off x="4731" y="1296"/>
              <a:ext cx="63" cy="69"/>
            </a:xfrm>
            <a:prstGeom prst="line">
              <a:avLst/>
            </a:prstGeom>
            <a:ln w="9525" cap="flat" cmpd="sng">
              <a:solidFill>
                <a:schemeClr val="tx1"/>
              </a:solidFill>
              <a:prstDash val="solid"/>
              <a:headEnd type="none" w="med" len="med"/>
              <a:tailEnd type="none" w="med" len="med"/>
            </a:ln>
          </p:spPr>
        </p:sp>
        <p:sp>
          <p:nvSpPr>
            <p:cNvPr id="10347" name="Line 1151"/>
            <p:cNvSpPr/>
            <p:nvPr/>
          </p:nvSpPr>
          <p:spPr>
            <a:xfrm>
              <a:off x="4692" y="1293"/>
              <a:ext cx="63" cy="69"/>
            </a:xfrm>
            <a:prstGeom prst="line">
              <a:avLst/>
            </a:prstGeom>
            <a:ln w="9525" cap="flat" cmpd="sng">
              <a:solidFill>
                <a:schemeClr val="tx1"/>
              </a:solidFill>
              <a:prstDash val="solid"/>
              <a:headEnd type="none" w="med" len="med"/>
              <a:tailEnd type="none" w="med" len="med"/>
            </a:ln>
          </p:spPr>
        </p:sp>
        <p:sp>
          <p:nvSpPr>
            <p:cNvPr id="10348" name="Line 1152"/>
            <p:cNvSpPr/>
            <p:nvPr/>
          </p:nvSpPr>
          <p:spPr>
            <a:xfrm>
              <a:off x="4653" y="1293"/>
              <a:ext cx="63" cy="69"/>
            </a:xfrm>
            <a:prstGeom prst="line">
              <a:avLst/>
            </a:prstGeom>
            <a:ln w="9525" cap="flat" cmpd="sng">
              <a:solidFill>
                <a:schemeClr val="tx1"/>
              </a:solidFill>
              <a:prstDash val="solid"/>
              <a:headEnd type="none" w="med" len="med"/>
              <a:tailEnd type="none" w="med" len="med"/>
            </a:ln>
          </p:spPr>
        </p:sp>
        <p:sp>
          <p:nvSpPr>
            <p:cNvPr id="10349" name="Line 1153"/>
            <p:cNvSpPr/>
            <p:nvPr/>
          </p:nvSpPr>
          <p:spPr>
            <a:xfrm>
              <a:off x="4611" y="1293"/>
              <a:ext cx="63" cy="69"/>
            </a:xfrm>
            <a:prstGeom prst="line">
              <a:avLst/>
            </a:prstGeom>
            <a:ln w="9525" cap="flat" cmpd="sng">
              <a:solidFill>
                <a:schemeClr val="tx1"/>
              </a:solidFill>
              <a:prstDash val="solid"/>
              <a:headEnd type="none" w="med" len="med"/>
              <a:tailEnd type="none" w="med" len="med"/>
            </a:ln>
          </p:spPr>
        </p:sp>
        <p:sp>
          <p:nvSpPr>
            <p:cNvPr id="10350" name="Line 1154"/>
            <p:cNvSpPr/>
            <p:nvPr/>
          </p:nvSpPr>
          <p:spPr>
            <a:xfrm>
              <a:off x="4575" y="1302"/>
              <a:ext cx="63" cy="69"/>
            </a:xfrm>
            <a:prstGeom prst="line">
              <a:avLst/>
            </a:prstGeom>
            <a:ln w="9525" cap="flat" cmpd="sng">
              <a:solidFill>
                <a:schemeClr val="tx1"/>
              </a:solidFill>
              <a:prstDash val="solid"/>
              <a:headEnd type="none" w="med" len="med"/>
              <a:tailEnd type="none" w="med" len="med"/>
            </a:ln>
          </p:spPr>
        </p:sp>
        <p:sp>
          <p:nvSpPr>
            <p:cNvPr id="10351" name="Line 1155"/>
            <p:cNvSpPr/>
            <p:nvPr/>
          </p:nvSpPr>
          <p:spPr>
            <a:xfrm>
              <a:off x="4554" y="1332"/>
              <a:ext cx="48" cy="42"/>
            </a:xfrm>
            <a:prstGeom prst="line">
              <a:avLst/>
            </a:prstGeom>
            <a:ln w="9525" cap="flat" cmpd="sng">
              <a:solidFill>
                <a:schemeClr val="tx1"/>
              </a:solidFill>
              <a:prstDash val="solid"/>
              <a:headEnd type="none" w="med" len="med"/>
              <a:tailEnd type="none" w="med" len="med"/>
            </a:ln>
          </p:spPr>
        </p:sp>
        <p:sp>
          <p:nvSpPr>
            <p:cNvPr id="10352" name="Rectangle 1156"/>
            <p:cNvSpPr/>
            <p:nvPr/>
          </p:nvSpPr>
          <p:spPr>
            <a:xfrm>
              <a:off x="5115" y="1185"/>
              <a:ext cx="51" cy="888"/>
            </a:xfrm>
            <a:prstGeom prst="rect">
              <a:avLst/>
            </a:prstGeom>
            <a:solidFill>
              <a:srgbClr val="FFFFFF"/>
            </a:solidFill>
            <a:ln w="9525">
              <a:noFill/>
            </a:ln>
          </p:spPr>
          <p:txBody>
            <a:bodyPr wrap="none" anchor="ctr" anchorCtr="0"/>
            <a:p>
              <a:endParaRPr lang="zh-CN" altLang="en-US" dirty="0">
                <a:latin typeface="Times New Roman" panose="02020603050405020304" pitchFamily="18" charset="0"/>
              </a:endParaRPr>
            </a:p>
          </p:txBody>
        </p:sp>
      </p:grpSp>
      <p:sp>
        <p:nvSpPr>
          <p:cNvPr id="48131" name="Rectangle 1027"/>
          <p:cNvSpPr>
            <a:spLocks noGrp="1"/>
          </p:cNvSpPr>
          <p:nvPr>
            <p:ph idx="1"/>
          </p:nvPr>
        </p:nvSpPr>
        <p:spPr>
          <a:xfrm>
            <a:off x="768350" y="933450"/>
            <a:ext cx="2590800" cy="847725"/>
          </a:xfrm>
          <a:noFill/>
          <a:ln>
            <a:noFill/>
          </a:ln>
        </p:spPr>
        <p:txBody>
          <a:bodyPr/>
          <a:p>
            <a:pPr>
              <a:buFontTx/>
              <a:buNone/>
            </a:pPr>
            <a:r>
              <a:rPr lang="zh-CN" altLang="en-US" sz="2800" b="1" dirty="0">
                <a:solidFill>
                  <a:srgbClr val="990033"/>
                </a:solidFill>
                <a:latin typeface="宋体" panose="02010600030101010101" pitchFamily="2" charset="-122"/>
              </a:rPr>
              <a:t>滚子轴承</a:t>
            </a:r>
            <a:endParaRPr lang="zh-CN" altLang="en-US" sz="2800" b="1" dirty="0">
              <a:solidFill>
                <a:srgbClr val="0000FF"/>
              </a:solidFill>
              <a:latin typeface="宋体" panose="02010600030101010101" pitchFamily="2" charset="-122"/>
            </a:endParaRPr>
          </a:p>
        </p:txBody>
      </p:sp>
      <p:sp>
        <p:nvSpPr>
          <p:cNvPr id="10245" name="文本框 1"/>
          <p:cNvSpPr txBox="1"/>
          <p:nvPr/>
        </p:nvSpPr>
        <p:spPr>
          <a:xfrm>
            <a:off x="1090613" y="28575"/>
            <a:ext cx="3251200" cy="892175"/>
          </a:xfrm>
          <a:prstGeom prst="rect">
            <a:avLst/>
          </a:prstGeom>
          <a:noFill/>
          <a:ln w="9525">
            <a:noFill/>
          </a:ln>
        </p:spPr>
        <p:txBody>
          <a:bodyPr>
            <a:spAutoFit/>
          </a:bodyPr>
          <a:p>
            <a:r>
              <a:rPr lang="zh-CN" altLang="en-US" sz="3200" dirty="0">
                <a:solidFill>
                  <a:schemeClr val="bg1"/>
                </a:solidFill>
                <a:latin typeface="黑体" panose="02010609060101010101" pitchFamily="49" charset="-122"/>
                <a:ea typeface="黑体" panose="02010609060101010101" pitchFamily="49" charset="-122"/>
              </a:rPr>
              <a:t>滚动轴承的结构</a:t>
            </a:r>
            <a:endParaRPr lang="zh-CN" altLang="en-US" sz="3200" dirty="0">
              <a:latin typeface="Times New Roman" panose="02020603050405020304" pitchFamily="18" charset="0"/>
            </a:endParaRPr>
          </a:p>
          <a:p>
            <a:endParaRPr lang="zh-CN" altLang="en-US" dirty="0">
              <a:latin typeface="Times New Roman" panose="02020603050405020304" pitchFamily="18" charset="0"/>
            </a:endParaRPr>
          </a:p>
        </p:txBody>
      </p:sp>
      <p:pic>
        <p:nvPicPr>
          <p:cNvPr id="114" name="Picture 148" descr="back1">
            <a:hlinkClick r:id="" action="ppaction://hlinkshowjump?jump=previousslide"/>
          </p:cNvPr>
          <p:cNvPicPr>
            <a:picLocks noChangeAspect="1"/>
          </p:cNvPicPr>
          <p:nvPr/>
        </p:nvPicPr>
        <p:blipFill>
          <a:blip r:embed="rId3"/>
          <a:stretch>
            <a:fillRect/>
          </a:stretch>
        </p:blipFill>
        <p:spPr>
          <a:xfrm>
            <a:off x="8324850" y="6551613"/>
            <a:ext cx="306388" cy="306387"/>
          </a:xfrm>
          <a:prstGeom prst="rect">
            <a:avLst/>
          </a:prstGeom>
          <a:noFill/>
          <a:ln w="9525">
            <a:noFill/>
          </a:ln>
        </p:spPr>
      </p:pic>
      <p:pic>
        <p:nvPicPr>
          <p:cNvPr id="115" name="Picture 149" descr="NEXT1">
            <a:hlinkClick r:id="" action="ppaction://hlinkshowjump?jump=nextslide"/>
          </p:cNvPr>
          <p:cNvPicPr>
            <a:picLocks noChangeAspect="1"/>
          </p:cNvPicPr>
          <p:nvPr/>
        </p:nvPicPr>
        <p:blipFill>
          <a:blip r:embed="rId4"/>
          <a:stretch>
            <a:fillRect/>
          </a:stretch>
        </p:blipFill>
        <p:spPr>
          <a:xfrm>
            <a:off x="8745538" y="6551613"/>
            <a:ext cx="306387" cy="306387"/>
          </a:xfrm>
          <a:prstGeom prst="rect">
            <a:avLst/>
          </a:prstGeom>
          <a:noFill/>
          <a:ln w="9525">
            <a:noFill/>
          </a:ln>
        </p:spPr>
      </p:pic>
      <p:pic>
        <p:nvPicPr>
          <p:cNvPr id="116" name="Picture 150" descr="rewind1">
            <a:hlinkClick r:id="" action="ppaction://hlinkshowjump?jump=firstslide"/>
          </p:cNvPr>
          <p:cNvPicPr>
            <a:picLocks noChangeAspect="1"/>
          </p:cNvPicPr>
          <p:nvPr/>
        </p:nvPicPr>
        <p:blipFill>
          <a:blip r:embed="rId5"/>
          <a:stretch>
            <a:fillRect/>
          </a:stretch>
        </p:blipFill>
        <p:spPr>
          <a:xfrm>
            <a:off x="7875588" y="6551613"/>
            <a:ext cx="306387" cy="306387"/>
          </a:xfrm>
          <a:prstGeom prst="rect">
            <a:avLst/>
          </a:prstGeom>
          <a:noFill/>
          <a:ln w="9525">
            <a:noFill/>
          </a:ln>
        </p:spPr>
      </p:pic>
      <p:sp>
        <p:nvSpPr>
          <p:cNvPr id="5" name="直接连接符 6"/>
          <p:cNvSpPr>
            <a:spLocks noChangeShapeType="1"/>
          </p:cNvSpPr>
          <p:nvPr/>
        </p:nvSpPr>
        <p:spPr bwMode="auto">
          <a:xfrm>
            <a:off x="0" y="765175"/>
            <a:ext cx="9144000" cy="0"/>
          </a:xfrm>
          <a:prstGeom prst="line">
            <a:avLst/>
          </a:prstGeom>
          <a:noFill/>
          <a:ln w="28575">
            <a:solidFill>
              <a:srgbClr val="CC3300"/>
            </a:solidFill>
            <a:miter lim="800000"/>
          </a:ln>
          <a:extLst>
            <a:ext uri="{909E8E84-426E-40DD-AFC4-6F175D3DCCD1}">
              <a14:hiddenFill xmlns:a14="http://schemas.microsoft.com/office/drawing/2010/main">
                <a:noFill/>
              </a14:hiddenFill>
            </a:ext>
          </a:extLst>
        </p:spPr>
        <p:txBody>
          <a:bodyPr/>
          <a:lstStyle/>
          <a:p>
            <a:endParaRPr lang="zh-CN" altLang="en-US"/>
          </a:p>
        </p:txBody>
      </p:sp>
      <p:sp>
        <p:nvSpPr>
          <p:cNvPr id="6" name="Rectangle 10"/>
          <p:cNvSpPr>
            <a:spLocks noChangeArrowheads="1"/>
          </p:cNvSpPr>
          <p:nvPr/>
        </p:nvSpPr>
        <p:spPr bwMode="auto">
          <a:xfrm>
            <a:off x="5457354" y="131243"/>
            <a:ext cx="3505200" cy="549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tIns="36000" bIns="72000" anchor="ctr" anchorCtr="1"/>
          <a:lstStyle>
            <a:lvl1pPr eaLnBrk="0" hangingPunct="0">
              <a:defRPr kumimoji="1" sz="2000">
                <a:solidFill>
                  <a:srgbClr val="000099"/>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rgbClr val="000099"/>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rgbClr val="000099"/>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rgbClr val="000099"/>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lnSpc>
                <a:spcPct val="100000"/>
              </a:lnSpc>
              <a:buFontTx/>
              <a:buNone/>
            </a:pPr>
            <a:r>
              <a:rPr lang="en-US" altLang="zh-CN" sz="3000" dirty="0" smtClean="0">
                <a:solidFill>
                  <a:srgbClr val="CC3300"/>
                </a:solidFill>
                <a:latin typeface="黑体" panose="02010609060101010101" pitchFamily="49" charset="-122"/>
                <a:ea typeface="黑体" panose="02010609060101010101" pitchFamily="49" charset="-122"/>
              </a:rPr>
              <a:t>3.6-1 </a:t>
            </a:r>
            <a:r>
              <a:rPr lang="zh-CN" altLang="en-US" sz="3000" dirty="0">
                <a:solidFill>
                  <a:srgbClr val="CC3300"/>
                </a:solidFill>
                <a:latin typeface="黑体" panose="02010609060101010101" pitchFamily="49" charset="-122"/>
                <a:ea typeface="黑体" panose="02010609060101010101" pitchFamily="49" charset="-122"/>
              </a:rPr>
              <a:t>概</a:t>
            </a:r>
            <a:r>
              <a:rPr lang="en-US" altLang="zh-CN" sz="3000" dirty="0">
                <a:solidFill>
                  <a:srgbClr val="CC3300"/>
                </a:solidFill>
                <a:latin typeface="黑体" panose="02010609060101010101" pitchFamily="49" charset="-122"/>
                <a:ea typeface="黑体" panose="02010609060101010101" pitchFamily="49" charset="-122"/>
              </a:rPr>
              <a:t> </a:t>
            </a:r>
            <a:r>
              <a:rPr lang="zh-CN" altLang="en-US" sz="3000" dirty="0">
                <a:solidFill>
                  <a:srgbClr val="CC3300"/>
                </a:solidFill>
                <a:latin typeface="黑体" panose="02010609060101010101" pitchFamily="49" charset="-122"/>
                <a:ea typeface="黑体" panose="02010609060101010101" pitchFamily="49" charset="-122"/>
              </a:rPr>
              <a:t>述</a:t>
            </a:r>
            <a:endParaRPr lang="zh-CN" altLang="en-US" sz="3000" dirty="0">
              <a:solidFill>
                <a:srgbClr val="CC3300"/>
              </a:solidFill>
              <a:latin typeface="黑体" panose="02010609060101010101" pitchFamily="49" charset="-122"/>
              <a:ea typeface="黑体" panose="02010609060101010101" pitchFamily="49" charset="-122"/>
            </a:endParaRPr>
          </a:p>
        </p:txBody>
      </p:sp>
    </p:spTree>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48131">
                                            <p:txEl>
                                              <p:charRg st="0" end="5"/>
                                            </p:txEl>
                                          </p:spTgt>
                                        </p:tgtEl>
                                        <p:attrNameLst>
                                          <p:attrName>style.visibility</p:attrName>
                                        </p:attrNameLst>
                                      </p:cBhvr>
                                      <p:to>
                                        <p:strVal val="visible"/>
                                      </p:to>
                                    </p:set>
                                    <p:animEffect transition="in" filter="wipe(left)">
                                      <p:cBhvr>
                                        <p:cTn id="7" dur="500"/>
                                        <p:tgtEl>
                                          <p:spTgt spid="48131">
                                            <p:txEl>
                                              <p:charRg st="0" end="5"/>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nodeType="clickEffect">
                                  <p:stCondLst>
                                    <p:cond delay="0"/>
                                  </p:stCondLst>
                                  <p:childTnLst>
                                    <p:set>
                                      <p:cBhvr>
                                        <p:cTn id="11" dur="1" fill="hold">
                                          <p:stCondLst>
                                            <p:cond delay="0"/>
                                          </p:stCondLst>
                                        </p:cTn>
                                        <p:tgtEl>
                                          <p:spTgt spid="48152"/>
                                        </p:tgtEl>
                                        <p:attrNameLst>
                                          <p:attrName>style.visibility</p:attrName>
                                        </p:attrNameLst>
                                      </p:cBhvr>
                                      <p:to>
                                        <p:strVal val="visible"/>
                                      </p:to>
                                    </p:set>
                                    <p:animEffect transition="in" filter="wipe(up)">
                                      <p:cBhvr>
                                        <p:cTn id="12" dur="500"/>
                                        <p:tgtEl>
                                          <p:spTgt spid="48152"/>
                                        </p:tgtEl>
                                      </p:cBhvr>
                                    </p:animEffect>
                                  </p:childTnLst>
                                </p:cTn>
                              </p:par>
                            </p:childTnLst>
                          </p:cTn>
                        </p:par>
                      </p:childTnLst>
                    </p:cTn>
                  </p:par>
                  <p:par>
                    <p:cTn id="13" fill="hold">
                      <p:stCondLst>
                        <p:cond delay="indefinite"/>
                      </p:stCondLst>
                      <p:childTnLst>
                        <p:par>
                          <p:cTn id="14" fill="hold">
                            <p:stCondLst>
                              <p:cond delay="0"/>
                            </p:stCondLst>
                            <p:childTnLst>
                              <p:par>
                                <p:cTn id="15" presetID="23" presetClass="entr" presetSubtype="288" fill="hold" nodeType="clickEffect">
                                  <p:stCondLst>
                                    <p:cond delay="0"/>
                                  </p:stCondLst>
                                  <p:childTnLst>
                                    <p:set>
                                      <p:cBhvr>
                                        <p:cTn id="16" dur="1" fill="hold">
                                          <p:stCondLst>
                                            <p:cond delay="0"/>
                                          </p:stCondLst>
                                        </p:cTn>
                                        <p:tgtEl>
                                          <p:spTgt spid="48261"/>
                                        </p:tgtEl>
                                        <p:attrNameLst>
                                          <p:attrName>style.visibility</p:attrName>
                                        </p:attrNameLst>
                                      </p:cBhvr>
                                      <p:to>
                                        <p:strVal val="visible"/>
                                      </p:to>
                                    </p:set>
                                    <p:anim calcmode="lin" valueType="num">
                                      <p:cBhvr>
                                        <p:cTn id="17" dur="500" fill="hold"/>
                                        <p:tgtEl>
                                          <p:spTgt spid="48261"/>
                                        </p:tgtEl>
                                        <p:attrNameLst>
                                          <p:attrName>ppt_w</p:attrName>
                                        </p:attrNameLst>
                                      </p:cBhvr>
                                      <p:tavLst>
                                        <p:tav tm="0">
                                          <p:val>
                                            <p:strVal val="4/3*#ppt_w"/>
                                          </p:val>
                                        </p:tav>
                                        <p:tav tm="100000">
                                          <p:val>
                                            <p:strVal val="#ppt_w"/>
                                          </p:val>
                                        </p:tav>
                                      </p:tavLst>
                                    </p:anim>
                                    <p:anim calcmode="lin" valueType="num">
                                      <p:cBhvr>
                                        <p:cTn id="18" dur="500" fill="hold"/>
                                        <p:tgtEl>
                                          <p:spTgt spid="48261"/>
                                        </p:tgtEl>
                                        <p:attrNameLst>
                                          <p:attrName>ppt_h</p:attrName>
                                        </p:attrNameLst>
                                      </p:cBhvr>
                                      <p:tavLst>
                                        <p:tav tm="0">
                                          <p:val>
                                            <p:strVal val="4/3*#ppt_h"/>
                                          </p:val>
                                        </p:tav>
                                        <p:tav tm="100000">
                                          <p:val>
                                            <p:strVal val="#ppt_h"/>
                                          </p:val>
                                        </p:tav>
                                      </p:tavLst>
                                    </p:anim>
                                  </p:childTnLst>
                                </p:cTn>
                              </p:par>
                            </p:childTnLst>
                          </p:cTn>
                        </p:par>
                        <p:par>
                          <p:cTn id="19" fill="hold">
                            <p:stCondLst>
                              <p:cond delay="500"/>
                            </p:stCondLst>
                            <p:childTnLst>
                              <p:par>
                                <p:cTn id="20" presetID="1" presetClass="entr" presetSubtype="0" fill="hold" nodeType="afterEffect">
                                  <p:stCondLst>
                                    <p:cond delay="0"/>
                                  </p:stCondLst>
                                  <p:childTnLst>
                                    <p:set>
                                      <p:cBhvr>
                                        <p:cTn id="21" dur="1" fill="hold">
                                          <p:stCondLst>
                                            <p:cond delay="499"/>
                                          </p:stCondLst>
                                        </p:cTn>
                                        <p:tgtEl>
                                          <p:spTgt spid="115"/>
                                        </p:tgtEl>
                                        <p:attrNameLst>
                                          <p:attrName>style.visibility</p:attrName>
                                        </p:attrNameLst>
                                      </p:cBhvr>
                                      <p:to>
                                        <p:strVal val="visible"/>
                                      </p:to>
                                    </p:set>
                                  </p:childTnLst>
                                </p:cTn>
                              </p:par>
                            </p:childTnLst>
                          </p:cTn>
                        </p:par>
                        <p:par>
                          <p:cTn id="22" fill="hold">
                            <p:stCondLst>
                              <p:cond delay="1000"/>
                            </p:stCondLst>
                            <p:childTnLst>
                              <p:par>
                                <p:cTn id="23" presetID="1" presetClass="entr" presetSubtype="0" fill="hold" nodeType="afterEffect">
                                  <p:stCondLst>
                                    <p:cond delay="0"/>
                                  </p:stCondLst>
                                  <p:childTnLst>
                                    <p:set>
                                      <p:cBhvr>
                                        <p:cTn id="24" dur="1" fill="hold">
                                          <p:stCondLst>
                                            <p:cond delay="499"/>
                                          </p:stCondLst>
                                        </p:cTn>
                                        <p:tgtEl>
                                          <p:spTgt spid="114"/>
                                        </p:tgtEl>
                                        <p:attrNameLst>
                                          <p:attrName>style.visibility</p:attrName>
                                        </p:attrNameLst>
                                      </p:cBhvr>
                                      <p:to>
                                        <p:strVal val="visible"/>
                                      </p:to>
                                    </p:set>
                                  </p:childTnLst>
                                </p:cTn>
                              </p:par>
                            </p:childTnLst>
                          </p:cTn>
                        </p:par>
                        <p:par>
                          <p:cTn id="25" fill="hold">
                            <p:stCondLst>
                              <p:cond delay="1500"/>
                            </p:stCondLst>
                            <p:childTnLst>
                              <p:par>
                                <p:cTn id="26" presetID="2" presetClass="entr" presetSubtype="8" fill="hold" nodeType="afterEffect">
                                  <p:stCondLst>
                                    <p:cond delay="0"/>
                                  </p:stCondLst>
                                  <p:childTnLst>
                                    <p:set>
                                      <p:cBhvr>
                                        <p:cTn id="27" dur="1" fill="hold">
                                          <p:stCondLst>
                                            <p:cond delay="0"/>
                                          </p:stCondLst>
                                        </p:cTn>
                                        <p:tgtEl>
                                          <p:spTgt spid="116"/>
                                        </p:tgtEl>
                                        <p:attrNameLst>
                                          <p:attrName>style.visibility</p:attrName>
                                        </p:attrNameLst>
                                      </p:cBhvr>
                                      <p:to>
                                        <p:strVal val="visible"/>
                                      </p:to>
                                    </p:set>
                                    <p:anim calcmode="lin" valueType="num">
                                      <p:cBhvr additive="base">
                                        <p:cTn id="28" dur="500" fill="hold"/>
                                        <p:tgtEl>
                                          <p:spTgt spid="116"/>
                                        </p:tgtEl>
                                        <p:attrNameLst>
                                          <p:attrName>ppt_x</p:attrName>
                                        </p:attrNameLst>
                                      </p:cBhvr>
                                      <p:tavLst>
                                        <p:tav tm="0">
                                          <p:val>
                                            <p:strVal val="0-#ppt_w/2"/>
                                          </p:val>
                                        </p:tav>
                                        <p:tav tm="100000">
                                          <p:val>
                                            <p:strVal val="#ppt_x"/>
                                          </p:val>
                                        </p:tav>
                                      </p:tavLst>
                                    </p:anim>
                                    <p:anim calcmode="lin" valueType="num">
                                      <p:cBhvr additive="base">
                                        <p:cTn id="29" dur="500" fill="hold"/>
                                        <p:tgtEl>
                                          <p:spTgt spid="11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8131"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Grp="1" noChangeArrowheads="1"/>
          </p:cNvSpPr>
          <p:nvPr>
            <p:ph type="title"/>
          </p:nvPr>
        </p:nvSpPr>
        <p:spPr bwMode="auto">
          <a:xfrm>
            <a:off x="5105400" y="762000"/>
            <a:ext cx="1295400" cy="152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eaLnBrk="1" hangingPunct="1"/>
            <a:r>
              <a:rPr lang="zh-CN" altLang="en-US" sz="400" smtClean="0">
                <a:solidFill>
                  <a:schemeClr val="bg1"/>
                </a:solidFill>
                <a:latin typeface="华文中宋" panose="02010600040101010101" pitchFamily="2" charset="-122"/>
                <a:ea typeface="华文中宋" panose="02010600040101010101" pitchFamily="2" charset="-122"/>
              </a:rPr>
              <a:t>类型和代号</a:t>
            </a:r>
            <a:r>
              <a:rPr lang="en-US" altLang="zh-CN" sz="400" smtClean="0">
                <a:solidFill>
                  <a:schemeClr val="bg1"/>
                </a:solidFill>
                <a:latin typeface="宋体" panose="02010600030101010101" pitchFamily="2" charset="-122"/>
              </a:rPr>
              <a:t>1</a:t>
            </a:r>
            <a:endParaRPr lang="en-US" altLang="zh-CN" sz="400" smtClean="0">
              <a:solidFill>
                <a:schemeClr val="bg1"/>
              </a:solidFill>
              <a:latin typeface="宋体" panose="02010600030101010101" pitchFamily="2" charset="-122"/>
            </a:endParaRPr>
          </a:p>
        </p:txBody>
      </p:sp>
      <p:sp>
        <p:nvSpPr>
          <p:cNvPr id="13316" name="Text Box 5"/>
          <p:cNvSpPr txBox="1">
            <a:spLocks noChangeArrowheads="1"/>
          </p:cNvSpPr>
          <p:nvPr/>
        </p:nvSpPr>
        <p:spPr bwMode="auto">
          <a:xfrm>
            <a:off x="365125" y="685800"/>
            <a:ext cx="8474075" cy="4985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a:solidFill>
                  <a:srgbClr val="000099"/>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rgbClr val="000099"/>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rgbClr val="000099"/>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rgbClr val="000099"/>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buFontTx/>
              <a:buNone/>
            </a:pPr>
            <a:r>
              <a:rPr lang="zh-CN" altLang="en-US" sz="2200" dirty="0">
                <a:solidFill>
                  <a:srgbClr val="C00000"/>
                </a:solidFill>
                <a:latin typeface="黑体" panose="02010609060101010101" pitchFamily="49" charset="-122"/>
                <a:ea typeface="黑体" panose="02010609060101010101" pitchFamily="49" charset="-122"/>
              </a:rPr>
              <a:t>一、滚动轴承的分类</a:t>
            </a:r>
            <a:endParaRPr lang="zh-CN" altLang="en-US" sz="2200" dirty="0">
              <a:solidFill>
                <a:srgbClr val="C00000"/>
              </a:solidFill>
              <a:latin typeface="黑体" panose="02010609060101010101" pitchFamily="49" charset="-122"/>
              <a:ea typeface="黑体" panose="02010609060101010101" pitchFamily="49" charset="-122"/>
            </a:endParaRPr>
          </a:p>
        </p:txBody>
      </p:sp>
      <p:sp>
        <p:nvSpPr>
          <p:cNvPr id="13319" name="Text Box 53"/>
          <p:cNvSpPr txBox="1">
            <a:spLocks noChangeArrowheads="1"/>
          </p:cNvSpPr>
          <p:nvPr/>
        </p:nvSpPr>
        <p:spPr bwMode="auto">
          <a:xfrm>
            <a:off x="440608" y="1181087"/>
            <a:ext cx="6479659"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000">
                <a:solidFill>
                  <a:srgbClr val="000099"/>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rgbClr val="000099"/>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rgbClr val="000099"/>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rgbClr val="000099"/>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lnSpc>
                <a:spcPct val="100000"/>
              </a:lnSpc>
              <a:buFontTx/>
              <a:buNone/>
            </a:pPr>
            <a:r>
              <a:rPr lang="en-US" altLang="zh-CN" sz="2200" dirty="0">
                <a:solidFill>
                  <a:srgbClr val="CC3300"/>
                </a:solidFill>
                <a:latin typeface="黑体" panose="02010609060101010101" pitchFamily="49" charset="-122"/>
                <a:ea typeface="黑体" panose="02010609060101010101" pitchFamily="49" charset="-122"/>
              </a:rPr>
              <a:t>◆ </a:t>
            </a:r>
            <a:r>
              <a:rPr lang="zh-CN" altLang="en-US" sz="2200" dirty="0">
                <a:solidFill>
                  <a:srgbClr val="0000FF"/>
                </a:solidFill>
                <a:latin typeface="黑体" panose="02010609060101010101" pitchFamily="49" charset="-122"/>
                <a:ea typeface="黑体" panose="02010609060101010101" pitchFamily="49" charset="-122"/>
              </a:rPr>
              <a:t>按可承受的外载荷分类：向心轴承、推力轴承</a:t>
            </a:r>
            <a:r>
              <a:rPr lang="zh-CN" altLang="en-US" sz="2200" dirty="0">
                <a:latin typeface="黑体" panose="02010609060101010101" pitchFamily="49" charset="-122"/>
                <a:ea typeface="黑体" panose="02010609060101010101" pitchFamily="49" charset="-122"/>
              </a:rPr>
              <a:t>；</a:t>
            </a:r>
            <a:endParaRPr lang="zh-CN" altLang="en-US" sz="2200" dirty="0">
              <a:latin typeface="黑体" panose="02010609060101010101" pitchFamily="49" charset="-122"/>
              <a:ea typeface="黑体" panose="02010609060101010101" pitchFamily="49" charset="-122"/>
            </a:endParaRPr>
          </a:p>
        </p:txBody>
      </p:sp>
      <p:pic>
        <p:nvPicPr>
          <p:cNvPr id="13323" name="Picture 12"/>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440762" y="2079723"/>
            <a:ext cx="6896100" cy="3140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324" name="Text Box 53"/>
          <p:cNvSpPr txBox="1">
            <a:spLocks noChangeArrowheads="1"/>
          </p:cNvSpPr>
          <p:nvPr/>
        </p:nvSpPr>
        <p:spPr bwMode="auto">
          <a:xfrm>
            <a:off x="843059" y="1608663"/>
            <a:ext cx="6955750"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000">
                <a:solidFill>
                  <a:srgbClr val="000099"/>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rgbClr val="000099"/>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rgbClr val="000099"/>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rgbClr val="000099"/>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lnSpc>
                <a:spcPct val="100000"/>
              </a:lnSpc>
              <a:buFontTx/>
              <a:buNone/>
            </a:pPr>
            <a:r>
              <a:rPr lang="zh-CN" altLang="en-US" sz="2200" dirty="0">
                <a:latin typeface="Tahoma" panose="020B0604030504040204" pitchFamily="34" charset="0"/>
              </a:rPr>
              <a:t>向心轴承又可分为：径向接触轴承和角接触向心轴承；</a:t>
            </a:r>
            <a:endParaRPr lang="zh-CN" altLang="en-US" sz="2200" dirty="0">
              <a:latin typeface="Tahoma" panose="020B0604030504040204" pitchFamily="34" charset="0"/>
            </a:endParaRPr>
          </a:p>
        </p:txBody>
      </p:sp>
      <p:sp>
        <p:nvSpPr>
          <p:cNvPr id="13325" name="矩形 13"/>
          <p:cNvSpPr>
            <a:spLocks noChangeArrowheads="1"/>
          </p:cNvSpPr>
          <p:nvPr/>
        </p:nvSpPr>
        <p:spPr bwMode="auto">
          <a:xfrm>
            <a:off x="646999" y="4452182"/>
            <a:ext cx="1570037" cy="395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000">
                <a:solidFill>
                  <a:srgbClr val="000099"/>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rgbClr val="000099"/>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rgbClr val="000099"/>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rgbClr val="000099"/>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buFontTx/>
              <a:buNone/>
            </a:pPr>
            <a:r>
              <a:rPr lang="zh-CN" altLang="en-US" sz="1800" dirty="0"/>
              <a:t>径向接触轴承</a:t>
            </a:r>
            <a:endParaRPr lang="zh-CN" altLang="en-US" sz="1800" dirty="0"/>
          </a:p>
        </p:txBody>
      </p:sp>
      <p:sp>
        <p:nvSpPr>
          <p:cNvPr id="13326" name="矩形 14"/>
          <p:cNvSpPr>
            <a:spLocks noChangeArrowheads="1"/>
          </p:cNvSpPr>
          <p:nvPr/>
        </p:nvSpPr>
        <p:spPr bwMode="auto">
          <a:xfrm>
            <a:off x="3130691" y="4391829"/>
            <a:ext cx="1108075" cy="395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000">
                <a:solidFill>
                  <a:srgbClr val="000099"/>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rgbClr val="000099"/>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rgbClr val="000099"/>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rgbClr val="000099"/>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buFontTx/>
              <a:buNone/>
            </a:pPr>
            <a:r>
              <a:rPr lang="zh-CN" altLang="en-US" sz="1800" dirty="0"/>
              <a:t>推力轴承</a:t>
            </a:r>
            <a:endParaRPr lang="zh-CN" altLang="en-US" sz="1800" dirty="0"/>
          </a:p>
        </p:txBody>
      </p:sp>
      <p:sp>
        <p:nvSpPr>
          <p:cNvPr id="13327" name="矩形 15"/>
          <p:cNvSpPr>
            <a:spLocks noChangeArrowheads="1"/>
          </p:cNvSpPr>
          <p:nvPr/>
        </p:nvSpPr>
        <p:spPr bwMode="auto">
          <a:xfrm>
            <a:off x="5119731" y="5181770"/>
            <a:ext cx="1800225" cy="395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000">
                <a:solidFill>
                  <a:srgbClr val="000099"/>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rgbClr val="000099"/>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rgbClr val="000099"/>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rgbClr val="000099"/>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buFontTx/>
              <a:buNone/>
            </a:pPr>
            <a:r>
              <a:rPr lang="zh-CN" altLang="en-US" sz="1800" dirty="0"/>
              <a:t>角接触向心轴承</a:t>
            </a:r>
            <a:endParaRPr lang="zh-CN" altLang="en-US" sz="1800" dirty="0"/>
          </a:p>
        </p:txBody>
      </p:sp>
      <p:sp>
        <p:nvSpPr>
          <p:cNvPr id="13328" name="直接连接符 6"/>
          <p:cNvSpPr>
            <a:spLocks noChangeShapeType="1"/>
          </p:cNvSpPr>
          <p:nvPr/>
        </p:nvSpPr>
        <p:spPr bwMode="auto">
          <a:xfrm>
            <a:off x="0" y="685662"/>
            <a:ext cx="9144000" cy="0"/>
          </a:xfrm>
          <a:prstGeom prst="line">
            <a:avLst/>
          </a:prstGeom>
          <a:noFill/>
          <a:ln w="28575">
            <a:solidFill>
              <a:srgbClr val="CC3300"/>
            </a:solidFill>
            <a:miter lim="800000"/>
          </a:ln>
          <a:extLst>
            <a:ext uri="{909E8E84-426E-40DD-AFC4-6F175D3DCCD1}">
              <a14:hiddenFill xmlns:a14="http://schemas.microsoft.com/office/drawing/2010/main">
                <a:noFill/>
              </a14:hiddenFill>
            </a:ext>
          </a:extLst>
        </p:spPr>
        <p:txBody>
          <a:bodyPr/>
          <a:lstStyle/>
          <a:p>
            <a:endParaRPr lang="zh-CN" altLang="en-US"/>
          </a:p>
        </p:txBody>
      </p:sp>
      <p:sp>
        <p:nvSpPr>
          <p:cNvPr id="11305" name="Text Box 41"/>
          <p:cNvSpPr txBox="1">
            <a:spLocks noChangeArrowheads="1"/>
          </p:cNvSpPr>
          <p:nvPr/>
        </p:nvSpPr>
        <p:spPr bwMode="auto">
          <a:xfrm>
            <a:off x="440690" y="5591175"/>
            <a:ext cx="8703310" cy="829945"/>
          </a:xfrm>
          <a:prstGeom prst="rect">
            <a:avLst/>
          </a:prstGeom>
          <a:solidFill>
            <a:schemeClr val="accent1">
              <a:lumMod val="40000"/>
              <a:lumOff val="60000"/>
            </a:schemeClr>
          </a:solidFill>
          <a:ln w="9525">
            <a:solidFill>
              <a:srgbClr val="000000"/>
            </a:solidFill>
            <a:miter lim="800000"/>
          </a:ln>
          <a:effectLst>
            <a:outerShdw blurRad="50800" dist="38100" dir="13500000" algn="br" rotWithShape="0">
              <a:prstClr val="black">
                <a:alpha val="40000"/>
              </a:prstClr>
            </a:outerShdw>
          </a:effectLst>
        </p:spPr>
        <p:txBody>
          <a:bodyPr wrap="square">
            <a:spAutoFit/>
          </a:bodyPr>
          <a:lstStyle>
            <a:lvl1pPr eaLnBrk="0" hangingPunct="0">
              <a:defRPr kumimoji="1" sz="2000">
                <a:solidFill>
                  <a:srgbClr val="000099"/>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rgbClr val="000099"/>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rgbClr val="000099"/>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rgbClr val="000099"/>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9pPr>
          </a:lstStyle>
          <a:p>
            <a:pPr marL="0" indent="0" eaLnBrk="1" latinLnBrk="0" hangingPunct="1">
              <a:lnSpc>
                <a:spcPct val="120000"/>
              </a:lnSpc>
              <a:buFontTx/>
              <a:buNone/>
            </a:pPr>
            <a:r>
              <a:rPr lang="en-US" altLang="zh-CN" i="1" dirty="0" smtClean="0">
                <a:solidFill>
                  <a:srgbClr val="FF0000"/>
                </a:solidFill>
              </a:rPr>
              <a:t>α</a:t>
            </a:r>
            <a:r>
              <a:rPr lang="en-US" altLang="zh-CN" dirty="0" smtClean="0">
                <a:solidFill>
                  <a:srgbClr val="FF0000"/>
                </a:solidFill>
              </a:rPr>
              <a:t>: </a:t>
            </a:r>
            <a:r>
              <a:rPr lang="zh-CN" altLang="en-US" dirty="0" smtClean="0">
                <a:solidFill>
                  <a:srgbClr val="FF0000"/>
                </a:solidFill>
              </a:rPr>
              <a:t>轴承</a:t>
            </a:r>
            <a:r>
              <a:rPr lang="zh-CN" altLang="en-US" dirty="0">
                <a:solidFill>
                  <a:srgbClr val="FF0000"/>
                </a:solidFill>
              </a:rPr>
              <a:t>的接触角</a:t>
            </a:r>
            <a:r>
              <a:rPr lang="zh-CN" altLang="en-US" dirty="0" smtClean="0">
                <a:solidFill>
                  <a:srgbClr val="FF0000"/>
                </a:solidFill>
              </a:rPr>
              <a:t>，</a:t>
            </a:r>
            <a:r>
              <a:rPr lang="zh-CN" altLang="en-US" dirty="0" smtClean="0"/>
              <a:t>滚动体与外圈滚道接触点处的法线与径向的夹角</a:t>
            </a:r>
            <a:endParaRPr lang="en-US" altLang="zh-CN" dirty="0" smtClean="0"/>
          </a:p>
          <a:p>
            <a:pPr marL="0" indent="0" eaLnBrk="1" latinLnBrk="0" hangingPunct="1">
              <a:lnSpc>
                <a:spcPct val="120000"/>
              </a:lnSpc>
              <a:buFontTx/>
              <a:buNone/>
            </a:pPr>
            <a:r>
              <a:rPr lang="en-US" altLang="zh-CN" i="1" dirty="0" smtClean="0">
                <a:solidFill>
                  <a:srgbClr val="FF0000"/>
                </a:solidFill>
              </a:rPr>
              <a:t>β</a:t>
            </a:r>
            <a:r>
              <a:rPr lang="en-US" altLang="zh-CN" dirty="0" smtClean="0">
                <a:solidFill>
                  <a:srgbClr val="FF0000"/>
                </a:solidFill>
              </a:rPr>
              <a:t>: </a:t>
            </a:r>
            <a:r>
              <a:rPr lang="zh-CN" altLang="en-US" dirty="0" smtClean="0">
                <a:solidFill>
                  <a:srgbClr val="FF0000"/>
                </a:solidFill>
              </a:rPr>
              <a:t>轴承载荷角，</a:t>
            </a:r>
            <a:r>
              <a:rPr lang="zh-CN" altLang="en-US" dirty="0" smtClean="0"/>
              <a:t>轴承实际所承受的径向载荷与轴向载荷的合力与径向的夹角</a:t>
            </a:r>
            <a:r>
              <a:rPr lang="zh-CN" altLang="en-US" dirty="0"/>
              <a:t>。</a:t>
            </a:r>
            <a:endParaRPr lang="zh-CN" altLang="en-US" dirty="0"/>
          </a:p>
        </p:txBody>
      </p:sp>
      <mc:AlternateContent xmlns:mc="http://schemas.openxmlformats.org/markup-compatibility/2006">
        <mc:Choice xmlns:a14="http://schemas.microsoft.com/office/drawing/2010/main" Requires="a14">
          <p:sp>
            <p:nvSpPr>
              <p:cNvPr id="2" name="文本框 1"/>
              <p:cNvSpPr txBox="1"/>
              <p:nvPr/>
            </p:nvSpPr>
            <p:spPr>
              <a:xfrm>
                <a:off x="742950" y="5166360"/>
                <a:ext cx="1139190" cy="437515"/>
              </a:xfrm>
              <a:prstGeom prst="rect">
                <a:avLst/>
              </a:prstGeom>
              <a:noFill/>
              <a:ln>
                <a:noFill/>
              </a:ln>
              <a:extLst>
                <a:ext uri="{909E8E84-426E-40DD-AFC4-6F175D3DCCD1}">
                  <a14:hiddenFill xmlns:a14="http://schemas.microsoft.com/office/drawing/2010/main">
                    <a:solidFill>
                      <a:schemeClr val="tx2">
                        <a:lumMod val="20000"/>
                        <a:lumOff val="80000"/>
                      </a:schemeClr>
                    </a:solidFill>
                  </a14:hiddenFill>
                </a:ext>
              </a:extLst>
            </p:spPr>
            <p:txBody>
              <a:bodyPr wrap="square" rtlCol="0">
                <a:noAutofit/>
              </a:bodyPr>
              <a:lstStyle/>
              <a:p>
                <a:pPr>
                  <a:buNone/>
                </a:pPr>
                <a14:m>
                  <m:oMathPara xmlns:m="http://schemas.openxmlformats.org/officeDocument/2006/math">
                    <m:oMathParaPr>
                      <m:jc m:val="centerGroup"/>
                    </m:oMathParaPr>
                    <m:oMath xmlns:m="http://schemas.openxmlformats.org/officeDocument/2006/math">
                      <m:r>
                        <a:rPr lang="zh-CN" altLang="en-US" sz="2200" i="1" smtClean="0">
                          <a:latin typeface="Cambria Math" panose="02040503050406030204" pitchFamily="18" charset="0"/>
                        </a:rPr>
                        <m:t>𝛼</m:t>
                      </m:r>
                      <m:r>
                        <a:rPr lang="en-US" altLang="zh-CN" sz="2200" b="0" i="1" smtClean="0">
                          <a:latin typeface="Cambria Math" panose="02040503050406030204" pitchFamily="18" charset="0"/>
                        </a:rPr>
                        <m:t>=</m:t>
                      </m:r>
                      <m:r>
                        <a:rPr lang="en-US" altLang="zh-CN" sz="2200" b="0" i="1" smtClean="0">
                          <a:latin typeface="Cambria Math" panose="02040503050406030204" pitchFamily="18" charset="0"/>
                        </a:rPr>
                        <m:t>0</m:t>
                      </m:r>
                      <m:r>
                        <a:rPr lang="en-US" altLang="zh-CN" sz="2200" b="0" i="1" smtClean="0">
                          <a:latin typeface="Cambria Math" panose="02040503050406030204" pitchFamily="18" charset="0"/>
                          <a:ea typeface="Cambria Math" panose="02040503050406030204" pitchFamily="18" charset="0"/>
                        </a:rPr>
                        <m:t>°</m:t>
                      </m:r>
                    </m:oMath>
                  </m:oMathPara>
                </a14:m>
                <a:endParaRPr lang="zh-CN" altLang="en-US" sz="2200" dirty="0"/>
              </a:p>
            </p:txBody>
          </p:sp>
        </mc:Choice>
        <mc:Fallback>
          <p:sp>
            <p:nvSpPr>
              <p:cNvPr id="2" name="文本框 1"/>
              <p:cNvSpPr txBox="1">
                <a:spLocks noRot="1" noChangeAspect="1" noMove="1" noResize="1" noEditPoints="1" noAdjustHandles="1" noChangeArrowheads="1" noChangeShapeType="1" noTextEdit="1"/>
              </p:cNvSpPr>
              <p:nvPr/>
            </p:nvSpPr>
            <p:spPr>
              <a:xfrm>
                <a:off x="742950" y="5166360"/>
                <a:ext cx="1139190" cy="437515"/>
              </a:xfrm>
              <a:prstGeom prst="rect">
                <a:avLst/>
              </a:prstGeom>
              <a:blipFill rotWithShape="1">
                <a:blip r:embed="rId2"/>
                <a:stretch>
                  <a:fillRect b="-2322"/>
                </a:stretch>
              </a:blipFill>
              <a:ln>
                <a:noFill/>
              </a:ln>
              <a:extLst>
                <a:ext uri="{909E8E84-426E-40DD-AFC4-6F175D3DCCD1}">
                  <a14:hiddenFill xmlns:a14="http://schemas.microsoft.com/office/drawing/2010/main">
                    <a:solidFill>
                      <a:schemeClr val="tx2">
                        <a:lumMod val="20000"/>
                        <a:lumOff val="80000"/>
                      </a:schemeClr>
                    </a:solidFill>
                  </a14:hiddenFill>
                </a:ext>
              </a:extLst>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8" name="文本框 17"/>
              <p:cNvSpPr txBox="1"/>
              <p:nvPr/>
            </p:nvSpPr>
            <p:spPr>
              <a:xfrm>
                <a:off x="6019800" y="4450218"/>
                <a:ext cx="1779105" cy="498598"/>
              </a:xfrm>
              <a:prstGeom prst="rect">
                <a:avLst/>
              </a:prstGeom>
              <a:noFill/>
              <a:ln>
                <a:noFill/>
              </a:ln>
              <a:extLst>
                <a:ext uri="{909E8E84-426E-40DD-AFC4-6F175D3DCCD1}">
                  <a14:hiddenFill xmlns:a14="http://schemas.microsoft.com/office/drawing/2010/main">
                    <a:solidFill>
                      <a:schemeClr val="tx2">
                        <a:lumMod val="20000"/>
                        <a:lumOff val="80000"/>
                      </a:schemeClr>
                    </a:solidFill>
                  </a14:hiddenFill>
                </a:ext>
              </a:extLst>
            </p:spPr>
            <p:txBody>
              <a:bodyPr wrap="square" rtlCol="0">
                <a:spAutoFit/>
              </a:bodyPr>
              <a:lstStyle/>
              <a:p>
                <a:pPr>
                  <a:buNone/>
                </a:pPr>
                <a14:m>
                  <m:oMathPara xmlns:m="http://schemas.openxmlformats.org/officeDocument/2006/math">
                    <m:oMathParaPr>
                      <m:jc m:val="centerGroup"/>
                    </m:oMathParaPr>
                    <m:oMath xmlns:m="http://schemas.openxmlformats.org/officeDocument/2006/math">
                      <m:r>
                        <a:rPr lang="en-US" altLang="zh-CN" sz="2200" b="0" i="1" smtClean="0">
                          <a:latin typeface="Cambria Math" panose="02040503050406030204" pitchFamily="18" charset="0"/>
                        </a:rPr>
                        <m:t>0</m:t>
                      </m:r>
                      <m:r>
                        <a:rPr lang="en-US" altLang="zh-CN" sz="2200" b="0" i="1" smtClean="0">
                          <a:latin typeface="Cambria Math" panose="02040503050406030204" pitchFamily="18" charset="0"/>
                          <a:ea typeface="Cambria Math" panose="02040503050406030204" pitchFamily="18" charset="0"/>
                        </a:rPr>
                        <m:t>°&lt;</m:t>
                      </m:r>
                      <m:r>
                        <a:rPr lang="zh-CN" altLang="en-US" sz="2200" i="1" smtClean="0">
                          <a:latin typeface="Cambria Math" panose="02040503050406030204" pitchFamily="18" charset="0"/>
                        </a:rPr>
                        <m:t>𝛼</m:t>
                      </m:r>
                      <m:r>
                        <a:rPr lang="en-US" altLang="zh-CN" sz="2200" b="0" i="1" smtClean="0">
                          <a:latin typeface="Cambria Math" panose="02040503050406030204" pitchFamily="18" charset="0"/>
                        </a:rPr>
                        <m:t>&lt;</m:t>
                      </m:r>
                      <m:r>
                        <a:rPr lang="en-US" altLang="zh-CN" sz="2200" b="0" i="1" smtClean="0">
                          <a:latin typeface="Cambria Math" panose="02040503050406030204" pitchFamily="18" charset="0"/>
                        </a:rPr>
                        <m:t>45</m:t>
                      </m:r>
                      <m:r>
                        <a:rPr lang="en-US" altLang="zh-CN" sz="2200" b="0" i="1" smtClean="0">
                          <a:latin typeface="Cambria Math" panose="02040503050406030204" pitchFamily="18" charset="0"/>
                          <a:ea typeface="Cambria Math" panose="02040503050406030204" pitchFamily="18" charset="0"/>
                        </a:rPr>
                        <m:t>°</m:t>
                      </m:r>
                    </m:oMath>
                  </m:oMathPara>
                </a14:m>
                <a:endParaRPr lang="zh-CN" altLang="en-US" sz="2200" dirty="0"/>
              </a:p>
            </p:txBody>
          </p:sp>
        </mc:Choice>
        <mc:Fallback>
          <p:sp>
            <p:nvSpPr>
              <p:cNvPr id="18" name="文本框 17"/>
              <p:cNvSpPr txBox="1">
                <a:spLocks noRot="1" noChangeAspect="1" noMove="1" noResize="1" noEditPoints="1" noAdjustHandles="1" noChangeArrowheads="1" noChangeShapeType="1" noTextEdit="1"/>
              </p:cNvSpPr>
              <p:nvPr/>
            </p:nvSpPr>
            <p:spPr>
              <a:xfrm>
                <a:off x="6019800" y="4450218"/>
                <a:ext cx="1779105" cy="498598"/>
              </a:xfrm>
              <a:prstGeom prst="rect">
                <a:avLst/>
              </a:prstGeom>
              <a:blipFill rotWithShape="1">
                <a:blip r:embed="rId3"/>
                <a:stretch>
                  <a:fillRect t="-28" r="26" b="52"/>
                </a:stretch>
              </a:blipFill>
              <a:ln>
                <a:noFill/>
              </a:ln>
              <a:extLst>
                <a:ext uri="{909E8E84-426E-40DD-AFC4-6F175D3DCCD1}">
                  <a14:hiddenFill xmlns:a14="http://schemas.microsoft.com/office/drawing/2010/main">
                    <a:solidFill>
                      <a:schemeClr val="tx2">
                        <a:lumMod val="20000"/>
                        <a:lumOff val="80000"/>
                      </a:schemeClr>
                    </a:solidFill>
                  </a14:hiddenFill>
                </a:ext>
              </a:extLst>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9" name="文本框 18"/>
              <p:cNvSpPr txBox="1"/>
              <p:nvPr/>
            </p:nvSpPr>
            <p:spPr>
              <a:xfrm>
                <a:off x="3024034" y="5078453"/>
                <a:ext cx="1321906" cy="497205"/>
              </a:xfrm>
              <a:prstGeom prst="rect">
                <a:avLst/>
              </a:prstGeom>
              <a:noFill/>
              <a:ln>
                <a:noFill/>
              </a:ln>
              <a:extLst>
                <a:ext uri="{909E8E84-426E-40DD-AFC4-6F175D3DCCD1}">
                  <a14:hiddenFill xmlns:a14="http://schemas.microsoft.com/office/drawing/2010/main">
                    <a:solidFill>
                      <a:schemeClr val="tx2">
                        <a:lumMod val="20000"/>
                        <a:lumOff val="80000"/>
                      </a:schemeClr>
                    </a:solidFill>
                  </a14:hiddenFill>
                </a:ext>
              </a:extLst>
            </p:spPr>
            <p:txBody>
              <a:bodyPr wrap="square" rtlCol="0">
                <a:spAutoFit/>
              </a:bodyPr>
              <a:lstStyle/>
              <a:p>
                <a:pPr>
                  <a:buNone/>
                </a:pPr>
                <a14:m>
                  <m:oMathPara xmlns:m="http://schemas.openxmlformats.org/officeDocument/2006/math">
                    <m:oMathParaPr>
                      <m:jc m:val="centerGroup"/>
                    </m:oMathParaPr>
                    <m:oMath xmlns:m="http://schemas.openxmlformats.org/officeDocument/2006/math">
                      <m:r>
                        <a:rPr lang="zh-CN" altLang="en-US" sz="2200" i="1" smtClean="0">
                          <a:latin typeface="Cambria Math" panose="02040503050406030204" pitchFamily="18" charset="0"/>
                        </a:rPr>
                        <m:t>𝛼</m:t>
                      </m:r>
                      <m:r>
                        <a:rPr lang="en-US" altLang="zh-CN" sz="2200" b="0" i="1" smtClean="0">
                          <a:latin typeface="Cambria Math" panose="02040503050406030204" pitchFamily="18" charset="0"/>
                        </a:rPr>
                        <m:t>=</m:t>
                      </m:r>
                      <m:r>
                        <a:rPr lang="en-US" altLang="zh-CN" sz="2200" b="0" i="1" smtClean="0">
                          <a:latin typeface="Cambria Math" panose="02040503050406030204" pitchFamily="18" charset="0"/>
                        </a:rPr>
                        <m:t>90</m:t>
                      </m:r>
                      <m:r>
                        <a:rPr lang="en-US" altLang="zh-CN" sz="2200" b="0" i="1" smtClean="0">
                          <a:latin typeface="Cambria Math" panose="02040503050406030204" pitchFamily="18" charset="0"/>
                          <a:ea typeface="Cambria Math" panose="02040503050406030204" pitchFamily="18" charset="0"/>
                        </a:rPr>
                        <m:t>°</m:t>
                      </m:r>
                    </m:oMath>
                  </m:oMathPara>
                </a14:m>
                <a:endParaRPr lang="zh-CN" altLang="en-US" sz="2200" dirty="0"/>
              </a:p>
            </p:txBody>
          </p:sp>
        </mc:Choice>
        <mc:Fallback>
          <p:sp>
            <p:nvSpPr>
              <p:cNvPr id="19" name="文本框 18"/>
              <p:cNvSpPr txBox="1">
                <a:spLocks noRot="1" noChangeAspect="1" noMove="1" noResize="1" noEditPoints="1" noAdjustHandles="1" noChangeArrowheads="1" noChangeShapeType="1" noTextEdit="1"/>
              </p:cNvSpPr>
              <p:nvPr/>
            </p:nvSpPr>
            <p:spPr>
              <a:xfrm>
                <a:off x="3024034" y="5078453"/>
                <a:ext cx="1321906" cy="497205"/>
              </a:xfrm>
              <a:prstGeom prst="rect">
                <a:avLst/>
              </a:prstGeom>
              <a:blipFill rotWithShape="1">
                <a:blip r:embed="rId4"/>
                <a:stretch>
                  <a:fillRect l="-12" t="-72" b="72"/>
                </a:stretch>
              </a:blipFill>
              <a:ln>
                <a:noFill/>
              </a:ln>
              <a:extLst>
                <a:ext uri="{909E8E84-426E-40DD-AFC4-6F175D3DCCD1}">
                  <a14:hiddenFill xmlns:a14="http://schemas.microsoft.com/office/drawing/2010/main">
                    <a:solidFill>
                      <a:schemeClr val="tx2">
                        <a:lumMod val="20000"/>
                        <a:lumOff val="80000"/>
                      </a:schemeClr>
                    </a:solidFill>
                  </a14:hiddenFill>
                </a:ext>
              </a:extLst>
            </p:spPr>
            <p:txBody>
              <a:bodyPr/>
              <a:lstStyle/>
              <a:p>
                <a:r>
                  <a:rPr lang="zh-CN" altLang="en-US">
                    <a:noFill/>
                  </a:rPr>
                  <a:t> </a:t>
                </a:r>
              </a:p>
            </p:txBody>
          </p:sp>
        </mc:Fallback>
      </mc:AlternateContent>
      <p:sp>
        <p:nvSpPr>
          <p:cNvPr id="4" name="Rectangle 4"/>
          <p:cNvSpPr>
            <a:spLocks noChangeArrowheads="1"/>
          </p:cNvSpPr>
          <p:nvPr/>
        </p:nvSpPr>
        <p:spPr bwMode="auto">
          <a:xfrm>
            <a:off x="1882334" y="258831"/>
            <a:ext cx="732790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tIns="36000" bIns="72000" anchor="ctr" anchorCtr="1"/>
          <a:lstStyle>
            <a:lvl1pPr eaLnBrk="0" hangingPunct="0">
              <a:defRPr kumimoji="1" sz="2000">
                <a:solidFill>
                  <a:srgbClr val="000099"/>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rgbClr val="000099"/>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rgbClr val="000099"/>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rgbClr val="000099"/>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lnSpc>
                <a:spcPct val="100000"/>
              </a:lnSpc>
              <a:buFontTx/>
              <a:buNone/>
            </a:pPr>
            <a:r>
              <a:rPr lang="en-US" altLang="zh-CN" sz="3000" dirty="0" smtClean="0">
                <a:solidFill>
                  <a:srgbClr val="CC3300"/>
                </a:solidFill>
                <a:latin typeface="黑体" panose="02010609060101010101" pitchFamily="49" charset="-122"/>
                <a:ea typeface="黑体" panose="02010609060101010101" pitchFamily="49" charset="-122"/>
              </a:rPr>
              <a:t>3.6-2 </a:t>
            </a:r>
            <a:r>
              <a:rPr lang="zh-CN" altLang="en-US" sz="3000" dirty="0">
                <a:solidFill>
                  <a:srgbClr val="CC3300"/>
                </a:solidFill>
                <a:latin typeface="黑体" panose="02010609060101010101" pitchFamily="49" charset="-122"/>
                <a:ea typeface="黑体" panose="02010609060101010101" pitchFamily="49" charset="-122"/>
              </a:rPr>
              <a:t>滚动轴承的主要</a:t>
            </a:r>
            <a:r>
              <a:rPr lang="zh-CN" altLang="en-US" sz="3000" dirty="0" smtClean="0">
                <a:solidFill>
                  <a:srgbClr val="CC3300"/>
                </a:solidFill>
                <a:latin typeface="黑体" panose="02010609060101010101" pitchFamily="49" charset="-122"/>
                <a:ea typeface="黑体" panose="02010609060101010101" pitchFamily="49" charset="-122"/>
              </a:rPr>
              <a:t>类型及代号</a:t>
            </a:r>
            <a:endParaRPr lang="zh-CN" altLang="en-US" sz="3000" dirty="0">
              <a:solidFill>
                <a:srgbClr val="CC3300"/>
              </a:solidFill>
              <a:latin typeface="黑体" panose="02010609060101010101" pitchFamily="49" charset="-122"/>
              <a:ea typeface="黑体" panose="02010609060101010101" pitchFamily="49" charset="-122"/>
            </a:endParaRPr>
          </a:p>
        </p:txBody>
      </p:sp>
    </p:spTree>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3319"/>
                                        </p:tgtEl>
                                        <p:attrNameLst>
                                          <p:attrName>style.visibility</p:attrName>
                                        </p:attrNameLst>
                                      </p:cBhvr>
                                      <p:to>
                                        <p:strVal val="visible"/>
                                      </p:to>
                                    </p:set>
                                    <p:animEffect transition="in" filter="wipe(left)">
                                      <p:cBhvr>
                                        <p:cTn id="7" dur="500"/>
                                        <p:tgtEl>
                                          <p:spTgt spid="13319"/>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3324"/>
                                        </p:tgtEl>
                                        <p:attrNameLst>
                                          <p:attrName>style.visibility</p:attrName>
                                        </p:attrNameLst>
                                      </p:cBhvr>
                                      <p:to>
                                        <p:strVal val="visible"/>
                                      </p:to>
                                    </p:set>
                                    <p:animEffect transition="in" filter="wipe(left)">
                                      <p:cBhvr>
                                        <p:cTn id="12" dur="500"/>
                                        <p:tgtEl>
                                          <p:spTgt spid="13324"/>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13323"/>
                                        </p:tgtEl>
                                        <p:attrNameLst>
                                          <p:attrName>style.visibility</p:attrName>
                                        </p:attrNameLst>
                                      </p:cBhvr>
                                      <p:to>
                                        <p:strVal val="visible"/>
                                      </p:to>
                                    </p:set>
                                    <p:animEffect transition="in" filter="wipe(left)">
                                      <p:cBhvr>
                                        <p:cTn id="17" dur="500"/>
                                        <p:tgtEl>
                                          <p:spTgt spid="13323"/>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13325"/>
                                        </p:tgtEl>
                                        <p:attrNameLst>
                                          <p:attrName>style.visibility</p:attrName>
                                        </p:attrNameLst>
                                      </p:cBhvr>
                                      <p:to>
                                        <p:strVal val="visible"/>
                                      </p:to>
                                    </p:set>
                                    <p:animEffect transition="in" filter="wipe(left)">
                                      <p:cBhvr>
                                        <p:cTn id="22" dur="500"/>
                                        <p:tgtEl>
                                          <p:spTgt spid="13325"/>
                                        </p:tgtEl>
                                      </p:cBhvr>
                                    </p:animEffect>
                                  </p:childTnLst>
                                </p:cTn>
                              </p:par>
                              <p:par>
                                <p:cTn id="23" presetID="22" presetClass="entr" presetSubtype="8" fill="hold" grpId="0" nodeType="withEffect">
                                  <p:stCondLst>
                                    <p:cond delay="0"/>
                                  </p:stCondLst>
                                  <p:childTnLst>
                                    <p:set>
                                      <p:cBhvr>
                                        <p:cTn id="24" dur="1" fill="hold">
                                          <p:stCondLst>
                                            <p:cond delay="0"/>
                                          </p:stCondLst>
                                        </p:cTn>
                                        <p:tgtEl>
                                          <p:spTgt spid="13326"/>
                                        </p:tgtEl>
                                        <p:attrNameLst>
                                          <p:attrName>style.visibility</p:attrName>
                                        </p:attrNameLst>
                                      </p:cBhvr>
                                      <p:to>
                                        <p:strVal val="visible"/>
                                      </p:to>
                                    </p:set>
                                    <p:animEffect transition="in" filter="wipe(left)">
                                      <p:cBhvr>
                                        <p:cTn id="25" dur="500"/>
                                        <p:tgtEl>
                                          <p:spTgt spid="13326"/>
                                        </p:tgtEl>
                                      </p:cBhvr>
                                    </p:animEffect>
                                  </p:childTnLst>
                                </p:cTn>
                              </p:par>
                              <p:par>
                                <p:cTn id="26" presetID="22" presetClass="entr" presetSubtype="8" fill="hold" grpId="0" nodeType="withEffect">
                                  <p:stCondLst>
                                    <p:cond delay="0"/>
                                  </p:stCondLst>
                                  <p:childTnLst>
                                    <p:set>
                                      <p:cBhvr>
                                        <p:cTn id="27" dur="1" fill="hold">
                                          <p:stCondLst>
                                            <p:cond delay="0"/>
                                          </p:stCondLst>
                                        </p:cTn>
                                        <p:tgtEl>
                                          <p:spTgt spid="13327"/>
                                        </p:tgtEl>
                                        <p:attrNameLst>
                                          <p:attrName>style.visibility</p:attrName>
                                        </p:attrNameLst>
                                      </p:cBhvr>
                                      <p:to>
                                        <p:strVal val="visible"/>
                                      </p:to>
                                    </p:set>
                                    <p:animEffect transition="in" filter="wipe(left)">
                                      <p:cBhvr>
                                        <p:cTn id="28" dur="500"/>
                                        <p:tgtEl>
                                          <p:spTgt spid="13327"/>
                                        </p:tgtEl>
                                      </p:cBhvr>
                                    </p:animEffect>
                                  </p:childTnLst>
                                </p:cTn>
                              </p:par>
                            </p:childTnLst>
                          </p:cTn>
                        </p:par>
                      </p:childTnLst>
                    </p:cTn>
                  </p:par>
                  <p:par>
                    <p:cTn id="29" fill="hold">
                      <p:stCondLst>
                        <p:cond delay="indefinite"/>
                      </p:stCondLst>
                      <p:childTnLst>
                        <p:par>
                          <p:cTn id="30" fill="hold">
                            <p:stCondLst>
                              <p:cond delay="0"/>
                            </p:stCondLst>
                            <p:childTnLst>
                              <p:par>
                                <p:cTn id="31" presetID="22" presetClass="entr" presetSubtype="8" fill="hold" grpId="0" nodeType="clickEffect">
                                  <p:stCondLst>
                                    <p:cond delay="0"/>
                                  </p:stCondLst>
                                  <p:childTnLst>
                                    <p:set>
                                      <p:cBhvr>
                                        <p:cTn id="32" dur="1" fill="hold">
                                          <p:stCondLst>
                                            <p:cond delay="0"/>
                                          </p:stCondLst>
                                        </p:cTn>
                                        <p:tgtEl>
                                          <p:spTgt spid="11305"/>
                                        </p:tgtEl>
                                        <p:attrNameLst>
                                          <p:attrName>style.visibility</p:attrName>
                                        </p:attrNameLst>
                                      </p:cBhvr>
                                      <p:to>
                                        <p:strVal val="visible"/>
                                      </p:to>
                                    </p:set>
                                    <p:animEffect transition="in" filter="wipe(left)">
                                      <p:cBhvr>
                                        <p:cTn id="33" dur="500"/>
                                        <p:tgtEl>
                                          <p:spTgt spid="11305"/>
                                        </p:tgtEl>
                                      </p:cBhvr>
                                    </p:animEffect>
                                  </p:childTnLst>
                                </p:cTn>
                              </p:par>
                            </p:childTnLst>
                          </p:cTn>
                        </p:par>
                      </p:childTnLst>
                    </p:cTn>
                  </p:par>
                  <p:par>
                    <p:cTn id="34" fill="hold">
                      <p:stCondLst>
                        <p:cond delay="indefinite"/>
                      </p:stCondLst>
                      <p:childTnLst>
                        <p:par>
                          <p:cTn id="35" fill="hold">
                            <p:stCondLst>
                              <p:cond delay="0"/>
                            </p:stCondLst>
                            <p:childTnLst>
                              <p:par>
                                <p:cTn id="36" presetID="22" presetClass="entr" presetSubtype="4" fill="hold" nodeType="clickEffect">
                                  <p:stCondLst>
                                    <p:cond delay="0"/>
                                  </p:stCondLst>
                                  <p:childTnLst>
                                    <p:set>
                                      <p:cBhvr>
                                        <p:cTn id="37" dur="1" fill="hold">
                                          <p:stCondLst>
                                            <p:cond delay="0"/>
                                          </p:stCondLst>
                                        </p:cTn>
                                        <p:tgtEl>
                                          <p:spTgt spid="18">
                                            <p:txEl>
                                              <p:pRg st="0" end="0"/>
                                            </p:txEl>
                                          </p:spTgt>
                                        </p:tgtEl>
                                        <p:attrNameLst>
                                          <p:attrName>style.visibility</p:attrName>
                                        </p:attrNameLst>
                                      </p:cBhvr>
                                      <p:to>
                                        <p:strVal val="visible"/>
                                      </p:to>
                                    </p:set>
                                    <p:animEffect transition="in" filter="wipe(down)">
                                      <p:cBhvr>
                                        <p:cTn id="38" dur="500"/>
                                        <p:tgtEl>
                                          <p:spTgt spid="18">
                                            <p:txEl>
                                              <p:pRg st="0" end="0"/>
                                            </p:txEl>
                                          </p:spTgt>
                                        </p:tgtEl>
                                      </p:cBhvr>
                                    </p:animEffect>
                                  </p:childTnLst>
                                </p:cTn>
                              </p:par>
                            </p:childTnLst>
                          </p:cTn>
                        </p:par>
                      </p:childTnLst>
                    </p:cTn>
                  </p:par>
                  <p:par>
                    <p:cTn id="39" fill="hold">
                      <p:stCondLst>
                        <p:cond delay="indefinite"/>
                      </p:stCondLst>
                      <p:childTnLst>
                        <p:par>
                          <p:cTn id="40" fill="hold">
                            <p:stCondLst>
                              <p:cond delay="0"/>
                            </p:stCondLst>
                            <p:childTnLst>
                              <p:par>
                                <p:cTn id="41" presetID="22" presetClass="entr" presetSubtype="4" fill="hold" grpId="0" nodeType="clickEffect">
                                  <p:stCondLst>
                                    <p:cond delay="0"/>
                                  </p:stCondLst>
                                  <p:childTnLst>
                                    <p:set>
                                      <p:cBhvr>
                                        <p:cTn id="42" dur="1" fill="hold">
                                          <p:stCondLst>
                                            <p:cond delay="0"/>
                                          </p:stCondLst>
                                        </p:cTn>
                                        <p:tgtEl>
                                          <p:spTgt spid="2"/>
                                        </p:tgtEl>
                                        <p:attrNameLst>
                                          <p:attrName>style.visibility</p:attrName>
                                        </p:attrNameLst>
                                      </p:cBhvr>
                                      <p:to>
                                        <p:strVal val="visible"/>
                                      </p:to>
                                    </p:set>
                                    <p:animEffect transition="in" filter="wipe(down)">
                                      <p:cBhvr>
                                        <p:cTn id="43" dur="500"/>
                                        <p:tgtEl>
                                          <p:spTgt spid="2"/>
                                        </p:tgtEl>
                                      </p:cBhvr>
                                    </p:animEffect>
                                  </p:childTnLst>
                                </p:cTn>
                              </p:par>
                            </p:childTnLst>
                          </p:cTn>
                        </p:par>
                      </p:childTnLst>
                    </p:cTn>
                  </p:par>
                  <p:par>
                    <p:cTn id="44" fill="hold">
                      <p:stCondLst>
                        <p:cond delay="indefinite"/>
                      </p:stCondLst>
                      <p:childTnLst>
                        <p:par>
                          <p:cTn id="45" fill="hold">
                            <p:stCondLst>
                              <p:cond delay="0"/>
                            </p:stCondLst>
                            <p:childTnLst>
                              <p:par>
                                <p:cTn id="46" presetID="22" presetClass="entr" presetSubtype="4" fill="hold" grpId="0" nodeType="clickEffect">
                                  <p:stCondLst>
                                    <p:cond delay="0"/>
                                  </p:stCondLst>
                                  <p:childTnLst>
                                    <p:set>
                                      <p:cBhvr>
                                        <p:cTn id="47" dur="1" fill="hold">
                                          <p:stCondLst>
                                            <p:cond delay="0"/>
                                          </p:stCondLst>
                                        </p:cTn>
                                        <p:tgtEl>
                                          <p:spTgt spid="19"/>
                                        </p:tgtEl>
                                        <p:attrNameLst>
                                          <p:attrName>style.visibility</p:attrName>
                                        </p:attrNameLst>
                                      </p:cBhvr>
                                      <p:to>
                                        <p:strVal val="visible"/>
                                      </p:to>
                                    </p:set>
                                    <p:animEffect transition="in" filter="wipe(down)">
                                      <p:cBhvr>
                                        <p:cTn id="48"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319" grpId="0"/>
      <p:bldP spid="13324" grpId="0"/>
      <p:bldP spid="13325" grpId="0"/>
      <p:bldP spid="13326" grpId="0"/>
      <p:bldP spid="13327" grpId="0"/>
      <p:bldP spid="11305" grpId="0" bldLvl="0" animBg="1" autoUpdateAnimBg="0"/>
      <p:bldP spid="2" grpId="0"/>
      <p:bldP spid="19" grpId="0"/>
    </p:bldLst>
  </p:timing>
</p:sld>
</file>

<file path=ppt/slides/slide1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4338" name="Text Box 6"/>
          <p:cNvSpPr txBox="1">
            <a:spLocks noChangeArrowheads="1"/>
          </p:cNvSpPr>
          <p:nvPr/>
        </p:nvSpPr>
        <p:spPr bwMode="auto">
          <a:xfrm>
            <a:off x="245166" y="970722"/>
            <a:ext cx="4087979"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000">
                <a:solidFill>
                  <a:srgbClr val="000099"/>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rgbClr val="000099"/>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rgbClr val="000099"/>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rgbClr val="000099"/>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lnSpc>
                <a:spcPct val="100000"/>
              </a:lnSpc>
              <a:buFontTx/>
              <a:buNone/>
            </a:pPr>
            <a:r>
              <a:rPr lang="en-US" altLang="zh-CN" sz="1400" dirty="0">
                <a:solidFill>
                  <a:srgbClr val="CC3300"/>
                </a:solidFill>
                <a:latin typeface="Tahoma" panose="020B0604030504040204" pitchFamily="34" charset="0"/>
              </a:rPr>
              <a:t>◆ </a:t>
            </a:r>
            <a:r>
              <a:rPr lang="zh-CN" altLang="en-US" sz="2200" dirty="0">
                <a:solidFill>
                  <a:srgbClr val="0000FF"/>
                </a:solidFill>
                <a:latin typeface="黑体" panose="02010609060101010101" pitchFamily="49" charset="-122"/>
                <a:ea typeface="黑体" panose="02010609060101010101" pitchFamily="49" charset="-122"/>
              </a:rPr>
              <a:t>按轴承的结构形式不同分类：</a:t>
            </a:r>
            <a:endParaRPr lang="zh-CN" altLang="en-US" sz="2200" dirty="0">
              <a:solidFill>
                <a:srgbClr val="0000FF"/>
              </a:solidFill>
              <a:latin typeface="黑体" panose="02010609060101010101" pitchFamily="49" charset="-122"/>
              <a:ea typeface="黑体" panose="02010609060101010101" pitchFamily="49" charset="-122"/>
            </a:endParaRPr>
          </a:p>
        </p:txBody>
      </p:sp>
      <p:sp>
        <p:nvSpPr>
          <p:cNvPr id="14339" name="Rectangle 93"/>
          <p:cNvSpPr>
            <a:spLocks noGrp="1" noChangeArrowheads="1"/>
          </p:cNvSpPr>
          <p:nvPr>
            <p:ph type="title"/>
          </p:nvPr>
        </p:nvSpPr>
        <p:spPr bwMode="auto">
          <a:xfrm>
            <a:off x="5105400" y="762000"/>
            <a:ext cx="1295400" cy="152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eaLnBrk="1" hangingPunct="1"/>
            <a:r>
              <a:rPr lang="zh-CN" altLang="en-US" sz="400" smtClean="0">
                <a:solidFill>
                  <a:schemeClr val="bg1"/>
                </a:solidFill>
                <a:latin typeface="华文中宋" panose="02010600040101010101" pitchFamily="2" charset="-122"/>
                <a:ea typeface="华文中宋" panose="02010600040101010101" pitchFamily="2" charset="-122"/>
              </a:rPr>
              <a:t>类型和代号</a:t>
            </a:r>
            <a:r>
              <a:rPr lang="en-US" altLang="zh-CN" sz="400" smtClean="0">
                <a:solidFill>
                  <a:schemeClr val="bg1"/>
                </a:solidFill>
                <a:latin typeface="宋体" panose="02010600030101010101" pitchFamily="2" charset="-122"/>
              </a:rPr>
              <a:t>2</a:t>
            </a:r>
            <a:endParaRPr lang="en-US" altLang="zh-CN" sz="400" smtClean="0">
              <a:solidFill>
                <a:schemeClr val="bg1"/>
              </a:solidFill>
              <a:latin typeface="宋体" panose="02010600030101010101" pitchFamily="2" charset="-122"/>
            </a:endParaRPr>
          </a:p>
        </p:txBody>
      </p:sp>
      <p:sp>
        <p:nvSpPr>
          <p:cNvPr id="14340" name="Rectangle 94"/>
          <p:cNvSpPr>
            <a:spLocks noChangeArrowheads="1"/>
          </p:cNvSpPr>
          <p:nvPr/>
        </p:nvSpPr>
        <p:spPr bwMode="auto">
          <a:xfrm>
            <a:off x="3124200" y="228600"/>
            <a:ext cx="518160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tIns="36000" bIns="72000" anchor="ctr" anchorCtr="1"/>
          <a:lstStyle>
            <a:lvl1pPr eaLnBrk="0" hangingPunct="0">
              <a:defRPr kumimoji="1" sz="2000">
                <a:solidFill>
                  <a:srgbClr val="000099"/>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rgbClr val="000099"/>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rgbClr val="000099"/>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rgbClr val="000099"/>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lnSpc>
                <a:spcPct val="100000"/>
              </a:lnSpc>
              <a:buFontTx/>
              <a:buNone/>
            </a:pPr>
            <a:endParaRPr lang="zh-CN" altLang="en-US" sz="3000">
              <a:solidFill>
                <a:srgbClr val="CC3300"/>
              </a:solidFill>
              <a:latin typeface="黑体" panose="02010609060101010101" pitchFamily="49" charset="-122"/>
              <a:ea typeface="黑体" panose="02010609060101010101" pitchFamily="49" charset="-122"/>
            </a:endParaRPr>
          </a:p>
        </p:txBody>
      </p:sp>
      <p:sp>
        <p:nvSpPr>
          <p:cNvPr id="14344" name="Text Box 392"/>
          <p:cNvSpPr txBox="1">
            <a:spLocks noChangeArrowheads="1"/>
          </p:cNvSpPr>
          <p:nvPr/>
        </p:nvSpPr>
        <p:spPr bwMode="auto">
          <a:xfrm>
            <a:off x="294861" y="1419225"/>
            <a:ext cx="8302487"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2000">
                <a:solidFill>
                  <a:srgbClr val="000099"/>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rgbClr val="000099"/>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rgbClr val="000099"/>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rgbClr val="000099"/>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buFontTx/>
              <a:buNone/>
            </a:pPr>
            <a:r>
              <a:rPr lang="zh-CN" altLang="en-US" dirty="0">
                <a:latin typeface="华文中宋" panose="02010600040101010101" pitchFamily="2" charset="-122"/>
              </a:rPr>
              <a:t>　　在实际应用中，滚动轴承的结构形式有很多。作为标准的滚动轴承，在国家标准中分为</a:t>
            </a:r>
            <a:r>
              <a:rPr lang="en-US" altLang="zh-CN" dirty="0">
                <a:latin typeface="华文中宋" panose="02010600040101010101" pitchFamily="2" charset="-122"/>
              </a:rPr>
              <a:t>13</a:t>
            </a:r>
            <a:r>
              <a:rPr lang="zh-CN" altLang="en-US" dirty="0">
                <a:latin typeface="华文中宋" panose="02010600040101010101" pitchFamily="2" charset="-122"/>
              </a:rPr>
              <a:t>类，其中，最为常用的轴承大约有下列６类</a:t>
            </a:r>
            <a:r>
              <a:rPr lang="en-US" altLang="zh-CN" dirty="0">
                <a:latin typeface="华文中宋" panose="02010600040101010101" pitchFamily="2" charset="-122"/>
              </a:rPr>
              <a:t>:</a:t>
            </a:r>
            <a:endParaRPr lang="en-US" altLang="zh-CN" dirty="0">
              <a:latin typeface="华文中宋" panose="02010600040101010101" pitchFamily="2" charset="-122"/>
            </a:endParaRPr>
          </a:p>
        </p:txBody>
      </p:sp>
      <p:pic>
        <p:nvPicPr>
          <p:cNvPr id="14345" name="Picture 393" descr="10001"/>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6844403" y="4654964"/>
            <a:ext cx="1943100" cy="10175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4346" name="Picture 394" descr="30000"/>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775765" y="4656552"/>
            <a:ext cx="1978025" cy="1017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4347" name="Picture 395" descr="5000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641203" y="2570577"/>
            <a:ext cx="1943100" cy="1222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4348" name="Picture 396" descr="60000"/>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81728" y="2691227"/>
            <a:ext cx="1920875" cy="982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4349" name="Picture 397" descr="n000"/>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588440" y="2559464"/>
            <a:ext cx="2092325" cy="1246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4350" name="Picture 398" descr="7000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19828" y="4661314"/>
            <a:ext cx="1965325" cy="1006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351" name="Text Box 399"/>
          <p:cNvSpPr txBox="1">
            <a:spLocks noChangeArrowheads="1"/>
          </p:cNvSpPr>
          <p:nvPr/>
        </p:nvSpPr>
        <p:spPr bwMode="auto">
          <a:xfrm>
            <a:off x="991290" y="3821527"/>
            <a:ext cx="14541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000">
                <a:solidFill>
                  <a:srgbClr val="000099"/>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rgbClr val="000099"/>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rgbClr val="000099"/>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rgbClr val="000099"/>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lnSpc>
                <a:spcPct val="100000"/>
              </a:lnSpc>
              <a:buFontTx/>
              <a:buNone/>
            </a:pPr>
            <a:r>
              <a:rPr lang="zh-CN" altLang="en-US" dirty="0">
                <a:solidFill>
                  <a:srgbClr val="0000CC"/>
                </a:solidFill>
                <a:latin typeface="Tahoma" panose="020B0604030504040204" pitchFamily="34" charset="0"/>
              </a:rPr>
              <a:t>深沟球轴承</a:t>
            </a:r>
            <a:endParaRPr lang="zh-CN" altLang="en-US" dirty="0">
              <a:solidFill>
                <a:srgbClr val="0000CC"/>
              </a:solidFill>
              <a:latin typeface="Tahoma" panose="020B0604030504040204" pitchFamily="34" charset="0"/>
            </a:endParaRPr>
          </a:p>
        </p:txBody>
      </p:sp>
      <p:sp>
        <p:nvSpPr>
          <p:cNvPr id="14352" name="Text Box 401"/>
          <p:cNvSpPr txBox="1">
            <a:spLocks noChangeArrowheads="1"/>
          </p:cNvSpPr>
          <p:nvPr/>
        </p:nvSpPr>
        <p:spPr bwMode="auto">
          <a:xfrm>
            <a:off x="3886890" y="3872327"/>
            <a:ext cx="17081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000">
                <a:solidFill>
                  <a:srgbClr val="000099"/>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rgbClr val="000099"/>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rgbClr val="000099"/>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rgbClr val="000099"/>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lnSpc>
                <a:spcPct val="100000"/>
              </a:lnSpc>
              <a:buFontTx/>
              <a:buNone/>
            </a:pPr>
            <a:r>
              <a:rPr lang="zh-CN" altLang="en-US" dirty="0">
                <a:solidFill>
                  <a:srgbClr val="0000CC"/>
                </a:solidFill>
              </a:rPr>
              <a:t>圆柱滚子轴承</a:t>
            </a:r>
            <a:endParaRPr lang="zh-CN" altLang="en-US" dirty="0">
              <a:solidFill>
                <a:srgbClr val="0000CC"/>
              </a:solidFill>
            </a:endParaRPr>
          </a:p>
        </p:txBody>
      </p:sp>
      <p:sp>
        <p:nvSpPr>
          <p:cNvPr id="14353" name="Text Box 403"/>
          <p:cNvSpPr txBox="1">
            <a:spLocks noChangeArrowheads="1"/>
          </p:cNvSpPr>
          <p:nvPr/>
        </p:nvSpPr>
        <p:spPr bwMode="auto">
          <a:xfrm>
            <a:off x="7155553" y="3885027"/>
            <a:ext cx="14541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000">
                <a:solidFill>
                  <a:srgbClr val="000099"/>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rgbClr val="000099"/>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rgbClr val="000099"/>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rgbClr val="000099"/>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lnSpc>
                <a:spcPct val="100000"/>
              </a:lnSpc>
              <a:buFontTx/>
              <a:buNone/>
            </a:pPr>
            <a:r>
              <a:rPr lang="zh-CN" altLang="en-US">
                <a:solidFill>
                  <a:srgbClr val="0000CC"/>
                </a:solidFill>
                <a:latin typeface="Tahoma" panose="020B0604030504040204" pitchFamily="34" charset="0"/>
              </a:rPr>
              <a:t>推力球轴承</a:t>
            </a:r>
            <a:endParaRPr lang="zh-CN" altLang="en-US">
              <a:solidFill>
                <a:srgbClr val="0000CC"/>
              </a:solidFill>
              <a:latin typeface="Tahoma" panose="020B0604030504040204" pitchFamily="34" charset="0"/>
            </a:endParaRPr>
          </a:p>
        </p:txBody>
      </p:sp>
      <p:sp>
        <p:nvSpPr>
          <p:cNvPr id="14354" name="Text Box 405"/>
          <p:cNvSpPr txBox="1">
            <a:spLocks noChangeArrowheads="1"/>
          </p:cNvSpPr>
          <p:nvPr/>
        </p:nvSpPr>
        <p:spPr bwMode="auto">
          <a:xfrm>
            <a:off x="978590" y="5790027"/>
            <a:ext cx="17081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000">
                <a:solidFill>
                  <a:srgbClr val="000099"/>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rgbClr val="000099"/>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rgbClr val="000099"/>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rgbClr val="000099"/>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lnSpc>
                <a:spcPct val="100000"/>
              </a:lnSpc>
              <a:buFontTx/>
              <a:buNone/>
            </a:pPr>
            <a:r>
              <a:rPr lang="zh-CN" altLang="en-US">
                <a:solidFill>
                  <a:srgbClr val="0000CC"/>
                </a:solidFill>
                <a:latin typeface="Tahoma" panose="020B0604030504040204" pitchFamily="34" charset="0"/>
              </a:rPr>
              <a:t>角接触球轴承</a:t>
            </a:r>
            <a:endParaRPr lang="zh-CN" altLang="en-US">
              <a:solidFill>
                <a:srgbClr val="0000CC"/>
              </a:solidFill>
              <a:latin typeface="Tahoma" panose="020B0604030504040204" pitchFamily="34" charset="0"/>
            </a:endParaRPr>
          </a:p>
        </p:txBody>
      </p:sp>
      <p:sp>
        <p:nvSpPr>
          <p:cNvPr id="14355" name="Text Box 407"/>
          <p:cNvSpPr txBox="1">
            <a:spLocks noChangeArrowheads="1"/>
          </p:cNvSpPr>
          <p:nvPr/>
        </p:nvSpPr>
        <p:spPr bwMode="auto">
          <a:xfrm>
            <a:off x="4036115" y="5790027"/>
            <a:ext cx="17081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000">
                <a:solidFill>
                  <a:srgbClr val="000099"/>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rgbClr val="000099"/>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rgbClr val="000099"/>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rgbClr val="000099"/>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lnSpc>
                <a:spcPct val="100000"/>
              </a:lnSpc>
              <a:buFontTx/>
              <a:buNone/>
            </a:pPr>
            <a:r>
              <a:rPr lang="zh-CN" altLang="en-US">
                <a:solidFill>
                  <a:srgbClr val="0000CC"/>
                </a:solidFill>
                <a:latin typeface="Tahoma" panose="020B0604030504040204" pitchFamily="34" charset="0"/>
              </a:rPr>
              <a:t>圆锥滚子轴承</a:t>
            </a:r>
            <a:endParaRPr lang="zh-CN" altLang="en-US">
              <a:solidFill>
                <a:srgbClr val="0000CC"/>
              </a:solidFill>
              <a:latin typeface="Tahoma" panose="020B0604030504040204" pitchFamily="34" charset="0"/>
            </a:endParaRPr>
          </a:p>
        </p:txBody>
      </p:sp>
      <p:sp>
        <p:nvSpPr>
          <p:cNvPr id="14356" name="Text Box 409"/>
          <p:cNvSpPr txBox="1">
            <a:spLocks noChangeArrowheads="1"/>
          </p:cNvSpPr>
          <p:nvPr/>
        </p:nvSpPr>
        <p:spPr bwMode="auto">
          <a:xfrm>
            <a:off x="7242865" y="5790027"/>
            <a:ext cx="14541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000">
                <a:solidFill>
                  <a:srgbClr val="000099"/>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rgbClr val="000099"/>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rgbClr val="000099"/>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rgbClr val="000099"/>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lnSpc>
                <a:spcPct val="100000"/>
              </a:lnSpc>
              <a:buFontTx/>
              <a:buNone/>
            </a:pPr>
            <a:r>
              <a:rPr lang="zh-CN" altLang="en-US">
                <a:solidFill>
                  <a:srgbClr val="0000CC"/>
                </a:solidFill>
                <a:latin typeface="Tahoma" panose="020B0604030504040204" pitchFamily="34" charset="0"/>
              </a:rPr>
              <a:t>调心球轴承</a:t>
            </a:r>
            <a:endParaRPr lang="zh-CN" altLang="en-US">
              <a:solidFill>
                <a:srgbClr val="0000CC"/>
              </a:solidFill>
              <a:latin typeface="Tahoma" panose="020B0604030504040204" pitchFamily="34" charset="0"/>
            </a:endParaRPr>
          </a:p>
        </p:txBody>
      </p:sp>
      <p:sp>
        <p:nvSpPr>
          <p:cNvPr id="14359" name="直接连接符 6"/>
          <p:cNvSpPr>
            <a:spLocks noChangeShapeType="1"/>
          </p:cNvSpPr>
          <p:nvPr/>
        </p:nvSpPr>
        <p:spPr bwMode="auto">
          <a:xfrm>
            <a:off x="0" y="765175"/>
            <a:ext cx="9144000" cy="0"/>
          </a:xfrm>
          <a:prstGeom prst="line">
            <a:avLst/>
          </a:prstGeom>
          <a:noFill/>
          <a:ln w="28575">
            <a:solidFill>
              <a:srgbClr val="CC3300"/>
            </a:solidFill>
            <a:miter lim="800000"/>
          </a:ln>
          <a:extLst>
            <a:ext uri="{909E8E84-426E-40DD-AFC4-6F175D3DCCD1}">
              <a14:hiddenFill xmlns:a14="http://schemas.microsoft.com/office/drawing/2010/main">
                <a:noFill/>
              </a14:hiddenFill>
            </a:ext>
          </a:extLst>
        </p:spPr>
        <p:txBody>
          <a:bodyPr/>
          <a:lstStyle/>
          <a:p>
            <a:endParaRPr lang="zh-CN" altLang="en-US"/>
          </a:p>
        </p:txBody>
      </p:sp>
      <p:sp>
        <p:nvSpPr>
          <p:cNvPr id="4" name="Rectangle 4"/>
          <p:cNvSpPr>
            <a:spLocks noChangeArrowheads="1"/>
          </p:cNvSpPr>
          <p:nvPr/>
        </p:nvSpPr>
        <p:spPr bwMode="auto">
          <a:xfrm>
            <a:off x="1882334" y="258831"/>
            <a:ext cx="732790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tIns="36000" bIns="72000" anchor="ctr" anchorCtr="1"/>
          <a:lstStyle>
            <a:lvl1pPr eaLnBrk="0" hangingPunct="0">
              <a:defRPr kumimoji="1" sz="2000">
                <a:solidFill>
                  <a:srgbClr val="000099"/>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rgbClr val="000099"/>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rgbClr val="000099"/>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rgbClr val="000099"/>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lnSpc>
                <a:spcPct val="100000"/>
              </a:lnSpc>
              <a:buFontTx/>
              <a:buNone/>
            </a:pPr>
            <a:r>
              <a:rPr lang="en-US" altLang="zh-CN" sz="3000" dirty="0" smtClean="0">
                <a:solidFill>
                  <a:srgbClr val="CC3300"/>
                </a:solidFill>
                <a:latin typeface="黑体" panose="02010609060101010101" pitchFamily="49" charset="-122"/>
                <a:ea typeface="黑体" panose="02010609060101010101" pitchFamily="49" charset="-122"/>
              </a:rPr>
              <a:t>3.6-2 </a:t>
            </a:r>
            <a:r>
              <a:rPr lang="zh-CN" altLang="en-US" sz="3000" dirty="0">
                <a:solidFill>
                  <a:srgbClr val="CC3300"/>
                </a:solidFill>
                <a:latin typeface="黑体" panose="02010609060101010101" pitchFamily="49" charset="-122"/>
                <a:ea typeface="黑体" panose="02010609060101010101" pitchFamily="49" charset="-122"/>
              </a:rPr>
              <a:t>滚动轴承的主要</a:t>
            </a:r>
            <a:r>
              <a:rPr lang="zh-CN" altLang="en-US" sz="3000" dirty="0" smtClean="0">
                <a:solidFill>
                  <a:srgbClr val="CC3300"/>
                </a:solidFill>
                <a:latin typeface="黑体" panose="02010609060101010101" pitchFamily="49" charset="-122"/>
                <a:ea typeface="黑体" panose="02010609060101010101" pitchFamily="49" charset="-122"/>
              </a:rPr>
              <a:t>类型及代号</a:t>
            </a:r>
            <a:endParaRPr lang="zh-CN" altLang="en-US" sz="3000" dirty="0">
              <a:solidFill>
                <a:srgbClr val="CC3300"/>
              </a:solidFill>
              <a:latin typeface="黑体" panose="02010609060101010101" pitchFamily="49" charset="-122"/>
              <a:ea typeface="黑体" panose="02010609060101010101" pitchFamily="49" charset="-122"/>
            </a:endParaRPr>
          </a:p>
        </p:txBody>
      </p:sp>
    </p:spTree>
  </p:cSld>
  <p:clrMapOvr>
    <a:masterClrMapping/>
  </p:clrMapOvr>
  <p:transition>
    <p:wipe dir="r"/>
  </p:transition>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nvPicPr>
        <p:blipFill>
          <a:blip r:embed="rId1"/>
          <a:srcRect t="21636"/>
          <a:stretch>
            <a:fillRect/>
          </a:stretch>
        </p:blipFill>
        <p:spPr>
          <a:xfrm>
            <a:off x="204470" y="2425065"/>
            <a:ext cx="8629650" cy="4045585"/>
          </a:xfrm>
          <a:prstGeom prst="rect">
            <a:avLst/>
          </a:prstGeom>
        </p:spPr>
      </p:pic>
      <p:sp>
        <p:nvSpPr>
          <p:cNvPr id="5" name="文本框 4"/>
          <p:cNvSpPr txBox="1"/>
          <p:nvPr/>
        </p:nvSpPr>
        <p:spPr>
          <a:xfrm>
            <a:off x="437322" y="278297"/>
            <a:ext cx="2305878" cy="476669"/>
          </a:xfrm>
          <a:prstGeom prst="rect">
            <a:avLst/>
          </a:prstGeom>
          <a:noFill/>
          <a:ln>
            <a:noFill/>
          </a:ln>
        </p:spPr>
        <p:txBody>
          <a:bodyPr wrap="square" rtlCol="0">
            <a:spAutoFit/>
          </a:bodyPr>
          <a:lstStyle/>
          <a:p>
            <a:pPr algn="ctr">
              <a:buNone/>
            </a:pPr>
            <a:r>
              <a:rPr lang="zh-CN" altLang="en-US" sz="2400" dirty="0" smtClean="0">
                <a:solidFill>
                  <a:srgbClr val="FF0000"/>
                </a:solidFill>
                <a:latin typeface="黑体" panose="02010609060101010101" pitchFamily="49" charset="-122"/>
                <a:ea typeface="黑体" panose="02010609060101010101" pitchFamily="49" charset="-122"/>
              </a:rPr>
              <a:t>深沟球轴承</a:t>
            </a:r>
            <a:endParaRPr lang="zh-CN" altLang="en-US" sz="2400" dirty="0">
              <a:solidFill>
                <a:srgbClr val="FF0000"/>
              </a:solidFill>
              <a:latin typeface="黑体" panose="02010609060101010101" pitchFamily="49" charset="-122"/>
              <a:ea typeface="黑体" panose="02010609060101010101" pitchFamily="49" charset="-122"/>
            </a:endParaRPr>
          </a:p>
        </p:txBody>
      </p:sp>
      <p:sp>
        <p:nvSpPr>
          <p:cNvPr id="6" name="文本框 5"/>
          <p:cNvSpPr txBox="1"/>
          <p:nvPr/>
        </p:nvSpPr>
        <p:spPr>
          <a:xfrm>
            <a:off x="3060452" y="422302"/>
            <a:ext cx="5555974" cy="498598"/>
          </a:xfrm>
          <a:prstGeom prst="rect">
            <a:avLst/>
          </a:prstGeom>
          <a:noFill/>
        </p:spPr>
        <p:txBody>
          <a:bodyPr wrap="square" rtlCol="0">
            <a:spAutoFit/>
          </a:bodyPr>
          <a:lstStyle/>
          <a:p>
            <a:pPr>
              <a:buNone/>
            </a:pPr>
            <a:r>
              <a:rPr lang="zh-CN" altLang="en-US" sz="2200" dirty="0" smtClean="0">
                <a:solidFill>
                  <a:srgbClr val="C00000"/>
                </a:solidFill>
                <a:latin typeface="黑体" panose="02010609060101010101" pitchFamily="49" charset="-122"/>
                <a:ea typeface="黑体" panose="02010609060101010101" pitchFamily="49" charset="-122"/>
              </a:rPr>
              <a:t>类型代号：</a:t>
            </a:r>
            <a:r>
              <a:rPr lang="en-US" altLang="zh-CN" sz="2200" dirty="0" smtClean="0">
                <a:solidFill>
                  <a:srgbClr val="C00000"/>
                </a:solidFill>
                <a:latin typeface="黑体" panose="02010609060101010101" pitchFamily="49" charset="-122"/>
                <a:ea typeface="黑体" panose="02010609060101010101" pitchFamily="49" charset="-122"/>
              </a:rPr>
              <a:t>6    </a:t>
            </a:r>
            <a:r>
              <a:rPr lang="zh-CN" altLang="en-US" sz="2200" dirty="0" smtClean="0">
                <a:solidFill>
                  <a:srgbClr val="C00000"/>
                </a:solidFill>
                <a:latin typeface="黑体" panose="02010609060101010101" pitchFamily="49" charset="-122"/>
                <a:ea typeface="黑体" panose="02010609060101010101" pitchFamily="49" charset="-122"/>
              </a:rPr>
              <a:t>标准号：</a:t>
            </a:r>
            <a:r>
              <a:rPr lang="en-US" altLang="zh-CN" sz="2200" dirty="0" smtClean="0">
                <a:solidFill>
                  <a:srgbClr val="C00000"/>
                </a:solidFill>
                <a:latin typeface="黑体" panose="02010609060101010101" pitchFamily="49" charset="-122"/>
                <a:ea typeface="黑体" panose="02010609060101010101" pitchFamily="49" charset="-122"/>
              </a:rPr>
              <a:t>GB/T 276</a:t>
            </a:r>
            <a:endParaRPr lang="zh-CN" altLang="en-US" sz="2200" dirty="0">
              <a:solidFill>
                <a:srgbClr val="C00000"/>
              </a:solidFill>
              <a:latin typeface="黑体" panose="02010609060101010101" pitchFamily="49" charset="-122"/>
              <a:ea typeface="黑体" panose="02010609060101010101" pitchFamily="49" charset="-122"/>
            </a:endParaRPr>
          </a:p>
        </p:txBody>
      </p:sp>
      <p:cxnSp>
        <p:nvCxnSpPr>
          <p:cNvPr id="7" name="直接连接符 6"/>
          <p:cNvCxnSpPr/>
          <p:nvPr/>
        </p:nvCxnSpPr>
        <p:spPr bwMode="auto">
          <a:xfrm>
            <a:off x="0" y="999683"/>
            <a:ext cx="9144000" cy="0"/>
          </a:xfrm>
          <a:prstGeom prst="line">
            <a:avLst/>
          </a:prstGeom>
          <a:noFill/>
          <a:ln w="19050" cap="flat" cmpd="sng" algn="ctr">
            <a:solidFill>
              <a:srgbClr val="C00000"/>
            </a:solidFill>
            <a:prstDash val="solid"/>
            <a:round/>
            <a:headEnd type="none" w="med" len="med"/>
            <a:tailEnd type="none" w="med" len="med"/>
          </a:ln>
          <a:effectLst/>
        </p:spPr>
      </p:cxnSp>
      <p:grpSp>
        <p:nvGrpSpPr>
          <p:cNvPr id="53251" name="Group 3"/>
          <p:cNvGrpSpPr/>
          <p:nvPr/>
        </p:nvGrpSpPr>
        <p:grpSpPr>
          <a:xfrm>
            <a:off x="7586980" y="2015490"/>
            <a:ext cx="925830" cy="1127125"/>
            <a:chOff x="4430" y="2766"/>
            <a:chExt cx="583" cy="1093"/>
          </a:xfrm>
        </p:grpSpPr>
        <p:sp>
          <p:nvSpPr>
            <p:cNvPr id="14450" name="Text Box 4"/>
            <p:cNvSpPr txBox="1"/>
            <p:nvPr/>
          </p:nvSpPr>
          <p:spPr>
            <a:xfrm>
              <a:off x="4485" y="2766"/>
              <a:ext cx="528" cy="661"/>
            </a:xfrm>
            <a:prstGeom prst="rect">
              <a:avLst/>
            </a:prstGeom>
            <a:noFill/>
            <a:ln w="9525">
              <a:noFill/>
            </a:ln>
          </p:spPr>
          <p:txBody>
            <a:bodyPr>
              <a:spAutoFit/>
            </a:bodyPr>
            <a:p>
              <a:pPr indent="0">
                <a:spcBef>
                  <a:spcPct val="50000"/>
                </a:spcBef>
                <a:buNone/>
              </a:pPr>
              <a:r>
                <a:rPr lang="en-US" altLang="zh-CN" sz="3200" dirty="0">
                  <a:solidFill>
                    <a:srgbClr val="FF5050"/>
                  </a:solidFill>
                  <a:latin typeface="Times New Roman" panose="02020603050405020304" pitchFamily="18" charset="0"/>
                  <a:ea typeface="黑体" panose="02010609060101010101" pitchFamily="49" charset="-122"/>
                </a:rPr>
                <a:t>Fr</a:t>
              </a:r>
              <a:endParaRPr lang="en-US" altLang="zh-CN" sz="2400" dirty="0">
                <a:solidFill>
                  <a:srgbClr val="FFFF00"/>
                </a:solidFill>
                <a:latin typeface="Times New Roman" panose="02020603050405020304" pitchFamily="18" charset="0"/>
                <a:ea typeface="黑体" panose="02010609060101010101" pitchFamily="49" charset="-122"/>
              </a:endParaRPr>
            </a:p>
          </p:txBody>
        </p:sp>
        <p:sp>
          <p:nvSpPr>
            <p:cNvPr id="14451" name="Line 5"/>
            <p:cNvSpPr/>
            <p:nvPr/>
          </p:nvSpPr>
          <p:spPr>
            <a:xfrm flipV="1">
              <a:off x="4430" y="2803"/>
              <a:ext cx="0" cy="1056"/>
            </a:xfrm>
            <a:prstGeom prst="line">
              <a:avLst/>
            </a:prstGeom>
            <a:ln w="38100" cap="flat" cmpd="sng">
              <a:solidFill>
                <a:srgbClr val="FF0000"/>
              </a:solidFill>
              <a:prstDash val="solid"/>
              <a:headEnd type="none" w="med" len="med"/>
              <a:tailEnd type="triangle" w="med" len="med"/>
            </a:ln>
          </p:spPr>
        </p:sp>
      </p:grpSp>
      <p:grpSp>
        <p:nvGrpSpPr>
          <p:cNvPr id="53254" name="Group 6"/>
          <p:cNvGrpSpPr/>
          <p:nvPr/>
        </p:nvGrpSpPr>
        <p:grpSpPr>
          <a:xfrm>
            <a:off x="6635433" y="2493328"/>
            <a:ext cx="914400" cy="615950"/>
            <a:chOff x="2777" y="1779"/>
            <a:chExt cx="576" cy="388"/>
          </a:xfrm>
        </p:grpSpPr>
        <p:sp>
          <p:nvSpPr>
            <p:cNvPr id="14448" name="Line 7"/>
            <p:cNvSpPr/>
            <p:nvPr/>
          </p:nvSpPr>
          <p:spPr>
            <a:xfrm flipH="1">
              <a:off x="2777" y="2167"/>
              <a:ext cx="576" cy="0"/>
            </a:xfrm>
            <a:prstGeom prst="line">
              <a:avLst/>
            </a:prstGeom>
            <a:ln w="38100" cap="flat" cmpd="sng">
              <a:solidFill>
                <a:srgbClr val="00CC00"/>
              </a:solidFill>
              <a:prstDash val="solid"/>
              <a:headEnd type="none" w="med" len="med"/>
              <a:tailEnd type="triangle" w="med" len="med"/>
            </a:ln>
          </p:spPr>
        </p:sp>
        <p:sp>
          <p:nvSpPr>
            <p:cNvPr id="14449" name="Text Box 8"/>
            <p:cNvSpPr txBox="1"/>
            <p:nvPr/>
          </p:nvSpPr>
          <p:spPr>
            <a:xfrm>
              <a:off x="2815" y="1779"/>
              <a:ext cx="432" cy="365"/>
            </a:xfrm>
            <a:prstGeom prst="rect">
              <a:avLst/>
            </a:prstGeom>
            <a:noFill/>
            <a:ln w="9525">
              <a:noFill/>
            </a:ln>
          </p:spPr>
          <p:txBody>
            <a:bodyPr>
              <a:spAutoFit/>
            </a:bodyPr>
            <a:p>
              <a:pPr indent="0">
                <a:spcBef>
                  <a:spcPct val="50000"/>
                </a:spcBef>
                <a:buNone/>
              </a:pPr>
              <a:r>
                <a:rPr lang="en-US" altLang="zh-CN" sz="3200" dirty="0">
                  <a:solidFill>
                    <a:schemeClr val="tx1"/>
                  </a:solidFill>
                  <a:latin typeface="Times New Roman" panose="02020603050405020304" pitchFamily="18" charset="0"/>
                  <a:ea typeface="黑体" panose="02010609060101010101" pitchFamily="49" charset="-122"/>
                </a:rPr>
                <a:t>F</a:t>
              </a:r>
              <a:r>
                <a:rPr lang="en-US" altLang="zh-CN" dirty="0">
                  <a:solidFill>
                    <a:schemeClr val="tx1"/>
                  </a:solidFill>
                  <a:latin typeface="Times New Roman" panose="02020603050405020304" pitchFamily="18" charset="0"/>
                  <a:ea typeface="黑体" panose="02010609060101010101" pitchFamily="49" charset="-122"/>
                </a:rPr>
                <a:t>a</a:t>
              </a:r>
              <a:endParaRPr lang="en-US" altLang="zh-CN" sz="3200" dirty="0">
                <a:solidFill>
                  <a:schemeClr val="tx1"/>
                </a:solidFill>
                <a:latin typeface="Times New Roman" panose="02020603050405020304" pitchFamily="18" charset="0"/>
                <a:ea typeface="黑体" panose="02010609060101010101" pitchFamily="49" charset="-122"/>
              </a:endParaRPr>
            </a:p>
          </p:txBody>
        </p:sp>
      </p:grpSp>
      <p:grpSp>
        <p:nvGrpSpPr>
          <p:cNvPr id="2" name="Group 9"/>
          <p:cNvGrpSpPr/>
          <p:nvPr/>
        </p:nvGrpSpPr>
        <p:grpSpPr>
          <a:xfrm>
            <a:off x="7535545" y="2493328"/>
            <a:ext cx="1081088" cy="615950"/>
            <a:chOff x="3664" y="2373"/>
            <a:chExt cx="681" cy="388"/>
          </a:xfrm>
        </p:grpSpPr>
        <p:sp>
          <p:nvSpPr>
            <p:cNvPr id="3" name="Line 10"/>
            <p:cNvSpPr/>
            <p:nvPr/>
          </p:nvSpPr>
          <p:spPr>
            <a:xfrm flipH="1">
              <a:off x="3664" y="2761"/>
              <a:ext cx="576" cy="0"/>
            </a:xfrm>
            <a:prstGeom prst="line">
              <a:avLst/>
            </a:prstGeom>
            <a:ln w="38100" cap="flat" cmpd="sng">
              <a:solidFill>
                <a:srgbClr val="00CC00"/>
              </a:solidFill>
              <a:prstDash val="solid"/>
              <a:headEnd type="triangle" w="med" len="med"/>
              <a:tailEnd type="none" w="med" len="med"/>
            </a:ln>
          </p:spPr>
        </p:sp>
        <p:sp>
          <p:nvSpPr>
            <p:cNvPr id="8" name="Text Box 11"/>
            <p:cNvSpPr txBox="1"/>
            <p:nvPr/>
          </p:nvSpPr>
          <p:spPr>
            <a:xfrm>
              <a:off x="3913" y="2373"/>
              <a:ext cx="432" cy="365"/>
            </a:xfrm>
            <a:prstGeom prst="rect">
              <a:avLst/>
            </a:prstGeom>
            <a:noFill/>
            <a:ln w="9525">
              <a:noFill/>
            </a:ln>
          </p:spPr>
          <p:txBody>
            <a:bodyPr>
              <a:spAutoFit/>
            </a:bodyPr>
            <a:p>
              <a:pPr indent="0">
                <a:spcBef>
                  <a:spcPct val="50000"/>
                </a:spcBef>
                <a:buNone/>
              </a:pPr>
              <a:r>
                <a:rPr lang="en-US" altLang="zh-CN" sz="3200" dirty="0">
                  <a:solidFill>
                    <a:schemeClr val="tx1"/>
                  </a:solidFill>
                  <a:latin typeface="Times New Roman" panose="02020603050405020304" pitchFamily="18" charset="0"/>
                  <a:ea typeface="黑体" panose="02010609060101010101" pitchFamily="49" charset="-122"/>
                </a:rPr>
                <a:t>F</a:t>
              </a:r>
              <a:r>
                <a:rPr lang="en-US" altLang="zh-CN" dirty="0">
                  <a:solidFill>
                    <a:schemeClr val="tx1"/>
                  </a:solidFill>
                  <a:latin typeface="Times New Roman" panose="02020603050405020304" pitchFamily="18" charset="0"/>
                  <a:ea typeface="黑体" panose="02010609060101010101" pitchFamily="49" charset="-122"/>
                </a:rPr>
                <a:t>a</a:t>
              </a:r>
              <a:endParaRPr lang="en-US" altLang="zh-CN" sz="3200" dirty="0">
                <a:solidFill>
                  <a:srgbClr val="00CC00"/>
                </a:solidFill>
                <a:latin typeface="Times New Roman" panose="02020603050405020304" pitchFamily="18" charset="0"/>
                <a:ea typeface="黑体" panose="02010609060101010101" pitchFamily="49" charset="-122"/>
              </a:endParaRPr>
            </a:p>
          </p:txBody>
        </p:sp>
      </p:grpSp>
      <p:sp>
        <p:nvSpPr>
          <p:cNvPr id="9" name="文本框 8"/>
          <p:cNvSpPr txBox="1"/>
          <p:nvPr/>
        </p:nvSpPr>
        <p:spPr>
          <a:xfrm>
            <a:off x="594995" y="1054735"/>
            <a:ext cx="8310245" cy="1198880"/>
          </a:xfrm>
          <a:prstGeom prst="rect">
            <a:avLst/>
          </a:prstGeom>
          <a:noFill/>
        </p:spPr>
        <p:txBody>
          <a:bodyPr wrap="square" rtlCol="0">
            <a:spAutoFit/>
          </a:bodyPr>
          <a:p>
            <a:pPr indent="0">
              <a:buNone/>
            </a:pPr>
            <a:r>
              <a:rPr lang="zh-CN" altLang="en-US">
                <a:latin typeface="黑体" panose="02010609060101010101" pitchFamily="49" charset="-122"/>
                <a:ea typeface="黑体" panose="02010609060101010101" pitchFamily="49" charset="-122"/>
                <a:cs typeface="黑体" panose="02010609060101010101" pitchFamily="49" charset="-122"/>
              </a:rPr>
              <a:t>主要承受径向载荷，也可同时承受小的轴向载荷。当量摩擦系数最小，极限转速较高，在高速时可用来承受轴向载荷。工作中允许内、外圈轴线的偏斜量≤</a:t>
            </a:r>
            <a:r>
              <a:rPr lang="en-US" altLang="zh-CN">
                <a:latin typeface="黑体" panose="02010609060101010101" pitchFamily="49" charset="-122"/>
                <a:ea typeface="黑体" panose="02010609060101010101" pitchFamily="49" charset="-122"/>
                <a:cs typeface="黑体" panose="02010609060101010101" pitchFamily="49" charset="-122"/>
              </a:rPr>
              <a:t>8′~16</a:t>
            </a:r>
            <a:r>
              <a:rPr lang="en-US" altLang="zh-CN">
                <a:latin typeface="黑体" panose="02010609060101010101" pitchFamily="49" charset="-122"/>
                <a:ea typeface="黑体" panose="02010609060101010101" pitchFamily="49" charset="-122"/>
                <a:cs typeface="黑体" panose="02010609060101010101" pitchFamily="49" charset="-122"/>
                <a:sym typeface="+mn-ea"/>
              </a:rPr>
              <a:t>′</a:t>
            </a:r>
            <a:r>
              <a:rPr lang="zh-CN" altLang="en-US">
                <a:latin typeface="黑体" panose="02010609060101010101" pitchFamily="49" charset="-122"/>
                <a:ea typeface="黑体" panose="02010609060101010101" pitchFamily="49" charset="-122"/>
                <a:cs typeface="黑体" panose="02010609060101010101" pitchFamily="49" charset="-122"/>
              </a:rPr>
              <a:t>。大量生产，价格最低。</a:t>
            </a:r>
            <a:endParaRPr lang="zh-CN" altLang="en-US">
              <a:latin typeface="黑体" panose="02010609060101010101" pitchFamily="49" charset="-122"/>
              <a:ea typeface="黑体" panose="02010609060101010101" pitchFamily="49" charset="-122"/>
              <a:cs typeface="黑体" panose="02010609060101010101" pitchFamily="49" charset="-122"/>
            </a:endParaRPr>
          </a:p>
        </p:txBody>
      </p:sp>
      <p:graphicFrame>
        <p:nvGraphicFramePr>
          <p:cNvPr id="10" name="对象 9">
            <a:hlinkClick r:id="" action="ppaction://ole?verb="/>
          </p:cNvPr>
          <p:cNvGraphicFramePr>
            <a:graphicFrameLocks noChangeAspect="1"/>
          </p:cNvGraphicFramePr>
          <p:nvPr/>
        </p:nvGraphicFramePr>
        <p:xfrm>
          <a:off x="4514850" y="3321050"/>
          <a:ext cx="114300" cy="215900"/>
        </p:xfrm>
        <a:graphic>
          <a:graphicData uri="http://schemas.openxmlformats.org/presentationml/2006/ole">
            <mc:AlternateContent xmlns:mc="http://schemas.openxmlformats.org/markup-compatibility/2006">
              <mc:Choice xmlns:v="urn:schemas-microsoft-com:vml" Requires="v">
                <p:oleObj spid="_x0000_s1025" name="" r:id="rId2" imgW="114300" imgH="215900" progId="Equation.KSEE3">
                  <p:embed/>
                </p:oleObj>
              </mc:Choice>
              <mc:Fallback>
                <p:oleObj name="" r:id="rId2" imgW="114300" imgH="215900" progId="Equation.KSEE3">
                  <p:embed/>
                  <p:pic>
                    <p:nvPicPr>
                      <p:cNvPr id="0" name="图片 1024"/>
                      <p:cNvPicPr/>
                      <p:nvPr/>
                    </p:nvPicPr>
                    <p:blipFill>
                      <a:blip r:embed="rId3"/>
                      <a:stretch>
                        <a:fillRect/>
                      </a:stretch>
                    </p:blipFill>
                    <p:spPr>
                      <a:xfrm>
                        <a:off x="4514850" y="3321050"/>
                        <a:ext cx="114300" cy="215900"/>
                      </a:xfrm>
                      <a:prstGeom prst="rect">
                        <a:avLst/>
                      </a:prstGeom>
                    </p:spPr>
                  </p:pic>
                </p:oleObj>
              </mc:Fallback>
            </mc:AlternateContent>
          </a:graphicData>
        </a:graphic>
      </p:graphicFrame>
    </p:spTree>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53251"/>
                                        </p:tgtEl>
                                        <p:attrNameLst>
                                          <p:attrName>style.visibility</p:attrName>
                                        </p:attrNameLst>
                                      </p:cBhvr>
                                      <p:to>
                                        <p:strVal val="visible"/>
                                      </p:to>
                                    </p:set>
                                    <p:animEffect transition="in" filter="wipe(down)">
                                      <p:cBhvr>
                                        <p:cTn id="12" dur="500"/>
                                        <p:tgtEl>
                                          <p:spTgt spid="53251"/>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2" fill="hold" nodeType="clickEffect">
                                  <p:stCondLst>
                                    <p:cond delay="0"/>
                                  </p:stCondLst>
                                  <p:childTnLst>
                                    <p:set>
                                      <p:cBhvr>
                                        <p:cTn id="16" dur="1" fill="hold">
                                          <p:stCondLst>
                                            <p:cond delay="0"/>
                                          </p:stCondLst>
                                        </p:cTn>
                                        <p:tgtEl>
                                          <p:spTgt spid="53254"/>
                                        </p:tgtEl>
                                        <p:attrNameLst>
                                          <p:attrName>style.visibility</p:attrName>
                                        </p:attrNameLst>
                                      </p:cBhvr>
                                      <p:to>
                                        <p:strVal val="visible"/>
                                      </p:to>
                                    </p:set>
                                    <p:animEffect transition="in" filter="wipe(right)">
                                      <p:cBhvr>
                                        <p:cTn id="17" dur="500"/>
                                        <p:tgtEl>
                                          <p:spTgt spid="5325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nvPicPr>
        <p:blipFill>
          <a:blip r:embed="rId1"/>
          <a:srcRect t="19554"/>
          <a:stretch>
            <a:fillRect/>
          </a:stretch>
        </p:blipFill>
        <p:spPr>
          <a:xfrm>
            <a:off x="66675" y="2400300"/>
            <a:ext cx="8953500" cy="4007485"/>
          </a:xfrm>
          <a:prstGeom prst="rect">
            <a:avLst/>
          </a:prstGeom>
        </p:spPr>
      </p:pic>
      <p:sp>
        <p:nvSpPr>
          <p:cNvPr id="5" name="文本框 4"/>
          <p:cNvSpPr txBox="1"/>
          <p:nvPr/>
        </p:nvSpPr>
        <p:spPr>
          <a:xfrm>
            <a:off x="337931" y="278295"/>
            <a:ext cx="2305878" cy="476669"/>
          </a:xfrm>
          <a:prstGeom prst="rect">
            <a:avLst/>
          </a:prstGeom>
          <a:noFill/>
          <a:ln>
            <a:noFill/>
          </a:ln>
        </p:spPr>
        <p:txBody>
          <a:bodyPr wrap="square" rtlCol="0">
            <a:spAutoFit/>
          </a:bodyPr>
          <a:lstStyle/>
          <a:p>
            <a:pPr algn="ctr">
              <a:buNone/>
            </a:pPr>
            <a:r>
              <a:rPr lang="zh-CN" altLang="en-US" sz="2400" dirty="0" smtClean="0">
                <a:solidFill>
                  <a:srgbClr val="FF0000"/>
                </a:solidFill>
                <a:latin typeface="黑体" panose="02010609060101010101" pitchFamily="49" charset="-122"/>
                <a:ea typeface="黑体" panose="02010609060101010101" pitchFamily="49" charset="-122"/>
              </a:rPr>
              <a:t>圆柱滚子轴承</a:t>
            </a:r>
            <a:endParaRPr lang="zh-CN" altLang="en-US" sz="2400" dirty="0">
              <a:solidFill>
                <a:srgbClr val="FF0000"/>
              </a:solidFill>
              <a:latin typeface="黑体" panose="02010609060101010101" pitchFamily="49" charset="-122"/>
              <a:ea typeface="黑体" panose="02010609060101010101" pitchFamily="49" charset="-122"/>
            </a:endParaRPr>
          </a:p>
        </p:txBody>
      </p:sp>
      <p:sp>
        <p:nvSpPr>
          <p:cNvPr id="6" name="文本框 5"/>
          <p:cNvSpPr txBox="1"/>
          <p:nvPr/>
        </p:nvSpPr>
        <p:spPr>
          <a:xfrm>
            <a:off x="2976632" y="356262"/>
            <a:ext cx="5555974" cy="498598"/>
          </a:xfrm>
          <a:prstGeom prst="rect">
            <a:avLst/>
          </a:prstGeom>
          <a:noFill/>
        </p:spPr>
        <p:txBody>
          <a:bodyPr wrap="square" rtlCol="0">
            <a:spAutoFit/>
          </a:bodyPr>
          <a:lstStyle/>
          <a:p>
            <a:pPr>
              <a:buNone/>
            </a:pPr>
            <a:r>
              <a:rPr lang="zh-CN" altLang="en-US" sz="2200" dirty="0" smtClean="0">
                <a:solidFill>
                  <a:srgbClr val="C00000"/>
                </a:solidFill>
                <a:latin typeface="黑体" panose="02010609060101010101" pitchFamily="49" charset="-122"/>
                <a:ea typeface="黑体" panose="02010609060101010101" pitchFamily="49" charset="-122"/>
              </a:rPr>
              <a:t>类型代号：</a:t>
            </a:r>
            <a:r>
              <a:rPr lang="en-US" altLang="zh-CN" sz="2200" dirty="0" smtClean="0">
                <a:solidFill>
                  <a:srgbClr val="C00000"/>
                </a:solidFill>
                <a:latin typeface="黑体" panose="02010609060101010101" pitchFamily="49" charset="-122"/>
                <a:ea typeface="黑体" panose="02010609060101010101" pitchFamily="49" charset="-122"/>
              </a:rPr>
              <a:t>N    </a:t>
            </a:r>
            <a:r>
              <a:rPr lang="zh-CN" altLang="en-US" sz="2200" dirty="0" smtClean="0">
                <a:solidFill>
                  <a:srgbClr val="C00000"/>
                </a:solidFill>
                <a:latin typeface="黑体" panose="02010609060101010101" pitchFamily="49" charset="-122"/>
                <a:ea typeface="黑体" panose="02010609060101010101" pitchFamily="49" charset="-122"/>
              </a:rPr>
              <a:t>标准号：</a:t>
            </a:r>
            <a:r>
              <a:rPr lang="en-US" altLang="zh-CN" sz="2200" dirty="0" smtClean="0">
                <a:solidFill>
                  <a:srgbClr val="C00000"/>
                </a:solidFill>
                <a:latin typeface="黑体" panose="02010609060101010101" pitchFamily="49" charset="-122"/>
                <a:ea typeface="黑体" panose="02010609060101010101" pitchFamily="49" charset="-122"/>
              </a:rPr>
              <a:t>GB/T 283</a:t>
            </a:r>
            <a:endParaRPr lang="zh-CN" altLang="en-US" sz="2200" dirty="0">
              <a:solidFill>
                <a:srgbClr val="C00000"/>
              </a:solidFill>
              <a:latin typeface="黑体" panose="02010609060101010101" pitchFamily="49" charset="-122"/>
              <a:ea typeface="黑体" panose="02010609060101010101" pitchFamily="49" charset="-122"/>
            </a:endParaRPr>
          </a:p>
        </p:txBody>
      </p:sp>
      <p:cxnSp>
        <p:nvCxnSpPr>
          <p:cNvPr id="7" name="直接连接符 6"/>
          <p:cNvCxnSpPr/>
          <p:nvPr/>
        </p:nvCxnSpPr>
        <p:spPr bwMode="auto">
          <a:xfrm>
            <a:off x="0" y="934913"/>
            <a:ext cx="9144000" cy="0"/>
          </a:xfrm>
          <a:prstGeom prst="line">
            <a:avLst/>
          </a:prstGeom>
          <a:noFill/>
          <a:ln w="19050" cap="flat" cmpd="sng" algn="ctr">
            <a:solidFill>
              <a:srgbClr val="C00000"/>
            </a:solidFill>
            <a:prstDash val="solid"/>
            <a:round/>
            <a:headEnd type="none" w="med" len="med"/>
            <a:tailEnd type="none" w="med" len="med"/>
          </a:ln>
          <a:effectLst/>
        </p:spPr>
      </p:cxnSp>
      <p:sp>
        <p:nvSpPr>
          <p:cNvPr id="2" name="文本框 1"/>
          <p:cNvSpPr txBox="1"/>
          <p:nvPr/>
        </p:nvSpPr>
        <p:spPr>
          <a:xfrm>
            <a:off x="418465" y="1021715"/>
            <a:ext cx="8477250" cy="1568450"/>
          </a:xfrm>
          <a:prstGeom prst="rect">
            <a:avLst/>
          </a:prstGeom>
          <a:noFill/>
        </p:spPr>
        <p:txBody>
          <a:bodyPr wrap="square" rtlCol="0">
            <a:spAutoFit/>
          </a:bodyPr>
          <a:p>
            <a:pPr indent="0">
              <a:buNone/>
            </a:pPr>
            <a:r>
              <a:rPr lang="zh-CN" altLang="en-US">
                <a:latin typeface="黑体" panose="02010609060101010101" pitchFamily="49" charset="-122"/>
                <a:ea typeface="黑体" panose="02010609060101010101" pitchFamily="49" charset="-122"/>
              </a:rPr>
              <a:t>外圈（或内圈）可以分离，故不能承受轴向载荷，滚子由内圈（或外圈）的挡边轴向定位。工作时允许内、外圈有少量的轴向错动。有较大的径向承载能力，但内外圈轴线的允许偏斜量很小（</a:t>
            </a:r>
            <a:r>
              <a:rPr lang="en-US" altLang="zh-CN">
                <a:latin typeface="黑体" panose="02010609060101010101" pitchFamily="49" charset="-122"/>
                <a:ea typeface="黑体" panose="02010609060101010101" pitchFamily="49" charset="-122"/>
                <a:cs typeface="黑体" panose="02010609060101010101" pitchFamily="49" charset="-122"/>
                <a:sym typeface="+mn-ea"/>
              </a:rPr>
              <a:t>2</a:t>
            </a:r>
            <a:r>
              <a:rPr lang="en-US" altLang="zh-CN">
                <a:latin typeface="黑体" panose="02010609060101010101" pitchFamily="49" charset="-122"/>
                <a:ea typeface="黑体" panose="02010609060101010101" pitchFamily="49" charset="-122"/>
                <a:cs typeface="黑体" panose="02010609060101010101" pitchFamily="49" charset="-122"/>
                <a:sym typeface="+mn-ea"/>
              </a:rPr>
              <a:t>′~4</a:t>
            </a:r>
            <a:r>
              <a:rPr lang="en-US" altLang="zh-CN">
                <a:latin typeface="黑体" panose="02010609060101010101" pitchFamily="49" charset="-122"/>
                <a:ea typeface="黑体" panose="02010609060101010101" pitchFamily="49" charset="-122"/>
                <a:cs typeface="黑体" panose="02010609060101010101" pitchFamily="49" charset="-122"/>
                <a:sym typeface="+mn-ea"/>
              </a:rPr>
              <a:t>′</a:t>
            </a:r>
            <a:r>
              <a:rPr lang="zh-CN" altLang="en-US">
                <a:latin typeface="黑体" panose="02010609060101010101" pitchFamily="49" charset="-122"/>
                <a:ea typeface="黑体" panose="02010609060101010101" pitchFamily="49" charset="-122"/>
              </a:rPr>
              <a:t>）。此类轴承可以不带外圈或内圈。</a:t>
            </a:r>
            <a:endParaRPr lang="zh-CN" altLang="en-US">
              <a:latin typeface="黑体" panose="02010609060101010101" pitchFamily="49" charset="-122"/>
              <a:ea typeface="黑体" panose="02010609060101010101" pitchFamily="49" charset="-122"/>
            </a:endParaRPr>
          </a:p>
        </p:txBody>
      </p:sp>
    </p:spTree>
  </p:cSld>
  <p:clrMapOvr>
    <a:masterClrMapping/>
  </p:clrMapOvr>
  <p:transition>
    <p:wipe dir="r"/>
  </p:transition>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1"/>
          <a:srcRect t="20651" b="3573"/>
          <a:stretch>
            <a:fillRect/>
          </a:stretch>
        </p:blipFill>
        <p:spPr>
          <a:xfrm>
            <a:off x="337820" y="2439670"/>
            <a:ext cx="8620125" cy="3919220"/>
          </a:xfrm>
          <a:prstGeom prst="rect">
            <a:avLst/>
          </a:prstGeom>
        </p:spPr>
      </p:pic>
      <p:sp>
        <p:nvSpPr>
          <p:cNvPr id="3" name="文本框 2"/>
          <p:cNvSpPr txBox="1"/>
          <p:nvPr/>
        </p:nvSpPr>
        <p:spPr>
          <a:xfrm>
            <a:off x="159026" y="357810"/>
            <a:ext cx="2305878" cy="476669"/>
          </a:xfrm>
          <a:prstGeom prst="rect">
            <a:avLst/>
          </a:prstGeom>
          <a:noFill/>
          <a:ln>
            <a:noFill/>
          </a:ln>
        </p:spPr>
        <p:txBody>
          <a:bodyPr wrap="square" rtlCol="0">
            <a:spAutoFit/>
          </a:bodyPr>
          <a:lstStyle/>
          <a:p>
            <a:pPr algn="ctr">
              <a:buNone/>
            </a:pPr>
            <a:r>
              <a:rPr lang="zh-CN" altLang="en-US" sz="2400" dirty="0" smtClean="0">
                <a:solidFill>
                  <a:srgbClr val="FF0000"/>
                </a:solidFill>
                <a:latin typeface="黑体" panose="02010609060101010101" pitchFamily="49" charset="-122"/>
                <a:ea typeface="黑体" panose="02010609060101010101" pitchFamily="49" charset="-122"/>
              </a:rPr>
              <a:t>推力球轴承</a:t>
            </a:r>
            <a:endParaRPr lang="zh-CN" altLang="en-US" sz="2400" dirty="0">
              <a:solidFill>
                <a:srgbClr val="FF0000"/>
              </a:solidFill>
              <a:latin typeface="黑体" panose="02010609060101010101" pitchFamily="49" charset="-122"/>
              <a:ea typeface="黑体" panose="02010609060101010101" pitchFamily="49" charset="-122"/>
            </a:endParaRPr>
          </a:p>
        </p:txBody>
      </p:sp>
      <p:sp>
        <p:nvSpPr>
          <p:cNvPr id="4" name="文本框 3"/>
          <p:cNvSpPr txBox="1"/>
          <p:nvPr/>
        </p:nvSpPr>
        <p:spPr>
          <a:xfrm>
            <a:off x="3096841" y="357367"/>
            <a:ext cx="5555974" cy="498598"/>
          </a:xfrm>
          <a:prstGeom prst="rect">
            <a:avLst/>
          </a:prstGeom>
          <a:noFill/>
        </p:spPr>
        <p:txBody>
          <a:bodyPr wrap="square" rtlCol="0">
            <a:spAutoFit/>
          </a:bodyPr>
          <a:lstStyle/>
          <a:p>
            <a:pPr>
              <a:buNone/>
            </a:pPr>
            <a:r>
              <a:rPr lang="zh-CN" altLang="en-US" sz="2200" dirty="0" smtClean="0">
                <a:solidFill>
                  <a:srgbClr val="C00000"/>
                </a:solidFill>
                <a:latin typeface="黑体" panose="02010609060101010101" pitchFamily="49" charset="-122"/>
                <a:ea typeface="黑体" panose="02010609060101010101" pitchFamily="49" charset="-122"/>
              </a:rPr>
              <a:t>类型代号：</a:t>
            </a:r>
            <a:r>
              <a:rPr lang="en-US" altLang="zh-CN" sz="2200" dirty="0" smtClean="0">
                <a:solidFill>
                  <a:srgbClr val="C00000"/>
                </a:solidFill>
                <a:latin typeface="黑体" panose="02010609060101010101" pitchFamily="49" charset="-122"/>
                <a:ea typeface="黑体" panose="02010609060101010101" pitchFamily="49" charset="-122"/>
              </a:rPr>
              <a:t>5    </a:t>
            </a:r>
            <a:r>
              <a:rPr lang="zh-CN" altLang="en-US" sz="2200" dirty="0" smtClean="0">
                <a:solidFill>
                  <a:srgbClr val="C00000"/>
                </a:solidFill>
                <a:latin typeface="黑体" panose="02010609060101010101" pitchFamily="49" charset="-122"/>
                <a:ea typeface="黑体" panose="02010609060101010101" pitchFamily="49" charset="-122"/>
              </a:rPr>
              <a:t>标准号：</a:t>
            </a:r>
            <a:r>
              <a:rPr lang="en-US" altLang="zh-CN" sz="2200" dirty="0" smtClean="0">
                <a:solidFill>
                  <a:srgbClr val="C00000"/>
                </a:solidFill>
                <a:latin typeface="黑体" panose="02010609060101010101" pitchFamily="49" charset="-122"/>
                <a:ea typeface="黑体" panose="02010609060101010101" pitchFamily="49" charset="-122"/>
              </a:rPr>
              <a:t>GB/T 301</a:t>
            </a:r>
            <a:endParaRPr lang="zh-CN" altLang="en-US" sz="2200" dirty="0">
              <a:solidFill>
                <a:srgbClr val="C00000"/>
              </a:solidFill>
              <a:latin typeface="黑体" panose="02010609060101010101" pitchFamily="49" charset="-122"/>
              <a:ea typeface="黑体" panose="02010609060101010101" pitchFamily="49" charset="-122"/>
            </a:endParaRPr>
          </a:p>
        </p:txBody>
      </p:sp>
      <p:cxnSp>
        <p:nvCxnSpPr>
          <p:cNvPr id="5" name="直接连接符 4"/>
          <p:cNvCxnSpPr/>
          <p:nvPr/>
        </p:nvCxnSpPr>
        <p:spPr bwMode="auto">
          <a:xfrm>
            <a:off x="0" y="936183"/>
            <a:ext cx="9144000" cy="0"/>
          </a:xfrm>
          <a:prstGeom prst="line">
            <a:avLst/>
          </a:prstGeom>
          <a:noFill/>
          <a:ln w="19050" cap="flat" cmpd="sng" algn="ctr">
            <a:solidFill>
              <a:srgbClr val="C00000"/>
            </a:solidFill>
            <a:prstDash val="solid"/>
            <a:round/>
            <a:headEnd type="none" w="med" len="med"/>
            <a:tailEnd type="none" w="med" len="med"/>
          </a:ln>
          <a:effectLst/>
        </p:spPr>
      </p:cxnSp>
      <p:sp>
        <p:nvSpPr>
          <p:cNvPr id="6" name="文本框 5"/>
          <p:cNvSpPr txBox="1"/>
          <p:nvPr/>
        </p:nvSpPr>
        <p:spPr>
          <a:xfrm>
            <a:off x="551815" y="1037590"/>
            <a:ext cx="8191500" cy="1198880"/>
          </a:xfrm>
          <a:prstGeom prst="rect">
            <a:avLst/>
          </a:prstGeom>
          <a:noFill/>
        </p:spPr>
        <p:txBody>
          <a:bodyPr wrap="square" rtlCol="0">
            <a:spAutoFit/>
          </a:bodyPr>
          <a:p>
            <a:pPr indent="0">
              <a:buNone/>
            </a:pPr>
            <a:r>
              <a:rPr lang="zh-CN" altLang="en-US">
                <a:latin typeface="黑体" panose="02010609060101010101" pitchFamily="49" charset="-122"/>
                <a:ea typeface="黑体" panose="02010609060101010101" pitchFamily="49" charset="-122"/>
              </a:rPr>
              <a:t>为了防止钢球与滚道之间的滑动，工作时必须加有一定的轴向载荷。高速时离心力较大，钢球与保持架磨损，发热严重，寿命降低，故极限转速很低。轴</a:t>
            </a:r>
            <a:r>
              <a:rPr lang="zh-CN" altLang="en-US">
                <a:latin typeface="黑体" panose="02010609060101010101" pitchFamily="49" charset="-122"/>
                <a:ea typeface="黑体" panose="02010609060101010101" pitchFamily="49" charset="-122"/>
              </a:rPr>
              <a:t>线必须与轴线重合，以保证钢球载荷的均匀分配。</a:t>
            </a:r>
            <a:endParaRPr lang="zh-CN" altLang="en-US">
              <a:latin typeface="黑体" panose="02010609060101010101" pitchFamily="49" charset="-122"/>
              <a:ea typeface="黑体" panose="02010609060101010101" pitchFamily="49" charset="-122"/>
            </a:endParaRPr>
          </a:p>
        </p:txBody>
      </p:sp>
    </p:spTree>
  </p:cSld>
  <p:clrMapOvr>
    <a:masterClrMapping/>
  </p:clrMapOvr>
  <p:transition>
    <p:wipe dir="r"/>
  </p:transition>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custDataLst>
              <p:tags r:id="rId1"/>
            </p:custDataLst>
          </p:nvPr>
        </p:nvPicPr>
        <p:blipFill>
          <a:blip r:embed="rId2"/>
          <a:srcRect t="34280"/>
          <a:stretch>
            <a:fillRect/>
          </a:stretch>
        </p:blipFill>
        <p:spPr>
          <a:xfrm>
            <a:off x="71120" y="3248025"/>
            <a:ext cx="9001125" cy="3261360"/>
          </a:xfrm>
          <a:prstGeom prst="rect">
            <a:avLst/>
          </a:prstGeom>
        </p:spPr>
      </p:pic>
      <p:sp>
        <p:nvSpPr>
          <p:cNvPr id="3" name="文本框 2"/>
          <p:cNvSpPr txBox="1"/>
          <p:nvPr/>
        </p:nvSpPr>
        <p:spPr>
          <a:xfrm>
            <a:off x="129210" y="327992"/>
            <a:ext cx="2305878" cy="476669"/>
          </a:xfrm>
          <a:prstGeom prst="rect">
            <a:avLst/>
          </a:prstGeom>
          <a:noFill/>
          <a:ln>
            <a:noFill/>
          </a:ln>
        </p:spPr>
        <p:txBody>
          <a:bodyPr wrap="square" rtlCol="0">
            <a:spAutoFit/>
          </a:bodyPr>
          <a:lstStyle/>
          <a:p>
            <a:pPr algn="ctr">
              <a:buNone/>
            </a:pPr>
            <a:r>
              <a:rPr lang="zh-CN" altLang="en-US" sz="2400" dirty="0">
                <a:solidFill>
                  <a:srgbClr val="FF0000"/>
                </a:solidFill>
                <a:latin typeface="黑体" panose="02010609060101010101" pitchFamily="49" charset="-122"/>
                <a:ea typeface="黑体" panose="02010609060101010101" pitchFamily="49" charset="-122"/>
              </a:rPr>
              <a:t>角接触球轴承</a:t>
            </a:r>
            <a:endParaRPr lang="zh-CN" altLang="en-US" sz="2400" dirty="0">
              <a:solidFill>
                <a:srgbClr val="FF0000"/>
              </a:solidFill>
              <a:latin typeface="黑体" panose="02010609060101010101" pitchFamily="49" charset="-122"/>
              <a:ea typeface="黑体" panose="02010609060101010101" pitchFamily="49" charset="-122"/>
            </a:endParaRPr>
          </a:p>
        </p:txBody>
      </p:sp>
      <p:sp>
        <p:nvSpPr>
          <p:cNvPr id="4" name="文本框 3"/>
          <p:cNvSpPr txBox="1"/>
          <p:nvPr/>
        </p:nvSpPr>
        <p:spPr>
          <a:xfrm>
            <a:off x="3111252" y="386107"/>
            <a:ext cx="5555974" cy="498598"/>
          </a:xfrm>
          <a:prstGeom prst="rect">
            <a:avLst/>
          </a:prstGeom>
          <a:noFill/>
        </p:spPr>
        <p:txBody>
          <a:bodyPr wrap="square" rtlCol="0">
            <a:spAutoFit/>
          </a:bodyPr>
          <a:lstStyle/>
          <a:p>
            <a:pPr>
              <a:buNone/>
            </a:pPr>
            <a:r>
              <a:rPr lang="zh-CN" altLang="en-US" sz="2200" dirty="0" smtClean="0">
                <a:solidFill>
                  <a:srgbClr val="C00000"/>
                </a:solidFill>
                <a:latin typeface="黑体" panose="02010609060101010101" pitchFamily="49" charset="-122"/>
                <a:ea typeface="黑体" panose="02010609060101010101" pitchFamily="49" charset="-122"/>
              </a:rPr>
              <a:t>类型代号：</a:t>
            </a:r>
            <a:r>
              <a:rPr lang="en-US" altLang="zh-CN" sz="2200" dirty="0" smtClean="0">
                <a:solidFill>
                  <a:srgbClr val="C00000"/>
                </a:solidFill>
                <a:latin typeface="黑体" panose="02010609060101010101" pitchFamily="49" charset="-122"/>
                <a:ea typeface="黑体" panose="02010609060101010101" pitchFamily="49" charset="-122"/>
              </a:rPr>
              <a:t>7    </a:t>
            </a:r>
            <a:r>
              <a:rPr lang="zh-CN" altLang="en-US" sz="2200" dirty="0" smtClean="0">
                <a:solidFill>
                  <a:srgbClr val="C00000"/>
                </a:solidFill>
                <a:latin typeface="黑体" panose="02010609060101010101" pitchFamily="49" charset="-122"/>
                <a:ea typeface="黑体" panose="02010609060101010101" pitchFamily="49" charset="-122"/>
              </a:rPr>
              <a:t>标准号：</a:t>
            </a:r>
            <a:r>
              <a:rPr lang="en-US" altLang="zh-CN" sz="2200" dirty="0" smtClean="0">
                <a:solidFill>
                  <a:srgbClr val="C00000"/>
                </a:solidFill>
                <a:latin typeface="黑体" panose="02010609060101010101" pitchFamily="49" charset="-122"/>
                <a:ea typeface="黑体" panose="02010609060101010101" pitchFamily="49" charset="-122"/>
              </a:rPr>
              <a:t>GB/T 292</a:t>
            </a:r>
            <a:endParaRPr lang="zh-CN" altLang="en-US" sz="2200" dirty="0">
              <a:solidFill>
                <a:srgbClr val="C00000"/>
              </a:solidFill>
              <a:latin typeface="黑体" panose="02010609060101010101" pitchFamily="49" charset="-122"/>
              <a:ea typeface="黑体" panose="02010609060101010101" pitchFamily="49" charset="-122"/>
            </a:endParaRPr>
          </a:p>
        </p:txBody>
      </p:sp>
      <p:cxnSp>
        <p:nvCxnSpPr>
          <p:cNvPr id="5" name="直接连接符 4"/>
          <p:cNvCxnSpPr/>
          <p:nvPr/>
        </p:nvCxnSpPr>
        <p:spPr bwMode="auto">
          <a:xfrm>
            <a:off x="0" y="1098108"/>
            <a:ext cx="9144000" cy="0"/>
          </a:xfrm>
          <a:prstGeom prst="line">
            <a:avLst/>
          </a:prstGeom>
          <a:noFill/>
          <a:ln w="19050" cap="flat" cmpd="sng" algn="ctr">
            <a:solidFill>
              <a:srgbClr val="C00000"/>
            </a:solidFill>
            <a:prstDash val="solid"/>
            <a:round/>
            <a:headEnd type="none" w="med" len="med"/>
            <a:tailEnd type="none" w="med" len="med"/>
          </a:ln>
          <a:effectLst/>
        </p:spPr>
      </p:cxnSp>
      <p:sp>
        <p:nvSpPr>
          <p:cNvPr id="6" name="文本框 5"/>
          <p:cNvSpPr txBox="1"/>
          <p:nvPr/>
        </p:nvSpPr>
        <p:spPr>
          <a:xfrm>
            <a:off x="559435" y="1156335"/>
            <a:ext cx="8025130" cy="2091690"/>
          </a:xfrm>
          <a:prstGeom prst="rect">
            <a:avLst/>
          </a:prstGeom>
          <a:noFill/>
        </p:spPr>
        <p:txBody>
          <a:bodyPr wrap="square" rtlCol="0">
            <a:spAutoFit/>
          </a:bodyPr>
          <a:p>
            <a:pPr marL="0" indent="0" eaLnBrk="1" latinLnBrk="0" hangingPunct="1">
              <a:lnSpc>
                <a:spcPct val="130000"/>
              </a:lnSpc>
              <a:buNone/>
            </a:pPr>
            <a:r>
              <a:rPr lang="en-US" altLang="zh-CN"/>
              <a:t>     </a:t>
            </a:r>
            <a:r>
              <a:rPr lang="en-US" altLang="zh-CN">
                <a:latin typeface="黑体" panose="02010609060101010101" pitchFamily="49" charset="-122"/>
                <a:ea typeface="黑体" panose="02010609060101010101" pitchFamily="49" charset="-122"/>
                <a:cs typeface="黑体" panose="02010609060101010101" pitchFamily="49" charset="-122"/>
              </a:rPr>
              <a:t> </a:t>
            </a:r>
            <a:r>
              <a:rPr lang="zh-CN" altLang="en-US">
                <a:latin typeface="黑体" panose="02010609060101010101" pitchFamily="49" charset="-122"/>
                <a:ea typeface="黑体" panose="02010609060101010101" pitchFamily="49" charset="-122"/>
                <a:cs typeface="黑体" panose="02010609060101010101" pitchFamily="49" charset="-122"/>
              </a:rPr>
              <a:t>可以同时承受径向载荷及轴向载荷，也可以单独承受轴向载荷。能在较高转速下正常工作。由于一个轴承只能承受单向的轴向力，因此，一般应成对使用。承受轴向载荷的能力与接触角</a:t>
            </a:r>
            <a:r>
              <a:rPr lang="zh-CN" altLang="en-US">
                <a:latin typeface="黑体" panose="02010609060101010101" pitchFamily="49" charset="-122"/>
                <a:ea typeface="黑体" panose="02010609060101010101" pitchFamily="49" charset="-122"/>
                <a:cs typeface="黑体" panose="02010609060101010101" pitchFamily="49" charset="-122"/>
                <a:sym typeface="+mn-ea"/>
              </a:rPr>
              <a:t>α有关。接触角大的，承受轴向载荷能力也高。常用角接触球轴承的接触角有：</a:t>
            </a:r>
            <a:endParaRPr lang="zh-CN" altLang="en-US">
              <a:latin typeface="黑体" panose="02010609060101010101" pitchFamily="49" charset="-122"/>
              <a:ea typeface="黑体" panose="02010609060101010101" pitchFamily="49" charset="-122"/>
              <a:cs typeface="黑体" panose="02010609060101010101" pitchFamily="49" charset="-122"/>
              <a:sym typeface="+mn-ea"/>
            </a:endParaRPr>
          </a:p>
          <a:p>
            <a:pPr marL="0" indent="0" eaLnBrk="1" latinLnBrk="0" hangingPunct="1">
              <a:lnSpc>
                <a:spcPct val="130000"/>
              </a:lnSpc>
              <a:buNone/>
            </a:pPr>
            <a:r>
              <a:rPr lang="zh-CN" altLang="en-US">
                <a:latin typeface="黑体" panose="02010609060101010101" pitchFamily="49" charset="-122"/>
                <a:ea typeface="黑体" panose="02010609060101010101" pitchFamily="49" charset="-122"/>
                <a:cs typeface="黑体" panose="02010609060101010101" pitchFamily="49" charset="-122"/>
                <a:sym typeface="+mn-ea"/>
              </a:rPr>
              <a:t> </a:t>
            </a:r>
            <a:r>
              <a:rPr lang="en-US" altLang="zh-CN">
                <a:latin typeface="黑体" panose="02010609060101010101" pitchFamily="49" charset="-122"/>
                <a:ea typeface="黑体" panose="02010609060101010101" pitchFamily="49" charset="-122"/>
                <a:cs typeface="黑体" panose="02010609060101010101" pitchFamily="49" charset="-122"/>
                <a:sym typeface="+mn-ea"/>
              </a:rPr>
              <a:t>   </a:t>
            </a:r>
            <a:r>
              <a:rPr lang="zh-CN" altLang="en-US">
                <a:latin typeface="黑体" panose="02010609060101010101" pitchFamily="49" charset="-122"/>
                <a:ea typeface="黑体" panose="02010609060101010101" pitchFamily="49" charset="-122"/>
                <a:cs typeface="黑体" panose="02010609060101010101" pitchFamily="49" charset="-122"/>
              </a:rPr>
              <a:t>α</a:t>
            </a:r>
            <a:r>
              <a:rPr lang="en-US" altLang="zh-CN">
                <a:latin typeface="黑体" panose="02010609060101010101" pitchFamily="49" charset="-122"/>
                <a:ea typeface="黑体" panose="02010609060101010101" pitchFamily="49" charset="-122"/>
                <a:cs typeface="黑体" panose="02010609060101010101" pitchFamily="49" charset="-122"/>
              </a:rPr>
              <a:t>=15°</a:t>
            </a:r>
            <a:r>
              <a:rPr lang="zh-CN" altLang="en-US">
                <a:latin typeface="黑体" panose="02010609060101010101" pitchFamily="49" charset="-122"/>
                <a:ea typeface="黑体" panose="02010609060101010101" pitchFamily="49" charset="-122"/>
                <a:cs typeface="黑体" panose="02010609060101010101" pitchFamily="49" charset="-122"/>
              </a:rPr>
              <a:t>（</a:t>
            </a:r>
            <a:r>
              <a:rPr lang="en-US" altLang="zh-CN">
                <a:latin typeface="黑体" panose="02010609060101010101" pitchFamily="49" charset="-122"/>
                <a:ea typeface="黑体" panose="02010609060101010101" pitchFamily="49" charset="-122"/>
                <a:cs typeface="黑体" panose="02010609060101010101" pitchFamily="49" charset="-122"/>
              </a:rPr>
              <a:t>70000C</a:t>
            </a:r>
            <a:r>
              <a:rPr lang="zh-CN" altLang="en-US">
                <a:latin typeface="黑体" panose="02010609060101010101" pitchFamily="49" charset="-122"/>
                <a:ea typeface="黑体" panose="02010609060101010101" pitchFamily="49" charset="-122"/>
                <a:cs typeface="黑体" panose="02010609060101010101" pitchFamily="49" charset="-122"/>
              </a:rPr>
              <a:t>）、</a:t>
            </a:r>
            <a:r>
              <a:rPr lang="zh-CN" altLang="en-US">
                <a:latin typeface="黑体" panose="02010609060101010101" pitchFamily="49" charset="-122"/>
                <a:ea typeface="黑体" panose="02010609060101010101" pitchFamily="49" charset="-122"/>
                <a:cs typeface="黑体" panose="02010609060101010101" pitchFamily="49" charset="-122"/>
                <a:sym typeface="+mn-ea"/>
              </a:rPr>
              <a:t>α</a:t>
            </a:r>
            <a:r>
              <a:rPr lang="en-US" altLang="zh-CN">
                <a:latin typeface="黑体" panose="02010609060101010101" pitchFamily="49" charset="-122"/>
                <a:ea typeface="黑体" panose="02010609060101010101" pitchFamily="49" charset="-122"/>
                <a:cs typeface="黑体" panose="02010609060101010101" pitchFamily="49" charset="-122"/>
                <a:sym typeface="+mn-ea"/>
              </a:rPr>
              <a:t>=25</a:t>
            </a:r>
            <a:r>
              <a:rPr lang="zh-CN" altLang="en-US">
                <a:latin typeface="黑体" panose="02010609060101010101" pitchFamily="49" charset="-122"/>
                <a:ea typeface="黑体" panose="02010609060101010101" pitchFamily="49" charset="-122"/>
                <a:cs typeface="黑体" panose="02010609060101010101" pitchFamily="49" charset="-122"/>
                <a:sym typeface="+mn-ea"/>
              </a:rPr>
              <a:t>（</a:t>
            </a:r>
            <a:r>
              <a:rPr lang="en-US" altLang="zh-CN">
                <a:latin typeface="黑体" panose="02010609060101010101" pitchFamily="49" charset="-122"/>
                <a:ea typeface="黑体" panose="02010609060101010101" pitchFamily="49" charset="-122"/>
                <a:cs typeface="黑体" panose="02010609060101010101" pitchFamily="49" charset="-122"/>
                <a:sym typeface="+mn-ea"/>
              </a:rPr>
              <a:t>70000AC</a:t>
            </a:r>
            <a:r>
              <a:rPr lang="zh-CN" altLang="en-US">
                <a:latin typeface="黑体" panose="02010609060101010101" pitchFamily="49" charset="-122"/>
                <a:ea typeface="黑体" panose="02010609060101010101" pitchFamily="49" charset="-122"/>
                <a:cs typeface="黑体" panose="02010609060101010101" pitchFamily="49" charset="-122"/>
                <a:sym typeface="+mn-ea"/>
              </a:rPr>
              <a:t>）和α</a:t>
            </a:r>
            <a:r>
              <a:rPr lang="en-US" altLang="zh-CN">
                <a:latin typeface="黑体" panose="02010609060101010101" pitchFamily="49" charset="-122"/>
                <a:ea typeface="黑体" panose="02010609060101010101" pitchFamily="49" charset="-122"/>
                <a:cs typeface="黑体" panose="02010609060101010101" pitchFamily="49" charset="-122"/>
                <a:sym typeface="+mn-ea"/>
              </a:rPr>
              <a:t>=40°(70000B</a:t>
            </a:r>
            <a:r>
              <a:rPr lang="zh-CN" altLang="en-US">
                <a:latin typeface="黑体" panose="02010609060101010101" pitchFamily="49" charset="-122"/>
                <a:ea typeface="黑体" panose="02010609060101010101" pitchFamily="49" charset="-122"/>
                <a:cs typeface="黑体" panose="02010609060101010101" pitchFamily="49" charset="-122"/>
                <a:sym typeface="+mn-ea"/>
              </a:rPr>
              <a:t>）</a:t>
            </a:r>
            <a:endParaRPr lang="zh-CN" altLang="en-US">
              <a:latin typeface="黑体" panose="02010609060101010101" pitchFamily="49" charset="-122"/>
              <a:ea typeface="黑体" panose="02010609060101010101" pitchFamily="49" charset="-122"/>
              <a:cs typeface="黑体" panose="02010609060101010101" pitchFamily="49" charset="-122"/>
              <a:sym typeface="+mn-ea"/>
            </a:endParaRPr>
          </a:p>
        </p:txBody>
      </p:sp>
    </p:spTree>
  </p:cSld>
  <p:clrMapOvr>
    <a:masterClrMapping/>
  </p:clrMapOvr>
  <p:transition>
    <p:wipe dir="r"/>
  </p:transition>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nvPicPr>
        <p:blipFill>
          <a:blip r:embed="rId1"/>
          <a:srcRect t="30047"/>
          <a:stretch>
            <a:fillRect/>
          </a:stretch>
        </p:blipFill>
        <p:spPr>
          <a:xfrm>
            <a:off x="0" y="2852420"/>
            <a:ext cx="8658225" cy="2865120"/>
          </a:xfrm>
          <a:prstGeom prst="rect">
            <a:avLst/>
          </a:prstGeom>
        </p:spPr>
      </p:pic>
      <p:sp>
        <p:nvSpPr>
          <p:cNvPr id="5" name="文本框 4"/>
          <p:cNvSpPr txBox="1"/>
          <p:nvPr/>
        </p:nvSpPr>
        <p:spPr>
          <a:xfrm>
            <a:off x="178905" y="357809"/>
            <a:ext cx="2305878" cy="476669"/>
          </a:xfrm>
          <a:prstGeom prst="rect">
            <a:avLst/>
          </a:prstGeom>
          <a:noFill/>
          <a:ln>
            <a:noFill/>
          </a:ln>
        </p:spPr>
        <p:txBody>
          <a:bodyPr wrap="square" rtlCol="0">
            <a:spAutoFit/>
          </a:bodyPr>
          <a:lstStyle/>
          <a:p>
            <a:pPr algn="ctr">
              <a:buNone/>
            </a:pPr>
            <a:r>
              <a:rPr lang="zh-CN" altLang="en-US" sz="2400" dirty="0" smtClean="0">
                <a:solidFill>
                  <a:srgbClr val="FF0000"/>
                </a:solidFill>
                <a:latin typeface="黑体" panose="02010609060101010101" pitchFamily="49" charset="-122"/>
                <a:ea typeface="黑体" panose="02010609060101010101" pitchFamily="49" charset="-122"/>
              </a:rPr>
              <a:t>圆锥滚子轴承</a:t>
            </a:r>
            <a:endParaRPr lang="zh-CN" altLang="en-US" sz="2400" dirty="0">
              <a:solidFill>
                <a:srgbClr val="FF0000"/>
              </a:solidFill>
              <a:latin typeface="黑体" panose="02010609060101010101" pitchFamily="49" charset="-122"/>
              <a:ea typeface="黑体" panose="02010609060101010101" pitchFamily="49" charset="-122"/>
            </a:endParaRPr>
          </a:p>
        </p:txBody>
      </p:sp>
      <p:sp>
        <p:nvSpPr>
          <p:cNvPr id="6" name="文本框 5"/>
          <p:cNvSpPr txBox="1"/>
          <p:nvPr/>
        </p:nvSpPr>
        <p:spPr>
          <a:xfrm>
            <a:off x="3189357" y="391187"/>
            <a:ext cx="5555974" cy="498598"/>
          </a:xfrm>
          <a:prstGeom prst="rect">
            <a:avLst/>
          </a:prstGeom>
          <a:noFill/>
        </p:spPr>
        <p:txBody>
          <a:bodyPr wrap="square" rtlCol="0">
            <a:spAutoFit/>
          </a:bodyPr>
          <a:lstStyle/>
          <a:p>
            <a:pPr>
              <a:buNone/>
            </a:pPr>
            <a:r>
              <a:rPr lang="zh-CN" altLang="en-US" sz="2200" dirty="0" smtClean="0">
                <a:solidFill>
                  <a:srgbClr val="C00000"/>
                </a:solidFill>
                <a:latin typeface="黑体" panose="02010609060101010101" pitchFamily="49" charset="-122"/>
                <a:ea typeface="黑体" panose="02010609060101010101" pitchFamily="49" charset="-122"/>
              </a:rPr>
              <a:t>类型代号：</a:t>
            </a:r>
            <a:r>
              <a:rPr lang="en-US" altLang="zh-CN" sz="2200" dirty="0" smtClean="0">
                <a:solidFill>
                  <a:srgbClr val="C00000"/>
                </a:solidFill>
                <a:latin typeface="黑体" panose="02010609060101010101" pitchFamily="49" charset="-122"/>
                <a:ea typeface="黑体" panose="02010609060101010101" pitchFamily="49" charset="-122"/>
              </a:rPr>
              <a:t>3    </a:t>
            </a:r>
            <a:r>
              <a:rPr lang="zh-CN" altLang="en-US" sz="2200" dirty="0" smtClean="0">
                <a:solidFill>
                  <a:srgbClr val="C00000"/>
                </a:solidFill>
                <a:latin typeface="黑体" panose="02010609060101010101" pitchFamily="49" charset="-122"/>
                <a:ea typeface="黑体" panose="02010609060101010101" pitchFamily="49" charset="-122"/>
              </a:rPr>
              <a:t>标准号：</a:t>
            </a:r>
            <a:r>
              <a:rPr lang="en-US" altLang="zh-CN" sz="2200" dirty="0" smtClean="0">
                <a:solidFill>
                  <a:srgbClr val="C00000"/>
                </a:solidFill>
                <a:latin typeface="黑体" panose="02010609060101010101" pitchFamily="49" charset="-122"/>
                <a:ea typeface="黑体" panose="02010609060101010101" pitchFamily="49" charset="-122"/>
              </a:rPr>
              <a:t>GB/T 297</a:t>
            </a:r>
            <a:endParaRPr lang="zh-CN" altLang="en-US" sz="2200" dirty="0">
              <a:solidFill>
                <a:srgbClr val="C00000"/>
              </a:solidFill>
              <a:latin typeface="黑体" panose="02010609060101010101" pitchFamily="49" charset="-122"/>
              <a:ea typeface="黑体" panose="02010609060101010101" pitchFamily="49" charset="-122"/>
            </a:endParaRPr>
          </a:p>
        </p:txBody>
      </p:sp>
      <p:cxnSp>
        <p:nvCxnSpPr>
          <p:cNvPr id="7" name="直接连接符 6"/>
          <p:cNvCxnSpPr/>
          <p:nvPr/>
        </p:nvCxnSpPr>
        <p:spPr bwMode="auto">
          <a:xfrm>
            <a:off x="69215" y="1070803"/>
            <a:ext cx="9144000" cy="0"/>
          </a:xfrm>
          <a:prstGeom prst="line">
            <a:avLst/>
          </a:prstGeom>
          <a:noFill/>
          <a:ln w="19050" cap="flat" cmpd="sng" algn="ctr">
            <a:solidFill>
              <a:srgbClr val="C00000"/>
            </a:solidFill>
            <a:prstDash val="solid"/>
            <a:round/>
            <a:headEnd type="none" w="med" len="med"/>
            <a:tailEnd type="none" w="med" len="med"/>
          </a:ln>
          <a:effectLst/>
        </p:spPr>
      </p:cxnSp>
      <p:sp>
        <p:nvSpPr>
          <p:cNvPr id="2" name="文本框 1"/>
          <p:cNvSpPr txBox="1"/>
          <p:nvPr/>
        </p:nvSpPr>
        <p:spPr>
          <a:xfrm>
            <a:off x="385445" y="1251585"/>
            <a:ext cx="8025130" cy="1291590"/>
          </a:xfrm>
          <a:prstGeom prst="rect">
            <a:avLst/>
          </a:prstGeom>
          <a:noFill/>
        </p:spPr>
        <p:txBody>
          <a:bodyPr wrap="square" rtlCol="0">
            <a:spAutoFit/>
          </a:bodyPr>
          <a:p>
            <a:pPr marL="0" indent="0" eaLnBrk="1" latinLnBrk="0" hangingPunct="1">
              <a:lnSpc>
                <a:spcPct val="130000"/>
              </a:lnSpc>
              <a:buNone/>
            </a:pPr>
            <a:r>
              <a:rPr lang="en-US" altLang="zh-CN"/>
              <a:t>      </a:t>
            </a:r>
            <a:r>
              <a:rPr lang="zh-CN" altLang="en-US"/>
              <a:t>可以同时承受径向载荷及轴向载荷，其中，</a:t>
            </a:r>
            <a:r>
              <a:rPr lang="zh-CN" altLang="en-US">
                <a:latin typeface="Arial" panose="020B0604020202020204" pitchFamily="34" charset="0"/>
                <a:cs typeface="Arial" panose="020B0604020202020204" pitchFamily="34" charset="0"/>
              </a:rPr>
              <a:t>α</a:t>
            </a:r>
            <a:r>
              <a:rPr lang="en-US" altLang="zh-CN">
                <a:latin typeface="Arial" panose="020B0604020202020204" pitchFamily="34" charset="0"/>
                <a:cs typeface="Arial" panose="020B0604020202020204" pitchFamily="34" charset="0"/>
              </a:rPr>
              <a:t>=10</a:t>
            </a:r>
            <a:r>
              <a:rPr lang="en-US" altLang="zh-CN">
                <a:latin typeface="黑体" panose="02010609060101010101" pitchFamily="49" charset="-122"/>
                <a:ea typeface="黑体" panose="02010609060101010101" pitchFamily="49" charset="-122"/>
                <a:cs typeface="Arial" panose="020B0604020202020204" pitchFamily="34" charset="0"/>
              </a:rPr>
              <a:t>°~18</a:t>
            </a:r>
            <a:r>
              <a:rPr lang="en-US" altLang="zh-CN">
                <a:latin typeface="黑体" panose="02010609060101010101" pitchFamily="49" charset="-122"/>
                <a:ea typeface="黑体" panose="02010609060101010101" pitchFamily="49" charset="-122"/>
                <a:cs typeface="Arial" panose="020B0604020202020204" pitchFamily="34" charset="0"/>
                <a:sym typeface="+mn-ea"/>
              </a:rPr>
              <a:t>°</a:t>
            </a:r>
            <a:r>
              <a:rPr lang="zh-CN" altLang="en-US">
                <a:latin typeface="黑体" panose="02010609060101010101" pitchFamily="49" charset="-122"/>
                <a:ea typeface="黑体" panose="02010609060101010101" pitchFamily="49" charset="-122"/>
                <a:cs typeface="Arial" panose="020B0604020202020204" pitchFamily="34" charset="0"/>
                <a:sym typeface="+mn-ea"/>
              </a:rPr>
              <a:t>的</a:t>
            </a:r>
            <a:r>
              <a:rPr lang="en-US" altLang="zh-CN">
                <a:latin typeface="黑体" panose="02010609060101010101" pitchFamily="49" charset="-122"/>
                <a:ea typeface="黑体" panose="02010609060101010101" pitchFamily="49" charset="-122"/>
                <a:cs typeface="Arial" panose="020B0604020202020204" pitchFamily="34" charset="0"/>
                <a:sym typeface="+mn-ea"/>
              </a:rPr>
              <a:t>30000</a:t>
            </a:r>
            <a:r>
              <a:rPr lang="zh-CN" altLang="en-US">
                <a:latin typeface="黑体" panose="02010609060101010101" pitchFamily="49" charset="-122"/>
                <a:ea typeface="黑体" panose="02010609060101010101" pitchFamily="49" charset="-122"/>
                <a:cs typeface="Arial" panose="020B0604020202020204" pitchFamily="34" charset="0"/>
                <a:sym typeface="+mn-ea"/>
              </a:rPr>
              <a:t>型以径向载荷为主，</a:t>
            </a:r>
            <a:r>
              <a:rPr lang="zh-CN" altLang="en-US">
                <a:latin typeface="Arial" panose="020B0604020202020204" pitchFamily="34" charset="0"/>
                <a:cs typeface="Arial" panose="020B0604020202020204" pitchFamily="34" charset="0"/>
                <a:sym typeface="+mn-ea"/>
              </a:rPr>
              <a:t>α</a:t>
            </a:r>
            <a:r>
              <a:rPr lang="en-US" altLang="zh-CN">
                <a:latin typeface="Arial" panose="020B0604020202020204" pitchFamily="34" charset="0"/>
                <a:cs typeface="Arial" panose="020B0604020202020204" pitchFamily="34" charset="0"/>
                <a:sym typeface="+mn-ea"/>
              </a:rPr>
              <a:t>=27</a:t>
            </a:r>
            <a:r>
              <a:rPr lang="en-US" altLang="zh-CN">
                <a:latin typeface="黑体" panose="02010609060101010101" pitchFamily="49" charset="-122"/>
                <a:ea typeface="黑体" panose="02010609060101010101" pitchFamily="49" charset="-122"/>
                <a:cs typeface="Arial" panose="020B0604020202020204" pitchFamily="34" charset="0"/>
                <a:sym typeface="+mn-ea"/>
              </a:rPr>
              <a:t>°~30</a:t>
            </a:r>
            <a:r>
              <a:rPr lang="en-US" altLang="zh-CN">
                <a:latin typeface="黑体" panose="02010609060101010101" pitchFamily="49" charset="-122"/>
                <a:ea typeface="黑体" panose="02010609060101010101" pitchFamily="49" charset="-122"/>
                <a:cs typeface="Arial" panose="020B0604020202020204" pitchFamily="34" charset="0"/>
                <a:sym typeface="+mn-ea"/>
              </a:rPr>
              <a:t>°</a:t>
            </a:r>
            <a:r>
              <a:rPr lang="zh-CN" altLang="en-US">
                <a:latin typeface="黑体" panose="02010609060101010101" pitchFamily="49" charset="-122"/>
                <a:ea typeface="黑体" panose="02010609060101010101" pitchFamily="49" charset="-122"/>
                <a:cs typeface="Arial" panose="020B0604020202020204" pitchFamily="34" charset="0"/>
                <a:sym typeface="+mn-ea"/>
              </a:rPr>
              <a:t>的</a:t>
            </a:r>
            <a:r>
              <a:rPr lang="en-US" altLang="zh-CN">
                <a:latin typeface="黑体" panose="02010609060101010101" pitchFamily="49" charset="-122"/>
                <a:ea typeface="黑体" panose="02010609060101010101" pitchFamily="49" charset="-122"/>
                <a:cs typeface="Arial" panose="020B0604020202020204" pitchFamily="34" charset="0"/>
                <a:sym typeface="+mn-ea"/>
              </a:rPr>
              <a:t>30000B</a:t>
            </a:r>
            <a:r>
              <a:rPr lang="zh-CN" altLang="en-US">
                <a:latin typeface="黑体" panose="02010609060101010101" pitchFamily="49" charset="-122"/>
                <a:ea typeface="黑体" panose="02010609060101010101" pitchFamily="49" charset="-122"/>
                <a:cs typeface="Arial" panose="020B0604020202020204" pitchFamily="34" charset="0"/>
                <a:sym typeface="+mn-ea"/>
              </a:rPr>
              <a:t>型大锥角轴承以承受轴向载荷为主。外圈可以分离，安装时可调整轴承的游隙。一般应成对</a:t>
            </a:r>
            <a:r>
              <a:rPr lang="zh-CN" altLang="en-US">
                <a:latin typeface="黑体" panose="02010609060101010101" pitchFamily="49" charset="-122"/>
                <a:ea typeface="黑体" panose="02010609060101010101" pitchFamily="49" charset="-122"/>
                <a:cs typeface="Arial" panose="020B0604020202020204" pitchFamily="34" charset="0"/>
                <a:sym typeface="+mn-ea"/>
              </a:rPr>
              <a:t>使用。</a:t>
            </a:r>
            <a:endParaRPr lang="zh-CN" altLang="en-US">
              <a:latin typeface="黑体" panose="02010609060101010101" pitchFamily="49" charset="-122"/>
              <a:ea typeface="黑体" panose="02010609060101010101" pitchFamily="49" charset="-122"/>
              <a:cs typeface="Arial" panose="020B0604020202020204" pitchFamily="34" charset="0"/>
              <a:sym typeface="+mn-ea"/>
            </a:endParaRPr>
          </a:p>
        </p:txBody>
      </p:sp>
    </p:spTree>
  </p:cSld>
  <p:clrMapOvr>
    <a:masterClrMapping/>
  </p:clrMapOvr>
  <p:transition>
    <p:wipe dir="r"/>
  </p:transition>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1"/>
          <a:srcRect t="28012"/>
          <a:stretch>
            <a:fillRect/>
          </a:stretch>
        </p:blipFill>
        <p:spPr>
          <a:xfrm>
            <a:off x="230505" y="2823210"/>
            <a:ext cx="8934450" cy="3126740"/>
          </a:xfrm>
          <a:prstGeom prst="rect">
            <a:avLst/>
          </a:prstGeom>
        </p:spPr>
      </p:pic>
      <p:sp>
        <p:nvSpPr>
          <p:cNvPr id="3" name="文本框 2"/>
          <p:cNvSpPr txBox="1"/>
          <p:nvPr/>
        </p:nvSpPr>
        <p:spPr>
          <a:xfrm>
            <a:off x="337931" y="427384"/>
            <a:ext cx="2305878" cy="476669"/>
          </a:xfrm>
          <a:prstGeom prst="rect">
            <a:avLst/>
          </a:prstGeom>
          <a:noFill/>
          <a:ln>
            <a:noFill/>
          </a:ln>
        </p:spPr>
        <p:txBody>
          <a:bodyPr wrap="square" rtlCol="0">
            <a:spAutoFit/>
          </a:bodyPr>
          <a:lstStyle/>
          <a:p>
            <a:pPr algn="ctr">
              <a:buNone/>
            </a:pPr>
            <a:r>
              <a:rPr lang="zh-CN" altLang="en-US" sz="2400" dirty="0" smtClean="0">
                <a:solidFill>
                  <a:srgbClr val="FF0000"/>
                </a:solidFill>
                <a:latin typeface="黑体" panose="02010609060101010101" pitchFamily="49" charset="-122"/>
                <a:ea typeface="黑体" panose="02010609060101010101" pitchFamily="49" charset="-122"/>
              </a:rPr>
              <a:t>调心球轴承</a:t>
            </a:r>
            <a:endParaRPr lang="zh-CN" altLang="en-US" sz="2400" dirty="0">
              <a:solidFill>
                <a:srgbClr val="FF0000"/>
              </a:solidFill>
              <a:latin typeface="黑体" panose="02010609060101010101" pitchFamily="49" charset="-122"/>
              <a:ea typeface="黑体" panose="02010609060101010101" pitchFamily="49" charset="-122"/>
            </a:endParaRPr>
          </a:p>
        </p:txBody>
      </p:sp>
      <p:sp>
        <p:nvSpPr>
          <p:cNvPr id="4" name="文本框 3"/>
          <p:cNvSpPr txBox="1"/>
          <p:nvPr/>
        </p:nvSpPr>
        <p:spPr>
          <a:xfrm>
            <a:off x="3137287" y="508027"/>
            <a:ext cx="5555974" cy="444674"/>
          </a:xfrm>
          <a:prstGeom prst="rect">
            <a:avLst/>
          </a:prstGeom>
          <a:noFill/>
        </p:spPr>
        <p:txBody>
          <a:bodyPr wrap="square" rtlCol="0">
            <a:spAutoFit/>
          </a:bodyPr>
          <a:lstStyle/>
          <a:p>
            <a:pPr>
              <a:buNone/>
            </a:pPr>
            <a:r>
              <a:rPr lang="zh-CN" altLang="en-US" sz="2200" dirty="0" smtClean="0">
                <a:solidFill>
                  <a:srgbClr val="C00000"/>
                </a:solidFill>
                <a:latin typeface="黑体" panose="02010609060101010101" pitchFamily="49" charset="-122"/>
                <a:ea typeface="黑体" panose="02010609060101010101" pitchFamily="49" charset="-122"/>
              </a:rPr>
              <a:t>类型代号：</a:t>
            </a:r>
            <a:r>
              <a:rPr lang="en-US" altLang="zh-CN" sz="2200" dirty="0" smtClean="0">
                <a:solidFill>
                  <a:srgbClr val="C00000"/>
                </a:solidFill>
                <a:latin typeface="黑体" panose="02010609060101010101" pitchFamily="49" charset="-122"/>
                <a:ea typeface="黑体" panose="02010609060101010101" pitchFamily="49" charset="-122"/>
              </a:rPr>
              <a:t>1    </a:t>
            </a:r>
            <a:r>
              <a:rPr lang="zh-CN" altLang="en-US" sz="2200" dirty="0" smtClean="0">
                <a:solidFill>
                  <a:srgbClr val="C00000"/>
                </a:solidFill>
                <a:latin typeface="黑体" panose="02010609060101010101" pitchFamily="49" charset="-122"/>
                <a:ea typeface="黑体" panose="02010609060101010101" pitchFamily="49" charset="-122"/>
              </a:rPr>
              <a:t>标准号：</a:t>
            </a:r>
            <a:r>
              <a:rPr lang="en-US" altLang="zh-CN" sz="2200" dirty="0" smtClean="0">
                <a:solidFill>
                  <a:srgbClr val="C00000"/>
                </a:solidFill>
                <a:latin typeface="黑体" panose="02010609060101010101" pitchFamily="49" charset="-122"/>
                <a:ea typeface="黑体" panose="02010609060101010101" pitchFamily="49" charset="-122"/>
              </a:rPr>
              <a:t>GB/T 281</a:t>
            </a:r>
            <a:endParaRPr lang="zh-CN" altLang="en-US" sz="2200" dirty="0">
              <a:solidFill>
                <a:srgbClr val="C00000"/>
              </a:solidFill>
              <a:latin typeface="黑体" panose="02010609060101010101" pitchFamily="49" charset="-122"/>
              <a:ea typeface="黑体" panose="02010609060101010101" pitchFamily="49" charset="-122"/>
            </a:endParaRPr>
          </a:p>
        </p:txBody>
      </p:sp>
      <p:cxnSp>
        <p:nvCxnSpPr>
          <p:cNvPr id="6" name="直接连接符 5"/>
          <p:cNvCxnSpPr/>
          <p:nvPr/>
        </p:nvCxnSpPr>
        <p:spPr bwMode="auto">
          <a:xfrm>
            <a:off x="125730" y="1038418"/>
            <a:ext cx="9144000" cy="0"/>
          </a:xfrm>
          <a:prstGeom prst="line">
            <a:avLst/>
          </a:prstGeom>
          <a:noFill/>
          <a:ln w="19050" cap="flat" cmpd="sng" algn="ctr">
            <a:solidFill>
              <a:srgbClr val="C00000"/>
            </a:solidFill>
            <a:prstDash val="solid"/>
            <a:round/>
            <a:headEnd type="none" w="med" len="med"/>
            <a:tailEnd type="none" w="med" len="med"/>
          </a:ln>
          <a:effectLst/>
        </p:spPr>
      </p:cxnSp>
      <p:sp>
        <p:nvSpPr>
          <p:cNvPr id="5" name="文本框 4"/>
          <p:cNvSpPr txBox="1"/>
          <p:nvPr/>
        </p:nvSpPr>
        <p:spPr>
          <a:xfrm>
            <a:off x="480695" y="1307465"/>
            <a:ext cx="8324850" cy="1198880"/>
          </a:xfrm>
          <a:prstGeom prst="rect">
            <a:avLst/>
          </a:prstGeom>
          <a:noFill/>
        </p:spPr>
        <p:txBody>
          <a:bodyPr wrap="square" rtlCol="0">
            <a:spAutoFit/>
          </a:bodyPr>
          <a:p>
            <a:pPr indent="0">
              <a:buNone/>
            </a:pPr>
            <a:r>
              <a:rPr lang="en-US" altLang="zh-CN"/>
              <a:t> </a:t>
            </a:r>
            <a:r>
              <a:rPr lang="en-US" altLang="zh-CN">
                <a:latin typeface="黑体" panose="02010609060101010101" pitchFamily="49" charset="-122"/>
                <a:ea typeface="黑体" panose="02010609060101010101" pitchFamily="49" charset="-122"/>
                <a:cs typeface="黑体" panose="02010609060101010101" pitchFamily="49" charset="-122"/>
              </a:rPr>
              <a:t>    </a:t>
            </a:r>
            <a:r>
              <a:rPr lang="zh-CN" altLang="en-US">
                <a:latin typeface="黑体" panose="02010609060101010101" pitchFamily="49" charset="-122"/>
                <a:ea typeface="黑体" panose="02010609060101010101" pitchFamily="49" charset="-122"/>
                <a:cs typeface="黑体" panose="02010609060101010101" pitchFamily="49" charset="-122"/>
              </a:rPr>
              <a:t>因为外圈滚道表面是以轴承中点为中心的球面，故能自动调心，允许内圈（轴）对外圈（外壳）轴线偏斜量</a:t>
            </a:r>
            <a:r>
              <a:rPr lang="zh-CN" altLang="en-US">
                <a:latin typeface="黑体" panose="02010609060101010101" pitchFamily="49" charset="-122"/>
                <a:ea typeface="黑体" panose="02010609060101010101" pitchFamily="49" charset="-122"/>
                <a:cs typeface="黑体" panose="02010609060101010101" pitchFamily="49" charset="-122"/>
                <a:sym typeface="+mn-ea"/>
              </a:rPr>
              <a:t>≤</a:t>
            </a:r>
            <a:r>
              <a:rPr lang="en-US" altLang="zh-CN">
                <a:latin typeface="黑体" panose="02010609060101010101" pitchFamily="49" charset="-122"/>
                <a:ea typeface="黑体" panose="02010609060101010101" pitchFamily="49" charset="-122"/>
                <a:cs typeface="黑体" panose="02010609060101010101" pitchFamily="49" charset="-122"/>
                <a:sym typeface="+mn-ea"/>
              </a:rPr>
              <a:t>2°~3</a:t>
            </a:r>
            <a:r>
              <a:rPr lang="en-US" altLang="zh-CN">
                <a:latin typeface="黑体" panose="02010609060101010101" pitchFamily="49" charset="-122"/>
                <a:ea typeface="黑体" panose="02010609060101010101" pitchFamily="49" charset="-122"/>
                <a:cs typeface="黑体" panose="02010609060101010101" pitchFamily="49" charset="-122"/>
                <a:sym typeface="+mn-ea"/>
              </a:rPr>
              <a:t>°</a:t>
            </a:r>
            <a:r>
              <a:rPr lang="zh-CN" altLang="en-US">
                <a:latin typeface="黑体" panose="02010609060101010101" pitchFamily="49" charset="-122"/>
                <a:ea typeface="黑体" panose="02010609060101010101" pitchFamily="49" charset="-122"/>
                <a:cs typeface="黑体" panose="02010609060101010101" pitchFamily="49" charset="-122"/>
                <a:sym typeface="+mn-ea"/>
              </a:rPr>
              <a:t>。一般不宜承受纯轴向载荷。</a:t>
            </a:r>
            <a:endParaRPr lang="zh-CN" altLang="en-US">
              <a:latin typeface="黑体" panose="02010609060101010101" pitchFamily="49" charset="-122"/>
              <a:ea typeface="黑体" panose="02010609060101010101" pitchFamily="49" charset="-122"/>
              <a:cs typeface="黑体" panose="02010609060101010101" pitchFamily="49" charset="-122"/>
              <a:sym typeface="+mn-ea"/>
            </a:endParaRPr>
          </a:p>
        </p:txBody>
      </p:sp>
    </p:spTree>
  </p:cSld>
  <p:clrMapOvr>
    <a:masterClrMapping/>
  </p:clrMapOvr>
  <p:transition>
    <p:wipe dir="r"/>
  </p:transition>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rotWithShape="1">
          <a:blip r:embed="rId1"/>
          <a:srcRect t="20069" b="18270"/>
          <a:stretch>
            <a:fillRect/>
          </a:stretch>
        </p:blipFill>
        <p:spPr>
          <a:xfrm>
            <a:off x="247015" y="2216785"/>
            <a:ext cx="8515350" cy="2877820"/>
          </a:xfrm>
          <a:prstGeom prst="rect">
            <a:avLst/>
          </a:prstGeom>
        </p:spPr>
      </p:pic>
      <p:sp>
        <p:nvSpPr>
          <p:cNvPr id="3" name="文本框 2"/>
          <p:cNvSpPr txBox="1"/>
          <p:nvPr/>
        </p:nvSpPr>
        <p:spPr>
          <a:xfrm>
            <a:off x="288235" y="477080"/>
            <a:ext cx="2305878" cy="476669"/>
          </a:xfrm>
          <a:prstGeom prst="rect">
            <a:avLst/>
          </a:prstGeom>
          <a:noFill/>
          <a:ln>
            <a:noFill/>
          </a:ln>
        </p:spPr>
        <p:txBody>
          <a:bodyPr wrap="square" rtlCol="0">
            <a:spAutoFit/>
          </a:bodyPr>
          <a:lstStyle/>
          <a:p>
            <a:pPr algn="ctr">
              <a:buNone/>
            </a:pPr>
            <a:r>
              <a:rPr lang="zh-CN" altLang="en-US" sz="2400" dirty="0">
                <a:solidFill>
                  <a:srgbClr val="FF0000"/>
                </a:solidFill>
                <a:latin typeface="黑体" panose="02010609060101010101" pitchFamily="49" charset="-122"/>
                <a:ea typeface="黑体" panose="02010609060101010101" pitchFamily="49" charset="-122"/>
              </a:rPr>
              <a:t>调心滚子轴承</a:t>
            </a:r>
            <a:endParaRPr lang="zh-CN" altLang="en-US" sz="2400" dirty="0">
              <a:solidFill>
                <a:srgbClr val="FF0000"/>
              </a:solidFill>
              <a:latin typeface="黑体" panose="02010609060101010101" pitchFamily="49" charset="-122"/>
              <a:ea typeface="黑体" panose="02010609060101010101" pitchFamily="49" charset="-122"/>
            </a:endParaRPr>
          </a:p>
        </p:txBody>
      </p:sp>
      <p:sp>
        <p:nvSpPr>
          <p:cNvPr id="4" name="文本框 3"/>
          <p:cNvSpPr txBox="1"/>
          <p:nvPr/>
        </p:nvSpPr>
        <p:spPr>
          <a:xfrm>
            <a:off x="3158877" y="477160"/>
            <a:ext cx="5555974" cy="498598"/>
          </a:xfrm>
          <a:prstGeom prst="rect">
            <a:avLst/>
          </a:prstGeom>
          <a:noFill/>
        </p:spPr>
        <p:txBody>
          <a:bodyPr wrap="square" rtlCol="0">
            <a:spAutoFit/>
          </a:bodyPr>
          <a:lstStyle/>
          <a:p>
            <a:pPr>
              <a:buNone/>
            </a:pPr>
            <a:r>
              <a:rPr lang="zh-CN" altLang="en-US" sz="2200" dirty="0" smtClean="0">
                <a:solidFill>
                  <a:srgbClr val="C00000"/>
                </a:solidFill>
                <a:latin typeface="黑体" panose="02010609060101010101" pitchFamily="49" charset="-122"/>
                <a:ea typeface="黑体" panose="02010609060101010101" pitchFamily="49" charset="-122"/>
              </a:rPr>
              <a:t>类型代号：</a:t>
            </a:r>
            <a:r>
              <a:rPr lang="en-US" altLang="zh-CN" sz="2200" dirty="0" smtClean="0">
                <a:solidFill>
                  <a:srgbClr val="C00000"/>
                </a:solidFill>
                <a:latin typeface="黑体" panose="02010609060101010101" pitchFamily="49" charset="-122"/>
                <a:ea typeface="黑体" panose="02010609060101010101" pitchFamily="49" charset="-122"/>
              </a:rPr>
              <a:t>2   </a:t>
            </a:r>
            <a:r>
              <a:rPr lang="zh-CN" altLang="en-US" sz="2200" dirty="0" smtClean="0">
                <a:solidFill>
                  <a:srgbClr val="C00000"/>
                </a:solidFill>
                <a:latin typeface="黑体" panose="02010609060101010101" pitchFamily="49" charset="-122"/>
                <a:ea typeface="黑体" panose="02010609060101010101" pitchFamily="49" charset="-122"/>
              </a:rPr>
              <a:t>标准号：</a:t>
            </a:r>
            <a:r>
              <a:rPr lang="en-US" altLang="zh-CN" sz="2200" dirty="0" smtClean="0">
                <a:solidFill>
                  <a:srgbClr val="C00000"/>
                </a:solidFill>
                <a:latin typeface="黑体" panose="02010609060101010101" pitchFamily="49" charset="-122"/>
                <a:ea typeface="黑体" panose="02010609060101010101" pitchFamily="49" charset="-122"/>
              </a:rPr>
              <a:t>GB/T 288</a:t>
            </a:r>
            <a:endParaRPr lang="zh-CN" altLang="en-US" sz="2200" dirty="0">
              <a:solidFill>
                <a:srgbClr val="C00000"/>
              </a:solidFill>
              <a:latin typeface="黑体" panose="02010609060101010101" pitchFamily="49" charset="-122"/>
              <a:ea typeface="黑体" panose="02010609060101010101" pitchFamily="49" charset="-122"/>
            </a:endParaRPr>
          </a:p>
        </p:txBody>
      </p:sp>
      <p:cxnSp>
        <p:nvCxnSpPr>
          <p:cNvPr id="5" name="直接连接符 4"/>
          <p:cNvCxnSpPr/>
          <p:nvPr/>
        </p:nvCxnSpPr>
        <p:spPr bwMode="auto">
          <a:xfrm>
            <a:off x="0" y="1137754"/>
            <a:ext cx="9144000" cy="0"/>
          </a:xfrm>
          <a:prstGeom prst="line">
            <a:avLst/>
          </a:prstGeom>
          <a:noFill/>
          <a:ln w="19050" cap="flat" cmpd="sng" algn="ctr">
            <a:solidFill>
              <a:srgbClr val="C00000"/>
            </a:solidFill>
            <a:prstDash val="solid"/>
            <a:round/>
            <a:headEnd type="none" w="med" len="med"/>
            <a:tailEnd type="none" w="med" len="med"/>
          </a:ln>
          <a:effectLst/>
        </p:spPr>
      </p:cxnSp>
      <p:sp>
        <p:nvSpPr>
          <p:cNvPr id="6" name="Text Box 6"/>
          <p:cNvSpPr txBox="1">
            <a:spLocks noChangeArrowheads="1"/>
          </p:cNvSpPr>
          <p:nvPr/>
        </p:nvSpPr>
        <p:spPr bwMode="auto">
          <a:xfrm>
            <a:off x="952500" y="5478228"/>
            <a:ext cx="377507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000">
                <a:solidFill>
                  <a:srgbClr val="000099"/>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rgbClr val="000099"/>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rgbClr val="000099"/>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rgbClr val="000099"/>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lnSpc>
                <a:spcPct val="100000"/>
              </a:lnSpc>
              <a:buFontTx/>
              <a:buNone/>
            </a:pPr>
            <a:r>
              <a:rPr lang="zh-CN" altLang="en-US" dirty="0">
                <a:latin typeface="Tahoma" panose="020B0604030504040204" pitchFamily="34" charset="0"/>
                <a:hlinkClick r:id="rId2" action="ppaction://hlinksldjump"/>
              </a:rPr>
              <a:t>常用滚动轴承的主要性能和特点</a:t>
            </a:r>
            <a:endParaRPr lang="zh-CN" altLang="en-US" dirty="0">
              <a:latin typeface="Tahoma" panose="020B0604030504040204" pitchFamily="34" charset="0"/>
            </a:endParaRPr>
          </a:p>
        </p:txBody>
      </p:sp>
      <p:sp>
        <p:nvSpPr>
          <p:cNvPr id="7" name="文本框 6"/>
          <p:cNvSpPr txBox="1"/>
          <p:nvPr/>
        </p:nvSpPr>
        <p:spPr>
          <a:xfrm>
            <a:off x="4924425" y="5466080"/>
            <a:ext cx="3408680" cy="497205"/>
          </a:xfrm>
          <a:prstGeom prst="rect">
            <a:avLst/>
          </a:prstGeom>
          <a:solidFill>
            <a:srgbClr val="FFC000"/>
          </a:solidFill>
        </p:spPr>
        <p:txBody>
          <a:bodyPr wrap="square" rtlCol="0">
            <a:spAutoFit/>
          </a:bodyPr>
          <a:lstStyle/>
          <a:p>
            <a:pPr>
              <a:buNone/>
            </a:pPr>
            <a:r>
              <a:rPr lang="zh-CN" altLang="en-US" sz="2200" dirty="0" smtClean="0">
                <a:latin typeface="黑体" panose="02010609060101010101" pitchFamily="49" charset="-122"/>
                <a:ea typeface="黑体" panose="02010609060101010101" pitchFamily="49" charset="-122"/>
              </a:rPr>
              <a:t>参见教材</a:t>
            </a:r>
            <a:r>
              <a:rPr lang="en-US" altLang="zh-CN" sz="2200" dirty="0" smtClean="0">
                <a:latin typeface="黑体" panose="02010609060101010101" pitchFamily="49" charset="-122"/>
                <a:ea typeface="黑体" panose="02010609060101010101" pitchFamily="49" charset="-122"/>
              </a:rPr>
              <a:t>P251 </a:t>
            </a:r>
            <a:r>
              <a:rPr lang="zh-CN" altLang="en-US" sz="2200" dirty="0" smtClean="0">
                <a:latin typeface="黑体" panose="02010609060101010101" pitchFamily="49" charset="-122"/>
                <a:ea typeface="黑体" panose="02010609060101010101" pitchFamily="49" charset="-122"/>
              </a:rPr>
              <a:t>表</a:t>
            </a:r>
            <a:r>
              <a:rPr lang="en-US" altLang="zh-CN" sz="2200" dirty="0" smtClean="0">
                <a:latin typeface="黑体" panose="02010609060101010101" pitchFamily="49" charset="-122"/>
                <a:ea typeface="黑体" panose="02010609060101010101" pitchFamily="49" charset="-122"/>
              </a:rPr>
              <a:t>3.6-1</a:t>
            </a:r>
            <a:endParaRPr lang="zh-CN" altLang="en-US" sz="2200" dirty="0">
              <a:latin typeface="黑体" panose="02010609060101010101" pitchFamily="49" charset="-122"/>
              <a:ea typeface="黑体" panose="02010609060101010101" pitchFamily="49" charset="-122"/>
            </a:endParaRPr>
          </a:p>
        </p:txBody>
      </p:sp>
      <p:sp>
        <p:nvSpPr>
          <p:cNvPr id="8" name="文本框 7"/>
          <p:cNvSpPr txBox="1"/>
          <p:nvPr/>
        </p:nvSpPr>
        <p:spPr>
          <a:xfrm>
            <a:off x="680720" y="1240790"/>
            <a:ext cx="7886700" cy="829945"/>
          </a:xfrm>
          <a:prstGeom prst="rect">
            <a:avLst/>
          </a:prstGeom>
          <a:noFill/>
        </p:spPr>
        <p:txBody>
          <a:bodyPr wrap="square" rtlCol="0">
            <a:spAutoFit/>
          </a:bodyPr>
          <a:p>
            <a:pPr indent="0">
              <a:buNone/>
            </a:pPr>
            <a:r>
              <a:rPr lang="en-US" altLang="zh-CN">
                <a:latin typeface="黑体" panose="02010609060101010101" pitchFamily="49" charset="-122"/>
                <a:ea typeface="黑体" panose="02010609060101010101" pitchFamily="49" charset="-122"/>
              </a:rPr>
              <a:t>   </a:t>
            </a:r>
            <a:r>
              <a:rPr lang="zh-CN" altLang="en-US">
                <a:latin typeface="黑体" panose="02010609060101010101" pitchFamily="49" charset="-122"/>
                <a:ea typeface="黑体" panose="02010609060101010101" pitchFamily="49" charset="-122"/>
              </a:rPr>
              <a:t>性能、特点与调心轴承相同，但具有较大的径向承载能力，允许内圈对外圈轴线偏斜量</a:t>
            </a:r>
            <a:r>
              <a:rPr lang="zh-CN" altLang="en-US">
                <a:latin typeface="黑体" panose="02010609060101010101" pitchFamily="49" charset="-122"/>
                <a:ea typeface="黑体" panose="02010609060101010101" pitchFamily="49" charset="-122"/>
                <a:cs typeface="黑体" panose="02010609060101010101" pitchFamily="49" charset="-122"/>
                <a:sym typeface="+mn-ea"/>
              </a:rPr>
              <a:t>≤</a:t>
            </a:r>
            <a:r>
              <a:rPr lang="en-US" altLang="zh-CN">
                <a:latin typeface="黑体" panose="02010609060101010101" pitchFamily="49" charset="-122"/>
                <a:ea typeface="黑体" panose="02010609060101010101" pitchFamily="49" charset="-122"/>
                <a:cs typeface="黑体" panose="02010609060101010101" pitchFamily="49" charset="-122"/>
                <a:sym typeface="+mn-ea"/>
              </a:rPr>
              <a:t>1.5°~2.5°</a:t>
            </a:r>
            <a:r>
              <a:rPr lang="zh-CN" altLang="en-US">
                <a:latin typeface="黑体" panose="02010609060101010101" pitchFamily="49" charset="-122"/>
                <a:ea typeface="黑体" panose="02010609060101010101" pitchFamily="49" charset="-122"/>
                <a:cs typeface="黑体" panose="02010609060101010101" pitchFamily="49" charset="-122"/>
                <a:sym typeface="+mn-ea"/>
              </a:rPr>
              <a:t>。</a:t>
            </a:r>
            <a:endParaRPr lang="zh-CN" altLang="en-US">
              <a:latin typeface="黑体" panose="02010609060101010101" pitchFamily="49" charset="-122"/>
              <a:ea typeface="黑体" panose="02010609060101010101" pitchFamily="49" charset="-122"/>
              <a:cs typeface="黑体" panose="02010609060101010101" pitchFamily="49" charset="-122"/>
              <a:sym typeface="+mn-ea"/>
            </a:endParaRPr>
          </a:p>
        </p:txBody>
      </p:sp>
    </p:spTree>
  </p:cSld>
  <p:clrMapOvr>
    <a:masterClrMapping/>
  </p:clrMapOvr>
  <p:transition>
    <p:wipe dir="r"/>
  </p:transition>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6"/>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a:xfrm>
            <a:off x="1926811" y="182930"/>
            <a:ext cx="5448024" cy="6664910"/>
          </a:xfrm>
          <a:prstGeom prst="rect">
            <a:avLst/>
          </a:prstGeom>
          <a:noFill/>
        </p:spPr>
      </p:pic>
    </p:spTree>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1000" fill="hold"/>
                                        <p:tgtEl>
                                          <p:spTgt spid="2"/>
                                        </p:tgtEl>
                                        <p:attrNameLst>
                                          <p:attrName>ppt_w</p:attrName>
                                        </p:attrNameLst>
                                      </p:cBhvr>
                                      <p:tavLst>
                                        <p:tav tm="0">
                                          <p:val>
                                            <p:fltVal val="0"/>
                                          </p:val>
                                        </p:tav>
                                        <p:tav tm="100000">
                                          <p:val>
                                            <p:strVal val="#ppt_w"/>
                                          </p:val>
                                        </p:tav>
                                      </p:tavLst>
                                    </p:anim>
                                    <p:anim calcmode="lin" valueType="num">
                                      <p:cBhvr>
                                        <p:cTn id="8" dur="1000" fill="hold"/>
                                        <p:tgtEl>
                                          <p:spTgt spid="2"/>
                                        </p:tgtEl>
                                        <p:attrNameLst>
                                          <p:attrName>ppt_h</p:attrName>
                                        </p:attrNameLst>
                                      </p:cBhvr>
                                      <p:tavLst>
                                        <p:tav tm="0">
                                          <p:val>
                                            <p:fltVal val="0"/>
                                          </p:val>
                                        </p:tav>
                                        <p:tav tm="100000">
                                          <p:val>
                                            <p:strVal val="#ppt_h"/>
                                          </p:val>
                                        </p:tav>
                                      </p:tavLst>
                                    </p:anim>
                                    <p:anim calcmode="lin" valueType="num">
                                      <p:cBhvr>
                                        <p:cTn id="9" dur="1000" fill="hold"/>
                                        <p:tgtEl>
                                          <p:spTgt spid="2"/>
                                        </p:tgtEl>
                                        <p:attrNameLst>
                                          <p:attrName>style.rotation</p:attrName>
                                        </p:attrNameLst>
                                      </p:cBhvr>
                                      <p:tavLst>
                                        <p:tav tm="0">
                                          <p:val>
                                            <p:fltVal val="90"/>
                                          </p:val>
                                        </p:tav>
                                        <p:tav tm="100000">
                                          <p:val>
                                            <p:fltVal val="0"/>
                                          </p:val>
                                        </p:tav>
                                      </p:tavLst>
                                    </p:anim>
                                    <p:animEffect transition="in" filter="fade">
                                      <p:cBhvr>
                                        <p:cTn id="10"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p:cNvSpPr>
            <a:spLocks noGrp="1" noChangeArrowheads="1"/>
          </p:cNvSpPr>
          <p:nvPr>
            <p:ph type="title"/>
          </p:nvPr>
        </p:nvSpPr>
        <p:spPr bwMode="auto">
          <a:xfrm>
            <a:off x="5029200" y="762000"/>
            <a:ext cx="1981200" cy="2286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eaLnBrk="1" hangingPunct="1"/>
            <a:r>
              <a:rPr lang="zh-CN" altLang="en-US" sz="400" smtClean="0">
                <a:solidFill>
                  <a:schemeClr val="bg1"/>
                </a:solidFill>
                <a:latin typeface="华文中宋" panose="02010600040101010101" pitchFamily="2" charset="-122"/>
                <a:ea typeface="华文中宋" panose="02010600040101010101" pitchFamily="2" charset="-122"/>
              </a:rPr>
              <a:t>类型和代号</a:t>
            </a:r>
            <a:r>
              <a:rPr lang="en-US" altLang="zh-CN" sz="400" smtClean="0">
                <a:solidFill>
                  <a:schemeClr val="bg1"/>
                </a:solidFill>
                <a:latin typeface="宋体" panose="02010600030101010101" pitchFamily="2" charset="-122"/>
              </a:rPr>
              <a:t>3</a:t>
            </a:r>
            <a:endParaRPr lang="en-US" altLang="zh-CN" sz="800" smtClean="0">
              <a:solidFill>
                <a:schemeClr val="bg1"/>
              </a:solidFill>
            </a:endParaRPr>
          </a:p>
        </p:txBody>
      </p:sp>
      <p:sp>
        <p:nvSpPr>
          <p:cNvPr id="14342" name="Text Box 6"/>
          <p:cNvSpPr txBox="1">
            <a:spLocks noChangeArrowheads="1"/>
          </p:cNvSpPr>
          <p:nvPr/>
        </p:nvSpPr>
        <p:spPr bwMode="auto">
          <a:xfrm>
            <a:off x="0" y="790575"/>
            <a:ext cx="2723823" cy="4985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000">
                <a:solidFill>
                  <a:srgbClr val="000099"/>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rgbClr val="000099"/>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rgbClr val="000099"/>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rgbClr val="000099"/>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buNone/>
            </a:pPr>
            <a:r>
              <a:rPr lang="zh-CN" altLang="en-US" sz="2200" dirty="0">
                <a:solidFill>
                  <a:srgbClr val="C00000"/>
                </a:solidFill>
                <a:latin typeface="黑体" panose="02010609060101010101" pitchFamily="49" charset="-122"/>
                <a:ea typeface="黑体" panose="02010609060101010101" pitchFamily="49" charset="-122"/>
              </a:rPr>
              <a:t>二、滚动轴承的</a:t>
            </a:r>
            <a:r>
              <a:rPr lang="zh-CN" altLang="en-US" sz="2200" dirty="0" smtClean="0">
                <a:solidFill>
                  <a:srgbClr val="C00000"/>
                </a:solidFill>
                <a:latin typeface="黑体" panose="02010609060101010101" pitchFamily="49" charset="-122"/>
                <a:ea typeface="黑体" panose="02010609060101010101" pitchFamily="49" charset="-122"/>
              </a:rPr>
              <a:t>代号</a:t>
            </a:r>
            <a:endParaRPr lang="zh-CN" altLang="en-US" sz="2200" dirty="0">
              <a:solidFill>
                <a:srgbClr val="C00000"/>
              </a:solidFill>
              <a:latin typeface="黑体" panose="02010609060101010101" pitchFamily="49" charset="-122"/>
              <a:ea typeface="黑体" panose="02010609060101010101" pitchFamily="49" charset="-122"/>
            </a:endParaRPr>
          </a:p>
        </p:txBody>
      </p:sp>
      <p:grpSp>
        <p:nvGrpSpPr>
          <p:cNvPr id="2" name="Group 139"/>
          <p:cNvGrpSpPr/>
          <p:nvPr/>
        </p:nvGrpSpPr>
        <p:grpSpPr bwMode="auto">
          <a:xfrm>
            <a:off x="246063" y="2147750"/>
            <a:ext cx="8716962" cy="338137"/>
            <a:chOff x="144" y="1328"/>
            <a:chExt cx="5491" cy="377"/>
          </a:xfrm>
        </p:grpSpPr>
        <p:grpSp>
          <p:nvGrpSpPr>
            <p:cNvPr id="15473" name="Group 41"/>
            <p:cNvGrpSpPr/>
            <p:nvPr/>
          </p:nvGrpSpPr>
          <p:grpSpPr bwMode="auto">
            <a:xfrm>
              <a:off x="144" y="1328"/>
              <a:ext cx="837" cy="377"/>
              <a:chOff x="0" y="0"/>
              <a:chExt cx="837" cy="394"/>
            </a:xfrm>
          </p:grpSpPr>
          <p:sp>
            <p:nvSpPr>
              <p:cNvPr id="15484" name="Rectangle 40"/>
              <p:cNvSpPr>
                <a:spLocks noChangeArrowheads="1"/>
              </p:cNvSpPr>
              <p:nvPr/>
            </p:nvSpPr>
            <p:spPr bwMode="auto">
              <a:xfrm>
                <a:off x="0" y="0"/>
                <a:ext cx="837" cy="394"/>
              </a:xfrm>
              <a:prstGeom prst="rect">
                <a:avLst/>
              </a:prstGeom>
              <a:solidFill>
                <a:srgbClr val="F0FFF9"/>
              </a:solidFill>
              <a:ln w="12700">
                <a:solidFill>
                  <a:srgbClr val="000099"/>
                </a:solidFill>
                <a:miter lim="800000"/>
              </a:ln>
            </p:spPr>
            <p:txBody>
              <a:bodyPr wrap="none"/>
              <a:lstStyle>
                <a:lvl1pPr eaLnBrk="0" hangingPunct="0">
                  <a:defRPr kumimoji="1" sz="2000">
                    <a:solidFill>
                      <a:srgbClr val="000099"/>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rgbClr val="000099"/>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rgbClr val="000099"/>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rgbClr val="000099"/>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endParaRPr lang="zh-CN" altLang="en-US"/>
              </a:p>
            </p:txBody>
          </p:sp>
          <p:grpSp>
            <p:nvGrpSpPr>
              <p:cNvPr id="15485" name="Group 39"/>
              <p:cNvGrpSpPr/>
              <p:nvPr/>
            </p:nvGrpSpPr>
            <p:grpSpPr bwMode="auto">
              <a:xfrm>
                <a:off x="0" y="0"/>
                <a:ext cx="837" cy="394"/>
                <a:chOff x="0" y="0"/>
                <a:chExt cx="837" cy="394"/>
              </a:xfrm>
            </p:grpSpPr>
            <p:sp>
              <p:nvSpPr>
                <p:cNvPr id="15486" name="Rectangle 16"/>
                <p:cNvSpPr>
                  <a:spLocks noChangeArrowheads="1"/>
                </p:cNvSpPr>
                <p:nvPr/>
              </p:nvSpPr>
              <p:spPr bwMode="auto">
                <a:xfrm>
                  <a:off x="0" y="0"/>
                  <a:ext cx="837" cy="394"/>
                </a:xfrm>
                <a:prstGeom prst="rect">
                  <a:avLst/>
                </a:prstGeom>
                <a:solidFill>
                  <a:srgbClr val="F0FFF9"/>
                </a:solidFill>
                <a:ln w="12700">
                  <a:solidFill>
                    <a:srgbClr val="000099"/>
                  </a:solidFill>
                  <a:miter lim="800000"/>
                </a:ln>
              </p:spPr>
              <p:txBody>
                <a:bodyPr anchor="ctr"/>
                <a:lstStyle>
                  <a:lvl1pPr eaLnBrk="0" hangingPunct="0">
                    <a:defRPr kumimoji="1" sz="2000">
                      <a:solidFill>
                        <a:srgbClr val="000099"/>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rgbClr val="000099"/>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rgbClr val="000099"/>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rgbClr val="000099"/>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9pPr>
                </a:lstStyle>
                <a:p>
                  <a:pPr algn="ctr" eaLnBrk="1" hangingPunct="1">
                    <a:lnSpc>
                      <a:spcPct val="100000"/>
                    </a:lnSpc>
                    <a:buFontTx/>
                    <a:buNone/>
                  </a:pPr>
                  <a:r>
                    <a:rPr lang="zh-CN" altLang="en-US" sz="1800">
                      <a:latin typeface="华文中宋" panose="02010600040101010101" pitchFamily="2" charset="-122"/>
                    </a:rPr>
                    <a:t>前置代号 </a:t>
                  </a:r>
                  <a:endParaRPr lang="zh-CN" altLang="en-US" sz="1800">
                    <a:latin typeface="华文中宋" panose="02010600040101010101" pitchFamily="2" charset="-122"/>
                  </a:endParaRPr>
                </a:p>
              </p:txBody>
            </p:sp>
            <p:sp>
              <p:nvSpPr>
                <p:cNvPr id="15487" name="Rectangle 38"/>
                <p:cNvSpPr>
                  <a:spLocks noChangeArrowheads="1"/>
                </p:cNvSpPr>
                <p:nvPr/>
              </p:nvSpPr>
              <p:spPr bwMode="auto">
                <a:xfrm>
                  <a:off x="0" y="0"/>
                  <a:ext cx="837" cy="394"/>
                </a:xfrm>
                <a:prstGeom prst="rect">
                  <a:avLst/>
                </a:prstGeom>
                <a:noFill/>
                <a:ln w="12700">
                  <a:solidFill>
                    <a:srgbClr val="000099"/>
                  </a:solidFill>
                  <a:miter lim="800000"/>
                </a:ln>
                <a:extLst>
                  <a:ext uri="{909E8E84-426E-40DD-AFC4-6F175D3DCCD1}">
                    <a14:hiddenFill xmlns:a14="http://schemas.microsoft.com/office/drawing/2010/main">
                      <a:solidFill>
                        <a:srgbClr val="FFFFFF"/>
                      </a:solidFill>
                    </a14:hiddenFill>
                  </a:ext>
                </a:extLst>
              </p:spPr>
              <p:txBody>
                <a:bodyPr wrap="none"/>
                <a:lstStyle>
                  <a:lvl1pPr eaLnBrk="0" hangingPunct="0">
                    <a:defRPr kumimoji="1" sz="2000">
                      <a:solidFill>
                        <a:srgbClr val="000099"/>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rgbClr val="000099"/>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rgbClr val="000099"/>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rgbClr val="000099"/>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endParaRPr lang="zh-CN" altLang="en-US"/>
                </a:p>
              </p:txBody>
            </p:sp>
          </p:grpSp>
        </p:grpSp>
        <p:grpSp>
          <p:nvGrpSpPr>
            <p:cNvPr id="15474" name="Group 45"/>
            <p:cNvGrpSpPr/>
            <p:nvPr/>
          </p:nvGrpSpPr>
          <p:grpSpPr bwMode="auto">
            <a:xfrm>
              <a:off x="981" y="1328"/>
              <a:ext cx="1790" cy="377"/>
              <a:chOff x="837" y="0"/>
              <a:chExt cx="1790" cy="394"/>
            </a:xfrm>
          </p:grpSpPr>
          <p:sp>
            <p:nvSpPr>
              <p:cNvPr id="15480" name="Rectangle 44"/>
              <p:cNvSpPr>
                <a:spLocks noChangeArrowheads="1"/>
              </p:cNvSpPr>
              <p:nvPr/>
            </p:nvSpPr>
            <p:spPr bwMode="auto">
              <a:xfrm>
                <a:off x="837" y="0"/>
                <a:ext cx="1790" cy="394"/>
              </a:xfrm>
              <a:prstGeom prst="rect">
                <a:avLst/>
              </a:prstGeom>
              <a:solidFill>
                <a:srgbClr val="F0FFF9"/>
              </a:solidFill>
              <a:ln w="12700">
                <a:solidFill>
                  <a:srgbClr val="000099"/>
                </a:solidFill>
                <a:miter lim="800000"/>
              </a:ln>
            </p:spPr>
            <p:txBody>
              <a:bodyPr wrap="none"/>
              <a:lstStyle>
                <a:lvl1pPr eaLnBrk="0" hangingPunct="0">
                  <a:defRPr kumimoji="1" sz="2000">
                    <a:solidFill>
                      <a:srgbClr val="000099"/>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rgbClr val="000099"/>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rgbClr val="000099"/>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rgbClr val="000099"/>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endParaRPr lang="zh-CN" altLang="en-US"/>
              </a:p>
            </p:txBody>
          </p:sp>
          <p:grpSp>
            <p:nvGrpSpPr>
              <p:cNvPr id="15481" name="Group 43"/>
              <p:cNvGrpSpPr/>
              <p:nvPr/>
            </p:nvGrpSpPr>
            <p:grpSpPr bwMode="auto">
              <a:xfrm>
                <a:off x="837" y="0"/>
                <a:ext cx="1790" cy="394"/>
                <a:chOff x="837" y="0"/>
                <a:chExt cx="1790" cy="394"/>
              </a:xfrm>
            </p:grpSpPr>
            <p:sp>
              <p:nvSpPr>
                <p:cNvPr id="15482" name="Rectangle 17"/>
                <p:cNvSpPr>
                  <a:spLocks noChangeArrowheads="1"/>
                </p:cNvSpPr>
                <p:nvPr/>
              </p:nvSpPr>
              <p:spPr bwMode="auto">
                <a:xfrm>
                  <a:off x="837" y="0"/>
                  <a:ext cx="1790" cy="394"/>
                </a:xfrm>
                <a:prstGeom prst="rect">
                  <a:avLst/>
                </a:prstGeom>
                <a:solidFill>
                  <a:srgbClr val="F0FFF9"/>
                </a:solidFill>
                <a:ln w="12700">
                  <a:solidFill>
                    <a:srgbClr val="000099"/>
                  </a:solidFill>
                  <a:miter lim="800000"/>
                </a:ln>
              </p:spPr>
              <p:txBody>
                <a:bodyPr anchor="ctr"/>
                <a:lstStyle>
                  <a:lvl1pPr eaLnBrk="0" hangingPunct="0">
                    <a:defRPr kumimoji="1" sz="2000">
                      <a:solidFill>
                        <a:srgbClr val="000099"/>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rgbClr val="000099"/>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rgbClr val="000099"/>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rgbClr val="000099"/>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9pPr>
                </a:lstStyle>
                <a:p>
                  <a:pPr algn="ctr" eaLnBrk="1" hangingPunct="1">
                    <a:lnSpc>
                      <a:spcPct val="100000"/>
                    </a:lnSpc>
                    <a:buFontTx/>
                    <a:buNone/>
                  </a:pPr>
                  <a:r>
                    <a:rPr lang="zh-CN" altLang="en-US" sz="1800" dirty="0">
                      <a:solidFill>
                        <a:srgbClr val="FF0000"/>
                      </a:solidFill>
                      <a:latin typeface="华文中宋" panose="02010600040101010101" pitchFamily="2" charset="-122"/>
                    </a:rPr>
                    <a:t>基本代号 </a:t>
                  </a:r>
                  <a:endParaRPr lang="zh-CN" altLang="en-US" sz="1800" dirty="0">
                    <a:solidFill>
                      <a:srgbClr val="FF0000"/>
                    </a:solidFill>
                    <a:latin typeface="华文中宋" panose="02010600040101010101" pitchFamily="2" charset="-122"/>
                  </a:endParaRPr>
                </a:p>
              </p:txBody>
            </p:sp>
            <p:sp>
              <p:nvSpPr>
                <p:cNvPr id="15483" name="Rectangle 42"/>
                <p:cNvSpPr>
                  <a:spLocks noChangeArrowheads="1"/>
                </p:cNvSpPr>
                <p:nvPr/>
              </p:nvSpPr>
              <p:spPr bwMode="auto">
                <a:xfrm>
                  <a:off x="837" y="0"/>
                  <a:ext cx="1790" cy="394"/>
                </a:xfrm>
                <a:prstGeom prst="rect">
                  <a:avLst/>
                </a:prstGeom>
                <a:noFill/>
                <a:ln w="12700">
                  <a:solidFill>
                    <a:srgbClr val="000099"/>
                  </a:solidFill>
                  <a:miter lim="800000"/>
                </a:ln>
                <a:extLst>
                  <a:ext uri="{909E8E84-426E-40DD-AFC4-6F175D3DCCD1}">
                    <a14:hiddenFill xmlns:a14="http://schemas.microsoft.com/office/drawing/2010/main">
                      <a:solidFill>
                        <a:srgbClr val="FFFFFF"/>
                      </a:solidFill>
                    </a14:hiddenFill>
                  </a:ext>
                </a:extLst>
              </p:spPr>
              <p:txBody>
                <a:bodyPr wrap="none"/>
                <a:lstStyle>
                  <a:lvl1pPr eaLnBrk="0" hangingPunct="0">
                    <a:defRPr kumimoji="1" sz="2000">
                      <a:solidFill>
                        <a:srgbClr val="000099"/>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rgbClr val="000099"/>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rgbClr val="000099"/>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rgbClr val="000099"/>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endParaRPr lang="zh-CN" altLang="en-US"/>
                </a:p>
              </p:txBody>
            </p:sp>
          </p:grpSp>
        </p:grpSp>
        <p:grpSp>
          <p:nvGrpSpPr>
            <p:cNvPr id="15475" name="Group 49"/>
            <p:cNvGrpSpPr/>
            <p:nvPr/>
          </p:nvGrpSpPr>
          <p:grpSpPr bwMode="auto">
            <a:xfrm>
              <a:off x="2771" y="1328"/>
              <a:ext cx="2864" cy="377"/>
              <a:chOff x="2627" y="0"/>
              <a:chExt cx="2864" cy="394"/>
            </a:xfrm>
          </p:grpSpPr>
          <p:sp>
            <p:nvSpPr>
              <p:cNvPr id="15476" name="Rectangle 48"/>
              <p:cNvSpPr>
                <a:spLocks noChangeArrowheads="1"/>
              </p:cNvSpPr>
              <p:nvPr/>
            </p:nvSpPr>
            <p:spPr bwMode="auto">
              <a:xfrm>
                <a:off x="2627" y="0"/>
                <a:ext cx="2864" cy="394"/>
              </a:xfrm>
              <a:prstGeom prst="rect">
                <a:avLst/>
              </a:prstGeom>
              <a:solidFill>
                <a:srgbClr val="F0FFF9"/>
              </a:solidFill>
              <a:ln w="12700">
                <a:solidFill>
                  <a:srgbClr val="000099"/>
                </a:solidFill>
                <a:miter lim="800000"/>
              </a:ln>
            </p:spPr>
            <p:txBody>
              <a:bodyPr wrap="none"/>
              <a:lstStyle>
                <a:lvl1pPr eaLnBrk="0" hangingPunct="0">
                  <a:defRPr kumimoji="1" sz="2000">
                    <a:solidFill>
                      <a:srgbClr val="000099"/>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rgbClr val="000099"/>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rgbClr val="000099"/>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rgbClr val="000099"/>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endParaRPr lang="zh-CN" altLang="en-US"/>
              </a:p>
            </p:txBody>
          </p:sp>
          <p:grpSp>
            <p:nvGrpSpPr>
              <p:cNvPr id="15477" name="Group 47"/>
              <p:cNvGrpSpPr/>
              <p:nvPr/>
            </p:nvGrpSpPr>
            <p:grpSpPr bwMode="auto">
              <a:xfrm>
                <a:off x="2627" y="0"/>
                <a:ext cx="2864" cy="394"/>
                <a:chOff x="2627" y="0"/>
                <a:chExt cx="2864" cy="394"/>
              </a:xfrm>
            </p:grpSpPr>
            <p:sp>
              <p:nvSpPr>
                <p:cNvPr id="15478" name="Rectangle 18"/>
                <p:cNvSpPr>
                  <a:spLocks noChangeArrowheads="1"/>
                </p:cNvSpPr>
                <p:nvPr/>
              </p:nvSpPr>
              <p:spPr bwMode="auto">
                <a:xfrm>
                  <a:off x="2627" y="0"/>
                  <a:ext cx="2864" cy="394"/>
                </a:xfrm>
                <a:prstGeom prst="rect">
                  <a:avLst/>
                </a:prstGeom>
                <a:solidFill>
                  <a:srgbClr val="F0FFF9"/>
                </a:solidFill>
                <a:ln w="12700">
                  <a:solidFill>
                    <a:srgbClr val="000099"/>
                  </a:solidFill>
                  <a:miter lim="800000"/>
                </a:ln>
              </p:spPr>
              <p:txBody>
                <a:bodyPr anchor="ctr"/>
                <a:lstStyle>
                  <a:lvl1pPr eaLnBrk="0" hangingPunct="0">
                    <a:defRPr kumimoji="1" sz="2000">
                      <a:solidFill>
                        <a:srgbClr val="000099"/>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rgbClr val="000099"/>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rgbClr val="000099"/>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rgbClr val="000099"/>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9pPr>
                </a:lstStyle>
                <a:p>
                  <a:pPr algn="ctr" eaLnBrk="1" hangingPunct="1">
                    <a:lnSpc>
                      <a:spcPct val="100000"/>
                    </a:lnSpc>
                    <a:buFontTx/>
                    <a:buNone/>
                  </a:pPr>
                  <a:r>
                    <a:rPr lang="zh-CN" altLang="en-US" sz="1800">
                      <a:latin typeface="华文中宋" panose="02010600040101010101" pitchFamily="2" charset="-122"/>
                    </a:rPr>
                    <a:t>后置代号 </a:t>
                  </a:r>
                  <a:endParaRPr lang="zh-CN" altLang="en-US" sz="1800">
                    <a:latin typeface="华文中宋" panose="02010600040101010101" pitchFamily="2" charset="-122"/>
                  </a:endParaRPr>
                </a:p>
              </p:txBody>
            </p:sp>
            <p:sp>
              <p:nvSpPr>
                <p:cNvPr id="15479" name="Rectangle 46"/>
                <p:cNvSpPr>
                  <a:spLocks noChangeArrowheads="1"/>
                </p:cNvSpPr>
                <p:nvPr/>
              </p:nvSpPr>
              <p:spPr bwMode="auto">
                <a:xfrm>
                  <a:off x="2627" y="0"/>
                  <a:ext cx="2864" cy="394"/>
                </a:xfrm>
                <a:prstGeom prst="rect">
                  <a:avLst/>
                </a:prstGeom>
                <a:noFill/>
                <a:ln w="12700">
                  <a:solidFill>
                    <a:srgbClr val="000099"/>
                  </a:solidFill>
                  <a:miter lim="800000"/>
                </a:ln>
                <a:extLst>
                  <a:ext uri="{909E8E84-426E-40DD-AFC4-6F175D3DCCD1}">
                    <a14:hiddenFill xmlns:a14="http://schemas.microsoft.com/office/drawing/2010/main">
                      <a:solidFill>
                        <a:srgbClr val="FFFFFF"/>
                      </a:solidFill>
                    </a14:hiddenFill>
                  </a:ext>
                </a:extLst>
              </p:spPr>
              <p:txBody>
                <a:bodyPr wrap="none"/>
                <a:lstStyle>
                  <a:lvl1pPr eaLnBrk="0" hangingPunct="0">
                    <a:defRPr kumimoji="1" sz="2000">
                      <a:solidFill>
                        <a:srgbClr val="000099"/>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rgbClr val="000099"/>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rgbClr val="000099"/>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rgbClr val="000099"/>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endParaRPr lang="zh-CN" altLang="en-US"/>
                </a:p>
              </p:txBody>
            </p:sp>
          </p:grpSp>
        </p:grpSp>
      </p:grpSp>
      <p:grpSp>
        <p:nvGrpSpPr>
          <p:cNvPr id="9" name="Group 53"/>
          <p:cNvGrpSpPr/>
          <p:nvPr/>
        </p:nvGrpSpPr>
        <p:grpSpPr bwMode="auto">
          <a:xfrm>
            <a:off x="246063" y="2485887"/>
            <a:ext cx="1328737" cy="2630488"/>
            <a:chOff x="0" y="394"/>
            <a:chExt cx="837" cy="1038"/>
          </a:xfrm>
        </p:grpSpPr>
        <p:sp>
          <p:nvSpPr>
            <p:cNvPr id="15469" name="Rectangle 52"/>
            <p:cNvSpPr>
              <a:spLocks noChangeArrowheads="1"/>
            </p:cNvSpPr>
            <p:nvPr/>
          </p:nvSpPr>
          <p:spPr bwMode="auto">
            <a:xfrm>
              <a:off x="0" y="394"/>
              <a:ext cx="837" cy="154"/>
            </a:xfrm>
            <a:prstGeom prst="rect">
              <a:avLst/>
            </a:prstGeom>
            <a:solidFill>
              <a:srgbClr val="FBFDDB"/>
            </a:solidFill>
            <a:ln w="12700">
              <a:solidFill>
                <a:srgbClr val="000099"/>
              </a:solidFill>
              <a:miter lim="800000"/>
            </a:ln>
          </p:spPr>
          <p:txBody>
            <a:bodyPr wrap="none"/>
            <a:lstStyle>
              <a:lvl1pPr eaLnBrk="0" hangingPunct="0">
                <a:defRPr kumimoji="1" sz="2000">
                  <a:solidFill>
                    <a:srgbClr val="000099"/>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rgbClr val="000099"/>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rgbClr val="000099"/>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rgbClr val="000099"/>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endParaRPr lang="zh-CN" altLang="en-US"/>
            </a:p>
          </p:txBody>
        </p:sp>
        <p:grpSp>
          <p:nvGrpSpPr>
            <p:cNvPr id="15470" name="Group 51"/>
            <p:cNvGrpSpPr/>
            <p:nvPr/>
          </p:nvGrpSpPr>
          <p:grpSpPr bwMode="auto">
            <a:xfrm>
              <a:off x="0" y="394"/>
              <a:ext cx="837" cy="1038"/>
              <a:chOff x="0" y="394"/>
              <a:chExt cx="837" cy="1038"/>
            </a:xfrm>
          </p:grpSpPr>
          <p:sp>
            <p:nvSpPr>
              <p:cNvPr id="15471" name="Rectangle 19"/>
              <p:cNvSpPr>
                <a:spLocks noChangeArrowheads="1"/>
              </p:cNvSpPr>
              <p:nvPr/>
            </p:nvSpPr>
            <p:spPr bwMode="auto">
              <a:xfrm>
                <a:off x="0" y="394"/>
                <a:ext cx="837" cy="1038"/>
              </a:xfrm>
              <a:prstGeom prst="rect">
                <a:avLst/>
              </a:prstGeom>
              <a:solidFill>
                <a:srgbClr val="FBFDDB"/>
              </a:solidFill>
              <a:ln w="12700">
                <a:solidFill>
                  <a:srgbClr val="000099"/>
                </a:solidFill>
                <a:miter lim="800000"/>
              </a:ln>
            </p:spPr>
            <p:txBody>
              <a:bodyPr/>
              <a:lstStyle>
                <a:lvl1pPr eaLnBrk="0" hangingPunct="0">
                  <a:defRPr kumimoji="1" sz="2000">
                    <a:solidFill>
                      <a:srgbClr val="000099"/>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rgbClr val="000099"/>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rgbClr val="000099"/>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rgbClr val="000099"/>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9pPr>
              </a:lstStyle>
              <a:p>
                <a:pPr algn="ctr" eaLnBrk="1" hangingPunct="1">
                  <a:lnSpc>
                    <a:spcPct val="100000"/>
                  </a:lnSpc>
                  <a:buFontTx/>
                  <a:buNone/>
                </a:pPr>
                <a:r>
                  <a:rPr lang="zh-CN" altLang="en-US" sz="1800">
                    <a:latin typeface="华文中宋" panose="02010600040101010101" pitchFamily="2" charset="-122"/>
                  </a:rPr>
                  <a:t>　 </a:t>
                </a:r>
                <a:endParaRPr lang="zh-CN" altLang="en-US" sz="1800">
                  <a:latin typeface="华文中宋" panose="02010600040101010101" pitchFamily="2" charset="-122"/>
                </a:endParaRPr>
              </a:p>
              <a:p>
                <a:pPr algn="ctr">
                  <a:lnSpc>
                    <a:spcPct val="100000"/>
                  </a:lnSpc>
                  <a:buFontTx/>
                  <a:buNone/>
                </a:pPr>
                <a:r>
                  <a:rPr lang="zh-CN" altLang="en-US" sz="1800">
                    <a:latin typeface="华文中宋" panose="02010600040101010101" pitchFamily="2" charset="-122"/>
                  </a:rPr>
                  <a:t>轴</a:t>
                </a:r>
                <a:endParaRPr lang="zh-CN" altLang="en-US" sz="1800">
                  <a:latin typeface="华文中宋" panose="02010600040101010101" pitchFamily="2" charset="-122"/>
                </a:endParaRPr>
              </a:p>
              <a:p>
                <a:pPr algn="ctr">
                  <a:lnSpc>
                    <a:spcPct val="100000"/>
                  </a:lnSpc>
                  <a:buFontTx/>
                  <a:buNone/>
                </a:pPr>
                <a:r>
                  <a:rPr lang="zh-CN" altLang="en-US" sz="1800">
                    <a:latin typeface="华文中宋" panose="02010600040101010101" pitchFamily="2" charset="-122"/>
                  </a:rPr>
                  <a:t>承</a:t>
                </a:r>
                <a:endParaRPr lang="zh-CN" altLang="en-US" sz="1800">
                  <a:latin typeface="华文中宋" panose="02010600040101010101" pitchFamily="2" charset="-122"/>
                </a:endParaRPr>
              </a:p>
              <a:p>
                <a:pPr algn="ctr">
                  <a:lnSpc>
                    <a:spcPct val="100000"/>
                  </a:lnSpc>
                  <a:buFontTx/>
                  <a:buNone/>
                </a:pPr>
                <a:r>
                  <a:rPr lang="zh-CN" altLang="en-US" sz="1800">
                    <a:latin typeface="华文中宋" panose="02010600040101010101" pitchFamily="2" charset="-122"/>
                  </a:rPr>
                  <a:t>的</a:t>
                </a:r>
                <a:endParaRPr lang="zh-CN" altLang="en-US" sz="1800">
                  <a:latin typeface="华文中宋" panose="02010600040101010101" pitchFamily="2" charset="-122"/>
                </a:endParaRPr>
              </a:p>
              <a:p>
                <a:pPr algn="ctr">
                  <a:lnSpc>
                    <a:spcPct val="100000"/>
                  </a:lnSpc>
                  <a:buFontTx/>
                  <a:buNone/>
                </a:pPr>
                <a:r>
                  <a:rPr lang="zh-CN" altLang="en-US" sz="1800">
                    <a:latin typeface="华文中宋" panose="02010600040101010101" pitchFamily="2" charset="-122"/>
                  </a:rPr>
                  <a:t>分</a:t>
                </a:r>
                <a:br>
                  <a:rPr lang="zh-CN" altLang="en-US" sz="1800">
                    <a:latin typeface="华文中宋" panose="02010600040101010101" pitchFamily="2" charset="-122"/>
                  </a:rPr>
                </a:br>
                <a:r>
                  <a:rPr lang="zh-CN" altLang="en-US" sz="1800">
                    <a:latin typeface="华文中宋" panose="02010600040101010101" pitchFamily="2" charset="-122"/>
                  </a:rPr>
                  <a:t>部</a:t>
                </a:r>
                <a:endParaRPr lang="zh-CN" altLang="en-US" sz="1800">
                  <a:latin typeface="华文中宋" panose="02010600040101010101" pitchFamily="2" charset="-122"/>
                </a:endParaRPr>
              </a:p>
              <a:p>
                <a:pPr algn="ctr">
                  <a:lnSpc>
                    <a:spcPct val="100000"/>
                  </a:lnSpc>
                  <a:buFontTx/>
                  <a:buNone/>
                </a:pPr>
                <a:r>
                  <a:rPr lang="zh-CN" altLang="en-US" sz="1800">
                    <a:latin typeface="华文中宋" panose="02010600040101010101" pitchFamily="2" charset="-122"/>
                  </a:rPr>
                  <a:t>件</a:t>
                </a:r>
                <a:endParaRPr lang="zh-CN" altLang="en-US" sz="1800">
                  <a:latin typeface="华文中宋" panose="02010600040101010101" pitchFamily="2" charset="-122"/>
                </a:endParaRPr>
              </a:p>
              <a:p>
                <a:pPr algn="ctr">
                  <a:lnSpc>
                    <a:spcPct val="100000"/>
                  </a:lnSpc>
                  <a:buFontTx/>
                  <a:buNone/>
                </a:pPr>
                <a:r>
                  <a:rPr lang="zh-CN" altLang="en-US" sz="1800">
                    <a:latin typeface="华文中宋" panose="02010600040101010101" pitchFamily="2" charset="-122"/>
                  </a:rPr>
                  <a:t>代</a:t>
                </a:r>
                <a:endParaRPr lang="zh-CN" altLang="en-US" sz="1800">
                  <a:latin typeface="华文中宋" panose="02010600040101010101" pitchFamily="2" charset="-122"/>
                </a:endParaRPr>
              </a:p>
              <a:p>
                <a:pPr algn="ctr">
                  <a:lnSpc>
                    <a:spcPct val="100000"/>
                  </a:lnSpc>
                  <a:buFontTx/>
                  <a:buNone/>
                </a:pPr>
                <a:r>
                  <a:rPr lang="zh-CN" altLang="en-US" sz="1800">
                    <a:latin typeface="华文中宋" panose="02010600040101010101" pitchFamily="2" charset="-122"/>
                  </a:rPr>
                  <a:t>号</a:t>
                </a:r>
                <a:endParaRPr lang="zh-CN" altLang="en-US" sz="1800">
                  <a:latin typeface="华文中宋" panose="02010600040101010101" pitchFamily="2" charset="-122"/>
                </a:endParaRPr>
              </a:p>
            </p:txBody>
          </p:sp>
          <p:sp>
            <p:nvSpPr>
              <p:cNvPr id="15472" name="Rectangle 50"/>
              <p:cNvSpPr>
                <a:spLocks noChangeArrowheads="1"/>
              </p:cNvSpPr>
              <p:nvPr/>
            </p:nvSpPr>
            <p:spPr bwMode="auto">
              <a:xfrm>
                <a:off x="0" y="394"/>
                <a:ext cx="837" cy="1038"/>
              </a:xfrm>
              <a:prstGeom prst="rect">
                <a:avLst/>
              </a:prstGeom>
              <a:noFill/>
              <a:ln w="12700">
                <a:solidFill>
                  <a:srgbClr val="000099"/>
                </a:solidFill>
                <a:miter lim="800000"/>
              </a:ln>
              <a:extLst>
                <a:ext uri="{909E8E84-426E-40DD-AFC4-6F175D3DCCD1}">
                  <a14:hiddenFill xmlns:a14="http://schemas.microsoft.com/office/drawing/2010/main">
                    <a:solidFill>
                      <a:srgbClr val="FFFFFF"/>
                    </a:solidFill>
                  </a14:hiddenFill>
                </a:ext>
              </a:extLst>
            </p:spPr>
            <p:txBody>
              <a:bodyPr wrap="none"/>
              <a:lstStyle>
                <a:lvl1pPr eaLnBrk="0" hangingPunct="0">
                  <a:defRPr kumimoji="1" sz="2000">
                    <a:solidFill>
                      <a:srgbClr val="000099"/>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rgbClr val="000099"/>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rgbClr val="000099"/>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rgbClr val="000099"/>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endParaRPr lang="zh-CN" altLang="en-US"/>
              </a:p>
            </p:txBody>
          </p:sp>
        </p:grpSp>
      </p:grpSp>
      <p:grpSp>
        <p:nvGrpSpPr>
          <p:cNvPr id="11" name="Group 141"/>
          <p:cNvGrpSpPr/>
          <p:nvPr/>
        </p:nvGrpSpPr>
        <p:grpSpPr bwMode="auto">
          <a:xfrm>
            <a:off x="4416425" y="2485887"/>
            <a:ext cx="4546600" cy="2630488"/>
            <a:chOff x="2771" y="1705"/>
            <a:chExt cx="2864" cy="1879"/>
          </a:xfrm>
        </p:grpSpPr>
        <p:grpSp>
          <p:nvGrpSpPr>
            <p:cNvPr id="15429" name="Group 77"/>
            <p:cNvGrpSpPr/>
            <p:nvPr/>
          </p:nvGrpSpPr>
          <p:grpSpPr bwMode="auto">
            <a:xfrm>
              <a:off x="2771" y="1705"/>
              <a:ext cx="358" cy="1879"/>
              <a:chOff x="2627" y="394"/>
              <a:chExt cx="358" cy="1038"/>
            </a:xfrm>
          </p:grpSpPr>
          <p:sp>
            <p:nvSpPr>
              <p:cNvPr id="15465" name="Rectangle 76"/>
              <p:cNvSpPr>
                <a:spLocks noChangeArrowheads="1"/>
              </p:cNvSpPr>
              <p:nvPr/>
            </p:nvSpPr>
            <p:spPr bwMode="auto">
              <a:xfrm>
                <a:off x="2627" y="394"/>
                <a:ext cx="358" cy="154"/>
              </a:xfrm>
              <a:prstGeom prst="rect">
                <a:avLst/>
              </a:prstGeom>
              <a:solidFill>
                <a:srgbClr val="FBFDDB"/>
              </a:solidFill>
              <a:ln w="12700">
                <a:solidFill>
                  <a:srgbClr val="000099"/>
                </a:solidFill>
                <a:miter lim="800000"/>
              </a:ln>
            </p:spPr>
            <p:txBody>
              <a:bodyPr wrap="none"/>
              <a:lstStyle>
                <a:lvl1pPr eaLnBrk="0" hangingPunct="0">
                  <a:defRPr kumimoji="1" sz="2000">
                    <a:solidFill>
                      <a:srgbClr val="000099"/>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rgbClr val="000099"/>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rgbClr val="000099"/>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rgbClr val="000099"/>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endParaRPr lang="zh-CN" altLang="en-US"/>
              </a:p>
            </p:txBody>
          </p:sp>
          <p:grpSp>
            <p:nvGrpSpPr>
              <p:cNvPr id="15466" name="Group 75"/>
              <p:cNvGrpSpPr/>
              <p:nvPr/>
            </p:nvGrpSpPr>
            <p:grpSpPr bwMode="auto">
              <a:xfrm>
                <a:off x="2627" y="394"/>
                <a:ext cx="358" cy="1038"/>
                <a:chOff x="2627" y="394"/>
                <a:chExt cx="358" cy="1038"/>
              </a:xfrm>
            </p:grpSpPr>
            <p:sp>
              <p:nvSpPr>
                <p:cNvPr id="15467" name="Rectangle 25"/>
                <p:cNvSpPr>
                  <a:spLocks noChangeArrowheads="1"/>
                </p:cNvSpPr>
                <p:nvPr/>
              </p:nvSpPr>
              <p:spPr bwMode="auto">
                <a:xfrm>
                  <a:off x="2627" y="394"/>
                  <a:ext cx="358" cy="1038"/>
                </a:xfrm>
                <a:prstGeom prst="rect">
                  <a:avLst/>
                </a:prstGeom>
                <a:solidFill>
                  <a:srgbClr val="FBFDDB"/>
                </a:solidFill>
                <a:ln w="12700">
                  <a:solidFill>
                    <a:srgbClr val="000099"/>
                  </a:solidFill>
                  <a:miter lim="800000"/>
                </a:ln>
              </p:spPr>
              <p:txBody>
                <a:bodyPr/>
                <a:lstStyle>
                  <a:lvl1pPr eaLnBrk="0" hangingPunct="0">
                    <a:defRPr kumimoji="1" sz="2000">
                      <a:solidFill>
                        <a:srgbClr val="000099"/>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rgbClr val="000099"/>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rgbClr val="000099"/>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rgbClr val="000099"/>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9pPr>
                </a:lstStyle>
                <a:p>
                  <a:pPr algn="ctr" eaLnBrk="1" hangingPunct="1">
                    <a:lnSpc>
                      <a:spcPct val="100000"/>
                    </a:lnSpc>
                    <a:buFontTx/>
                    <a:buNone/>
                  </a:pPr>
                  <a:r>
                    <a:rPr lang="zh-CN" altLang="en-US" sz="1800">
                      <a:latin typeface="华文中宋" panose="02010600040101010101" pitchFamily="2" charset="-122"/>
                    </a:rPr>
                    <a:t>内</a:t>
                  </a:r>
                  <a:br>
                    <a:rPr lang="zh-CN" altLang="en-US" sz="1800">
                      <a:latin typeface="华文中宋" panose="02010600040101010101" pitchFamily="2" charset="-122"/>
                    </a:rPr>
                  </a:br>
                  <a:r>
                    <a:rPr lang="zh-CN" altLang="en-US" sz="1800">
                      <a:latin typeface="华文中宋" panose="02010600040101010101" pitchFamily="2" charset="-122"/>
                    </a:rPr>
                    <a:t>部</a:t>
                  </a:r>
                  <a:br>
                    <a:rPr lang="zh-CN" altLang="en-US" sz="1800">
                      <a:latin typeface="华文中宋" panose="02010600040101010101" pitchFamily="2" charset="-122"/>
                    </a:rPr>
                  </a:br>
                  <a:r>
                    <a:rPr lang="zh-CN" altLang="en-US" sz="1800">
                      <a:latin typeface="华文中宋" panose="02010600040101010101" pitchFamily="2" charset="-122"/>
                    </a:rPr>
                    <a:t>结</a:t>
                  </a:r>
                  <a:br>
                    <a:rPr lang="zh-CN" altLang="en-US" sz="1800">
                      <a:latin typeface="华文中宋" panose="02010600040101010101" pitchFamily="2" charset="-122"/>
                    </a:rPr>
                  </a:br>
                  <a:r>
                    <a:rPr lang="zh-CN" altLang="en-US" sz="1800">
                      <a:latin typeface="华文中宋" panose="02010600040101010101" pitchFamily="2" charset="-122"/>
                    </a:rPr>
                    <a:t>构</a:t>
                  </a:r>
                  <a:br>
                    <a:rPr lang="zh-CN" altLang="en-US" sz="1800">
                      <a:latin typeface="华文中宋" panose="02010600040101010101" pitchFamily="2" charset="-122"/>
                    </a:rPr>
                  </a:br>
                  <a:r>
                    <a:rPr lang="zh-CN" altLang="en-US" sz="1800">
                      <a:latin typeface="华文中宋" panose="02010600040101010101" pitchFamily="2" charset="-122"/>
                    </a:rPr>
                    <a:t>代</a:t>
                  </a:r>
                  <a:br>
                    <a:rPr lang="zh-CN" altLang="en-US" sz="1800">
                      <a:latin typeface="华文中宋" panose="02010600040101010101" pitchFamily="2" charset="-122"/>
                    </a:rPr>
                  </a:br>
                  <a:r>
                    <a:rPr lang="zh-CN" altLang="en-US" sz="1800">
                      <a:latin typeface="华文中宋" panose="02010600040101010101" pitchFamily="2" charset="-122"/>
                    </a:rPr>
                    <a:t>号</a:t>
                  </a:r>
                  <a:endParaRPr lang="zh-CN" altLang="en-US" sz="1800">
                    <a:latin typeface="华文中宋" panose="02010600040101010101" pitchFamily="2" charset="-122"/>
                  </a:endParaRPr>
                </a:p>
                <a:p>
                  <a:pPr algn="ctr">
                    <a:lnSpc>
                      <a:spcPct val="100000"/>
                    </a:lnSpc>
                    <a:buFontTx/>
                    <a:buNone/>
                  </a:pPr>
                  <a:endParaRPr lang="en-US" altLang="zh-CN" sz="1800">
                    <a:latin typeface="华文中宋" panose="02010600040101010101" pitchFamily="2" charset="-122"/>
                  </a:endParaRPr>
                </a:p>
              </p:txBody>
            </p:sp>
            <p:sp>
              <p:nvSpPr>
                <p:cNvPr id="15468" name="Rectangle 74"/>
                <p:cNvSpPr>
                  <a:spLocks noChangeArrowheads="1"/>
                </p:cNvSpPr>
                <p:nvPr/>
              </p:nvSpPr>
              <p:spPr bwMode="auto">
                <a:xfrm>
                  <a:off x="2627" y="394"/>
                  <a:ext cx="358" cy="1038"/>
                </a:xfrm>
                <a:prstGeom prst="rect">
                  <a:avLst/>
                </a:prstGeom>
                <a:noFill/>
                <a:ln w="12700">
                  <a:solidFill>
                    <a:srgbClr val="000099"/>
                  </a:solidFill>
                  <a:miter lim="800000"/>
                </a:ln>
                <a:extLst>
                  <a:ext uri="{909E8E84-426E-40DD-AFC4-6F175D3DCCD1}">
                    <a14:hiddenFill xmlns:a14="http://schemas.microsoft.com/office/drawing/2010/main">
                      <a:solidFill>
                        <a:srgbClr val="FFFFFF"/>
                      </a:solidFill>
                    </a14:hiddenFill>
                  </a:ext>
                </a:extLst>
              </p:spPr>
              <p:txBody>
                <a:bodyPr wrap="none"/>
                <a:lstStyle>
                  <a:lvl1pPr eaLnBrk="0" hangingPunct="0">
                    <a:defRPr kumimoji="1" sz="2000">
                      <a:solidFill>
                        <a:srgbClr val="000099"/>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rgbClr val="000099"/>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rgbClr val="000099"/>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rgbClr val="000099"/>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endParaRPr lang="zh-CN" altLang="en-US"/>
                </a:p>
              </p:txBody>
            </p:sp>
          </p:grpSp>
        </p:grpSp>
        <p:grpSp>
          <p:nvGrpSpPr>
            <p:cNvPr id="15430" name="Group 81"/>
            <p:cNvGrpSpPr/>
            <p:nvPr/>
          </p:nvGrpSpPr>
          <p:grpSpPr bwMode="auto">
            <a:xfrm>
              <a:off x="3129" y="1705"/>
              <a:ext cx="358" cy="1879"/>
              <a:chOff x="2985" y="394"/>
              <a:chExt cx="358" cy="1038"/>
            </a:xfrm>
          </p:grpSpPr>
          <p:sp>
            <p:nvSpPr>
              <p:cNvPr id="15461" name="Rectangle 80"/>
              <p:cNvSpPr>
                <a:spLocks noChangeArrowheads="1"/>
              </p:cNvSpPr>
              <p:nvPr/>
            </p:nvSpPr>
            <p:spPr bwMode="auto">
              <a:xfrm>
                <a:off x="2985" y="394"/>
                <a:ext cx="358" cy="154"/>
              </a:xfrm>
              <a:prstGeom prst="rect">
                <a:avLst/>
              </a:prstGeom>
              <a:solidFill>
                <a:srgbClr val="FFEEEE"/>
              </a:solidFill>
              <a:ln w="12700">
                <a:solidFill>
                  <a:srgbClr val="000099"/>
                </a:solidFill>
                <a:miter lim="800000"/>
              </a:ln>
            </p:spPr>
            <p:txBody>
              <a:bodyPr wrap="none"/>
              <a:lstStyle>
                <a:lvl1pPr eaLnBrk="0" hangingPunct="0">
                  <a:defRPr kumimoji="1" sz="2000">
                    <a:solidFill>
                      <a:srgbClr val="000099"/>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rgbClr val="000099"/>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rgbClr val="000099"/>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rgbClr val="000099"/>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endParaRPr lang="zh-CN" altLang="en-US"/>
              </a:p>
            </p:txBody>
          </p:sp>
          <p:grpSp>
            <p:nvGrpSpPr>
              <p:cNvPr id="15462" name="Group 79"/>
              <p:cNvGrpSpPr/>
              <p:nvPr/>
            </p:nvGrpSpPr>
            <p:grpSpPr bwMode="auto">
              <a:xfrm>
                <a:off x="2985" y="394"/>
                <a:ext cx="358" cy="1038"/>
                <a:chOff x="2985" y="394"/>
                <a:chExt cx="358" cy="1038"/>
              </a:xfrm>
            </p:grpSpPr>
            <p:sp>
              <p:nvSpPr>
                <p:cNvPr id="15463" name="Rectangle 26"/>
                <p:cNvSpPr>
                  <a:spLocks noChangeArrowheads="1"/>
                </p:cNvSpPr>
                <p:nvPr/>
              </p:nvSpPr>
              <p:spPr bwMode="auto">
                <a:xfrm>
                  <a:off x="2985" y="394"/>
                  <a:ext cx="358" cy="1038"/>
                </a:xfrm>
                <a:prstGeom prst="rect">
                  <a:avLst/>
                </a:prstGeom>
                <a:solidFill>
                  <a:srgbClr val="FFEEEE"/>
                </a:solidFill>
                <a:ln w="12700">
                  <a:solidFill>
                    <a:srgbClr val="000099"/>
                  </a:solidFill>
                  <a:miter lim="800000"/>
                </a:ln>
              </p:spPr>
              <p:txBody>
                <a:bodyPr/>
                <a:lstStyle>
                  <a:lvl1pPr eaLnBrk="0" hangingPunct="0">
                    <a:defRPr kumimoji="1" sz="2000">
                      <a:solidFill>
                        <a:srgbClr val="000099"/>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rgbClr val="000099"/>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rgbClr val="000099"/>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rgbClr val="000099"/>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9pPr>
                </a:lstStyle>
                <a:p>
                  <a:pPr algn="ctr" eaLnBrk="1" hangingPunct="1">
                    <a:lnSpc>
                      <a:spcPct val="100000"/>
                    </a:lnSpc>
                    <a:buFontTx/>
                    <a:buNone/>
                  </a:pPr>
                  <a:r>
                    <a:rPr lang="zh-CN" altLang="en-US" sz="1800">
                      <a:latin typeface="华文中宋" panose="02010600040101010101" pitchFamily="2" charset="-122"/>
                    </a:rPr>
                    <a:t>密</a:t>
                  </a:r>
                  <a:br>
                    <a:rPr lang="zh-CN" altLang="en-US" sz="1800">
                      <a:latin typeface="华文中宋" panose="02010600040101010101" pitchFamily="2" charset="-122"/>
                    </a:rPr>
                  </a:br>
                  <a:r>
                    <a:rPr lang="zh-CN" altLang="en-US" sz="1800">
                      <a:latin typeface="华文中宋" panose="02010600040101010101" pitchFamily="2" charset="-122"/>
                    </a:rPr>
                    <a:t>封</a:t>
                  </a:r>
                  <a:br>
                    <a:rPr lang="zh-CN" altLang="en-US" sz="1800">
                      <a:latin typeface="华文中宋" panose="02010600040101010101" pitchFamily="2" charset="-122"/>
                    </a:rPr>
                  </a:br>
                  <a:r>
                    <a:rPr lang="zh-CN" altLang="en-US" sz="1800">
                      <a:latin typeface="华文中宋" panose="02010600040101010101" pitchFamily="2" charset="-122"/>
                    </a:rPr>
                    <a:t>与</a:t>
                  </a:r>
                  <a:br>
                    <a:rPr lang="zh-CN" altLang="en-US" sz="1800">
                      <a:latin typeface="华文中宋" panose="02010600040101010101" pitchFamily="2" charset="-122"/>
                    </a:rPr>
                  </a:br>
                  <a:r>
                    <a:rPr lang="zh-CN" altLang="en-US" sz="1800">
                      <a:latin typeface="华文中宋" panose="02010600040101010101" pitchFamily="2" charset="-122"/>
                    </a:rPr>
                    <a:t>防</a:t>
                  </a:r>
                  <a:br>
                    <a:rPr lang="zh-CN" altLang="en-US" sz="1800">
                      <a:latin typeface="华文中宋" panose="02010600040101010101" pitchFamily="2" charset="-122"/>
                    </a:rPr>
                  </a:br>
                  <a:r>
                    <a:rPr lang="zh-CN" altLang="en-US" sz="1800">
                      <a:latin typeface="华文中宋" panose="02010600040101010101" pitchFamily="2" charset="-122"/>
                    </a:rPr>
                    <a:t>尘</a:t>
                  </a:r>
                  <a:br>
                    <a:rPr lang="zh-CN" altLang="en-US" sz="1800">
                      <a:latin typeface="华文中宋" panose="02010600040101010101" pitchFamily="2" charset="-122"/>
                    </a:rPr>
                  </a:br>
                  <a:r>
                    <a:rPr lang="zh-CN" altLang="en-US" sz="1800">
                      <a:latin typeface="华文中宋" panose="02010600040101010101" pitchFamily="2" charset="-122"/>
                    </a:rPr>
                    <a:t>结</a:t>
                  </a:r>
                  <a:br>
                    <a:rPr lang="zh-CN" altLang="en-US" sz="1800">
                      <a:latin typeface="华文中宋" panose="02010600040101010101" pitchFamily="2" charset="-122"/>
                    </a:rPr>
                  </a:br>
                  <a:r>
                    <a:rPr lang="zh-CN" altLang="en-US" sz="1800">
                      <a:latin typeface="华文中宋" panose="02010600040101010101" pitchFamily="2" charset="-122"/>
                    </a:rPr>
                    <a:t>构</a:t>
                  </a:r>
                  <a:br>
                    <a:rPr lang="zh-CN" altLang="en-US" sz="1800">
                      <a:latin typeface="华文中宋" panose="02010600040101010101" pitchFamily="2" charset="-122"/>
                    </a:rPr>
                  </a:br>
                  <a:r>
                    <a:rPr lang="zh-CN" altLang="en-US" sz="1800">
                      <a:latin typeface="华文中宋" panose="02010600040101010101" pitchFamily="2" charset="-122"/>
                    </a:rPr>
                    <a:t>代</a:t>
                  </a:r>
                  <a:br>
                    <a:rPr lang="zh-CN" altLang="en-US" sz="1800">
                      <a:latin typeface="华文中宋" panose="02010600040101010101" pitchFamily="2" charset="-122"/>
                    </a:rPr>
                  </a:br>
                  <a:r>
                    <a:rPr lang="zh-CN" altLang="en-US" sz="1800">
                      <a:latin typeface="华文中宋" panose="02010600040101010101" pitchFamily="2" charset="-122"/>
                    </a:rPr>
                    <a:t>号</a:t>
                  </a:r>
                  <a:endParaRPr lang="zh-CN" altLang="en-US" sz="1800">
                    <a:latin typeface="华文中宋" panose="02010600040101010101" pitchFamily="2" charset="-122"/>
                  </a:endParaRPr>
                </a:p>
              </p:txBody>
            </p:sp>
            <p:sp>
              <p:nvSpPr>
                <p:cNvPr id="15464" name="Rectangle 78"/>
                <p:cNvSpPr>
                  <a:spLocks noChangeArrowheads="1"/>
                </p:cNvSpPr>
                <p:nvPr/>
              </p:nvSpPr>
              <p:spPr bwMode="auto">
                <a:xfrm>
                  <a:off x="2985" y="394"/>
                  <a:ext cx="358" cy="1038"/>
                </a:xfrm>
                <a:prstGeom prst="rect">
                  <a:avLst/>
                </a:prstGeom>
                <a:noFill/>
                <a:ln w="12700">
                  <a:solidFill>
                    <a:srgbClr val="000099"/>
                  </a:solidFill>
                  <a:miter lim="800000"/>
                </a:ln>
                <a:extLst>
                  <a:ext uri="{909E8E84-426E-40DD-AFC4-6F175D3DCCD1}">
                    <a14:hiddenFill xmlns:a14="http://schemas.microsoft.com/office/drawing/2010/main">
                      <a:solidFill>
                        <a:srgbClr val="FFFFFF"/>
                      </a:solidFill>
                    </a14:hiddenFill>
                  </a:ext>
                </a:extLst>
              </p:spPr>
              <p:txBody>
                <a:bodyPr wrap="none"/>
                <a:lstStyle>
                  <a:lvl1pPr eaLnBrk="0" hangingPunct="0">
                    <a:defRPr kumimoji="1" sz="2000">
                      <a:solidFill>
                        <a:srgbClr val="000099"/>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rgbClr val="000099"/>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rgbClr val="000099"/>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rgbClr val="000099"/>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endParaRPr lang="zh-CN" altLang="en-US"/>
                </a:p>
              </p:txBody>
            </p:sp>
          </p:grpSp>
        </p:grpSp>
        <p:grpSp>
          <p:nvGrpSpPr>
            <p:cNvPr id="15431" name="Group 85"/>
            <p:cNvGrpSpPr/>
            <p:nvPr/>
          </p:nvGrpSpPr>
          <p:grpSpPr bwMode="auto">
            <a:xfrm>
              <a:off x="3487" y="1705"/>
              <a:ext cx="358" cy="1879"/>
              <a:chOff x="3343" y="394"/>
              <a:chExt cx="358" cy="1038"/>
            </a:xfrm>
          </p:grpSpPr>
          <p:sp>
            <p:nvSpPr>
              <p:cNvPr id="15457" name="Rectangle 84"/>
              <p:cNvSpPr>
                <a:spLocks noChangeArrowheads="1"/>
              </p:cNvSpPr>
              <p:nvPr/>
            </p:nvSpPr>
            <p:spPr bwMode="auto">
              <a:xfrm>
                <a:off x="3343" y="394"/>
                <a:ext cx="358" cy="154"/>
              </a:xfrm>
              <a:prstGeom prst="rect">
                <a:avLst/>
              </a:prstGeom>
              <a:solidFill>
                <a:srgbClr val="FBFDDB"/>
              </a:solidFill>
              <a:ln w="12700">
                <a:solidFill>
                  <a:srgbClr val="000099"/>
                </a:solidFill>
                <a:miter lim="800000"/>
              </a:ln>
            </p:spPr>
            <p:txBody>
              <a:bodyPr wrap="none"/>
              <a:lstStyle>
                <a:lvl1pPr eaLnBrk="0" hangingPunct="0">
                  <a:defRPr kumimoji="1" sz="2000">
                    <a:solidFill>
                      <a:srgbClr val="000099"/>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rgbClr val="000099"/>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rgbClr val="000099"/>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rgbClr val="000099"/>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endParaRPr lang="zh-CN" altLang="en-US"/>
              </a:p>
            </p:txBody>
          </p:sp>
          <p:grpSp>
            <p:nvGrpSpPr>
              <p:cNvPr id="15458" name="Group 83"/>
              <p:cNvGrpSpPr/>
              <p:nvPr/>
            </p:nvGrpSpPr>
            <p:grpSpPr bwMode="auto">
              <a:xfrm>
                <a:off x="3343" y="394"/>
                <a:ext cx="358" cy="1038"/>
                <a:chOff x="3343" y="394"/>
                <a:chExt cx="358" cy="1038"/>
              </a:xfrm>
            </p:grpSpPr>
            <p:sp>
              <p:nvSpPr>
                <p:cNvPr id="15459" name="Rectangle 27"/>
                <p:cNvSpPr>
                  <a:spLocks noChangeArrowheads="1"/>
                </p:cNvSpPr>
                <p:nvPr/>
              </p:nvSpPr>
              <p:spPr bwMode="auto">
                <a:xfrm>
                  <a:off x="3343" y="394"/>
                  <a:ext cx="358" cy="1038"/>
                </a:xfrm>
                <a:prstGeom prst="rect">
                  <a:avLst/>
                </a:prstGeom>
                <a:solidFill>
                  <a:srgbClr val="FBFDDB"/>
                </a:solidFill>
                <a:ln w="12700">
                  <a:solidFill>
                    <a:srgbClr val="000099"/>
                  </a:solidFill>
                  <a:miter lim="800000"/>
                </a:ln>
              </p:spPr>
              <p:txBody>
                <a:bodyPr/>
                <a:lstStyle>
                  <a:lvl1pPr eaLnBrk="0" hangingPunct="0">
                    <a:defRPr kumimoji="1" sz="2000">
                      <a:solidFill>
                        <a:srgbClr val="000099"/>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rgbClr val="000099"/>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rgbClr val="000099"/>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rgbClr val="000099"/>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9pPr>
                </a:lstStyle>
                <a:p>
                  <a:pPr algn="ctr" eaLnBrk="1" hangingPunct="1">
                    <a:lnSpc>
                      <a:spcPct val="100000"/>
                    </a:lnSpc>
                    <a:buFontTx/>
                    <a:buNone/>
                  </a:pPr>
                  <a:r>
                    <a:rPr lang="zh-CN" altLang="en-US" sz="1800">
                      <a:latin typeface="华文中宋" panose="02010600040101010101" pitchFamily="2" charset="-122"/>
                    </a:rPr>
                    <a:t>保</a:t>
                  </a:r>
                  <a:br>
                    <a:rPr lang="zh-CN" altLang="en-US" sz="1800">
                      <a:latin typeface="华文中宋" panose="02010600040101010101" pitchFamily="2" charset="-122"/>
                    </a:rPr>
                  </a:br>
                  <a:r>
                    <a:rPr lang="zh-CN" altLang="en-US" sz="1800">
                      <a:latin typeface="华文中宋" panose="02010600040101010101" pitchFamily="2" charset="-122"/>
                    </a:rPr>
                    <a:t>持</a:t>
                  </a:r>
                  <a:br>
                    <a:rPr lang="zh-CN" altLang="en-US" sz="1800">
                      <a:latin typeface="华文中宋" panose="02010600040101010101" pitchFamily="2" charset="-122"/>
                    </a:rPr>
                  </a:br>
                  <a:r>
                    <a:rPr lang="zh-CN" altLang="en-US" sz="1800">
                      <a:latin typeface="华文中宋" panose="02010600040101010101" pitchFamily="2" charset="-122"/>
                    </a:rPr>
                    <a:t>架</a:t>
                  </a:r>
                  <a:br>
                    <a:rPr lang="zh-CN" altLang="en-US" sz="1800">
                      <a:latin typeface="华文中宋" panose="02010600040101010101" pitchFamily="2" charset="-122"/>
                    </a:rPr>
                  </a:br>
                  <a:r>
                    <a:rPr lang="zh-CN" altLang="en-US" sz="1800">
                      <a:latin typeface="华文中宋" panose="02010600040101010101" pitchFamily="2" charset="-122"/>
                    </a:rPr>
                    <a:t>及</a:t>
                  </a:r>
                  <a:br>
                    <a:rPr lang="zh-CN" altLang="en-US" sz="1800">
                      <a:latin typeface="华文中宋" panose="02010600040101010101" pitchFamily="2" charset="-122"/>
                    </a:rPr>
                  </a:br>
                  <a:r>
                    <a:rPr lang="zh-CN" altLang="en-US" sz="1800">
                      <a:latin typeface="华文中宋" panose="02010600040101010101" pitchFamily="2" charset="-122"/>
                    </a:rPr>
                    <a:t>其</a:t>
                  </a:r>
                  <a:br>
                    <a:rPr lang="zh-CN" altLang="en-US" sz="1800">
                      <a:latin typeface="华文中宋" panose="02010600040101010101" pitchFamily="2" charset="-122"/>
                    </a:rPr>
                  </a:br>
                  <a:r>
                    <a:rPr lang="zh-CN" altLang="en-US" sz="1800">
                      <a:latin typeface="华文中宋" panose="02010600040101010101" pitchFamily="2" charset="-122"/>
                    </a:rPr>
                    <a:t>材</a:t>
                  </a:r>
                  <a:br>
                    <a:rPr lang="zh-CN" altLang="en-US" sz="1800">
                      <a:latin typeface="华文中宋" panose="02010600040101010101" pitchFamily="2" charset="-122"/>
                    </a:rPr>
                  </a:br>
                  <a:r>
                    <a:rPr lang="zh-CN" altLang="en-US" sz="1800">
                      <a:latin typeface="华文中宋" panose="02010600040101010101" pitchFamily="2" charset="-122"/>
                    </a:rPr>
                    <a:t>料</a:t>
                  </a:r>
                  <a:br>
                    <a:rPr lang="zh-CN" altLang="en-US" sz="1800">
                      <a:latin typeface="华文中宋" panose="02010600040101010101" pitchFamily="2" charset="-122"/>
                    </a:rPr>
                  </a:br>
                  <a:r>
                    <a:rPr lang="zh-CN" altLang="en-US" sz="1800">
                      <a:latin typeface="华文中宋" panose="02010600040101010101" pitchFamily="2" charset="-122"/>
                    </a:rPr>
                    <a:t>代</a:t>
                  </a:r>
                  <a:br>
                    <a:rPr lang="zh-CN" altLang="en-US" sz="1800">
                      <a:latin typeface="华文中宋" panose="02010600040101010101" pitchFamily="2" charset="-122"/>
                    </a:rPr>
                  </a:br>
                  <a:r>
                    <a:rPr lang="zh-CN" altLang="en-US" sz="1800">
                      <a:latin typeface="华文中宋" panose="02010600040101010101" pitchFamily="2" charset="-122"/>
                    </a:rPr>
                    <a:t>号</a:t>
                  </a:r>
                  <a:endParaRPr lang="zh-CN" altLang="en-US" sz="1800">
                    <a:latin typeface="华文中宋" panose="02010600040101010101" pitchFamily="2" charset="-122"/>
                  </a:endParaRPr>
                </a:p>
              </p:txBody>
            </p:sp>
            <p:sp>
              <p:nvSpPr>
                <p:cNvPr id="15460" name="Rectangle 82"/>
                <p:cNvSpPr>
                  <a:spLocks noChangeArrowheads="1"/>
                </p:cNvSpPr>
                <p:nvPr/>
              </p:nvSpPr>
              <p:spPr bwMode="auto">
                <a:xfrm>
                  <a:off x="3343" y="394"/>
                  <a:ext cx="358" cy="1038"/>
                </a:xfrm>
                <a:prstGeom prst="rect">
                  <a:avLst/>
                </a:prstGeom>
                <a:noFill/>
                <a:ln w="12700">
                  <a:solidFill>
                    <a:srgbClr val="000099"/>
                  </a:solidFill>
                  <a:miter lim="800000"/>
                </a:ln>
                <a:extLst>
                  <a:ext uri="{909E8E84-426E-40DD-AFC4-6F175D3DCCD1}">
                    <a14:hiddenFill xmlns:a14="http://schemas.microsoft.com/office/drawing/2010/main">
                      <a:solidFill>
                        <a:srgbClr val="FFFFFF"/>
                      </a:solidFill>
                    </a14:hiddenFill>
                  </a:ext>
                </a:extLst>
              </p:spPr>
              <p:txBody>
                <a:bodyPr wrap="none"/>
                <a:lstStyle>
                  <a:lvl1pPr eaLnBrk="0" hangingPunct="0">
                    <a:defRPr kumimoji="1" sz="2000">
                      <a:solidFill>
                        <a:srgbClr val="000099"/>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rgbClr val="000099"/>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rgbClr val="000099"/>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rgbClr val="000099"/>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endParaRPr lang="zh-CN" altLang="en-US"/>
                </a:p>
              </p:txBody>
            </p:sp>
          </p:grpSp>
        </p:grpSp>
        <p:grpSp>
          <p:nvGrpSpPr>
            <p:cNvPr id="15432" name="Group 89"/>
            <p:cNvGrpSpPr/>
            <p:nvPr/>
          </p:nvGrpSpPr>
          <p:grpSpPr bwMode="auto">
            <a:xfrm>
              <a:off x="3845" y="1705"/>
              <a:ext cx="358" cy="1879"/>
              <a:chOff x="3701" y="394"/>
              <a:chExt cx="358" cy="1038"/>
            </a:xfrm>
          </p:grpSpPr>
          <p:sp>
            <p:nvSpPr>
              <p:cNvPr id="15453" name="Rectangle 88"/>
              <p:cNvSpPr>
                <a:spLocks noChangeArrowheads="1"/>
              </p:cNvSpPr>
              <p:nvPr/>
            </p:nvSpPr>
            <p:spPr bwMode="auto">
              <a:xfrm>
                <a:off x="3701" y="394"/>
                <a:ext cx="358" cy="154"/>
              </a:xfrm>
              <a:prstGeom prst="rect">
                <a:avLst/>
              </a:prstGeom>
              <a:solidFill>
                <a:srgbClr val="FFEEEE"/>
              </a:solidFill>
              <a:ln w="12700">
                <a:solidFill>
                  <a:srgbClr val="000099"/>
                </a:solidFill>
                <a:miter lim="800000"/>
              </a:ln>
            </p:spPr>
            <p:txBody>
              <a:bodyPr wrap="none"/>
              <a:lstStyle>
                <a:lvl1pPr eaLnBrk="0" hangingPunct="0">
                  <a:defRPr kumimoji="1" sz="2000">
                    <a:solidFill>
                      <a:srgbClr val="000099"/>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rgbClr val="000099"/>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rgbClr val="000099"/>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rgbClr val="000099"/>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endParaRPr lang="zh-CN" altLang="en-US"/>
              </a:p>
            </p:txBody>
          </p:sp>
          <p:grpSp>
            <p:nvGrpSpPr>
              <p:cNvPr id="15454" name="Group 87"/>
              <p:cNvGrpSpPr/>
              <p:nvPr/>
            </p:nvGrpSpPr>
            <p:grpSpPr bwMode="auto">
              <a:xfrm>
                <a:off x="3701" y="394"/>
                <a:ext cx="358" cy="1038"/>
                <a:chOff x="3701" y="394"/>
                <a:chExt cx="358" cy="1038"/>
              </a:xfrm>
            </p:grpSpPr>
            <p:sp>
              <p:nvSpPr>
                <p:cNvPr id="15455" name="Rectangle 28"/>
                <p:cNvSpPr>
                  <a:spLocks noChangeArrowheads="1"/>
                </p:cNvSpPr>
                <p:nvPr/>
              </p:nvSpPr>
              <p:spPr bwMode="auto">
                <a:xfrm>
                  <a:off x="3701" y="394"/>
                  <a:ext cx="358" cy="1038"/>
                </a:xfrm>
                <a:prstGeom prst="rect">
                  <a:avLst/>
                </a:prstGeom>
                <a:solidFill>
                  <a:srgbClr val="FFEEEE"/>
                </a:solidFill>
                <a:ln w="12700">
                  <a:solidFill>
                    <a:srgbClr val="000099"/>
                  </a:solidFill>
                  <a:miter lim="800000"/>
                </a:ln>
              </p:spPr>
              <p:txBody>
                <a:bodyPr/>
                <a:lstStyle>
                  <a:lvl1pPr eaLnBrk="0" hangingPunct="0">
                    <a:defRPr kumimoji="1" sz="2000">
                      <a:solidFill>
                        <a:srgbClr val="000099"/>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rgbClr val="000099"/>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rgbClr val="000099"/>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rgbClr val="000099"/>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9pPr>
                </a:lstStyle>
                <a:p>
                  <a:pPr algn="ctr" eaLnBrk="1" hangingPunct="1">
                    <a:lnSpc>
                      <a:spcPct val="100000"/>
                    </a:lnSpc>
                    <a:buFontTx/>
                    <a:buNone/>
                  </a:pPr>
                  <a:r>
                    <a:rPr lang="zh-CN" altLang="en-US" sz="1800">
                      <a:latin typeface="华文中宋" panose="02010600040101010101" pitchFamily="2" charset="-122"/>
                    </a:rPr>
                    <a:t>特</a:t>
                  </a:r>
                  <a:br>
                    <a:rPr lang="zh-CN" altLang="en-US" sz="1800">
                      <a:latin typeface="华文中宋" panose="02010600040101010101" pitchFamily="2" charset="-122"/>
                    </a:rPr>
                  </a:br>
                  <a:r>
                    <a:rPr lang="zh-CN" altLang="en-US" sz="1800">
                      <a:latin typeface="华文中宋" panose="02010600040101010101" pitchFamily="2" charset="-122"/>
                    </a:rPr>
                    <a:t>殊</a:t>
                  </a:r>
                  <a:br>
                    <a:rPr lang="zh-CN" altLang="en-US" sz="1800">
                      <a:latin typeface="华文中宋" panose="02010600040101010101" pitchFamily="2" charset="-122"/>
                    </a:rPr>
                  </a:br>
                  <a:r>
                    <a:rPr lang="zh-CN" altLang="en-US" sz="1800">
                      <a:latin typeface="华文中宋" panose="02010600040101010101" pitchFamily="2" charset="-122"/>
                    </a:rPr>
                    <a:t>轴</a:t>
                  </a:r>
                  <a:br>
                    <a:rPr lang="zh-CN" altLang="en-US" sz="1800">
                      <a:latin typeface="华文中宋" panose="02010600040101010101" pitchFamily="2" charset="-122"/>
                    </a:rPr>
                  </a:br>
                  <a:r>
                    <a:rPr lang="zh-CN" altLang="en-US" sz="1800">
                      <a:latin typeface="华文中宋" panose="02010600040101010101" pitchFamily="2" charset="-122"/>
                    </a:rPr>
                    <a:t>承</a:t>
                  </a:r>
                  <a:br>
                    <a:rPr lang="zh-CN" altLang="en-US" sz="1800">
                      <a:latin typeface="华文中宋" panose="02010600040101010101" pitchFamily="2" charset="-122"/>
                    </a:rPr>
                  </a:br>
                  <a:r>
                    <a:rPr lang="zh-CN" altLang="en-US" sz="1800">
                      <a:latin typeface="华文中宋" panose="02010600040101010101" pitchFamily="2" charset="-122"/>
                    </a:rPr>
                    <a:t>材</a:t>
                  </a:r>
                  <a:br>
                    <a:rPr lang="zh-CN" altLang="en-US" sz="1800">
                      <a:latin typeface="华文中宋" panose="02010600040101010101" pitchFamily="2" charset="-122"/>
                    </a:rPr>
                  </a:br>
                  <a:r>
                    <a:rPr lang="zh-CN" altLang="en-US" sz="1800">
                      <a:latin typeface="华文中宋" panose="02010600040101010101" pitchFamily="2" charset="-122"/>
                    </a:rPr>
                    <a:t>料</a:t>
                  </a:r>
                  <a:br>
                    <a:rPr lang="zh-CN" altLang="en-US" sz="1800">
                      <a:latin typeface="华文中宋" panose="02010600040101010101" pitchFamily="2" charset="-122"/>
                    </a:rPr>
                  </a:br>
                  <a:r>
                    <a:rPr lang="zh-CN" altLang="en-US" sz="1800">
                      <a:latin typeface="华文中宋" panose="02010600040101010101" pitchFamily="2" charset="-122"/>
                    </a:rPr>
                    <a:t>代</a:t>
                  </a:r>
                  <a:br>
                    <a:rPr lang="zh-CN" altLang="en-US" sz="1800">
                      <a:latin typeface="华文中宋" panose="02010600040101010101" pitchFamily="2" charset="-122"/>
                    </a:rPr>
                  </a:br>
                  <a:r>
                    <a:rPr lang="zh-CN" altLang="en-US" sz="1800">
                      <a:latin typeface="华文中宋" panose="02010600040101010101" pitchFamily="2" charset="-122"/>
                    </a:rPr>
                    <a:t>号</a:t>
                  </a:r>
                  <a:endParaRPr lang="zh-CN" altLang="en-US" sz="1800">
                    <a:latin typeface="华文中宋" panose="02010600040101010101" pitchFamily="2" charset="-122"/>
                  </a:endParaRPr>
                </a:p>
              </p:txBody>
            </p:sp>
            <p:sp>
              <p:nvSpPr>
                <p:cNvPr id="15456" name="Rectangle 86"/>
                <p:cNvSpPr>
                  <a:spLocks noChangeArrowheads="1"/>
                </p:cNvSpPr>
                <p:nvPr/>
              </p:nvSpPr>
              <p:spPr bwMode="auto">
                <a:xfrm>
                  <a:off x="3701" y="394"/>
                  <a:ext cx="358" cy="1038"/>
                </a:xfrm>
                <a:prstGeom prst="rect">
                  <a:avLst/>
                </a:prstGeom>
                <a:noFill/>
                <a:ln w="12700">
                  <a:solidFill>
                    <a:srgbClr val="000099"/>
                  </a:solidFill>
                  <a:miter lim="800000"/>
                </a:ln>
                <a:extLst>
                  <a:ext uri="{909E8E84-426E-40DD-AFC4-6F175D3DCCD1}">
                    <a14:hiddenFill xmlns:a14="http://schemas.microsoft.com/office/drawing/2010/main">
                      <a:solidFill>
                        <a:srgbClr val="FFFFFF"/>
                      </a:solidFill>
                    </a14:hiddenFill>
                  </a:ext>
                </a:extLst>
              </p:spPr>
              <p:txBody>
                <a:bodyPr wrap="none"/>
                <a:lstStyle>
                  <a:lvl1pPr eaLnBrk="0" hangingPunct="0">
                    <a:defRPr kumimoji="1" sz="2000">
                      <a:solidFill>
                        <a:srgbClr val="000099"/>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rgbClr val="000099"/>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rgbClr val="000099"/>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rgbClr val="000099"/>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endParaRPr lang="zh-CN" altLang="en-US"/>
                </a:p>
              </p:txBody>
            </p:sp>
          </p:grpSp>
        </p:grpSp>
        <p:grpSp>
          <p:nvGrpSpPr>
            <p:cNvPr id="15433" name="Group 93"/>
            <p:cNvGrpSpPr/>
            <p:nvPr/>
          </p:nvGrpSpPr>
          <p:grpSpPr bwMode="auto">
            <a:xfrm>
              <a:off x="4203" y="1705"/>
              <a:ext cx="358" cy="1879"/>
              <a:chOff x="4059" y="394"/>
              <a:chExt cx="358" cy="1038"/>
            </a:xfrm>
          </p:grpSpPr>
          <p:sp>
            <p:nvSpPr>
              <p:cNvPr id="15449" name="Rectangle 92"/>
              <p:cNvSpPr>
                <a:spLocks noChangeArrowheads="1"/>
              </p:cNvSpPr>
              <p:nvPr/>
            </p:nvSpPr>
            <p:spPr bwMode="auto">
              <a:xfrm>
                <a:off x="4059" y="394"/>
                <a:ext cx="358" cy="154"/>
              </a:xfrm>
              <a:prstGeom prst="rect">
                <a:avLst/>
              </a:prstGeom>
              <a:solidFill>
                <a:srgbClr val="FBFDDB"/>
              </a:solidFill>
              <a:ln w="12700">
                <a:solidFill>
                  <a:srgbClr val="000099"/>
                </a:solidFill>
                <a:miter lim="800000"/>
              </a:ln>
            </p:spPr>
            <p:txBody>
              <a:bodyPr wrap="none"/>
              <a:lstStyle>
                <a:lvl1pPr eaLnBrk="0" hangingPunct="0">
                  <a:defRPr kumimoji="1" sz="2000">
                    <a:solidFill>
                      <a:srgbClr val="000099"/>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rgbClr val="000099"/>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rgbClr val="000099"/>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rgbClr val="000099"/>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endParaRPr lang="zh-CN" altLang="en-US"/>
              </a:p>
            </p:txBody>
          </p:sp>
          <p:grpSp>
            <p:nvGrpSpPr>
              <p:cNvPr id="15450" name="Group 91"/>
              <p:cNvGrpSpPr/>
              <p:nvPr/>
            </p:nvGrpSpPr>
            <p:grpSpPr bwMode="auto">
              <a:xfrm>
                <a:off x="4059" y="394"/>
                <a:ext cx="358" cy="1038"/>
                <a:chOff x="4059" y="394"/>
                <a:chExt cx="358" cy="1038"/>
              </a:xfrm>
            </p:grpSpPr>
            <p:sp>
              <p:nvSpPr>
                <p:cNvPr id="15451" name="Rectangle 29"/>
                <p:cNvSpPr>
                  <a:spLocks noChangeArrowheads="1"/>
                </p:cNvSpPr>
                <p:nvPr/>
              </p:nvSpPr>
              <p:spPr bwMode="auto">
                <a:xfrm>
                  <a:off x="4059" y="394"/>
                  <a:ext cx="358" cy="1038"/>
                </a:xfrm>
                <a:prstGeom prst="rect">
                  <a:avLst/>
                </a:prstGeom>
                <a:solidFill>
                  <a:srgbClr val="FBFDDB"/>
                </a:solidFill>
                <a:ln w="12700">
                  <a:solidFill>
                    <a:srgbClr val="000099"/>
                  </a:solidFill>
                  <a:miter lim="800000"/>
                </a:ln>
              </p:spPr>
              <p:txBody>
                <a:bodyPr/>
                <a:lstStyle>
                  <a:lvl1pPr eaLnBrk="0" hangingPunct="0">
                    <a:defRPr kumimoji="1" sz="2000">
                      <a:solidFill>
                        <a:srgbClr val="000099"/>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rgbClr val="000099"/>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rgbClr val="000099"/>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rgbClr val="000099"/>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9pPr>
                </a:lstStyle>
                <a:p>
                  <a:pPr algn="ctr" eaLnBrk="1" hangingPunct="1">
                    <a:lnSpc>
                      <a:spcPct val="100000"/>
                    </a:lnSpc>
                    <a:buFontTx/>
                    <a:buNone/>
                  </a:pPr>
                  <a:r>
                    <a:rPr lang="zh-CN" altLang="en-US" sz="1800">
                      <a:latin typeface="华文中宋" panose="02010600040101010101" pitchFamily="2" charset="-122"/>
                    </a:rPr>
                    <a:t>公</a:t>
                  </a:r>
                  <a:br>
                    <a:rPr lang="zh-CN" altLang="en-US" sz="1800">
                      <a:latin typeface="华文中宋" panose="02010600040101010101" pitchFamily="2" charset="-122"/>
                    </a:rPr>
                  </a:br>
                  <a:r>
                    <a:rPr lang="zh-CN" altLang="en-US" sz="1800">
                      <a:latin typeface="华文中宋" panose="02010600040101010101" pitchFamily="2" charset="-122"/>
                    </a:rPr>
                    <a:t>差</a:t>
                  </a:r>
                  <a:br>
                    <a:rPr lang="zh-CN" altLang="en-US" sz="1800">
                      <a:latin typeface="华文中宋" panose="02010600040101010101" pitchFamily="2" charset="-122"/>
                    </a:rPr>
                  </a:br>
                  <a:r>
                    <a:rPr lang="zh-CN" altLang="en-US" sz="1800">
                      <a:latin typeface="华文中宋" panose="02010600040101010101" pitchFamily="2" charset="-122"/>
                    </a:rPr>
                    <a:t>等</a:t>
                  </a:r>
                  <a:br>
                    <a:rPr lang="zh-CN" altLang="en-US" sz="1800">
                      <a:latin typeface="华文中宋" panose="02010600040101010101" pitchFamily="2" charset="-122"/>
                    </a:rPr>
                  </a:br>
                  <a:r>
                    <a:rPr lang="zh-CN" altLang="en-US" sz="1800">
                      <a:latin typeface="华文中宋" panose="02010600040101010101" pitchFamily="2" charset="-122"/>
                    </a:rPr>
                    <a:t>级</a:t>
                  </a:r>
                  <a:br>
                    <a:rPr lang="zh-CN" altLang="en-US" sz="1800">
                      <a:latin typeface="华文中宋" panose="02010600040101010101" pitchFamily="2" charset="-122"/>
                    </a:rPr>
                  </a:br>
                  <a:r>
                    <a:rPr lang="zh-CN" altLang="en-US" sz="1800">
                      <a:latin typeface="华文中宋" panose="02010600040101010101" pitchFamily="2" charset="-122"/>
                    </a:rPr>
                    <a:t>代</a:t>
                  </a:r>
                  <a:br>
                    <a:rPr lang="zh-CN" altLang="en-US" sz="1800">
                      <a:latin typeface="华文中宋" panose="02010600040101010101" pitchFamily="2" charset="-122"/>
                    </a:rPr>
                  </a:br>
                  <a:r>
                    <a:rPr lang="zh-CN" altLang="en-US" sz="1800">
                      <a:latin typeface="华文中宋" panose="02010600040101010101" pitchFamily="2" charset="-122"/>
                    </a:rPr>
                    <a:t>号</a:t>
                  </a:r>
                  <a:endParaRPr lang="zh-CN" altLang="en-US" sz="1800">
                    <a:latin typeface="华文中宋" panose="02010600040101010101" pitchFamily="2" charset="-122"/>
                  </a:endParaRPr>
                </a:p>
              </p:txBody>
            </p:sp>
            <p:sp>
              <p:nvSpPr>
                <p:cNvPr id="15452" name="Rectangle 90"/>
                <p:cNvSpPr>
                  <a:spLocks noChangeArrowheads="1"/>
                </p:cNvSpPr>
                <p:nvPr/>
              </p:nvSpPr>
              <p:spPr bwMode="auto">
                <a:xfrm>
                  <a:off x="4059" y="394"/>
                  <a:ext cx="358" cy="1038"/>
                </a:xfrm>
                <a:prstGeom prst="rect">
                  <a:avLst/>
                </a:prstGeom>
                <a:noFill/>
                <a:ln w="12700">
                  <a:solidFill>
                    <a:srgbClr val="000099"/>
                  </a:solidFill>
                  <a:miter lim="800000"/>
                </a:ln>
                <a:extLst>
                  <a:ext uri="{909E8E84-426E-40DD-AFC4-6F175D3DCCD1}">
                    <a14:hiddenFill xmlns:a14="http://schemas.microsoft.com/office/drawing/2010/main">
                      <a:solidFill>
                        <a:srgbClr val="FFFFFF"/>
                      </a:solidFill>
                    </a14:hiddenFill>
                  </a:ext>
                </a:extLst>
              </p:spPr>
              <p:txBody>
                <a:bodyPr wrap="none"/>
                <a:lstStyle>
                  <a:lvl1pPr eaLnBrk="0" hangingPunct="0">
                    <a:defRPr kumimoji="1" sz="2000">
                      <a:solidFill>
                        <a:srgbClr val="000099"/>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rgbClr val="000099"/>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rgbClr val="000099"/>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rgbClr val="000099"/>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endParaRPr lang="zh-CN" altLang="en-US"/>
                </a:p>
              </p:txBody>
            </p:sp>
          </p:grpSp>
        </p:grpSp>
        <p:grpSp>
          <p:nvGrpSpPr>
            <p:cNvPr id="15434" name="Group 97"/>
            <p:cNvGrpSpPr/>
            <p:nvPr/>
          </p:nvGrpSpPr>
          <p:grpSpPr bwMode="auto">
            <a:xfrm>
              <a:off x="4561" y="1705"/>
              <a:ext cx="358" cy="1879"/>
              <a:chOff x="4417" y="394"/>
              <a:chExt cx="358" cy="1038"/>
            </a:xfrm>
          </p:grpSpPr>
          <p:sp>
            <p:nvSpPr>
              <p:cNvPr id="15445" name="Rectangle 96"/>
              <p:cNvSpPr>
                <a:spLocks noChangeArrowheads="1"/>
              </p:cNvSpPr>
              <p:nvPr/>
            </p:nvSpPr>
            <p:spPr bwMode="auto">
              <a:xfrm>
                <a:off x="4417" y="394"/>
                <a:ext cx="358" cy="154"/>
              </a:xfrm>
              <a:prstGeom prst="rect">
                <a:avLst/>
              </a:prstGeom>
              <a:solidFill>
                <a:srgbClr val="FFEEEE"/>
              </a:solidFill>
              <a:ln w="12700">
                <a:solidFill>
                  <a:srgbClr val="000099"/>
                </a:solidFill>
                <a:miter lim="800000"/>
              </a:ln>
            </p:spPr>
            <p:txBody>
              <a:bodyPr wrap="none"/>
              <a:lstStyle>
                <a:lvl1pPr eaLnBrk="0" hangingPunct="0">
                  <a:defRPr kumimoji="1" sz="2000">
                    <a:solidFill>
                      <a:srgbClr val="000099"/>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rgbClr val="000099"/>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rgbClr val="000099"/>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rgbClr val="000099"/>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endParaRPr lang="zh-CN" altLang="en-US"/>
              </a:p>
            </p:txBody>
          </p:sp>
          <p:grpSp>
            <p:nvGrpSpPr>
              <p:cNvPr id="15446" name="Group 95"/>
              <p:cNvGrpSpPr/>
              <p:nvPr/>
            </p:nvGrpSpPr>
            <p:grpSpPr bwMode="auto">
              <a:xfrm>
                <a:off x="4417" y="394"/>
                <a:ext cx="358" cy="1038"/>
                <a:chOff x="4417" y="394"/>
                <a:chExt cx="358" cy="1038"/>
              </a:xfrm>
            </p:grpSpPr>
            <p:sp>
              <p:nvSpPr>
                <p:cNvPr id="15447" name="Rectangle 30"/>
                <p:cNvSpPr>
                  <a:spLocks noChangeArrowheads="1"/>
                </p:cNvSpPr>
                <p:nvPr/>
              </p:nvSpPr>
              <p:spPr bwMode="auto">
                <a:xfrm>
                  <a:off x="4417" y="394"/>
                  <a:ext cx="358" cy="1038"/>
                </a:xfrm>
                <a:prstGeom prst="rect">
                  <a:avLst/>
                </a:prstGeom>
                <a:solidFill>
                  <a:srgbClr val="FFEEEE"/>
                </a:solidFill>
                <a:ln w="12700">
                  <a:solidFill>
                    <a:srgbClr val="000099"/>
                  </a:solidFill>
                  <a:miter lim="800000"/>
                </a:ln>
              </p:spPr>
              <p:txBody>
                <a:bodyPr/>
                <a:lstStyle>
                  <a:lvl1pPr eaLnBrk="0" hangingPunct="0">
                    <a:defRPr kumimoji="1" sz="2000">
                      <a:solidFill>
                        <a:srgbClr val="000099"/>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rgbClr val="000099"/>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rgbClr val="000099"/>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rgbClr val="000099"/>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9pPr>
                </a:lstStyle>
                <a:p>
                  <a:pPr algn="ctr" eaLnBrk="1" hangingPunct="1">
                    <a:lnSpc>
                      <a:spcPct val="100000"/>
                    </a:lnSpc>
                    <a:buFontTx/>
                    <a:buNone/>
                  </a:pPr>
                  <a:r>
                    <a:rPr lang="zh-CN" altLang="en-US" sz="1800">
                      <a:latin typeface="华文中宋" panose="02010600040101010101" pitchFamily="2" charset="-122"/>
                    </a:rPr>
                    <a:t>游</a:t>
                  </a:r>
                  <a:br>
                    <a:rPr lang="zh-CN" altLang="en-US" sz="1800">
                      <a:latin typeface="华文中宋" panose="02010600040101010101" pitchFamily="2" charset="-122"/>
                    </a:rPr>
                  </a:br>
                  <a:r>
                    <a:rPr lang="zh-CN" altLang="en-US" sz="1800">
                      <a:latin typeface="华文中宋" panose="02010600040101010101" pitchFamily="2" charset="-122"/>
                    </a:rPr>
                    <a:t>隙</a:t>
                  </a:r>
                  <a:br>
                    <a:rPr lang="zh-CN" altLang="en-US" sz="1800">
                      <a:latin typeface="华文中宋" panose="02010600040101010101" pitchFamily="2" charset="-122"/>
                    </a:rPr>
                  </a:br>
                  <a:r>
                    <a:rPr lang="zh-CN" altLang="en-US" sz="1800">
                      <a:latin typeface="华文中宋" panose="02010600040101010101" pitchFamily="2" charset="-122"/>
                    </a:rPr>
                    <a:t>代</a:t>
                  </a:r>
                  <a:br>
                    <a:rPr lang="zh-CN" altLang="en-US" sz="1800">
                      <a:latin typeface="华文中宋" panose="02010600040101010101" pitchFamily="2" charset="-122"/>
                    </a:rPr>
                  </a:br>
                  <a:r>
                    <a:rPr lang="zh-CN" altLang="en-US" sz="1800">
                      <a:latin typeface="华文中宋" panose="02010600040101010101" pitchFamily="2" charset="-122"/>
                    </a:rPr>
                    <a:t>号</a:t>
                  </a:r>
                  <a:endParaRPr lang="zh-CN" altLang="en-US" sz="1800">
                    <a:latin typeface="华文中宋" panose="02010600040101010101" pitchFamily="2" charset="-122"/>
                  </a:endParaRPr>
                </a:p>
              </p:txBody>
            </p:sp>
            <p:sp>
              <p:nvSpPr>
                <p:cNvPr id="15448" name="Rectangle 94"/>
                <p:cNvSpPr>
                  <a:spLocks noChangeArrowheads="1"/>
                </p:cNvSpPr>
                <p:nvPr/>
              </p:nvSpPr>
              <p:spPr bwMode="auto">
                <a:xfrm>
                  <a:off x="4417" y="394"/>
                  <a:ext cx="358" cy="1038"/>
                </a:xfrm>
                <a:prstGeom prst="rect">
                  <a:avLst/>
                </a:prstGeom>
                <a:noFill/>
                <a:ln w="12700">
                  <a:solidFill>
                    <a:srgbClr val="000099"/>
                  </a:solidFill>
                  <a:miter lim="800000"/>
                </a:ln>
                <a:extLst>
                  <a:ext uri="{909E8E84-426E-40DD-AFC4-6F175D3DCCD1}">
                    <a14:hiddenFill xmlns:a14="http://schemas.microsoft.com/office/drawing/2010/main">
                      <a:solidFill>
                        <a:srgbClr val="FFFFFF"/>
                      </a:solidFill>
                    </a14:hiddenFill>
                  </a:ext>
                </a:extLst>
              </p:spPr>
              <p:txBody>
                <a:bodyPr wrap="none"/>
                <a:lstStyle>
                  <a:lvl1pPr eaLnBrk="0" hangingPunct="0">
                    <a:defRPr kumimoji="1" sz="2000">
                      <a:solidFill>
                        <a:srgbClr val="000099"/>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rgbClr val="000099"/>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rgbClr val="000099"/>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rgbClr val="000099"/>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endParaRPr lang="zh-CN" altLang="en-US"/>
                </a:p>
              </p:txBody>
            </p:sp>
          </p:grpSp>
        </p:grpSp>
        <p:grpSp>
          <p:nvGrpSpPr>
            <p:cNvPr id="15435" name="Group 101"/>
            <p:cNvGrpSpPr/>
            <p:nvPr/>
          </p:nvGrpSpPr>
          <p:grpSpPr bwMode="auto">
            <a:xfrm>
              <a:off x="4919" y="1705"/>
              <a:ext cx="358" cy="1879"/>
              <a:chOff x="4775" y="394"/>
              <a:chExt cx="358" cy="1038"/>
            </a:xfrm>
          </p:grpSpPr>
          <p:sp>
            <p:nvSpPr>
              <p:cNvPr id="15441" name="Rectangle 100"/>
              <p:cNvSpPr>
                <a:spLocks noChangeArrowheads="1"/>
              </p:cNvSpPr>
              <p:nvPr/>
            </p:nvSpPr>
            <p:spPr bwMode="auto">
              <a:xfrm>
                <a:off x="4775" y="394"/>
                <a:ext cx="358" cy="154"/>
              </a:xfrm>
              <a:prstGeom prst="rect">
                <a:avLst/>
              </a:prstGeom>
              <a:solidFill>
                <a:srgbClr val="FBFDDB"/>
              </a:solidFill>
              <a:ln w="12700">
                <a:solidFill>
                  <a:srgbClr val="000099"/>
                </a:solidFill>
                <a:miter lim="800000"/>
              </a:ln>
            </p:spPr>
            <p:txBody>
              <a:bodyPr wrap="none"/>
              <a:lstStyle>
                <a:lvl1pPr eaLnBrk="0" hangingPunct="0">
                  <a:defRPr kumimoji="1" sz="2000">
                    <a:solidFill>
                      <a:srgbClr val="000099"/>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rgbClr val="000099"/>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rgbClr val="000099"/>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rgbClr val="000099"/>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endParaRPr lang="zh-CN" altLang="en-US"/>
              </a:p>
            </p:txBody>
          </p:sp>
          <p:grpSp>
            <p:nvGrpSpPr>
              <p:cNvPr id="15442" name="Group 99"/>
              <p:cNvGrpSpPr/>
              <p:nvPr/>
            </p:nvGrpSpPr>
            <p:grpSpPr bwMode="auto">
              <a:xfrm>
                <a:off x="4775" y="394"/>
                <a:ext cx="358" cy="1038"/>
                <a:chOff x="4775" y="394"/>
                <a:chExt cx="358" cy="1038"/>
              </a:xfrm>
            </p:grpSpPr>
            <p:sp>
              <p:nvSpPr>
                <p:cNvPr id="15443" name="Rectangle 31"/>
                <p:cNvSpPr>
                  <a:spLocks noChangeArrowheads="1"/>
                </p:cNvSpPr>
                <p:nvPr/>
              </p:nvSpPr>
              <p:spPr bwMode="auto">
                <a:xfrm>
                  <a:off x="4775" y="394"/>
                  <a:ext cx="358" cy="1038"/>
                </a:xfrm>
                <a:prstGeom prst="rect">
                  <a:avLst/>
                </a:prstGeom>
                <a:solidFill>
                  <a:srgbClr val="FBFDDB"/>
                </a:solidFill>
                <a:ln w="12700">
                  <a:solidFill>
                    <a:srgbClr val="000099"/>
                  </a:solidFill>
                  <a:miter lim="800000"/>
                </a:ln>
              </p:spPr>
              <p:txBody>
                <a:bodyPr/>
                <a:lstStyle>
                  <a:lvl1pPr eaLnBrk="0" hangingPunct="0">
                    <a:defRPr kumimoji="1" sz="2000">
                      <a:solidFill>
                        <a:srgbClr val="000099"/>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rgbClr val="000099"/>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rgbClr val="000099"/>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rgbClr val="000099"/>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9pPr>
                </a:lstStyle>
                <a:p>
                  <a:pPr algn="ctr" eaLnBrk="1" hangingPunct="1">
                    <a:lnSpc>
                      <a:spcPct val="100000"/>
                    </a:lnSpc>
                    <a:buFontTx/>
                    <a:buNone/>
                  </a:pPr>
                  <a:r>
                    <a:rPr lang="zh-CN" altLang="en-US" sz="1800">
                      <a:latin typeface="华文中宋" panose="02010600040101010101" pitchFamily="2" charset="-122"/>
                    </a:rPr>
                    <a:t>多</a:t>
                  </a:r>
                  <a:br>
                    <a:rPr lang="zh-CN" altLang="en-US" sz="1800">
                      <a:latin typeface="华文中宋" panose="02010600040101010101" pitchFamily="2" charset="-122"/>
                    </a:rPr>
                  </a:br>
                  <a:r>
                    <a:rPr lang="zh-CN" altLang="en-US" sz="1800">
                      <a:latin typeface="华文中宋" panose="02010600040101010101" pitchFamily="2" charset="-122"/>
                    </a:rPr>
                    <a:t>轴</a:t>
                  </a:r>
                  <a:br>
                    <a:rPr lang="zh-CN" altLang="en-US" sz="1800">
                      <a:latin typeface="华文中宋" panose="02010600040101010101" pitchFamily="2" charset="-122"/>
                    </a:rPr>
                  </a:br>
                  <a:r>
                    <a:rPr lang="zh-CN" altLang="en-US" sz="1800">
                      <a:latin typeface="华文中宋" panose="02010600040101010101" pitchFamily="2" charset="-122"/>
                    </a:rPr>
                    <a:t>承</a:t>
                  </a:r>
                  <a:br>
                    <a:rPr lang="zh-CN" altLang="en-US" sz="1800">
                      <a:latin typeface="华文中宋" panose="02010600040101010101" pitchFamily="2" charset="-122"/>
                    </a:rPr>
                  </a:br>
                  <a:r>
                    <a:rPr lang="zh-CN" altLang="en-US" sz="1800">
                      <a:latin typeface="华文中宋" panose="02010600040101010101" pitchFamily="2" charset="-122"/>
                    </a:rPr>
                    <a:t>配</a:t>
                  </a:r>
                  <a:br>
                    <a:rPr lang="zh-CN" altLang="en-US" sz="1800">
                      <a:latin typeface="华文中宋" panose="02010600040101010101" pitchFamily="2" charset="-122"/>
                    </a:rPr>
                  </a:br>
                  <a:r>
                    <a:rPr lang="zh-CN" altLang="en-US" sz="1800">
                      <a:latin typeface="华文中宋" panose="02010600040101010101" pitchFamily="2" charset="-122"/>
                    </a:rPr>
                    <a:t>置</a:t>
                  </a:r>
                  <a:br>
                    <a:rPr lang="zh-CN" altLang="en-US" sz="1800">
                      <a:latin typeface="华文中宋" panose="02010600040101010101" pitchFamily="2" charset="-122"/>
                    </a:rPr>
                  </a:br>
                  <a:r>
                    <a:rPr lang="zh-CN" altLang="en-US" sz="1800">
                      <a:latin typeface="华文中宋" panose="02010600040101010101" pitchFamily="2" charset="-122"/>
                    </a:rPr>
                    <a:t>代</a:t>
                  </a:r>
                  <a:br>
                    <a:rPr lang="zh-CN" altLang="en-US" sz="1800">
                      <a:latin typeface="华文中宋" panose="02010600040101010101" pitchFamily="2" charset="-122"/>
                    </a:rPr>
                  </a:br>
                  <a:r>
                    <a:rPr lang="zh-CN" altLang="en-US" sz="1800">
                      <a:latin typeface="华文中宋" panose="02010600040101010101" pitchFamily="2" charset="-122"/>
                    </a:rPr>
                    <a:t>号</a:t>
                  </a:r>
                  <a:endParaRPr lang="zh-CN" altLang="en-US" sz="1800">
                    <a:latin typeface="华文中宋" panose="02010600040101010101" pitchFamily="2" charset="-122"/>
                  </a:endParaRPr>
                </a:p>
              </p:txBody>
            </p:sp>
            <p:sp>
              <p:nvSpPr>
                <p:cNvPr id="15444" name="Rectangle 98"/>
                <p:cNvSpPr>
                  <a:spLocks noChangeArrowheads="1"/>
                </p:cNvSpPr>
                <p:nvPr/>
              </p:nvSpPr>
              <p:spPr bwMode="auto">
                <a:xfrm>
                  <a:off x="4775" y="394"/>
                  <a:ext cx="358" cy="1038"/>
                </a:xfrm>
                <a:prstGeom prst="rect">
                  <a:avLst/>
                </a:prstGeom>
                <a:noFill/>
                <a:ln w="12700">
                  <a:solidFill>
                    <a:srgbClr val="000099"/>
                  </a:solidFill>
                  <a:miter lim="800000"/>
                </a:ln>
                <a:extLst>
                  <a:ext uri="{909E8E84-426E-40DD-AFC4-6F175D3DCCD1}">
                    <a14:hiddenFill xmlns:a14="http://schemas.microsoft.com/office/drawing/2010/main">
                      <a:solidFill>
                        <a:srgbClr val="FFFFFF"/>
                      </a:solidFill>
                    </a14:hiddenFill>
                  </a:ext>
                </a:extLst>
              </p:spPr>
              <p:txBody>
                <a:bodyPr wrap="none"/>
                <a:lstStyle>
                  <a:lvl1pPr eaLnBrk="0" hangingPunct="0">
                    <a:defRPr kumimoji="1" sz="2000">
                      <a:solidFill>
                        <a:srgbClr val="000099"/>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rgbClr val="000099"/>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rgbClr val="000099"/>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rgbClr val="000099"/>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endParaRPr lang="zh-CN" altLang="en-US"/>
                </a:p>
              </p:txBody>
            </p:sp>
          </p:grpSp>
        </p:grpSp>
        <p:grpSp>
          <p:nvGrpSpPr>
            <p:cNvPr id="15436" name="Group 105"/>
            <p:cNvGrpSpPr/>
            <p:nvPr/>
          </p:nvGrpSpPr>
          <p:grpSpPr bwMode="auto">
            <a:xfrm>
              <a:off x="5277" y="1705"/>
              <a:ext cx="358" cy="1879"/>
              <a:chOff x="5133" y="394"/>
              <a:chExt cx="358" cy="1038"/>
            </a:xfrm>
          </p:grpSpPr>
          <p:sp>
            <p:nvSpPr>
              <p:cNvPr id="15437" name="Rectangle 104"/>
              <p:cNvSpPr>
                <a:spLocks noChangeArrowheads="1"/>
              </p:cNvSpPr>
              <p:nvPr/>
            </p:nvSpPr>
            <p:spPr bwMode="auto">
              <a:xfrm>
                <a:off x="5133" y="394"/>
                <a:ext cx="358" cy="154"/>
              </a:xfrm>
              <a:prstGeom prst="rect">
                <a:avLst/>
              </a:prstGeom>
              <a:solidFill>
                <a:srgbClr val="FFEEEE"/>
              </a:solidFill>
              <a:ln w="12700">
                <a:solidFill>
                  <a:srgbClr val="000099"/>
                </a:solidFill>
                <a:miter lim="800000"/>
              </a:ln>
            </p:spPr>
            <p:txBody>
              <a:bodyPr wrap="none"/>
              <a:lstStyle>
                <a:lvl1pPr eaLnBrk="0" hangingPunct="0">
                  <a:defRPr kumimoji="1" sz="2000">
                    <a:solidFill>
                      <a:srgbClr val="000099"/>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rgbClr val="000099"/>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rgbClr val="000099"/>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rgbClr val="000099"/>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endParaRPr lang="zh-CN" altLang="en-US"/>
              </a:p>
            </p:txBody>
          </p:sp>
          <p:grpSp>
            <p:nvGrpSpPr>
              <p:cNvPr id="15438" name="Group 103"/>
              <p:cNvGrpSpPr/>
              <p:nvPr/>
            </p:nvGrpSpPr>
            <p:grpSpPr bwMode="auto">
              <a:xfrm>
                <a:off x="5133" y="394"/>
                <a:ext cx="358" cy="1038"/>
                <a:chOff x="5133" y="394"/>
                <a:chExt cx="358" cy="1038"/>
              </a:xfrm>
            </p:grpSpPr>
            <p:sp>
              <p:nvSpPr>
                <p:cNvPr id="15439" name="Rectangle 32"/>
                <p:cNvSpPr>
                  <a:spLocks noChangeArrowheads="1"/>
                </p:cNvSpPr>
                <p:nvPr/>
              </p:nvSpPr>
              <p:spPr bwMode="auto">
                <a:xfrm>
                  <a:off x="5133" y="394"/>
                  <a:ext cx="358" cy="1038"/>
                </a:xfrm>
                <a:prstGeom prst="rect">
                  <a:avLst/>
                </a:prstGeom>
                <a:solidFill>
                  <a:srgbClr val="FFEEEE"/>
                </a:solidFill>
                <a:ln w="12700">
                  <a:solidFill>
                    <a:srgbClr val="000099"/>
                  </a:solidFill>
                  <a:miter lim="800000"/>
                </a:ln>
              </p:spPr>
              <p:txBody>
                <a:bodyPr/>
                <a:lstStyle>
                  <a:lvl1pPr eaLnBrk="0" hangingPunct="0">
                    <a:defRPr kumimoji="1" sz="2000">
                      <a:solidFill>
                        <a:srgbClr val="000099"/>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rgbClr val="000099"/>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rgbClr val="000099"/>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rgbClr val="000099"/>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9pPr>
                </a:lstStyle>
                <a:p>
                  <a:pPr algn="ctr" eaLnBrk="1" hangingPunct="1">
                    <a:lnSpc>
                      <a:spcPct val="100000"/>
                    </a:lnSpc>
                    <a:buFontTx/>
                    <a:buNone/>
                  </a:pPr>
                  <a:r>
                    <a:rPr lang="zh-CN" altLang="en-US" sz="1800">
                      <a:latin typeface="华文中宋" panose="02010600040101010101" pitchFamily="2" charset="-122"/>
                    </a:rPr>
                    <a:t>其</a:t>
                  </a:r>
                  <a:br>
                    <a:rPr lang="zh-CN" altLang="en-US" sz="1800">
                      <a:latin typeface="华文中宋" panose="02010600040101010101" pitchFamily="2" charset="-122"/>
                    </a:rPr>
                  </a:br>
                  <a:r>
                    <a:rPr lang="zh-CN" altLang="en-US" sz="1800">
                      <a:latin typeface="华文中宋" panose="02010600040101010101" pitchFamily="2" charset="-122"/>
                    </a:rPr>
                    <a:t>它</a:t>
                  </a:r>
                  <a:br>
                    <a:rPr lang="zh-CN" altLang="en-US" sz="1800">
                      <a:latin typeface="华文中宋" panose="02010600040101010101" pitchFamily="2" charset="-122"/>
                    </a:rPr>
                  </a:br>
                  <a:r>
                    <a:rPr lang="zh-CN" altLang="en-US" sz="1800">
                      <a:latin typeface="华文中宋" panose="02010600040101010101" pitchFamily="2" charset="-122"/>
                    </a:rPr>
                    <a:t>代</a:t>
                  </a:r>
                  <a:br>
                    <a:rPr lang="zh-CN" altLang="en-US" sz="1800">
                      <a:latin typeface="华文中宋" panose="02010600040101010101" pitchFamily="2" charset="-122"/>
                    </a:rPr>
                  </a:br>
                  <a:r>
                    <a:rPr lang="zh-CN" altLang="en-US" sz="1800">
                      <a:latin typeface="华文中宋" panose="02010600040101010101" pitchFamily="2" charset="-122"/>
                    </a:rPr>
                    <a:t>号</a:t>
                  </a:r>
                  <a:endParaRPr lang="zh-CN" altLang="en-US" sz="1800">
                    <a:latin typeface="华文中宋" panose="02010600040101010101" pitchFamily="2" charset="-122"/>
                  </a:endParaRPr>
                </a:p>
              </p:txBody>
            </p:sp>
            <p:sp>
              <p:nvSpPr>
                <p:cNvPr id="15440" name="Rectangle 102"/>
                <p:cNvSpPr>
                  <a:spLocks noChangeArrowheads="1"/>
                </p:cNvSpPr>
                <p:nvPr/>
              </p:nvSpPr>
              <p:spPr bwMode="auto">
                <a:xfrm>
                  <a:off x="5133" y="394"/>
                  <a:ext cx="358" cy="1038"/>
                </a:xfrm>
                <a:prstGeom prst="rect">
                  <a:avLst/>
                </a:prstGeom>
                <a:noFill/>
                <a:ln w="12700">
                  <a:solidFill>
                    <a:srgbClr val="000099"/>
                  </a:solidFill>
                  <a:miter lim="800000"/>
                </a:ln>
                <a:extLst>
                  <a:ext uri="{909E8E84-426E-40DD-AFC4-6F175D3DCCD1}">
                    <a14:hiddenFill xmlns:a14="http://schemas.microsoft.com/office/drawing/2010/main">
                      <a:solidFill>
                        <a:srgbClr val="FFFFFF"/>
                      </a:solidFill>
                    </a14:hiddenFill>
                  </a:ext>
                </a:extLst>
              </p:spPr>
              <p:txBody>
                <a:bodyPr wrap="none"/>
                <a:lstStyle>
                  <a:lvl1pPr eaLnBrk="0" hangingPunct="0">
                    <a:defRPr kumimoji="1" sz="2000">
                      <a:solidFill>
                        <a:srgbClr val="000099"/>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rgbClr val="000099"/>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rgbClr val="000099"/>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rgbClr val="000099"/>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endParaRPr lang="zh-CN" altLang="en-US"/>
                </a:p>
              </p:txBody>
            </p:sp>
          </p:grpSp>
        </p:grpSp>
      </p:grpSp>
      <p:grpSp>
        <p:nvGrpSpPr>
          <p:cNvPr id="28" name="Group 144"/>
          <p:cNvGrpSpPr/>
          <p:nvPr/>
        </p:nvGrpSpPr>
        <p:grpSpPr bwMode="auto">
          <a:xfrm>
            <a:off x="1574800" y="2485887"/>
            <a:ext cx="2841625" cy="2630488"/>
            <a:chOff x="981" y="2263"/>
            <a:chExt cx="1790" cy="1657"/>
          </a:xfrm>
        </p:grpSpPr>
        <p:grpSp>
          <p:nvGrpSpPr>
            <p:cNvPr id="15379" name="Group 57"/>
            <p:cNvGrpSpPr/>
            <p:nvPr/>
          </p:nvGrpSpPr>
          <p:grpSpPr bwMode="auto">
            <a:xfrm>
              <a:off x="981" y="2263"/>
              <a:ext cx="358" cy="246"/>
              <a:chOff x="837" y="394"/>
              <a:chExt cx="358" cy="154"/>
            </a:xfrm>
          </p:grpSpPr>
          <p:sp>
            <p:nvSpPr>
              <p:cNvPr id="15425" name="Rectangle 56"/>
              <p:cNvSpPr>
                <a:spLocks noChangeArrowheads="1"/>
              </p:cNvSpPr>
              <p:nvPr/>
            </p:nvSpPr>
            <p:spPr bwMode="auto">
              <a:xfrm>
                <a:off x="837" y="394"/>
                <a:ext cx="358" cy="154"/>
              </a:xfrm>
              <a:prstGeom prst="rect">
                <a:avLst/>
              </a:prstGeom>
              <a:solidFill>
                <a:srgbClr val="D2F7FF"/>
              </a:solidFill>
              <a:ln w="12700">
                <a:solidFill>
                  <a:srgbClr val="000099"/>
                </a:solidFill>
                <a:miter lim="800000"/>
              </a:ln>
            </p:spPr>
            <p:txBody>
              <a:bodyPr wrap="none"/>
              <a:lstStyle>
                <a:lvl1pPr eaLnBrk="0" hangingPunct="0">
                  <a:defRPr kumimoji="1" sz="2000">
                    <a:solidFill>
                      <a:srgbClr val="000099"/>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rgbClr val="000099"/>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rgbClr val="000099"/>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rgbClr val="000099"/>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endParaRPr lang="zh-CN" altLang="en-US"/>
              </a:p>
            </p:txBody>
          </p:sp>
          <p:grpSp>
            <p:nvGrpSpPr>
              <p:cNvPr id="15426" name="Group 55"/>
              <p:cNvGrpSpPr/>
              <p:nvPr/>
            </p:nvGrpSpPr>
            <p:grpSpPr bwMode="auto">
              <a:xfrm>
                <a:off x="837" y="394"/>
                <a:ext cx="358" cy="154"/>
                <a:chOff x="837" y="394"/>
                <a:chExt cx="358" cy="154"/>
              </a:xfrm>
            </p:grpSpPr>
            <p:sp>
              <p:nvSpPr>
                <p:cNvPr id="15427" name="Rectangle 20"/>
                <p:cNvSpPr>
                  <a:spLocks noChangeArrowheads="1"/>
                </p:cNvSpPr>
                <p:nvPr/>
              </p:nvSpPr>
              <p:spPr bwMode="auto">
                <a:xfrm>
                  <a:off x="837" y="394"/>
                  <a:ext cx="358" cy="154"/>
                </a:xfrm>
                <a:prstGeom prst="rect">
                  <a:avLst/>
                </a:prstGeom>
                <a:solidFill>
                  <a:srgbClr val="D2F7FF"/>
                </a:solidFill>
                <a:ln w="12700">
                  <a:solidFill>
                    <a:srgbClr val="000099"/>
                  </a:solidFill>
                  <a:miter lim="800000"/>
                </a:ln>
              </p:spPr>
              <p:txBody>
                <a:bodyPr anchor="ctr"/>
                <a:lstStyle>
                  <a:lvl1pPr eaLnBrk="0" hangingPunct="0">
                    <a:defRPr kumimoji="1" sz="2000">
                      <a:solidFill>
                        <a:srgbClr val="000099"/>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rgbClr val="000099"/>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rgbClr val="000099"/>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rgbClr val="000099"/>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9pPr>
                </a:lstStyle>
                <a:p>
                  <a:pPr algn="ctr" eaLnBrk="1" hangingPunct="1">
                    <a:lnSpc>
                      <a:spcPct val="100000"/>
                    </a:lnSpc>
                    <a:buFontTx/>
                    <a:buNone/>
                  </a:pPr>
                  <a:r>
                    <a:rPr lang="zh-CN" altLang="en-US" sz="1800">
                      <a:latin typeface="华文中宋" panose="02010600040101010101" pitchFamily="2" charset="-122"/>
                    </a:rPr>
                    <a:t>五</a:t>
                  </a:r>
                  <a:endParaRPr lang="zh-CN" altLang="en-US" sz="1800">
                    <a:latin typeface="华文中宋" panose="02010600040101010101" pitchFamily="2" charset="-122"/>
                  </a:endParaRPr>
                </a:p>
              </p:txBody>
            </p:sp>
            <p:sp>
              <p:nvSpPr>
                <p:cNvPr id="15428" name="Rectangle 54"/>
                <p:cNvSpPr>
                  <a:spLocks noChangeArrowheads="1"/>
                </p:cNvSpPr>
                <p:nvPr/>
              </p:nvSpPr>
              <p:spPr bwMode="auto">
                <a:xfrm>
                  <a:off x="837" y="394"/>
                  <a:ext cx="358" cy="154"/>
                </a:xfrm>
                <a:prstGeom prst="rect">
                  <a:avLst/>
                </a:prstGeom>
                <a:noFill/>
                <a:ln w="12700">
                  <a:solidFill>
                    <a:srgbClr val="000099"/>
                  </a:solidFill>
                  <a:miter lim="800000"/>
                </a:ln>
                <a:extLst>
                  <a:ext uri="{909E8E84-426E-40DD-AFC4-6F175D3DCCD1}">
                    <a14:hiddenFill xmlns:a14="http://schemas.microsoft.com/office/drawing/2010/main">
                      <a:solidFill>
                        <a:srgbClr val="FFFFFF"/>
                      </a:solidFill>
                    </a14:hiddenFill>
                  </a:ext>
                </a:extLst>
              </p:spPr>
              <p:txBody>
                <a:bodyPr wrap="none"/>
                <a:lstStyle>
                  <a:lvl1pPr eaLnBrk="0" hangingPunct="0">
                    <a:defRPr kumimoji="1" sz="2000">
                      <a:solidFill>
                        <a:srgbClr val="000099"/>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rgbClr val="000099"/>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rgbClr val="000099"/>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rgbClr val="000099"/>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endParaRPr lang="zh-CN" altLang="en-US"/>
                </a:p>
              </p:txBody>
            </p:sp>
          </p:grpSp>
        </p:grpSp>
        <p:grpSp>
          <p:nvGrpSpPr>
            <p:cNvPr id="15380" name="Group 61"/>
            <p:cNvGrpSpPr/>
            <p:nvPr/>
          </p:nvGrpSpPr>
          <p:grpSpPr bwMode="auto">
            <a:xfrm>
              <a:off x="1339" y="2263"/>
              <a:ext cx="358" cy="246"/>
              <a:chOff x="1195" y="394"/>
              <a:chExt cx="358" cy="154"/>
            </a:xfrm>
          </p:grpSpPr>
          <p:sp>
            <p:nvSpPr>
              <p:cNvPr id="15421" name="Rectangle 60"/>
              <p:cNvSpPr>
                <a:spLocks noChangeArrowheads="1"/>
              </p:cNvSpPr>
              <p:nvPr/>
            </p:nvSpPr>
            <p:spPr bwMode="auto">
              <a:xfrm>
                <a:off x="1195" y="394"/>
                <a:ext cx="358" cy="154"/>
              </a:xfrm>
              <a:prstGeom prst="rect">
                <a:avLst/>
              </a:prstGeom>
              <a:solidFill>
                <a:srgbClr val="D2F7FF"/>
              </a:solidFill>
              <a:ln w="12700">
                <a:solidFill>
                  <a:srgbClr val="000099"/>
                </a:solidFill>
                <a:miter lim="800000"/>
              </a:ln>
            </p:spPr>
            <p:txBody>
              <a:bodyPr wrap="none"/>
              <a:lstStyle>
                <a:lvl1pPr eaLnBrk="0" hangingPunct="0">
                  <a:defRPr kumimoji="1" sz="2000">
                    <a:solidFill>
                      <a:srgbClr val="000099"/>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rgbClr val="000099"/>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rgbClr val="000099"/>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rgbClr val="000099"/>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endParaRPr lang="zh-CN" altLang="en-US"/>
              </a:p>
            </p:txBody>
          </p:sp>
          <p:grpSp>
            <p:nvGrpSpPr>
              <p:cNvPr id="15422" name="Group 59"/>
              <p:cNvGrpSpPr/>
              <p:nvPr/>
            </p:nvGrpSpPr>
            <p:grpSpPr bwMode="auto">
              <a:xfrm>
                <a:off x="1195" y="394"/>
                <a:ext cx="358" cy="154"/>
                <a:chOff x="1195" y="394"/>
                <a:chExt cx="358" cy="154"/>
              </a:xfrm>
            </p:grpSpPr>
            <p:sp>
              <p:nvSpPr>
                <p:cNvPr id="15423" name="Rectangle 21"/>
                <p:cNvSpPr>
                  <a:spLocks noChangeArrowheads="1"/>
                </p:cNvSpPr>
                <p:nvPr/>
              </p:nvSpPr>
              <p:spPr bwMode="auto">
                <a:xfrm>
                  <a:off x="1195" y="394"/>
                  <a:ext cx="358" cy="154"/>
                </a:xfrm>
                <a:prstGeom prst="rect">
                  <a:avLst/>
                </a:prstGeom>
                <a:solidFill>
                  <a:srgbClr val="D2F7FF"/>
                </a:solidFill>
                <a:ln w="12700">
                  <a:solidFill>
                    <a:srgbClr val="000099"/>
                  </a:solidFill>
                  <a:miter lim="800000"/>
                </a:ln>
              </p:spPr>
              <p:txBody>
                <a:bodyPr anchor="ctr"/>
                <a:lstStyle>
                  <a:lvl1pPr eaLnBrk="0" hangingPunct="0">
                    <a:defRPr kumimoji="1" sz="2000">
                      <a:solidFill>
                        <a:srgbClr val="000099"/>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rgbClr val="000099"/>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rgbClr val="000099"/>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rgbClr val="000099"/>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9pPr>
                </a:lstStyle>
                <a:p>
                  <a:pPr algn="ctr" eaLnBrk="1" hangingPunct="1">
                    <a:lnSpc>
                      <a:spcPct val="100000"/>
                    </a:lnSpc>
                    <a:buFontTx/>
                    <a:buNone/>
                  </a:pPr>
                  <a:r>
                    <a:rPr lang="zh-CN" altLang="en-US" sz="1800">
                      <a:latin typeface="华文中宋" panose="02010600040101010101" pitchFamily="2" charset="-122"/>
                    </a:rPr>
                    <a:t>四</a:t>
                  </a:r>
                  <a:endParaRPr lang="zh-CN" altLang="en-US" sz="1800">
                    <a:latin typeface="华文中宋" panose="02010600040101010101" pitchFamily="2" charset="-122"/>
                  </a:endParaRPr>
                </a:p>
              </p:txBody>
            </p:sp>
            <p:sp>
              <p:nvSpPr>
                <p:cNvPr id="15424" name="Rectangle 58"/>
                <p:cNvSpPr>
                  <a:spLocks noChangeArrowheads="1"/>
                </p:cNvSpPr>
                <p:nvPr/>
              </p:nvSpPr>
              <p:spPr bwMode="auto">
                <a:xfrm>
                  <a:off x="1195" y="394"/>
                  <a:ext cx="358" cy="154"/>
                </a:xfrm>
                <a:prstGeom prst="rect">
                  <a:avLst/>
                </a:prstGeom>
                <a:noFill/>
                <a:ln w="12700">
                  <a:solidFill>
                    <a:srgbClr val="000099"/>
                  </a:solidFill>
                  <a:miter lim="800000"/>
                </a:ln>
                <a:extLst>
                  <a:ext uri="{909E8E84-426E-40DD-AFC4-6F175D3DCCD1}">
                    <a14:hiddenFill xmlns:a14="http://schemas.microsoft.com/office/drawing/2010/main">
                      <a:solidFill>
                        <a:srgbClr val="FFFFFF"/>
                      </a:solidFill>
                    </a14:hiddenFill>
                  </a:ext>
                </a:extLst>
              </p:spPr>
              <p:txBody>
                <a:bodyPr wrap="none"/>
                <a:lstStyle>
                  <a:lvl1pPr eaLnBrk="0" hangingPunct="0">
                    <a:defRPr kumimoji="1" sz="2000">
                      <a:solidFill>
                        <a:srgbClr val="000099"/>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rgbClr val="000099"/>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rgbClr val="000099"/>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rgbClr val="000099"/>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endParaRPr lang="zh-CN" altLang="en-US"/>
                </a:p>
              </p:txBody>
            </p:sp>
          </p:grpSp>
        </p:grpSp>
        <p:grpSp>
          <p:nvGrpSpPr>
            <p:cNvPr id="15381" name="Group 65"/>
            <p:cNvGrpSpPr/>
            <p:nvPr/>
          </p:nvGrpSpPr>
          <p:grpSpPr bwMode="auto">
            <a:xfrm>
              <a:off x="1697" y="2263"/>
              <a:ext cx="358" cy="246"/>
              <a:chOff x="1553" y="394"/>
              <a:chExt cx="358" cy="154"/>
            </a:xfrm>
          </p:grpSpPr>
          <p:sp>
            <p:nvSpPr>
              <p:cNvPr id="15417" name="Rectangle 64"/>
              <p:cNvSpPr>
                <a:spLocks noChangeArrowheads="1"/>
              </p:cNvSpPr>
              <p:nvPr/>
            </p:nvSpPr>
            <p:spPr bwMode="auto">
              <a:xfrm>
                <a:off x="1553" y="394"/>
                <a:ext cx="358" cy="154"/>
              </a:xfrm>
              <a:prstGeom prst="rect">
                <a:avLst/>
              </a:prstGeom>
              <a:solidFill>
                <a:srgbClr val="D2F7FF"/>
              </a:solidFill>
              <a:ln w="12700">
                <a:solidFill>
                  <a:srgbClr val="000099"/>
                </a:solidFill>
                <a:miter lim="800000"/>
              </a:ln>
            </p:spPr>
            <p:txBody>
              <a:bodyPr wrap="none"/>
              <a:lstStyle>
                <a:lvl1pPr eaLnBrk="0" hangingPunct="0">
                  <a:defRPr kumimoji="1" sz="2000">
                    <a:solidFill>
                      <a:srgbClr val="000099"/>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rgbClr val="000099"/>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rgbClr val="000099"/>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rgbClr val="000099"/>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endParaRPr lang="zh-CN" altLang="en-US"/>
              </a:p>
            </p:txBody>
          </p:sp>
          <p:grpSp>
            <p:nvGrpSpPr>
              <p:cNvPr id="15418" name="Group 63"/>
              <p:cNvGrpSpPr/>
              <p:nvPr/>
            </p:nvGrpSpPr>
            <p:grpSpPr bwMode="auto">
              <a:xfrm>
                <a:off x="1553" y="394"/>
                <a:ext cx="358" cy="154"/>
                <a:chOff x="1553" y="394"/>
                <a:chExt cx="358" cy="154"/>
              </a:xfrm>
            </p:grpSpPr>
            <p:sp>
              <p:nvSpPr>
                <p:cNvPr id="15419" name="Rectangle 22"/>
                <p:cNvSpPr>
                  <a:spLocks noChangeArrowheads="1"/>
                </p:cNvSpPr>
                <p:nvPr/>
              </p:nvSpPr>
              <p:spPr bwMode="auto">
                <a:xfrm>
                  <a:off x="1553" y="394"/>
                  <a:ext cx="358" cy="154"/>
                </a:xfrm>
                <a:prstGeom prst="rect">
                  <a:avLst/>
                </a:prstGeom>
                <a:solidFill>
                  <a:srgbClr val="D2F7FF"/>
                </a:solidFill>
                <a:ln w="12700">
                  <a:solidFill>
                    <a:srgbClr val="000099"/>
                  </a:solidFill>
                  <a:miter lim="800000"/>
                </a:ln>
              </p:spPr>
              <p:txBody>
                <a:bodyPr anchor="ctr"/>
                <a:lstStyle>
                  <a:lvl1pPr eaLnBrk="0" hangingPunct="0">
                    <a:defRPr kumimoji="1" sz="2000">
                      <a:solidFill>
                        <a:srgbClr val="000099"/>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rgbClr val="000099"/>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rgbClr val="000099"/>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rgbClr val="000099"/>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9pPr>
                </a:lstStyle>
                <a:p>
                  <a:pPr algn="ctr" eaLnBrk="1" hangingPunct="1">
                    <a:lnSpc>
                      <a:spcPct val="100000"/>
                    </a:lnSpc>
                    <a:buFontTx/>
                    <a:buNone/>
                  </a:pPr>
                  <a:r>
                    <a:rPr lang="zh-CN" altLang="en-US" sz="1800">
                      <a:latin typeface="华文中宋" panose="02010600040101010101" pitchFamily="2" charset="-122"/>
                    </a:rPr>
                    <a:t>三</a:t>
                  </a:r>
                  <a:endParaRPr lang="zh-CN" altLang="en-US" sz="1800">
                    <a:latin typeface="华文中宋" panose="02010600040101010101" pitchFamily="2" charset="-122"/>
                  </a:endParaRPr>
                </a:p>
              </p:txBody>
            </p:sp>
            <p:sp>
              <p:nvSpPr>
                <p:cNvPr id="15420" name="Rectangle 62"/>
                <p:cNvSpPr>
                  <a:spLocks noChangeArrowheads="1"/>
                </p:cNvSpPr>
                <p:nvPr/>
              </p:nvSpPr>
              <p:spPr bwMode="auto">
                <a:xfrm>
                  <a:off x="1553" y="394"/>
                  <a:ext cx="358" cy="154"/>
                </a:xfrm>
                <a:prstGeom prst="rect">
                  <a:avLst/>
                </a:prstGeom>
                <a:noFill/>
                <a:ln w="12700">
                  <a:solidFill>
                    <a:srgbClr val="000099"/>
                  </a:solidFill>
                  <a:miter lim="800000"/>
                </a:ln>
                <a:extLst>
                  <a:ext uri="{909E8E84-426E-40DD-AFC4-6F175D3DCCD1}">
                    <a14:hiddenFill xmlns:a14="http://schemas.microsoft.com/office/drawing/2010/main">
                      <a:solidFill>
                        <a:srgbClr val="FFFFFF"/>
                      </a:solidFill>
                    </a14:hiddenFill>
                  </a:ext>
                </a:extLst>
              </p:spPr>
              <p:txBody>
                <a:bodyPr wrap="none"/>
                <a:lstStyle>
                  <a:lvl1pPr eaLnBrk="0" hangingPunct="0">
                    <a:defRPr kumimoji="1" sz="2000">
                      <a:solidFill>
                        <a:srgbClr val="000099"/>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rgbClr val="000099"/>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rgbClr val="000099"/>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rgbClr val="000099"/>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endParaRPr lang="zh-CN" altLang="en-US"/>
                </a:p>
              </p:txBody>
            </p:sp>
          </p:grpSp>
        </p:grpSp>
        <p:grpSp>
          <p:nvGrpSpPr>
            <p:cNvPr id="15382" name="Group 69"/>
            <p:cNvGrpSpPr/>
            <p:nvPr/>
          </p:nvGrpSpPr>
          <p:grpSpPr bwMode="auto">
            <a:xfrm>
              <a:off x="2055" y="2263"/>
              <a:ext cx="358" cy="246"/>
              <a:chOff x="1911" y="394"/>
              <a:chExt cx="358" cy="154"/>
            </a:xfrm>
          </p:grpSpPr>
          <p:sp>
            <p:nvSpPr>
              <p:cNvPr id="15413" name="Rectangle 68"/>
              <p:cNvSpPr>
                <a:spLocks noChangeArrowheads="1"/>
              </p:cNvSpPr>
              <p:nvPr/>
            </p:nvSpPr>
            <p:spPr bwMode="auto">
              <a:xfrm>
                <a:off x="1911" y="394"/>
                <a:ext cx="358" cy="154"/>
              </a:xfrm>
              <a:prstGeom prst="rect">
                <a:avLst/>
              </a:prstGeom>
              <a:solidFill>
                <a:srgbClr val="D2F7FF"/>
              </a:solidFill>
              <a:ln w="12700">
                <a:solidFill>
                  <a:srgbClr val="000099"/>
                </a:solidFill>
                <a:miter lim="800000"/>
              </a:ln>
            </p:spPr>
            <p:txBody>
              <a:bodyPr wrap="none"/>
              <a:lstStyle>
                <a:lvl1pPr eaLnBrk="0" hangingPunct="0">
                  <a:defRPr kumimoji="1" sz="2000">
                    <a:solidFill>
                      <a:srgbClr val="000099"/>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rgbClr val="000099"/>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rgbClr val="000099"/>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rgbClr val="000099"/>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endParaRPr lang="zh-CN" altLang="en-US"/>
              </a:p>
            </p:txBody>
          </p:sp>
          <p:grpSp>
            <p:nvGrpSpPr>
              <p:cNvPr id="15414" name="Group 67"/>
              <p:cNvGrpSpPr/>
              <p:nvPr/>
            </p:nvGrpSpPr>
            <p:grpSpPr bwMode="auto">
              <a:xfrm>
                <a:off x="1911" y="394"/>
                <a:ext cx="358" cy="154"/>
                <a:chOff x="1911" y="394"/>
                <a:chExt cx="358" cy="154"/>
              </a:xfrm>
            </p:grpSpPr>
            <p:sp>
              <p:nvSpPr>
                <p:cNvPr id="15415" name="Rectangle 23"/>
                <p:cNvSpPr>
                  <a:spLocks noChangeArrowheads="1"/>
                </p:cNvSpPr>
                <p:nvPr/>
              </p:nvSpPr>
              <p:spPr bwMode="auto">
                <a:xfrm>
                  <a:off x="1911" y="394"/>
                  <a:ext cx="358" cy="154"/>
                </a:xfrm>
                <a:prstGeom prst="rect">
                  <a:avLst/>
                </a:prstGeom>
                <a:solidFill>
                  <a:srgbClr val="D2F7FF"/>
                </a:solidFill>
                <a:ln w="12700">
                  <a:solidFill>
                    <a:srgbClr val="000099"/>
                  </a:solidFill>
                  <a:miter lim="800000"/>
                </a:ln>
              </p:spPr>
              <p:txBody>
                <a:bodyPr anchor="ctr"/>
                <a:lstStyle>
                  <a:lvl1pPr eaLnBrk="0" hangingPunct="0">
                    <a:defRPr kumimoji="1" sz="2000">
                      <a:solidFill>
                        <a:srgbClr val="000099"/>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rgbClr val="000099"/>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rgbClr val="000099"/>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rgbClr val="000099"/>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9pPr>
                </a:lstStyle>
                <a:p>
                  <a:pPr algn="ctr" eaLnBrk="1" hangingPunct="1">
                    <a:lnSpc>
                      <a:spcPct val="100000"/>
                    </a:lnSpc>
                    <a:buFontTx/>
                    <a:buNone/>
                  </a:pPr>
                  <a:r>
                    <a:rPr lang="zh-CN" altLang="en-US" sz="1800">
                      <a:latin typeface="华文中宋" panose="02010600040101010101" pitchFamily="2" charset="-122"/>
                    </a:rPr>
                    <a:t>二</a:t>
                  </a:r>
                  <a:endParaRPr lang="zh-CN" altLang="en-US" sz="1800">
                    <a:latin typeface="华文中宋" panose="02010600040101010101" pitchFamily="2" charset="-122"/>
                  </a:endParaRPr>
                </a:p>
              </p:txBody>
            </p:sp>
            <p:sp>
              <p:nvSpPr>
                <p:cNvPr id="15416" name="Rectangle 66"/>
                <p:cNvSpPr>
                  <a:spLocks noChangeArrowheads="1"/>
                </p:cNvSpPr>
                <p:nvPr/>
              </p:nvSpPr>
              <p:spPr bwMode="auto">
                <a:xfrm>
                  <a:off x="1911" y="394"/>
                  <a:ext cx="358" cy="154"/>
                </a:xfrm>
                <a:prstGeom prst="rect">
                  <a:avLst/>
                </a:prstGeom>
                <a:noFill/>
                <a:ln w="12700">
                  <a:solidFill>
                    <a:srgbClr val="000099"/>
                  </a:solidFill>
                  <a:miter lim="800000"/>
                </a:ln>
                <a:extLst>
                  <a:ext uri="{909E8E84-426E-40DD-AFC4-6F175D3DCCD1}">
                    <a14:hiddenFill xmlns:a14="http://schemas.microsoft.com/office/drawing/2010/main">
                      <a:solidFill>
                        <a:srgbClr val="FFFFFF"/>
                      </a:solidFill>
                    </a14:hiddenFill>
                  </a:ext>
                </a:extLst>
              </p:spPr>
              <p:txBody>
                <a:bodyPr wrap="none"/>
                <a:lstStyle>
                  <a:lvl1pPr eaLnBrk="0" hangingPunct="0">
                    <a:defRPr kumimoji="1" sz="2000">
                      <a:solidFill>
                        <a:srgbClr val="000099"/>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rgbClr val="000099"/>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rgbClr val="000099"/>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rgbClr val="000099"/>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endParaRPr lang="zh-CN" altLang="en-US"/>
                </a:p>
              </p:txBody>
            </p:sp>
          </p:grpSp>
        </p:grpSp>
        <p:grpSp>
          <p:nvGrpSpPr>
            <p:cNvPr id="15383" name="Group 73"/>
            <p:cNvGrpSpPr/>
            <p:nvPr/>
          </p:nvGrpSpPr>
          <p:grpSpPr bwMode="auto">
            <a:xfrm>
              <a:off x="2413" y="2263"/>
              <a:ext cx="358" cy="246"/>
              <a:chOff x="2269" y="394"/>
              <a:chExt cx="358" cy="154"/>
            </a:xfrm>
          </p:grpSpPr>
          <p:sp>
            <p:nvSpPr>
              <p:cNvPr id="15409" name="Rectangle 72"/>
              <p:cNvSpPr>
                <a:spLocks noChangeArrowheads="1"/>
              </p:cNvSpPr>
              <p:nvPr/>
            </p:nvSpPr>
            <p:spPr bwMode="auto">
              <a:xfrm>
                <a:off x="2269" y="394"/>
                <a:ext cx="358" cy="154"/>
              </a:xfrm>
              <a:prstGeom prst="rect">
                <a:avLst/>
              </a:prstGeom>
              <a:solidFill>
                <a:srgbClr val="D2F7FF"/>
              </a:solidFill>
              <a:ln w="12700">
                <a:solidFill>
                  <a:srgbClr val="000099"/>
                </a:solidFill>
                <a:miter lim="800000"/>
              </a:ln>
            </p:spPr>
            <p:txBody>
              <a:bodyPr wrap="none"/>
              <a:lstStyle>
                <a:lvl1pPr eaLnBrk="0" hangingPunct="0">
                  <a:defRPr kumimoji="1" sz="2000">
                    <a:solidFill>
                      <a:srgbClr val="000099"/>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rgbClr val="000099"/>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rgbClr val="000099"/>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rgbClr val="000099"/>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endParaRPr lang="zh-CN" altLang="en-US"/>
              </a:p>
            </p:txBody>
          </p:sp>
          <p:grpSp>
            <p:nvGrpSpPr>
              <p:cNvPr id="15410" name="Group 71"/>
              <p:cNvGrpSpPr/>
              <p:nvPr/>
            </p:nvGrpSpPr>
            <p:grpSpPr bwMode="auto">
              <a:xfrm>
                <a:off x="2269" y="394"/>
                <a:ext cx="358" cy="154"/>
                <a:chOff x="2269" y="394"/>
                <a:chExt cx="358" cy="154"/>
              </a:xfrm>
            </p:grpSpPr>
            <p:sp>
              <p:nvSpPr>
                <p:cNvPr id="15411" name="Rectangle 24"/>
                <p:cNvSpPr>
                  <a:spLocks noChangeArrowheads="1"/>
                </p:cNvSpPr>
                <p:nvPr/>
              </p:nvSpPr>
              <p:spPr bwMode="auto">
                <a:xfrm>
                  <a:off x="2269" y="394"/>
                  <a:ext cx="358" cy="154"/>
                </a:xfrm>
                <a:prstGeom prst="rect">
                  <a:avLst/>
                </a:prstGeom>
                <a:solidFill>
                  <a:srgbClr val="D2F7FF"/>
                </a:solidFill>
                <a:ln w="12700">
                  <a:solidFill>
                    <a:srgbClr val="000099"/>
                  </a:solidFill>
                  <a:miter lim="800000"/>
                </a:ln>
              </p:spPr>
              <p:txBody>
                <a:bodyPr anchor="ctr"/>
                <a:lstStyle>
                  <a:lvl1pPr eaLnBrk="0" hangingPunct="0">
                    <a:defRPr kumimoji="1" sz="2000">
                      <a:solidFill>
                        <a:srgbClr val="000099"/>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rgbClr val="000099"/>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rgbClr val="000099"/>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rgbClr val="000099"/>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9pPr>
                </a:lstStyle>
                <a:p>
                  <a:pPr algn="ctr" eaLnBrk="1" hangingPunct="1">
                    <a:lnSpc>
                      <a:spcPct val="100000"/>
                    </a:lnSpc>
                    <a:buFontTx/>
                    <a:buNone/>
                  </a:pPr>
                  <a:r>
                    <a:rPr lang="zh-CN" altLang="en-US" sz="1800">
                      <a:latin typeface="华文中宋" panose="02010600040101010101" pitchFamily="2" charset="-122"/>
                    </a:rPr>
                    <a:t>一</a:t>
                  </a:r>
                  <a:endParaRPr lang="zh-CN" altLang="en-US" sz="1800">
                    <a:latin typeface="华文中宋" panose="02010600040101010101" pitchFamily="2" charset="-122"/>
                  </a:endParaRPr>
                </a:p>
              </p:txBody>
            </p:sp>
            <p:sp>
              <p:nvSpPr>
                <p:cNvPr id="15412" name="Rectangle 70"/>
                <p:cNvSpPr>
                  <a:spLocks noChangeArrowheads="1"/>
                </p:cNvSpPr>
                <p:nvPr/>
              </p:nvSpPr>
              <p:spPr bwMode="auto">
                <a:xfrm>
                  <a:off x="2269" y="394"/>
                  <a:ext cx="358" cy="154"/>
                </a:xfrm>
                <a:prstGeom prst="rect">
                  <a:avLst/>
                </a:prstGeom>
                <a:noFill/>
                <a:ln w="12700">
                  <a:solidFill>
                    <a:srgbClr val="000099"/>
                  </a:solidFill>
                  <a:miter lim="800000"/>
                </a:ln>
                <a:extLst>
                  <a:ext uri="{909E8E84-426E-40DD-AFC4-6F175D3DCCD1}">
                    <a14:hiddenFill xmlns:a14="http://schemas.microsoft.com/office/drawing/2010/main">
                      <a:solidFill>
                        <a:srgbClr val="FFFFFF"/>
                      </a:solidFill>
                    </a14:hiddenFill>
                  </a:ext>
                </a:extLst>
              </p:spPr>
              <p:txBody>
                <a:bodyPr wrap="none"/>
                <a:lstStyle>
                  <a:lvl1pPr eaLnBrk="0" hangingPunct="0">
                    <a:defRPr kumimoji="1" sz="2000">
                      <a:solidFill>
                        <a:srgbClr val="000099"/>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rgbClr val="000099"/>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rgbClr val="000099"/>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rgbClr val="000099"/>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endParaRPr lang="zh-CN" altLang="en-US"/>
                </a:p>
              </p:txBody>
            </p:sp>
          </p:grpSp>
        </p:grpSp>
        <p:grpSp>
          <p:nvGrpSpPr>
            <p:cNvPr id="15384" name="Group 109"/>
            <p:cNvGrpSpPr/>
            <p:nvPr/>
          </p:nvGrpSpPr>
          <p:grpSpPr bwMode="auto">
            <a:xfrm>
              <a:off x="981" y="2509"/>
              <a:ext cx="358" cy="1411"/>
              <a:chOff x="837" y="548"/>
              <a:chExt cx="358" cy="884"/>
            </a:xfrm>
          </p:grpSpPr>
          <p:sp>
            <p:nvSpPr>
              <p:cNvPr id="15405" name="Rectangle 108"/>
              <p:cNvSpPr>
                <a:spLocks noChangeArrowheads="1"/>
              </p:cNvSpPr>
              <p:nvPr/>
            </p:nvSpPr>
            <p:spPr bwMode="auto">
              <a:xfrm>
                <a:off x="837" y="548"/>
                <a:ext cx="358" cy="250"/>
              </a:xfrm>
              <a:prstGeom prst="rect">
                <a:avLst/>
              </a:prstGeom>
              <a:solidFill>
                <a:srgbClr val="FBFDDB"/>
              </a:solidFill>
              <a:ln w="12700">
                <a:solidFill>
                  <a:srgbClr val="000099"/>
                </a:solidFill>
                <a:miter lim="800000"/>
              </a:ln>
            </p:spPr>
            <p:txBody>
              <a:bodyPr wrap="none"/>
              <a:lstStyle>
                <a:lvl1pPr eaLnBrk="0" hangingPunct="0">
                  <a:defRPr kumimoji="1" sz="2000">
                    <a:solidFill>
                      <a:srgbClr val="000099"/>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rgbClr val="000099"/>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rgbClr val="000099"/>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rgbClr val="000099"/>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endParaRPr lang="zh-CN" altLang="en-US"/>
              </a:p>
            </p:txBody>
          </p:sp>
          <p:grpSp>
            <p:nvGrpSpPr>
              <p:cNvPr id="15406" name="Group 107"/>
              <p:cNvGrpSpPr/>
              <p:nvPr/>
            </p:nvGrpSpPr>
            <p:grpSpPr bwMode="auto">
              <a:xfrm>
                <a:off x="837" y="548"/>
                <a:ext cx="358" cy="884"/>
                <a:chOff x="837" y="548"/>
                <a:chExt cx="358" cy="884"/>
              </a:xfrm>
            </p:grpSpPr>
            <p:sp>
              <p:nvSpPr>
                <p:cNvPr id="15407" name="Rectangle 33"/>
                <p:cNvSpPr>
                  <a:spLocks noChangeArrowheads="1"/>
                </p:cNvSpPr>
                <p:nvPr/>
              </p:nvSpPr>
              <p:spPr bwMode="auto">
                <a:xfrm>
                  <a:off x="837" y="548"/>
                  <a:ext cx="358" cy="884"/>
                </a:xfrm>
                <a:prstGeom prst="rect">
                  <a:avLst/>
                </a:prstGeom>
                <a:solidFill>
                  <a:srgbClr val="FBFDDB"/>
                </a:solidFill>
                <a:ln w="12700">
                  <a:solidFill>
                    <a:srgbClr val="000099"/>
                  </a:solidFill>
                  <a:miter lim="800000"/>
                </a:ln>
              </p:spPr>
              <p:txBody>
                <a:bodyPr anchor="ctr"/>
                <a:lstStyle>
                  <a:lvl1pPr eaLnBrk="0" hangingPunct="0">
                    <a:defRPr kumimoji="1" sz="2000">
                      <a:solidFill>
                        <a:srgbClr val="000099"/>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rgbClr val="000099"/>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rgbClr val="000099"/>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rgbClr val="000099"/>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9pPr>
                </a:lstStyle>
                <a:p>
                  <a:pPr algn="ctr" eaLnBrk="1" hangingPunct="1">
                    <a:lnSpc>
                      <a:spcPct val="100000"/>
                    </a:lnSpc>
                    <a:buFontTx/>
                    <a:buNone/>
                  </a:pPr>
                  <a:r>
                    <a:rPr lang="zh-CN" altLang="en-US" sz="1800" dirty="0">
                      <a:latin typeface="黑体" panose="02010609060101010101" pitchFamily="49" charset="-122"/>
                      <a:ea typeface="黑体" panose="02010609060101010101" pitchFamily="49" charset="-122"/>
                    </a:rPr>
                    <a:t>类</a:t>
                  </a:r>
                  <a:br>
                    <a:rPr lang="zh-CN" altLang="en-US" sz="1800" dirty="0">
                      <a:latin typeface="黑体" panose="02010609060101010101" pitchFamily="49" charset="-122"/>
                      <a:ea typeface="黑体" panose="02010609060101010101" pitchFamily="49" charset="-122"/>
                    </a:rPr>
                  </a:br>
                  <a:r>
                    <a:rPr lang="zh-CN" altLang="en-US" sz="1800" dirty="0">
                      <a:latin typeface="黑体" panose="02010609060101010101" pitchFamily="49" charset="-122"/>
                      <a:ea typeface="黑体" panose="02010609060101010101" pitchFamily="49" charset="-122"/>
                    </a:rPr>
                    <a:t>型</a:t>
                  </a:r>
                  <a:br>
                    <a:rPr lang="zh-CN" altLang="en-US" sz="1800" dirty="0">
                      <a:latin typeface="黑体" panose="02010609060101010101" pitchFamily="49" charset="-122"/>
                      <a:ea typeface="黑体" panose="02010609060101010101" pitchFamily="49" charset="-122"/>
                    </a:rPr>
                  </a:br>
                  <a:r>
                    <a:rPr lang="zh-CN" altLang="en-US" sz="1800" dirty="0">
                      <a:latin typeface="黑体" panose="02010609060101010101" pitchFamily="49" charset="-122"/>
                      <a:ea typeface="黑体" panose="02010609060101010101" pitchFamily="49" charset="-122"/>
                    </a:rPr>
                    <a:t>代</a:t>
                  </a:r>
                  <a:br>
                    <a:rPr lang="zh-CN" altLang="en-US" sz="1800" dirty="0">
                      <a:latin typeface="黑体" panose="02010609060101010101" pitchFamily="49" charset="-122"/>
                      <a:ea typeface="黑体" panose="02010609060101010101" pitchFamily="49" charset="-122"/>
                    </a:rPr>
                  </a:br>
                  <a:r>
                    <a:rPr lang="zh-CN" altLang="en-US" sz="1800" dirty="0">
                      <a:latin typeface="黑体" panose="02010609060101010101" pitchFamily="49" charset="-122"/>
                      <a:ea typeface="黑体" panose="02010609060101010101" pitchFamily="49" charset="-122"/>
                    </a:rPr>
                    <a:t>号</a:t>
                  </a:r>
                  <a:endParaRPr lang="zh-CN" altLang="en-US" sz="1800" dirty="0">
                    <a:latin typeface="黑体" panose="02010609060101010101" pitchFamily="49" charset="-122"/>
                    <a:ea typeface="黑体" panose="02010609060101010101" pitchFamily="49" charset="-122"/>
                  </a:endParaRPr>
                </a:p>
              </p:txBody>
            </p:sp>
            <p:sp>
              <p:nvSpPr>
                <p:cNvPr id="15408" name="Rectangle 106"/>
                <p:cNvSpPr>
                  <a:spLocks noChangeArrowheads="1"/>
                </p:cNvSpPr>
                <p:nvPr/>
              </p:nvSpPr>
              <p:spPr bwMode="auto">
                <a:xfrm>
                  <a:off x="837" y="548"/>
                  <a:ext cx="358" cy="884"/>
                </a:xfrm>
                <a:prstGeom prst="rect">
                  <a:avLst/>
                </a:prstGeom>
                <a:noFill/>
                <a:ln w="12700">
                  <a:solidFill>
                    <a:srgbClr val="000099"/>
                  </a:solidFill>
                  <a:miter lim="800000"/>
                </a:ln>
                <a:extLst>
                  <a:ext uri="{909E8E84-426E-40DD-AFC4-6F175D3DCCD1}">
                    <a14:hiddenFill xmlns:a14="http://schemas.microsoft.com/office/drawing/2010/main">
                      <a:solidFill>
                        <a:srgbClr val="FFFFFF"/>
                      </a:solidFill>
                    </a14:hiddenFill>
                  </a:ext>
                </a:extLst>
              </p:spPr>
              <p:txBody>
                <a:bodyPr wrap="none"/>
                <a:lstStyle>
                  <a:lvl1pPr eaLnBrk="0" hangingPunct="0">
                    <a:defRPr kumimoji="1" sz="2000">
                      <a:solidFill>
                        <a:srgbClr val="000099"/>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rgbClr val="000099"/>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rgbClr val="000099"/>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rgbClr val="000099"/>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endParaRPr lang="zh-CN" altLang="en-US"/>
                </a:p>
              </p:txBody>
            </p:sp>
          </p:grpSp>
        </p:grpSp>
        <p:grpSp>
          <p:nvGrpSpPr>
            <p:cNvPr id="15385" name="Group 113"/>
            <p:cNvGrpSpPr/>
            <p:nvPr/>
          </p:nvGrpSpPr>
          <p:grpSpPr bwMode="auto">
            <a:xfrm>
              <a:off x="1339" y="2509"/>
              <a:ext cx="716" cy="399"/>
              <a:chOff x="1195" y="548"/>
              <a:chExt cx="716" cy="250"/>
            </a:xfrm>
          </p:grpSpPr>
          <p:sp>
            <p:nvSpPr>
              <p:cNvPr id="15401" name="Rectangle 112"/>
              <p:cNvSpPr>
                <a:spLocks noChangeArrowheads="1"/>
              </p:cNvSpPr>
              <p:nvPr/>
            </p:nvSpPr>
            <p:spPr bwMode="auto">
              <a:xfrm>
                <a:off x="1195" y="548"/>
                <a:ext cx="716" cy="250"/>
              </a:xfrm>
              <a:prstGeom prst="rect">
                <a:avLst/>
              </a:prstGeom>
              <a:noFill/>
              <a:ln w="12700">
                <a:solidFill>
                  <a:srgbClr val="000099"/>
                </a:solidFill>
                <a:miter lim="800000"/>
              </a:ln>
              <a:extLst>
                <a:ext uri="{909E8E84-426E-40DD-AFC4-6F175D3DCCD1}">
                  <a14:hiddenFill xmlns:a14="http://schemas.microsoft.com/office/drawing/2010/main">
                    <a:solidFill>
                      <a:srgbClr val="FFFFFF"/>
                    </a:solidFill>
                  </a14:hiddenFill>
                </a:ext>
              </a:extLst>
            </p:spPr>
            <p:txBody>
              <a:bodyPr wrap="none"/>
              <a:lstStyle>
                <a:lvl1pPr eaLnBrk="0" hangingPunct="0">
                  <a:defRPr kumimoji="1" sz="2000">
                    <a:solidFill>
                      <a:srgbClr val="000099"/>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rgbClr val="000099"/>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rgbClr val="000099"/>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rgbClr val="000099"/>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endParaRPr lang="zh-CN" altLang="en-US"/>
              </a:p>
            </p:txBody>
          </p:sp>
          <p:grpSp>
            <p:nvGrpSpPr>
              <p:cNvPr id="15402" name="Group 111"/>
              <p:cNvGrpSpPr/>
              <p:nvPr/>
            </p:nvGrpSpPr>
            <p:grpSpPr bwMode="auto">
              <a:xfrm>
                <a:off x="1195" y="548"/>
                <a:ext cx="716" cy="250"/>
                <a:chOff x="1195" y="548"/>
                <a:chExt cx="716" cy="250"/>
              </a:xfrm>
            </p:grpSpPr>
            <p:sp>
              <p:nvSpPr>
                <p:cNvPr id="15403" name="Rectangle 34"/>
                <p:cNvSpPr>
                  <a:spLocks noChangeArrowheads="1"/>
                </p:cNvSpPr>
                <p:nvPr/>
              </p:nvSpPr>
              <p:spPr bwMode="auto">
                <a:xfrm>
                  <a:off x="1195" y="548"/>
                  <a:ext cx="716" cy="250"/>
                </a:xfrm>
                <a:prstGeom prst="rect">
                  <a:avLst/>
                </a:prstGeom>
                <a:noFill/>
                <a:ln w="12700">
                  <a:solidFill>
                    <a:srgbClr val="000099"/>
                  </a:solidFill>
                  <a:miter lim="800000"/>
                </a:ln>
                <a:extLst>
                  <a:ext uri="{909E8E84-426E-40DD-AFC4-6F175D3DCCD1}">
                    <a14:hiddenFill xmlns:a14="http://schemas.microsoft.com/office/drawing/2010/main">
                      <a:solidFill>
                        <a:srgbClr val="FFFFFF"/>
                      </a:solidFill>
                    </a14:hiddenFill>
                  </a:ext>
                </a:extLst>
              </p:spPr>
              <p:txBody>
                <a:bodyPr anchor="ctr"/>
                <a:lstStyle>
                  <a:lvl1pPr eaLnBrk="0" hangingPunct="0">
                    <a:defRPr kumimoji="1" sz="2000">
                      <a:solidFill>
                        <a:srgbClr val="000099"/>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rgbClr val="000099"/>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rgbClr val="000099"/>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rgbClr val="000099"/>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9pPr>
                </a:lstStyle>
                <a:p>
                  <a:pPr algn="ctr" eaLnBrk="1" hangingPunct="1">
                    <a:lnSpc>
                      <a:spcPct val="100000"/>
                    </a:lnSpc>
                    <a:buFontTx/>
                    <a:buNone/>
                  </a:pPr>
                  <a:r>
                    <a:rPr lang="zh-CN" altLang="en-US" sz="1800">
                      <a:latin typeface="华文中宋" panose="02010600040101010101" pitchFamily="2" charset="-122"/>
                    </a:rPr>
                    <a:t>尺寸系</a:t>
                  </a:r>
                  <a:br>
                    <a:rPr lang="zh-CN" altLang="en-US" sz="1800">
                      <a:latin typeface="华文中宋" panose="02010600040101010101" pitchFamily="2" charset="-122"/>
                    </a:rPr>
                  </a:br>
                  <a:r>
                    <a:rPr lang="zh-CN" altLang="en-US" sz="1800">
                      <a:latin typeface="华文中宋" panose="02010600040101010101" pitchFamily="2" charset="-122"/>
                    </a:rPr>
                    <a:t>列代号</a:t>
                  </a:r>
                  <a:endParaRPr lang="zh-CN" altLang="en-US" sz="1800">
                    <a:latin typeface="华文中宋" panose="02010600040101010101" pitchFamily="2" charset="-122"/>
                  </a:endParaRPr>
                </a:p>
              </p:txBody>
            </p:sp>
            <p:sp>
              <p:nvSpPr>
                <p:cNvPr id="15404" name="Rectangle 110"/>
                <p:cNvSpPr>
                  <a:spLocks noChangeArrowheads="1"/>
                </p:cNvSpPr>
                <p:nvPr/>
              </p:nvSpPr>
              <p:spPr bwMode="auto">
                <a:xfrm>
                  <a:off x="1195" y="548"/>
                  <a:ext cx="716" cy="250"/>
                </a:xfrm>
                <a:prstGeom prst="rect">
                  <a:avLst/>
                </a:prstGeom>
                <a:noFill/>
                <a:ln w="12700">
                  <a:solidFill>
                    <a:srgbClr val="000099"/>
                  </a:solidFill>
                  <a:miter lim="800000"/>
                </a:ln>
                <a:extLst>
                  <a:ext uri="{909E8E84-426E-40DD-AFC4-6F175D3DCCD1}">
                    <a14:hiddenFill xmlns:a14="http://schemas.microsoft.com/office/drawing/2010/main">
                      <a:solidFill>
                        <a:srgbClr val="FFFFFF"/>
                      </a:solidFill>
                    </a14:hiddenFill>
                  </a:ext>
                </a:extLst>
              </p:spPr>
              <p:txBody>
                <a:bodyPr wrap="none"/>
                <a:lstStyle>
                  <a:lvl1pPr eaLnBrk="0" hangingPunct="0">
                    <a:defRPr kumimoji="1" sz="2000">
                      <a:solidFill>
                        <a:srgbClr val="000099"/>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rgbClr val="000099"/>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rgbClr val="000099"/>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rgbClr val="000099"/>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endParaRPr lang="zh-CN" altLang="en-US"/>
                </a:p>
              </p:txBody>
            </p:sp>
          </p:grpSp>
        </p:grpSp>
        <p:grpSp>
          <p:nvGrpSpPr>
            <p:cNvPr id="15386" name="Group 117"/>
            <p:cNvGrpSpPr/>
            <p:nvPr/>
          </p:nvGrpSpPr>
          <p:grpSpPr bwMode="auto">
            <a:xfrm>
              <a:off x="2055" y="2509"/>
              <a:ext cx="716" cy="1411"/>
              <a:chOff x="1911" y="548"/>
              <a:chExt cx="716" cy="884"/>
            </a:xfrm>
          </p:grpSpPr>
          <p:sp>
            <p:nvSpPr>
              <p:cNvPr id="15397" name="Rectangle 116"/>
              <p:cNvSpPr>
                <a:spLocks noChangeArrowheads="1"/>
              </p:cNvSpPr>
              <p:nvPr/>
            </p:nvSpPr>
            <p:spPr bwMode="auto">
              <a:xfrm>
                <a:off x="1911" y="548"/>
                <a:ext cx="716" cy="250"/>
              </a:xfrm>
              <a:prstGeom prst="rect">
                <a:avLst/>
              </a:prstGeom>
              <a:solidFill>
                <a:srgbClr val="FFEEEE"/>
              </a:solidFill>
              <a:ln w="12700">
                <a:solidFill>
                  <a:srgbClr val="000099"/>
                </a:solidFill>
                <a:miter lim="800000"/>
              </a:ln>
            </p:spPr>
            <p:txBody>
              <a:bodyPr wrap="none"/>
              <a:lstStyle>
                <a:lvl1pPr eaLnBrk="0" hangingPunct="0">
                  <a:defRPr kumimoji="1" sz="2000">
                    <a:solidFill>
                      <a:srgbClr val="000099"/>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rgbClr val="000099"/>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rgbClr val="000099"/>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rgbClr val="000099"/>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endParaRPr lang="zh-CN" altLang="en-US"/>
              </a:p>
            </p:txBody>
          </p:sp>
          <p:grpSp>
            <p:nvGrpSpPr>
              <p:cNvPr id="15398" name="Group 115"/>
              <p:cNvGrpSpPr/>
              <p:nvPr/>
            </p:nvGrpSpPr>
            <p:grpSpPr bwMode="auto">
              <a:xfrm>
                <a:off x="1911" y="548"/>
                <a:ext cx="716" cy="884"/>
                <a:chOff x="1911" y="548"/>
                <a:chExt cx="716" cy="884"/>
              </a:xfrm>
            </p:grpSpPr>
            <p:sp>
              <p:nvSpPr>
                <p:cNvPr id="15399" name="Rectangle 35"/>
                <p:cNvSpPr>
                  <a:spLocks noChangeArrowheads="1"/>
                </p:cNvSpPr>
                <p:nvPr/>
              </p:nvSpPr>
              <p:spPr bwMode="auto">
                <a:xfrm>
                  <a:off x="1911" y="548"/>
                  <a:ext cx="716" cy="884"/>
                </a:xfrm>
                <a:prstGeom prst="rect">
                  <a:avLst/>
                </a:prstGeom>
                <a:solidFill>
                  <a:srgbClr val="FFEEEE"/>
                </a:solidFill>
                <a:ln w="12700">
                  <a:solidFill>
                    <a:srgbClr val="000099"/>
                  </a:solidFill>
                  <a:miter lim="800000"/>
                </a:ln>
              </p:spPr>
              <p:txBody>
                <a:bodyPr anchor="ctr"/>
                <a:lstStyle>
                  <a:lvl1pPr eaLnBrk="0" hangingPunct="0">
                    <a:defRPr kumimoji="1" sz="2000">
                      <a:solidFill>
                        <a:srgbClr val="000099"/>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rgbClr val="000099"/>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rgbClr val="000099"/>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rgbClr val="000099"/>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9pPr>
                </a:lstStyle>
                <a:p>
                  <a:pPr algn="ctr" eaLnBrk="1" hangingPunct="1">
                    <a:lnSpc>
                      <a:spcPct val="100000"/>
                    </a:lnSpc>
                    <a:buFontTx/>
                    <a:buNone/>
                  </a:pPr>
                  <a:r>
                    <a:rPr lang="zh-CN" altLang="en-US" sz="1800" dirty="0">
                      <a:latin typeface="黑体" panose="02010609060101010101" pitchFamily="49" charset="-122"/>
                      <a:ea typeface="黑体" panose="02010609060101010101" pitchFamily="49" charset="-122"/>
                    </a:rPr>
                    <a:t>内</a:t>
                  </a:r>
                  <a:br>
                    <a:rPr lang="zh-CN" altLang="en-US" sz="1800" dirty="0">
                      <a:latin typeface="黑体" panose="02010609060101010101" pitchFamily="49" charset="-122"/>
                      <a:ea typeface="黑体" panose="02010609060101010101" pitchFamily="49" charset="-122"/>
                    </a:rPr>
                  </a:br>
                  <a:r>
                    <a:rPr lang="zh-CN" altLang="en-US" sz="1800" dirty="0">
                      <a:latin typeface="黑体" panose="02010609060101010101" pitchFamily="49" charset="-122"/>
                      <a:ea typeface="黑体" panose="02010609060101010101" pitchFamily="49" charset="-122"/>
                    </a:rPr>
                    <a:t>径</a:t>
                  </a:r>
                  <a:br>
                    <a:rPr lang="zh-CN" altLang="en-US" sz="1800" dirty="0">
                      <a:latin typeface="黑体" panose="02010609060101010101" pitchFamily="49" charset="-122"/>
                      <a:ea typeface="黑体" panose="02010609060101010101" pitchFamily="49" charset="-122"/>
                    </a:rPr>
                  </a:br>
                  <a:r>
                    <a:rPr lang="zh-CN" altLang="en-US" sz="1800" dirty="0">
                      <a:latin typeface="黑体" panose="02010609060101010101" pitchFamily="49" charset="-122"/>
                      <a:ea typeface="黑体" panose="02010609060101010101" pitchFamily="49" charset="-122"/>
                    </a:rPr>
                    <a:t>代</a:t>
                  </a:r>
                  <a:br>
                    <a:rPr lang="zh-CN" altLang="en-US" sz="1800" dirty="0">
                      <a:latin typeface="黑体" panose="02010609060101010101" pitchFamily="49" charset="-122"/>
                      <a:ea typeface="黑体" panose="02010609060101010101" pitchFamily="49" charset="-122"/>
                    </a:rPr>
                  </a:br>
                  <a:r>
                    <a:rPr lang="zh-CN" altLang="en-US" sz="1800" dirty="0">
                      <a:latin typeface="黑体" panose="02010609060101010101" pitchFamily="49" charset="-122"/>
                      <a:ea typeface="黑体" panose="02010609060101010101" pitchFamily="49" charset="-122"/>
                    </a:rPr>
                    <a:t>号</a:t>
                  </a:r>
                  <a:endParaRPr lang="zh-CN" altLang="en-US" sz="1800" dirty="0">
                    <a:latin typeface="黑体" panose="02010609060101010101" pitchFamily="49" charset="-122"/>
                    <a:ea typeface="黑体" panose="02010609060101010101" pitchFamily="49" charset="-122"/>
                  </a:endParaRPr>
                </a:p>
              </p:txBody>
            </p:sp>
            <p:sp>
              <p:nvSpPr>
                <p:cNvPr id="15400" name="Rectangle 114"/>
                <p:cNvSpPr>
                  <a:spLocks noChangeArrowheads="1"/>
                </p:cNvSpPr>
                <p:nvPr/>
              </p:nvSpPr>
              <p:spPr bwMode="auto">
                <a:xfrm>
                  <a:off x="1911" y="548"/>
                  <a:ext cx="716" cy="884"/>
                </a:xfrm>
                <a:prstGeom prst="rect">
                  <a:avLst/>
                </a:prstGeom>
                <a:noFill/>
                <a:ln w="12700">
                  <a:solidFill>
                    <a:srgbClr val="000099"/>
                  </a:solidFill>
                  <a:miter lim="800000"/>
                </a:ln>
                <a:extLst>
                  <a:ext uri="{909E8E84-426E-40DD-AFC4-6F175D3DCCD1}">
                    <a14:hiddenFill xmlns:a14="http://schemas.microsoft.com/office/drawing/2010/main">
                      <a:solidFill>
                        <a:srgbClr val="FFFFFF"/>
                      </a:solidFill>
                    </a14:hiddenFill>
                  </a:ext>
                </a:extLst>
              </p:spPr>
              <p:txBody>
                <a:bodyPr wrap="none"/>
                <a:lstStyle>
                  <a:lvl1pPr eaLnBrk="0" hangingPunct="0">
                    <a:defRPr kumimoji="1" sz="2000">
                      <a:solidFill>
                        <a:srgbClr val="000099"/>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rgbClr val="000099"/>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rgbClr val="000099"/>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rgbClr val="000099"/>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endParaRPr lang="zh-CN" altLang="en-US"/>
                </a:p>
              </p:txBody>
            </p:sp>
          </p:grpSp>
        </p:grpSp>
        <p:grpSp>
          <p:nvGrpSpPr>
            <p:cNvPr id="15387" name="Group 121"/>
            <p:cNvGrpSpPr/>
            <p:nvPr/>
          </p:nvGrpSpPr>
          <p:grpSpPr bwMode="auto">
            <a:xfrm>
              <a:off x="1339" y="2908"/>
              <a:ext cx="358" cy="1012"/>
              <a:chOff x="1195" y="798"/>
              <a:chExt cx="358" cy="634"/>
            </a:xfrm>
          </p:grpSpPr>
          <p:sp>
            <p:nvSpPr>
              <p:cNvPr id="15393" name="Rectangle 120"/>
              <p:cNvSpPr>
                <a:spLocks noChangeArrowheads="1"/>
              </p:cNvSpPr>
              <p:nvPr/>
            </p:nvSpPr>
            <p:spPr bwMode="auto">
              <a:xfrm>
                <a:off x="1195" y="798"/>
                <a:ext cx="358" cy="634"/>
              </a:xfrm>
              <a:prstGeom prst="rect">
                <a:avLst/>
              </a:prstGeom>
              <a:solidFill>
                <a:srgbClr val="FFEEEE"/>
              </a:solidFill>
              <a:ln w="12700">
                <a:solidFill>
                  <a:srgbClr val="000099"/>
                </a:solidFill>
                <a:miter lim="800000"/>
              </a:ln>
            </p:spPr>
            <p:txBody>
              <a:bodyPr wrap="none"/>
              <a:lstStyle>
                <a:lvl1pPr eaLnBrk="0" hangingPunct="0">
                  <a:defRPr kumimoji="1" sz="2000">
                    <a:solidFill>
                      <a:srgbClr val="000099"/>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rgbClr val="000099"/>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rgbClr val="000099"/>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rgbClr val="000099"/>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endParaRPr lang="zh-CN" altLang="en-US"/>
              </a:p>
            </p:txBody>
          </p:sp>
          <p:grpSp>
            <p:nvGrpSpPr>
              <p:cNvPr id="15394" name="Group 119"/>
              <p:cNvGrpSpPr/>
              <p:nvPr/>
            </p:nvGrpSpPr>
            <p:grpSpPr bwMode="auto">
              <a:xfrm>
                <a:off x="1195" y="798"/>
                <a:ext cx="358" cy="634"/>
                <a:chOff x="1195" y="798"/>
                <a:chExt cx="358" cy="634"/>
              </a:xfrm>
            </p:grpSpPr>
            <p:sp>
              <p:nvSpPr>
                <p:cNvPr id="15395" name="Rectangle 36"/>
                <p:cNvSpPr>
                  <a:spLocks noChangeArrowheads="1"/>
                </p:cNvSpPr>
                <p:nvPr/>
              </p:nvSpPr>
              <p:spPr bwMode="auto">
                <a:xfrm>
                  <a:off x="1195" y="798"/>
                  <a:ext cx="358" cy="634"/>
                </a:xfrm>
                <a:prstGeom prst="rect">
                  <a:avLst/>
                </a:prstGeom>
                <a:solidFill>
                  <a:srgbClr val="FFEEEE"/>
                </a:solidFill>
                <a:ln w="12700">
                  <a:solidFill>
                    <a:srgbClr val="000099"/>
                  </a:solidFill>
                  <a:miter lim="800000"/>
                </a:ln>
              </p:spPr>
              <p:txBody>
                <a:bodyPr anchor="ctr"/>
                <a:lstStyle>
                  <a:lvl1pPr eaLnBrk="0" hangingPunct="0">
                    <a:defRPr kumimoji="1" sz="2000">
                      <a:solidFill>
                        <a:srgbClr val="000099"/>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rgbClr val="000099"/>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rgbClr val="000099"/>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rgbClr val="000099"/>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9pPr>
                </a:lstStyle>
                <a:p>
                  <a:pPr algn="ctr" eaLnBrk="1" hangingPunct="1">
                    <a:lnSpc>
                      <a:spcPct val="100000"/>
                    </a:lnSpc>
                    <a:buFontTx/>
                    <a:buNone/>
                  </a:pPr>
                  <a:r>
                    <a:rPr lang="zh-CN" altLang="en-US" sz="1800">
                      <a:latin typeface="华文中宋" panose="02010600040101010101" pitchFamily="2" charset="-122"/>
                    </a:rPr>
                    <a:t>宽</a:t>
                  </a:r>
                  <a:br>
                    <a:rPr lang="zh-CN" altLang="en-US" sz="1800">
                      <a:latin typeface="华文中宋" panose="02010600040101010101" pitchFamily="2" charset="-122"/>
                    </a:rPr>
                  </a:br>
                  <a:r>
                    <a:rPr lang="zh-CN" altLang="en-US" sz="1800">
                      <a:latin typeface="华文中宋" panose="02010600040101010101" pitchFamily="2" charset="-122"/>
                    </a:rPr>
                    <a:t>度</a:t>
                  </a:r>
                  <a:br>
                    <a:rPr lang="zh-CN" altLang="en-US" sz="1800">
                      <a:latin typeface="华文中宋" panose="02010600040101010101" pitchFamily="2" charset="-122"/>
                    </a:rPr>
                  </a:br>
                  <a:r>
                    <a:rPr lang="zh-CN" altLang="en-US" sz="1800">
                      <a:latin typeface="华文中宋" panose="02010600040101010101" pitchFamily="2" charset="-122"/>
                    </a:rPr>
                    <a:t>系</a:t>
                  </a:r>
                  <a:br>
                    <a:rPr lang="zh-CN" altLang="en-US" sz="1800">
                      <a:latin typeface="华文中宋" panose="02010600040101010101" pitchFamily="2" charset="-122"/>
                    </a:rPr>
                  </a:br>
                  <a:r>
                    <a:rPr lang="zh-CN" altLang="en-US" sz="1800">
                      <a:latin typeface="华文中宋" panose="02010600040101010101" pitchFamily="2" charset="-122"/>
                    </a:rPr>
                    <a:t>列</a:t>
                  </a:r>
                  <a:br>
                    <a:rPr lang="zh-CN" altLang="en-US" sz="1800">
                      <a:latin typeface="华文中宋" panose="02010600040101010101" pitchFamily="2" charset="-122"/>
                    </a:rPr>
                  </a:br>
                  <a:r>
                    <a:rPr lang="zh-CN" altLang="en-US" sz="1800">
                      <a:latin typeface="华文中宋" panose="02010600040101010101" pitchFamily="2" charset="-122"/>
                    </a:rPr>
                    <a:t>代</a:t>
                  </a:r>
                  <a:br>
                    <a:rPr lang="zh-CN" altLang="en-US" sz="1800">
                      <a:latin typeface="华文中宋" panose="02010600040101010101" pitchFamily="2" charset="-122"/>
                    </a:rPr>
                  </a:br>
                  <a:r>
                    <a:rPr lang="zh-CN" altLang="en-US" sz="1800">
                      <a:latin typeface="华文中宋" panose="02010600040101010101" pitchFamily="2" charset="-122"/>
                    </a:rPr>
                    <a:t>号</a:t>
                  </a:r>
                  <a:endParaRPr lang="zh-CN" altLang="en-US" sz="1800">
                    <a:latin typeface="华文中宋" panose="02010600040101010101" pitchFamily="2" charset="-122"/>
                  </a:endParaRPr>
                </a:p>
              </p:txBody>
            </p:sp>
            <p:sp>
              <p:nvSpPr>
                <p:cNvPr id="15396" name="Rectangle 118"/>
                <p:cNvSpPr>
                  <a:spLocks noChangeArrowheads="1"/>
                </p:cNvSpPr>
                <p:nvPr/>
              </p:nvSpPr>
              <p:spPr bwMode="auto">
                <a:xfrm>
                  <a:off x="1195" y="798"/>
                  <a:ext cx="358" cy="634"/>
                </a:xfrm>
                <a:prstGeom prst="rect">
                  <a:avLst/>
                </a:prstGeom>
                <a:noFill/>
                <a:ln w="12700">
                  <a:solidFill>
                    <a:srgbClr val="000099"/>
                  </a:solidFill>
                  <a:miter lim="800000"/>
                </a:ln>
                <a:extLst>
                  <a:ext uri="{909E8E84-426E-40DD-AFC4-6F175D3DCCD1}">
                    <a14:hiddenFill xmlns:a14="http://schemas.microsoft.com/office/drawing/2010/main">
                      <a:solidFill>
                        <a:srgbClr val="FFFFFF"/>
                      </a:solidFill>
                    </a14:hiddenFill>
                  </a:ext>
                </a:extLst>
              </p:spPr>
              <p:txBody>
                <a:bodyPr wrap="none"/>
                <a:lstStyle>
                  <a:lvl1pPr eaLnBrk="0" hangingPunct="0">
                    <a:defRPr kumimoji="1" sz="2000">
                      <a:solidFill>
                        <a:srgbClr val="000099"/>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rgbClr val="000099"/>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rgbClr val="000099"/>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rgbClr val="000099"/>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endParaRPr lang="zh-CN" altLang="en-US"/>
                </a:p>
              </p:txBody>
            </p:sp>
          </p:grpSp>
        </p:grpSp>
        <p:grpSp>
          <p:nvGrpSpPr>
            <p:cNvPr id="15388" name="Group 125"/>
            <p:cNvGrpSpPr/>
            <p:nvPr/>
          </p:nvGrpSpPr>
          <p:grpSpPr bwMode="auto">
            <a:xfrm>
              <a:off x="1697" y="2908"/>
              <a:ext cx="358" cy="1012"/>
              <a:chOff x="1553" y="798"/>
              <a:chExt cx="358" cy="634"/>
            </a:xfrm>
          </p:grpSpPr>
          <p:sp>
            <p:nvSpPr>
              <p:cNvPr id="15389" name="Rectangle 124"/>
              <p:cNvSpPr>
                <a:spLocks noChangeArrowheads="1"/>
              </p:cNvSpPr>
              <p:nvPr/>
            </p:nvSpPr>
            <p:spPr bwMode="auto">
              <a:xfrm>
                <a:off x="1553" y="798"/>
                <a:ext cx="358" cy="634"/>
              </a:xfrm>
              <a:prstGeom prst="rect">
                <a:avLst/>
              </a:prstGeom>
              <a:solidFill>
                <a:srgbClr val="FBFDDB"/>
              </a:solidFill>
              <a:ln w="12700">
                <a:solidFill>
                  <a:srgbClr val="000099"/>
                </a:solidFill>
                <a:miter lim="800000"/>
              </a:ln>
            </p:spPr>
            <p:txBody>
              <a:bodyPr wrap="none"/>
              <a:lstStyle>
                <a:lvl1pPr eaLnBrk="0" hangingPunct="0">
                  <a:defRPr kumimoji="1" sz="2000">
                    <a:solidFill>
                      <a:srgbClr val="000099"/>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rgbClr val="000099"/>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rgbClr val="000099"/>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rgbClr val="000099"/>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endParaRPr lang="zh-CN" altLang="en-US"/>
              </a:p>
            </p:txBody>
          </p:sp>
          <p:grpSp>
            <p:nvGrpSpPr>
              <p:cNvPr id="15390" name="Group 123"/>
              <p:cNvGrpSpPr/>
              <p:nvPr/>
            </p:nvGrpSpPr>
            <p:grpSpPr bwMode="auto">
              <a:xfrm>
                <a:off x="1553" y="798"/>
                <a:ext cx="358" cy="634"/>
                <a:chOff x="1553" y="798"/>
                <a:chExt cx="358" cy="634"/>
              </a:xfrm>
            </p:grpSpPr>
            <p:sp>
              <p:nvSpPr>
                <p:cNvPr id="15391" name="Rectangle 37"/>
                <p:cNvSpPr>
                  <a:spLocks noChangeArrowheads="1"/>
                </p:cNvSpPr>
                <p:nvPr/>
              </p:nvSpPr>
              <p:spPr bwMode="auto">
                <a:xfrm>
                  <a:off x="1553" y="798"/>
                  <a:ext cx="358" cy="634"/>
                </a:xfrm>
                <a:prstGeom prst="rect">
                  <a:avLst/>
                </a:prstGeom>
                <a:solidFill>
                  <a:srgbClr val="FBFDDB"/>
                </a:solidFill>
                <a:ln w="12700">
                  <a:solidFill>
                    <a:srgbClr val="000099"/>
                  </a:solidFill>
                  <a:miter lim="800000"/>
                </a:ln>
              </p:spPr>
              <p:txBody>
                <a:bodyPr anchor="ctr"/>
                <a:lstStyle>
                  <a:lvl1pPr eaLnBrk="0" hangingPunct="0">
                    <a:defRPr kumimoji="1" sz="2000">
                      <a:solidFill>
                        <a:srgbClr val="000099"/>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rgbClr val="000099"/>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rgbClr val="000099"/>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rgbClr val="000099"/>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9pPr>
                </a:lstStyle>
                <a:p>
                  <a:pPr algn="ctr" eaLnBrk="1" hangingPunct="1">
                    <a:lnSpc>
                      <a:spcPct val="100000"/>
                    </a:lnSpc>
                    <a:buFontTx/>
                    <a:buNone/>
                  </a:pPr>
                  <a:r>
                    <a:rPr lang="zh-CN" altLang="en-US" sz="1800">
                      <a:latin typeface="华文中宋" panose="02010600040101010101" pitchFamily="2" charset="-122"/>
                    </a:rPr>
                    <a:t>直</a:t>
                  </a:r>
                  <a:br>
                    <a:rPr lang="zh-CN" altLang="en-US" sz="1800">
                      <a:latin typeface="华文中宋" panose="02010600040101010101" pitchFamily="2" charset="-122"/>
                    </a:rPr>
                  </a:br>
                  <a:r>
                    <a:rPr lang="zh-CN" altLang="en-US" sz="1800">
                      <a:latin typeface="华文中宋" panose="02010600040101010101" pitchFamily="2" charset="-122"/>
                    </a:rPr>
                    <a:t>径</a:t>
                  </a:r>
                  <a:br>
                    <a:rPr lang="zh-CN" altLang="en-US" sz="1800">
                      <a:latin typeface="华文中宋" panose="02010600040101010101" pitchFamily="2" charset="-122"/>
                    </a:rPr>
                  </a:br>
                  <a:r>
                    <a:rPr lang="zh-CN" altLang="en-US" sz="1800">
                      <a:latin typeface="华文中宋" panose="02010600040101010101" pitchFamily="2" charset="-122"/>
                    </a:rPr>
                    <a:t>系</a:t>
                  </a:r>
                  <a:br>
                    <a:rPr lang="zh-CN" altLang="en-US" sz="1800">
                      <a:latin typeface="华文中宋" panose="02010600040101010101" pitchFamily="2" charset="-122"/>
                    </a:rPr>
                  </a:br>
                  <a:r>
                    <a:rPr lang="zh-CN" altLang="en-US" sz="1800">
                      <a:latin typeface="华文中宋" panose="02010600040101010101" pitchFamily="2" charset="-122"/>
                    </a:rPr>
                    <a:t>列</a:t>
                  </a:r>
                  <a:br>
                    <a:rPr lang="zh-CN" altLang="en-US" sz="1800">
                      <a:latin typeface="华文中宋" panose="02010600040101010101" pitchFamily="2" charset="-122"/>
                    </a:rPr>
                  </a:br>
                  <a:r>
                    <a:rPr lang="zh-CN" altLang="en-US" sz="1800">
                      <a:latin typeface="华文中宋" panose="02010600040101010101" pitchFamily="2" charset="-122"/>
                    </a:rPr>
                    <a:t>代</a:t>
                  </a:r>
                  <a:br>
                    <a:rPr lang="zh-CN" altLang="en-US" sz="1800">
                      <a:latin typeface="华文中宋" panose="02010600040101010101" pitchFamily="2" charset="-122"/>
                    </a:rPr>
                  </a:br>
                  <a:r>
                    <a:rPr lang="zh-CN" altLang="en-US" sz="1800">
                      <a:latin typeface="华文中宋" panose="02010600040101010101" pitchFamily="2" charset="-122"/>
                    </a:rPr>
                    <a:t>号</a:t>
                  </a:r>
                  <a:endParaRPr lang="zh-CN" altLang="en-US" sz="1800">
                    <a:latin typeface="华文中宋" panose="02010600040101010101" pitchFamily="2" charset="-122"/>
                  </a:endParaRPr>
                </a:p>
              </p:txBody>
            </p:sp>
            <p:sp>
              <p:nvSpPr>
                <p:cNvPr id="15392" name="Rectangle 122"/>
                <p:cNvSpPr>
                  <a:spLocks noChangeArrowheads="1"/>
                </p:cNvSpPr>
                <p:nvPr/>
              </p:nvSpPr>
              <p:spPr bwMode="auto">
                <a:xfrm>
                  <a:off x="1553" y="798"/>
                  <a:ext cx="358" cy="634"/>
                </a:xfrm>
                <a:prstGeom prst="rect">
                  <a:avLst/>
                </a:prstGeom>
                <a:noFill/>
                <a:ln w="12700">
                  <a:solidFill>
                    <a:srgbClr val="000099"/>
                  </a:solidFill>
                  <a:miter lim="800000"/>
                </a:ln>
                <a:extLst>
                  <a:ext uri="{909E8E84-426E-40DD-AFC4-6F175D3DCCD1}">
                    <a14:hiddenFill xmlns:a14="http://schemas.microsoft.com/office/drawing/2010/main">
                      <a:solidFill>
                        <a:srgbClr val="FFFFFF"/>
                      </a:solidFill>
                    </a14:hiddenFill>
                  </a:ext>
                </a:extLst>
              </p:spPr>
              <p:txBody>
                <a:bodyPr wrap="none"/>
                <a:lstStyle>
                  <a:lvl1pPr eaLnBrk="0" hangingPunct="0">
                    <a:defRPr kumimoji="1" sz="2000">
                      <a:solidFill>
                        <a:srgbClr val="000099"/>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rgbClr val="000099"/>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rgbClr val="000099"/>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rgbClr val="000099"/>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endParaRPr lang="zh-CN" altLang="en-US"/>
                </a:p>
              </p:txBody>
            </p:sp>
          </p:grpSp>
        </p:grpSp>
      </p:grpSp>
      <p:sp>
        <p:nvSpPr>
          <p:cNvPr id="14474" name="Text Box 138"/>
          <p:cNvSpPr txBox="1">
            <a:spLocks noChangeArrowheads="1"/>
          </p:cNvSpPr>
          <p:nvPr/>
        </p:nvSpPr>
        <p:spPr bwMode="auto">
          <a:xfrm>
            <a:off x="331304" y="1647618"/>
            <a:ext cx="24701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57150">
                <a:solidFill>
                  <a:srgbClr val="000000"/>
                </a:solidFill>
                <a:miter lim="800000"/>
                <a:headEnd/>
                <a:tailEnd/>
              </a14:hiddenLine>
            </a:ext>
          </a:extLst>
        </p:spPr>
        <p:txBody>
          <a:bodyPr wrap="none">
            <a:spAutoFit/>
          </a:bodyPr>
          <a:lstStyle>
            <a:lvl1pPr eaLnBrk="0" hangingPunct="0">
              <a:defRPr kumimoji="1" sz="2000">
                <a:solidFill>
                  <a:srgbClr val="000099"/>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rgbClr val="000099"/>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rgbClr val="000099"/>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rgbClr val="000099"/>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9pPr>
          </a:lstStyle>
          <a:p>
            <a:pPr algn="ctr" eaLnBrk="1" hangingPunct="1">
              <a:lnSpc>
                <a:spcPct val="100000"/>
              </a:lnSpc>
              <a:buFontTx/>
              <a:buNone/>
            </a:pPr>
            <a:r>
              <a:rPr lang="zh-CN" altLang="en-US" dirty="0">
                <a:latin typeface="华文中宋" panose="02010600040101010101" pitchFamily="2" charset="-122"/>
              </a:rPr>
              <a:t>滚动轴承代号构成：</a:t>
            </a:r>
            <a:endParaRPr lang="zh-CN" altLang="en-US" sz="1800" dirty="0">
              <a:latin typeface="华文中宋" panose="02010600040101010101" pitchFamily="2" charset="-122"/>
            </a:endParaRPr>
          </a:p>
        </p:txBody>
      </p:sp>
      <p:sp>
        <p:nvSpPr>
          <p:cNvPr id="14478" name="Text Box 142"/>
          <p:cNvSpPr txBox="1">
            <a:spLocks noChangeArrowheads="1"/>
          </p:cNvSpPr>
          <p:nvPr/>
        </p:nvSpPr>
        <p:spPr bwMode="auto">
          <a:xfrm>
            <a:off x="595313" y="1174750"/>
            <a:ext cx="8548687"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57150">
                <a:solidFill>
                  <a:srgbClr val="000000"/>
                </a:solidFill>
                <a:miter lim="800000"/>
                <a:headEnd/>
                <a:tailEnd/>
              </a14:hiddenLine>
            </a:ext>
          </a:extLst>
        </p:spPr>
        <p:txBody>
          <a:bodyPr wrap="none">
            <a:spAutoFit/>
          </a:bodyPr>
          <a:lstStyle>
            <a:lvl1pPr eaLnBrk="0" hangingPunct="0">
              <a:defRPr kumimoji="1" sz="2000">
                <a:solidFill>
                  <a:srgbClr val="000099"/>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rgbClr val="000099"/>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rgbClr val="000099"/>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rgbClr val="000099"/>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9pPr>
          </a:lstStyle>
          <a:p>
            <a:pPr algn="ctr" eaLnBrk="1" hangingPunct="1">
              <a:lnSpc>
                <a:spcPct val="100000"/>
              </a:lnSpc>
              <a:buFontTx/>
              <a:buNone/>
            </a:pPr>
            <a:r>
              <a:rPr lang="zh-CN" altLang="en-US" dirty="0">
                <a:latin typeface="华文中宋" panose="02010600040101010101" pitchFamily="2" charset="-122"/>
              </a:rPr>
              <a:t>代号用于表征滚动轴承的</a:t>
            </a:r>
            <a:r>
              <a:rPr lang="zh-CN" altLang="en-US" dirty="0">
                <a:solidFill>
                  <a:schemeClr val="tx2">
                    <a:lumMod val="60000"/>
                    <a:lumOff val="40000"/>
                  </a:schemeClr>
                </a:solidFill>
                <a:latin typeface="华文中宋" panose="02010600040101010101" pitchFamily="2" charset="-122"/>
              </a:rPr>
              <a:t>结构、尺寸、类型、精度</a:t>
            </a:r>
            <a:r>
              <a:rPr lang="zh-CN" altLang="en-US" dirty="0">
                <a:latin typeface="华文中宋" panose="02010600040101010101" pitchFamily="2" charset="-122"/>
              </a:rPr>
              <a:t>等，由</a:t>
            </a:r>
            <a:r>
              <a:rPr lang="en-US" altLang="zh-CN" dirty="0">
                <a:latin typeface="华文中宋" panose="02010600040101010101" pitchFamily="2" charset="-122"/>
              </a:rPr>
              <a:t>GB/T272</a:t>
            </a:r>
            <a:r>
              <a:rPr lang="zh-CN" altLang="en-US" dirty="0">
                <a:latin typeface="华文中宋" panose="02010600040101010101" pitchFamily="2" charset="-122"/>
              </a:rPr>
              <a:t>规定。 </a:t>
            </a:r>
            <a:endParaRPr lang="zh-CN" altLang="en-US" dirty="0">
              <a:latin typeface="华文中宋" panose="02010600040101010101" pitchFamily="2" charset="-122"/>
            </a:endParaRPr>
          </a:p>
        </p:txBody>
      </p:sp>
      <p:sp>
        <p:nvSpPr>
          <p:cNvPr id="14481" name="Text Box 145"/>
          <p:cNvSpPr txBox="1">
            <a:spLocks noChangeArrowheads="1"/>
          </p:cNvSpPr>
          <p:nvPr/>
        </p:nvSpPr>
        <p:spPr bwMode="auto">
          <a:xfrm>
            <a:off x="586904" y="6269824"/>
            <a:ext cx="3994150" cy="396875"/>
          </a:xfrm>
          <a:prstGeom prst="rect">
            <a:avLst/>
          </a:prstGeom>
          <a:gradFill flip="none" rotWithShape="1">
            <a:gsLst>
              <a:gs pos="0">
                <a:schemeClr val="tx2">
                  <a:lumMod val="60000"/>
                  <a:lumOff val="40000"/>
                  <a:tint val="66000"/>
                  <a:satMod val="160000"/>
                </a:schemeClr>
              </a:gs>
              <a:gs pos="50000">
                <a:schemeClr val="tx2">
                  <a:lumMod val="60000"/>
                  <a:lumOff val="40000"/>
                  <a:tint val="44500"/>
                  <a:satMod val="160000"/>
                </a:schemeClr>
              </a:gs>
              <a:gs pos="100000">
                <a:schemeClr val="tx2">
                  <a:lumMod val="60000"/>
                  <a:lumOff val="40000"/>
                  <a:tint val="23500"/>
                  <a:satMod val="160000"/>
                </a:schemeClr>
              </a:gs>
            </a:gsLst>
            <a:lin ang="5400000" scaled="1"/>
            <a:tileRect/>
          </a:gradFill>
          <a:ln>
            <a:noFill/>
          </a:ln>
        </p:spPr>
        <p:txBody>
          <a:bodyPr wrap="none">
            <a:spAutoFit/>
          </a:bodyPr>
          <a:lstStyle>
            <a:lvl1pPr eaLnBrk="0" hangingPunct="0">
              <a:defRPr kumimoji="1" sz="2000">
                <a:solidFill>
                  <a:srgbClr val="000099"/>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rgbClr val="000099"/>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rgbClr val="000099"/>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rgbClr val="000099"/>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lnSpc>
                <a:spcPct val="100000"/>
              </a:lnSpc>
              <a:buFontTx/>
              <a:buNone/>
            </a:pPr>
            <a:r>
              <a:rPr lang="zh-CN" altLang="en-US" dirty="0">
                <a:latin typeface="华文中宋" panose="02010600040101010101" pitchFamily="2" charset="-122"/>
              </a:rPr>
              <a:t>前置代号</a:t>
            </a:r>
            <a:r>
              <a:rPr lang="en-US" altLang="zh-CN" dirty="0"/>
              <a:t>——</a:t>
            </a:r>
            <a:r>
              <a:rPr lang="zh-CN" altLang="en-US" dirty="0">
                <a:latin typeface="华文中宋" panose="02010600040101010101" pitchFamily="2" charset="-122"/>
              </a:rPr>
              <a:t>表示轴承的分部件。</a:t>
            </a:r>
            <a:endParaRPr lang="zh-CN" altLang="en-US" dirty="0">
              <a:latin typeface="华文中宋" panose="02010600040101010101" pitchFamily="2" charset="-122"/>
            </a:endParaRPr>
          </a:p>
        </p:txBody>
      </p:sp>
      <p:sp>
        <p:nvSpPr>
          <p:cNvPr id="14482" name="Text Box 146"/>
          <p:cNvSpPr txBox="1">
            <a:spLocks noChangeArrowheads="1"/>
          </p:cNvSpPr>
          <p:nvPr/>
        </p:nvSpPr>
        <p:spPr bwMode="auto">
          <a:xfrm>
            <a:off x="530087" y="5317849"/>
            <a:ext cx="5772150" cy="396875"/>
          </a:xfrm>
          <a:prstGeom prst="rect">
            <a:avLst/>
          </a:prstGeom>
          <a:solidFill>
            <a:srgbClr val="FFFF00"/>
          </a:solidFill>
          <a:ln>
            <a:noFill/>
          </a:ln>
        </p:spPr>
        <p:txBody>
          <a:bodyPr wrap="none">
            <a:spAutoFit/>
          </a:bodyPr>
          <a:lstStyle>
            <a:lvl1pPr eaLnBrk="0" hangingPunct="0">
              <a:defRPr kumimoji="1" sz="2000">
                <a:solidFill>
                  <a:srgbClr val="000099"/>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rgbClr val="000099"/>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rgbClr val="000099"/>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rgbClr val="000099"/>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9pPr>
          </a:lstStyle>
          <a:p>
            <a:pPr algn="ctr" eaLnBrk="1" hangingPunct="1">
              <a:lnSpc>
                <a:spcPct val="100000"/>
              </a:lnSpc>
              <a:buFontTx/>
              <a:buNone/>
            </a:pPr>
            <a:r>
              <a:rPr lang="zh-CN" altLang="en-US" dirty="0">
                <a:latin typeface="华文中宋" panose="02010600040101010101" pitchFamily="2" charset="-122"/>
              </a:rPr>
              <a:t>基本代号</a:t>
            </a:r>
            <a:r>
              <a:rPr lang="en-US" altLang="zh-CN" dirty="0"/>
              <a:t>——</a:t>
            </a:r>
            <a:r>
              <a:rPr lang="zh-CN" altLang="en-US" dirty="0">
                <a:latin typeface="华文中宋" panose="02010600040101010101" pitchFamily="2" charset="-122"/>
              </a:rPr>
              <a:t>表示轴承的类型与尺寸等主要特征。</a:t>
            </a:r>
            <a:endParaRPr lang="zh-CN" altLang="en-US" dirty="0">
              <a:latin typeface="华文中宋" panose="02010600040101010101" pitchFamily="2" charset="-122"/>
            </a:endParaRPr>
          </a:p>
        </p:txBody>
      </p:sp>
      <p:sp>
        <p:nvSpPr>
          <p:cNvPr id="14483" name="Text Box 147"/>
          <p:cNvSpPr txBox="1">
            <a:spLocks noChangeArrowheads="1"/>
          </p:cNvSpPr>
          <p:nvPr/>
        </p:nvSpPr>
        <p:spPr bwMode="auto">
          <a:xfrm>
            <a:off x="586961" y="5818808"/>
            <a:ext cx="5264150" cy="396875"/>
          </a:xfrm>
          <a:prstGeom prst="rect">
            <a:avLst/>
          </a:prstGeom>
          <a:solidFill>
            <a:srgbClr val="F0D9D4"/>
          </a:solidFill>
          <a:ln>
            <a:noFill/>
          </a:ln>
        </p:spPr>
        <p:txBody>
          <a:bodyPr wrap="none">
            <a:spAutoFit/>
          </a:bodyPr>
          <a:lstStyle>
            <a:lvl1pPr eaLnBrk="0" hangingPunct="0">
              <a:defRPr kumimoji="1" sz="2000">
                <a:solidFill>
                  <a:srgbClr val="000099"/>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rgbClr val="000099"/>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rgbClr val="000099"/>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rgbClr val="000099"/>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9pPr>
          </a:lstStyle>
          <a:p>
            <a:pPr algn="ctr" eaLnBrk="1" hangingPunct="1">
              <a:lnSpc>
                <a:spcPct val="100000"/>
              </a:lnSpc>
              <a:buFontTx/>
              <a:buNone/>
            </a:pPr>
            <a:r>
              <a:rPr lang="zh-CN" altLang="en-US" dirty="0">
                <a:latin typeface="华文中宋" panose="02010600040101010101" pitchFamily="2" charset="-122"/>
              </a:rPr>
              <a:t>后置代号</a:t>
            </a:r>
            <a:r>
              <a:rPr lang="en-US" altLang="zh-CN" dirty="0"/>
              <a:t>——</a:t>
            </a:r>
            <a:r>
              <a:rPr lang="zh-CN" altLang="en-US" dirty="0">
                <a:latin typeface="华文中宋" panose="02010600040101010101" pitchFamily="2" charset="-122"/>
              </a:rPr>
              <a:t>表示轴承的精度与材料的特征。</a:t>
            </a:r>
            <a:endParaRPr lang="zh-CN" altLang="en-US" dirty="0">
              <a:latin typeface="华文中宋" panose="02010600040101010101" pitchFamily="2" charset="-122"/>
            </a:endParaRPr>
          </a:p>
        </p:txBody>
      </p:sp>
      <p:sp>
        <p:nvSpPr>
          <p:cNvPr id="15376" name="Text Box 151"/>
          <p:cNvSpPr txBox="1">
            <a:spLocks noChangeArrowheads="1"/>
          </p:cNvSpPr>
          <p:nvPr/>
        </p:nvSpPr>
        <p:spPr bwMode="auto">
          <a:xfrm>
            <a:off x="8966752" y="6858000"/>
            <a:ext cx="9271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57150">
                <a:solidFill>
                  <a:srgbClr val="000000"/>
                </a:solidFill>
                <a:miter lim="800000"/>
                <a:headEnd/>
                <a:tailEnd/>
              </a14:hiddenLine>
            </a:ext>
          </a:extLst>
        </p:spPr>
        <p:txBody>
          <a:bodyPr>
            <a:spAutoFit/>
          </a:bodyPr>
          <a:lstStyle>
            <a:lvl1pPr eaLnBrk="0" hangingPunct="0">
              <a:defRPr kumimoji="1" sz="2000">
                <a:solidFill>
                  <a:srgbClr val="000099"/>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rgbClr val="000099"/>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rgbClr val="000099"/>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rgbClr val="000099"/>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9pPr>
          </a:lstStyle>
          <a:p>
            <a:pPr algn="ctr" eaLnBrk="1" hangingPunct="1">
              <a:lnSpc>
                <a:spcPct val="100000"/>
              </a:lnSpc>
              <a:spcBef>
                <a:spcPct val="50000"/>
              </a:spcBef>
              <a:buFontTx/>
              <a:buNone/>
            </a:pPr>
            <a:r>
              <a:rPr lang="en-US" altLang="zh-CN" sz="1800">
                <a:latin typeface="华文中宋" panose="02010600040101010101" pitchFamily="2" charset="-122"/>
              </a:rPr>
              <a:t>  </a:t>
            </a:r>
            <a:endParaRPr lang="en-US" altLang="zh-CN" sz="1800">
              <a:latin typeface="华文中宋" panose="02010600040101010101" pitchFamily="2" charset="-122"/>
            </a:endParaRPr>
          </a:p>
        </p:txBody>
      </p:sp>
      <p:sp>
        <p:nvSpPr>
          <p:cNvPr id="15378" name="直接连接符 6"/>
          <p:cNvSpPr>
            <a:spLocks noChangeShapeType="1"/>
          </p:cNvSpPr>
          <p:nvPr/>
        </p:nvSpPr>
        <p:spPr bwMode="auto">
          <a:xfrm>
            <a:off x="0" y="765175"/>
            <a:ext cx="9144000" cy="0"/>
          </a:xfrm>
          <a:prstGeom prst="line">
            <a:avLst/>
          </a:prstGeom>
          <a:noFill/>
          <a:ln w="28575">
            <a:solidFill>
              <a:srgbClr val="CC3300"/>
            </a:solidFill>
            <a:miter lim="800000"/>
          </a:ln>
          <a:extLst>
            <a:ext uri="{909E8E84-426E-40DD-AFC4-6F175D3DCCD1}">
              <a14:hiddenFill xmlns:a14="http://schemas.microsoft.com/office/drawing/2010/main">
                <a:noFill/>
              </a14:hiddenFill>
            </a:ext>
          </a:extLst>
        </p:spPr>
        <p:txBody>
          <a:bodyPr/>
          <a:lstStyle/>
          <a:p>
            <a:endParaRPr lang="zh-CN" altLang="en-US"/>
          </a:p>
        </p:txBody>
      </p:sp>
      <p:sp>
        <p:nvSpPr>
          <p:cNvPr id="4" name="Rectangle 4"/>
          <p:cNvSpPr>
            <a:spLocks noChangeArrowheads="1"/>
          </p:cNvSpPr>
          <p:nvPr/>
        </p:nvSpPr>
        <p:spPr bwMode="auto">
          <a:xfrm>
            <a:off x="1882334" y="258831"/>
            <a:ext cx="732790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tIns="36000" bIns="72000" anchor="ctr" anchorCtr="1"/>
          <a:lstStyle>
            <a:lvl1pPr eaLnBrk="0" hangingPunct="0">
              <a:defRPr kumimoji="1" sz="2000">
                <a:solidFill>
                  <a:srgbClr val="000099"/>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rgbClr val="000099"/>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rgbClr val="000099"/>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rgbClr val="000099"/>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lnSpc>
                <a:spcPct val="100000"/>
              </a:lnSpc>
              <a:buFontTx/>
              <a:buNone/>
            </a:pPr>
            <a:r>
              <a:rPr lang="en-US" altLang="zh-CN" sz="3000" dirty="0" smtClean="0">
                <a:solidFill>
                  <a:srgbClr val="CC3300"/>
                </a:solidFill>
                <a:latin typeface="黑体" panose="02010609060101010101" pitchFamily="49" charset="-122"/>
                <a:ea typeface="黑体" panose="02010609060101010101" pitchFamily="49" charset="-122"/>
              </a:rPr>
              <a:t>3.6-2 </a:t>
            </a:r>
            <a:r>
              <a:rPr lang="zh-CN" altLang="en-US" sz="3000" dirty="0">
                <a:solidFill>
                  <a:srgbClr val="CC3300"/>
                </a:solidFill>
                <a:latin typeface="黑体" panose="02010609060101010101" pitchFamily="49" charset="-122"/>
                <a:ea typeface="黑体" panose="02010609060101010101" pitchFamily="49" charset="-122"/>
              </a:rPr>
              <a:t>滚动轴承的主要</a:t>
            </a:r>
            <a:r>
              <a:rPr lang="zh-CN" altLang="en-US" sz="3000" dirty="0" smtClean="0">
                <a:solidFill>
                  <a:srgbClr val="CC3300"/>
                </a:solidFill>
                <a:latin typeface="黑体" panose="02010609060101010101" pitchFamily="49" charset="-122"/>
                <a:ea typeface="黑体" panose="02010609060101010101" pitchFamily="49" charset="-122"/>
              </a:rPr>
              <a:t>类型及代号</a:t>
            </a:r>
            <a:endParaRPr lang="zh-CN" altLang="en-US" sz="3000" dirty="0">
              <a:solidFill>
                <a:srgbClr val="CC3300"/>
              </a:solidFill>
              <a:latin typeface="黑体" panose="02010609060101010101" pitchFamily="49" charset="-122"/>
              <a:ea typeface="黑体" panose="02010609060101010101" pitchFamily="49" charset="-122"/>
            </a:endParaRPr>
          </a:p>
        </p:txBody>
      </p:sp>
      <p:sp>
        <p:nvSpPr>
          <p:cNvPr id="3" name="文本框 2"/>
          <p:cNvSpPr txBox="1"/>
          <p:nvPr/>
        </p:nvSpPr>
        <p:spPr>
          <a:xfrm>
            <a:off x="4787900" y="6269990"/>
            <a:ext cx="4140835" cy="460375"/>
          </a:xfrm>
          <a:prstGeom prst="rect">
            <a:avLst/>
          </a:prstGeom>
          <a:noFill/>
        </p:spPr>
        <p:txBody>
          <a:bodyPr wrap="square" rtlCol="0">
            <a:spAutoFit/>
          </a:bodyPr>
          <a:p>
            <a:pPr indent="0">
              <a:buNone/>
            </a:pPr>
            <a:r>
              <a:rPr lang="zh-CN" altLang="en-US"/>
              <a:t>用字母表示，详见</a:t>
            </a:r>
            <a:r>
              <a:rPr lang="en-US" altLang="zh-CN"/>
              <a:t>GB/T272-2017</a:t>
            </a:r>
            <a:endParaRPr lang="en-US" altLang="zh-CN"/>
          </a:p>
        </p:txBody>
      </p:sp>
    </p:spTree>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14342"/>
                                        </p:tgtEl>
                                        <p:attrNameLst>
                                          <p:attrName>style.visibility</p:attrName>
                                        </p:attrNameLst>
                                      </p:cBhvr>
                                      <p:to>
                                        <p:strVal val="visible"/>
                                      </p:to>
                                    </p:set>
                                    <p:animEffect transition="in" filter="wipe(left)">
                                      <p:cBhvr>
                                        <p:cTn id="7" dur="500"/>
                                        <p:tgtEl>
                                          <p:spTgt spid="14342"/>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14478"/>
                                        </p:tgtEl>
                                        <p:attrNameLst>
                                          <p:attrName>style.visibility</p:attrName>
                                        </p:attrNameLst>
                                      </p:cBhvr>
                                      <p:to>
                                        <p:strVal val="visible"/>
                                      </p:to>
                                    </p:set>
                                    <p:animEffect transition="in" filter="wipe(left)">
                                      <p:cBhvr>
                                        <p:cTn id="11" dur="500"/>
                                        <p:tgtEl>
                                          <p:spTgt spid="14478"/>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grpId="0" nodeType="clickEffect">
                                  <p:stCondLst>
                                    <p:cond delay="0"/>
                                  </p:stCondLst>
                                  <p:childTnLst>
                                    <p:set>
                                      <p:cBhvr>
                                        <p:cTn id="15" dur="1" fill="hold">
                                          <p:stCondLst>
                                            <p:cond delay="0"/>
                                          </p:stCondLst>
                                        </p:cTn>
                                        <p:tgtEl>
                                          <p:spTgt spid="14474"/>
                                        </p:tgtEl>
                                        <p:attrNameLst>
                                          <p:attrName>style.visibility</p:attrName>
                                        </p:attrNameLst>
                                      </p:cBhvr>
                                      <p:to>
                                        <p:strVal val="visible"/>
                                      </p:to>
                                    </p:set>
                                    <p:animEffect transition="in" filter="wipe(left)">
                                      <p:cBhvr>
                                        <p:cTn id="16" dur="500"/>
                                        <p:tgtEl>
                                          <p:spTgt spid="14474"/>
                                        </p:tgtEl>
                                      </p:cBhvr>
                                    </p:animEffect>
                                  </p:childTnLst>
                                </p:cTn>
                              </p:par>
                            </p:childTnLst>
                          </p:cTn>
                        </p:par>
                        <p:par>
                          <p:cTn id="17" fill="hold">
                            <p:stCondLst>
                              <p:cond delay="500"/>
                            </p:stCondLst>
                            <p:childTnLst>
                              <p:par>
                                <p:cTn id="18" presetID="22" presetClass="entr" presetSubtype="8" fill="hold" nodeType="afterEffect">
                                  <p:stCondLst>
                                    <p:cond delay="0"/>
                                  </p:stCondLst>
                                  <p:childTnLst>
                                    <p:set>
                                      <p:cBhvr>
                                        <p:cTn id="19" dur="1" fill="hold">
                                          <p:stCondLst>
                                            <p:cond delay="0"/>
                                          </p:stCondLst>
                                        </p:cTn>
                                        <p:tgtEl>
                                          <p:spTgt spid="2"/>
                                        </p:tgtEl>
                                        <p:attrNameLst>
                                          <p:attrName>style.visibility</p:attrName>
                                        </p:attrNameLst>
                                      </p:cBhvr>
                                      <p:to>
                                        <p:strVal val="visible"/>
                                      </p:to>
                                    </p:set>
                                    <p:animEffect transition="in" filter="wipe(left)">
                                      <p:cBhvr>
                                        <p:cTn id="20" dur="500"/>
                                        <p:tgtEl>
                                          <p:spTgt spid="2"/>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ntr" presetSubtype="1" fill="hold" nodeType="clickEffect">
                                  <p:stCondLst>
                                    <p:cond delay="0"/>
                                  </p:stCondLst>
                                  <p:childTnLst>
                                    <p:set>
                                      <p:cBhvr>
                                        <p:cTn id="24" dur="1" fill="hold">
                                          <p:stCondLst>
                                            <p:cond delay="0"/>
                                          </p:stCondLst>
                                        </p:cTn>
                                        <p:tgtEl>
                                          <p:spTgt spid="28"/>
                                        </p:tgtEl>
                                        <p:attrNameLst>
                                          <p:attrName>style.visibility</p:attrName>
                                        </p:attrNameLst>
                                      </p:cBhvr>
                                      <p:to>
                                        <p:strVal val="visible"/>
                                      </p:to>
                                    </p:set>
                                    <p:animEffect transition="in" filter="wipe(up)">
                                      <p:cBhvr>
                                        <p:cTn id="25" dur="500"/>
                                        <p:tgtEl>
                                          <p:spTgt spid="28"/>
                                        </p:tgtEl>
                                      </p:cBhvr>
                                    </p:animEffect>
                                  </p:childTnLst>
                                </p:cTn>
                              </p:par>
                            </p:childTnLst>
                          </p:cTn>
                        </p:par>
                        <p:par>
                          <p:cTn id="26" fill="hold">
                            <p:stCondLst>
                              <p:cond delay="500"/>
                            </p:stCondLst>
                            <p:childTnLst>
                              <p:par>
                                <p:cTn id="27" presetID="22" presetClass="entr" presetSubtype="8" fill="hold" grpId="0" nodeType="afterEffect">
                                  <p:stCondLst>
                                    <p:cond delay="0"/>
                                  </p:stCondLst>
                                  <p:childTnLst>
                                    <p:set>
                                      <p:cBhvr>
                                        <p:cTn id="28" dur="1" fill="hold">
                                          <p:stCondLst>
                                            <p:cond delay="0"/>
                                          </p:stCondLst>
                                        </p:cTn>
                                        <p:tgtEl>
                                          <p:spTgt spid="14482"/>
                                        </p:tgtEl>
                                        <p:attrNameLst>
                                          <p:attrName>style.visibility</p:attrName>
                                        </p:attrNameLst>
                                      </p:cBhvr>
                                      <p:to>
                                        <p:strVal val="visible"/>
                                      </p:to>
                                    </p:set>
                                    <p:animEffect transition="in" filter="wipe(left)">
                                      <p:cBhvr>
                                        <p:cTn id="29" dur="500"/>
                                        <p:tgtEl>
                                          <p:spTgt spid="14482"/>
                                        </p:tgtEl>
                                      </p:cBhvr>
                                    </p:animEffect>
                                  </p:childTnLst>
                                </p:cTn>
                              </p:par>
                            </p:childTnLst>
                          </p:cTn>
                        </p:par>
                      </p:childTnLst>
                    </p:cTn>
                  </p:par>
                  <p:par>
                    <p:cTn id="30" fill="hold">
                      <p:stCondLst>
                        <p:cond delay="indefinite"/>
                      </p:stCondLst>
                      <p:childTnLst>
                        <p:par>
                          <p:cTn id="31" fill="hold">
                            <p:stCondLst>
                              <p:cond delay="0"/>
                            </p:stCondLst>
                            <p:childTnLst>
                              <p:par>
                                <p:cTn id="32" presetID="22" presetClass="entr" presetSubtype="1" fill="hold" nodeType="clickEffect">
                                  <p:stCondLst>
                                    <p:cond delay="0"/>
                                  </p:stCondLst>
                                  <p:childTnLst>
                                    <p:set>
                                      <p:cBhvr>
                                        <p:cTn id="33" dur="1" fill="hold">
                                          <p:stCondLst>
                                            <p:cond delay="0"/>
                                          </p:stCondLst>
                                        </p:cTn>
                                        <p:tgtEl>
                                          <p:spTgt spid="11"/>
                                        </p:tgtEl>
                                        <p:attrNameLst>
                                          <p:attrName>style.visibility</p:attrName>
                                        </p:attrNameLst>
                                      </p:cBhvr>
                                      <p:to>
                                        <p:strVal val="visible"/>
                                      </p:to>
                                    </p:set>
                                    <p:animEffect transition="in" filter="wipe(up)">
                                      <p:cBhvr>
                                        <p:cTn id="34" dur="500"/>
                                        <p:tgtEl>
                                          <p:spTgt spid="11"/>
                                        </p:tgtEl>
                                      </p:cBhvr>
                                    </p:animEffect>
                                  </p:childTnLst>
                                </p:cTn>
                              </p:par>
                            </p:childTnLst>
                          </p:cTn>
                        </p:par>
                        <p:par>
                          <p:cTn id="35" fill="hold">
                            <p:stCondLst>
                              <p:cond delay="500"/>
                            </p:stCondLst>
                            <p:childTnLst>
                              <p:par>
                                <p:cTn id="36" presetID="22" presetClass="entr" presetSubtype="8" fill="hold" grpId="0" nodeType="afterEffect">
                                  <p:stCondLst>
                                    <p:cond delay="0"/>
                                  </p:stCondLst>
                                  <p:childTnLst>
                                    <p:set>
                                      <p:cBhvr>
                                        <p:cTn id="37" dur="1" fill="hold">
                                          <p:stCondLst>
                                            <p:cond delay="0"/>
                                          </p:stCondLst>
                                        </p:cTn>
                                        <p:tgtEl>
                                          <p:spTgt spid="14483"/>
                                        </p:tgtEl>
                                        <p:attrNameLst>
                                          <p:attrName>style.visibility</p:attrName>
                                        </p:attrNameLst>
                                      </p:cBhvr>
                                      <p:to>
                                        <p:strVal val="visible"/>
                                      </p:to>
                                    </p:set>
                                    <p:animEffect transition="in" filter="wipe(left)">
                                      <p:cBhvr>
                                        <p:cTn id="38" dur="500"/>
                                        <p:tgtEl>
                                          <p:spTgt spid="14483"/>
                                        </p:tgtEl>
                                      </p:cBhvr>
                                    </p:animEffect>
                                  </p:childTnLst>
                                </p:cTn>
                              </p:par>
                            </p:childTnLst>
                          </p:cTn>
                        </p:par>
                      </p:childTnLst>
                    </p:cTn>
                  </p:par>
                  <p:par>
                    <p:cTn id="39" fill="hold">
                      <p:stCondLst>
                        <p:cond delay="indefinite"/>
                      </p:stCondLst>
                      <p:childTnLst>
                        <p:par>
                          <p:cTn id="40" fill="hold">
                            <p:stCondLst>
                              <p:cond delay="0"/>
                            </p:stCondLst>
                            <p:childTnLst>
                              <p:par>
                                <p:cTn id="41" presetID="22" presetClass="entr" presetSubtype="1" fill="hold" nodeType="clickEffect">
                                  <p:stCondLst>
                                    <p:cond delay="0"/>
                                  </p:stCondLst>
                                  <p:childTnLst>
                                    <p:set>
                                      <p:cBhvr>
                                        <p:cTn id="42" dur="1" fill="hold">
                                          <p:stCondLst>
                                            <p:cond delay="0"/>
                                          </p:stCondLst>
                                        </p:cTn>
                                        <p:tgtEl>
                                          <p:spTgt spid="9"/>
                                        </p:tgtEl>
                                        <p:attrNameLst>
                                          <p:attrName>style.visibility</p:attrName>
                                        </p:attrNameLst>
                                      </p:cBhvr>
                                      <p:to>
                                        <p:strVal val="visible"/>
                                      </p:to>
                                    </p:set>
                                    <p:animEffect transition="in" filter="wipe(up)">
                                      <p:cBhvr>
                                        <p:cTn id="43" dur="500"/>
                                        <p:tgtEl>
                                          <p:spTgt spid="9"/>
                                        </p:tgtEl>
                                      </p:cBhvr>
                                    </p:animEffect>
                                  </p:childTnLst>
                                </p:cTn>
                              </p:par>
                            </p:childTnLst>
                          </p:cTn>
                        </p:par>
                        <p:par>
                          <p:cTn id="44" fill="hold">
                            <p:stCondLst>
                              <p:cond delay="500"/>
                            </p:stCondLst>
                            <p:childTnLst>
                              <p:par>
                                <p:cTn id="45" presetID="22" presetClass="entr" presetSubtype="8" fill="hold" grpId="0" nodeType="afterEffect">
                                  <p:stCondLst>
                                    <p:cond delay="0"/>
                                  </p:stCondLst>
                                  <p:childTnLst>
                                    <p:set>
                                      <p:cBhvr>
                                        <p:cTn id="46" dur="1" fill="hold">
                                          <p:stCondLst>
                                            <p:cond delay="0"/>
                                          </p:stCondLst>
                                        </p:cTn>
                                        <p:tgtEl>
                                          <p:spTgt spid="14481"/>
                                        </p:tgtEl>
                                        <p:attrNameLst>
                                          <p:attrName>style.visibility</p:attrName>
                                        </p:attrNameLst>
                                      </p:cBhvr>
                                      <p:to>
                                        <p:strVal val="visible"/>
                                      </p:to>
                                    </p:set>
                                    <p:animEffect transition="in" filter="wipe(left)">
                                      <p:cBhvr>
                                        <p:cTn id="47" dur="500"/>
                                        <p:tgtEl>
                                          <p:spTgt spid="14481"/>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8" fill="hold" grpId="0" nodeType="clickEffect">
                                  <p:stCondLst>
                                    <p:cond delay="0"/>
                                  </p:stCondLst>
                                  <p:childTnLst>
                                    <p:set>
                                      <p:cBhvr>
                                        <p:cTn id="51" dur="1" fill="hold">
                                          <p:stCondLst>
                                            <p:cond delay="0"/>
                                          </p:stCondLst>
                                        </p:cTn>
                                        <p:tgtEl>
                                          <p:spTgt spid="3"/>
                                        </p:tgtEl>
                                        <p:attrNameLst>
                                          <p:attrName>style.visibility</p:attrName>
                                        </p:attrNameLst>
                                      </p:cBhvr>
                                      <p:to>
                                        <p:strVal val="visible"/>
                                      </p:to>
                                    </p:set>
                                    <p:animEffect transition="in" filter="wipe(left)">
                                      <p:cBhvr>
                                        <p:cTn id="52"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342" grpId="0" autoUpdateAnimBg="0"/>
      <p:bldP spid="14474" grpId="0" autoUpdateAnimBg="0"/>
      <p:bldP spid="14478" grpId="0" autoUpdateAnimBg="0"/>
      <p:bldP spid="14481" grpId="0" bldLvl="0" animBg="1" autoUpdateAnimBg="0"/>
      <p:bldP spid="14482" grpId="0" animBg="1" autoUpdateAnimBg="0"/>
      <p:bldP spid="14483" grpId="0" animBg="1" autoUpdateAnimBg="0"/>
      <p:bldP spid="3"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Box 7"/>
          <p:cNvSpPr txBox="1">
            <a:spLocks noChangeArrowheads="1"/>
          </p:cNvSpPr>
          <p:nvPr/>
        </p:nvSpPr>
        <p:spPr bwMode="auto">
          <a:xfrm>
            <a:off x="437321" y="1736379"/>
            <a:ext cx="8060635" cy="1420495"/>
          </a:xfrm>
          <a:prstGeom prst="rect">
            <a:avLst/>
          </a:prstGeom>
          <a:noFill/>
          <a:ln w="9525">
            <a:solidFill>
              <a:schemeClr val="bg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just" eaLnBrk="1" hangingPunct="1">
              <a:buNone/>
            </a:pPr>
            <a:r>
              <a:rPr kumimoji="1" lang="zh-CN" altLang="en-US" sz="2400" dirty="0" smtClean="0">
                <a:solidFill>
                  <a:srgbClr val="9900CC"/>
                </a:solidFill>
                <a:ea typeface="黑体" panose="02010609060101010101" pitchFamily="49" charset="-122"/>
              </a:rPr>
              <a:t>基本</a:t>
            </a:r>
            <a:r>
              <a:rPr kumimoji="1" lang="zh-CN" altLang="en-US" sz="2400" dirty="0">
                <a:solidFill>
                  <a:srgbClr val="9900CC"/>
                </a:solidFill>
                <a:ea typeface="黑体" panose="02010609060101010101" pitchFamily="49" charset="-122"/>
              </a:rPr>
              <a:t>代号</a:t>
            </a:r>
            <a:r>
              <a:rPr kumimoji="1" lang="zh-CN" altLang="en-US" sz="2400" dirty="0">
                <a:solidFill>
                  <a:srgbClr val="0000FF"/>
                </a:solidFill>
                <a:ea typeface="黑体" panose="02010609060101010101" pitchFamily="49" charset="-122"/>
              </a:rPr>
              <a:t>表示轴承的基本类型、结构和尺寸，是轴承代号的基础。它由</a:t>
            </a:r>
            <a:r>
              <a:rPr kumimoji="1" lang="zh-CN" altLang="en-US" sz="2400" dirty="0">
                <a:solidFill>
                  <a:srgbClr val="FF0066"/>
                </a:solidFill>
                <a:ea typeface="黑体" panose="02010609060101010101" pitchFamily="49" charset="-122"/>
              </a:rPr>
              <a:t>内径代号</a:t>
            </a:r>
            <a:r>
              <a:rPr kumimoji="1" lang="zh-CN" altLang="en-US" sz="2400" dirty="0">
                <a:ea typeface="黑体" panose="02010609060101010101" pitchFamily="49" charset="-122"/>
              </a:rPr>
              <a:t>、</a:t>
            </a:r>
            <a:r>
              <a:rPr kumimoji="1" lang="zh-CN" altLang="en-US" sz="2400" dirty="0">
                <a:solidFill>
                  <a:srgbClr val="FF00FF"/>
                </a:solidFill>
                <a:ea typeface="黑体" panose="02010609060101010101" pitchFamily="49" charset="-122"/>
              </a:rPr>
              <a:t>尺寸系列代号</a:t>
            </a:r>
            <a:r>
              <a:rPr kumimoji="1" lang="zh-CN" altLang="en-US" sz="2400" dirty="0">
                <a:ea typeface="黑体" panose="02010609060101010101" pitchFamily="49" charset="-122"/>
              </a:rPr>
              <a:t>及</a:t>
            </a:r>
            <a:r>
              <a:rPr kumimoji="1" lang="zh-CN" altLang="en-US" sz="2400" dirty="0">
                <a:solidFill>
                  <a:srgbClr val="009900"/>
                </a:solidFill>
                <a:ea typeface="黑体" panose="02010609060101010101" pitchFamily="49" charset="-122"/>
              </a:rPr>
              <a:t>类型代号</a:t>
            </a:r>
            <a:r>
              <a:rPr kumimoji="1" lang="zh-CN" altLang="en-US" sz="2400" dirty="0">
                <a:solidFill>
                  <a:srgbClr val="0000FF"/>
                </a:solidFill>
                <a:ea typeface="黑体" panose="02010609060101010101" pitchFamily="49" charset="-122"/>
              </a:rPr>
              <a:t>组成，</a:t>
            </a:r>
            <a:r>
              <a:rPr kumimoji="1" lang="zh-CN" altLang="en-US" sz="2400" dirty="0">
                <a:solidFill>
                  <a:srgbClr val="FF6600"/>
                </a:solidFill>
                <a:ea typeface="黑体" panose="02010609060101010101" pitchFamily="49" charset="-122"/>
              </a:rPr>
              <a:t>一般用</a:t>
            </a:r>
            <a:r>
              <a:rPr kumimoji="1" lang="en-US" altLang="zh-CN" sz="2400" dirty="0">
                <a:solidFill>
                  <a:srgbClr val="FF6600"/>
                </a:solidFill>
                <a:ea typeface="黑体" panose="02010609060101010101" pitchFamily="49" charset="-122"/>
              </a:rPr>
              <a:t>5</a:t>
            </a:r>
            <a:r>
              <a:rPr kumimoji="1" lang="zh-CN" altLang="en-US" sz="2400" dirty="0">
                <a:solidFill>
                  <a:srgbClr val="FF6600"/>
                </a:solidFill>
                <a:ea typeface="黑体" panose="02010609060101010101" pitchFamily="49" charset="-122"/>
              </a:rPr>
              <a:t>个数字</a:t>
            </a:r>
            <a:r>
              <a:rPr kumimoji="1" lang="zh-CN" altLang="en-US" sz="2400" dirty="0">
                <a:solidFill>
                  <a:srgbClr val="0000FF"/>
                </a:solidFill>
                <a:ea typeface="黑体" panose="02010609060101010101" pitchFamily="49" charset="-122"/>
              </a:rPr>
              <a:t>（或</a:t>
            </a:r>
            <a:r>
              <a:rPr kumimoji="1" lang="zh-CN" altLang="en-US" sz="2400" dirty="0">
                <a:solidFill>
                  <a:srgbClr val="FF6600"/>
                </a:solidFill>
                <a:ea typeface="黑体" panose="02010609060101010101" pitchFamily="49" charset="-122"/>
              </a:rPr>
              <a:t>字母加</a:t>
            </a:r>
            <a:r>
              <a:rPr kumimoji="1" lang="en-US" altLang="zh-CN" sz="2400" dirty="0">
                <a:solidFill>
                  <a:srgbClr val="FF6600"/>
                </a:solidFill>
                <a:ea typeface="黑体" panose="02010609060101010101" pitchFamily="49" charset="-122"/>
              </a:rPr>
              <a:t>4</a:t>
            </a:r>
            <a:r>
              <a:rPr kumimoji="1" lang="zh-CN" altLang="en-US" sz="2400" dirty="0">
                <a:solidFill>
                  <a:srgbClr val="FF6600"/>
                </a:solidFill>
                <a:ea typeface="黑体" panose="02010609060101010101" pitchFamily="49" charset="-122"/>
              </a:rPr>
              <a:t>个数字</a:t>
            </a:r>
            <a:r>
              <a:rPr kumimoji="1" lang="zh-CN" altLang="en-US" sz="2400" dirty="0">
                <a:solidFill>
                  <a:srgbClr val="0000FF"/>
                </a:solidFill>
                <a:ea typeface="黑体" panose="02010609060101010101" pitchFamily="49" charset="-122"/>
              </a:rPr>
              <a:t>）表示，如：</a:t>
            </a:r>
            <a:endParaRPr kumimoji="1" lang="zh-CN" altLang="en-US" sz="2400" dirty="0">
              <a:solidFill>
                <a:srgbClr val="0000FF"/>
              </a:solidFill>
              <a:ea typeface="黑体" panose="02010609060101010101" pitchFamily="49" charset="-122"/>
            </a:endParaRPr>
          </a:p>
        </p:txBody>
      </p:sp>
      <p:sp>
        <p:nvSpPr>
          <p:cNvPr id="6" name="直接连接符 6"/>
          <p:cNvSpPr>
            <a:spLocks noChangeShapeType="1"/>
          </p:cNvSpPr>
          <p:nvPr/>
        </p:nvSpPr>
        <p:spPr bwMode="auto">
          <a:xfrm>
            <a:off x="0" y="765175"/>
            <a:ext cx="9144000" cy="0"/>
          </a:xfrm>
          <a:prstGeom prst="line">
            <a:avLst/>
          </a:prstGeom>
          <a:noFill/>
          <a:ln w="28575">
            <a:solidFill>
              <a:srgbClr val="CC3300"/>
            </a:solidFill>
            <a:miter lim="800000"/>
          </a:ln>
          <a:extLst>
            <a:ext uri="{909E8E84-426E-40DD-AFC4-6F175D3DCCD1}">
              <a14:hiddenFill xmlns:a14="http://schemas.microsoft.com/office/drawing/2010/main">
                <a:noFill/>
              </a14:hiddenFill>
            </a:ext>
          </a:extLst>
        </p:spPr>
        <p:txBody>
          <a:bodyPr/>
          <a:lstStyle/>
          <a:p>
            <a:endParaRPr lang="zh-CN" altLang="en-US"/>
          </a:p>
        </p:txBody>
      </p:sp>
      <p:sp>
        <p:nvSpPr>
          <p:cNvPr id="7" name="Text Box 48"/>
          <p:cNvSpPr txBox="1">
            <a:spLocks noChangeAspect="1" noChangeArrowheads="1"/>
          </p:cNvSpPr>
          <p:nvPr/>
        </p:nvSpPr>
        <p:spPr bwMode="auto">
          <a:xfrm>
            <a:off x="3460115" y="5033010"/>
            <a:ext cx="2767330" cy="57340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just">
              <a:spcBef>
                <a:spcPts val="500"/>
              </a:spcBef>
              <a:spcAft>
                <a:spcPts val="500"/>
              </a:spcAft>
              <a:buNone/>
            </a:pPr>
            <a:r>
              <a:rPr lang="zh-CN" altLang="en-US" sz="2400" dirty="0">
                <a:solidFill>
                  <a:srgbClr val="FF33CC"/>
                </a:solidFill>
                <a:latin typeface="黑体" panose="02010609060101010101" pitchFamily="49" charset="-122"/>
                <a:ea typeface="黑体" panose="02010609060101010101" pitchFamily="49" charset="-122"/>
              </a:rPr>
              <a:t>尺寸系列代号</a:t>
            </a:r>
            <a:r>
              <a:rPr lang="zh-CN" altLang="en-US" sz="2400" dirty="0">
                <a:solidFill>
                  <a:srgbClr val="000000"/>
                </a:solidFill>
                <a:latin typeface="黑体" panose="02010609060101010101" pitchFamily="49" charset="-122"/>
                <a:ea typeface="黑体" panose="02010609060101010101" pitchFamily="49" charset="-122"/>
              </a:rPr>
              <a:t> </a:t>
            </a:r>
            <a:endParaRPr lang="zh-CN" altLang="en-US" sz="2400" dirty="0">
              <a:solidFill>
                <a:srgbClr val="000000"/>
              </a:solidFill>
              <a:latin typeface="黑体" panose="02010609060101010101" pitchFamily="49" charset="-122"/>
              <a:ea typeface="黑体" panose="02010609060101010101" pitchFamily="49" charset="-122"/>
            </a:endParaRPr>
          </a:p>
        </p:txBody>
      </p:sp>
      <p:sp>
        <p:nvSpPr>
          <p:cNvPr id="8" name="Text Box 49"/>
          <p:cNvSpPr txBox="1">
            <a:spLocks noChangeAspect="1" noChangeArrowheads="1"/>
          </p:cNvSpPr>
          <p:nvPr/>
        </p:nvSpPr>
        <p:spPr bwMode="auto">
          <a:xfrm>
            <a:off x="815975" y="4215765"/>
            <a:ext cx="7345045" cy="634365"/>
          </a:xfrm>
          <a:prstGeom prst="rect">
            <a:avLst/>
          </a:prstGeom>
          <a:solidFill>
            <a:srgbClr val="FFFFFF"/>
          </a:solidFill>
          <a:ln w="9525">
            <a:solidFill>
              <a:srgbClr val="0000FF"/>
            </a:solidFill>
            <a:miter lim="800000"/>
          </a:ln>
        </p:spPr>
        <p:txBody>
          <a:bodyPr/>
          <a:lstStyle/>
          <a:p>
            <a:pPr algn="just">
              <a:spcBef>
                <a:spcPts val="750"/>
              </a:spcBef>
              <a:spcAft>
                <a:spcPts val="500"/>
              </a:spcAft>
              <a:buNone/>
            </a:pPr>
            <a:r>
              <a:rPr lang="zh-CN" altLang="en-US" sz="2400" dirty="0">
                <a:solidFill>
                  <a:srgbClr val="009900"/>
                </a:solidFill>
                <a:latin typeface="黑体" panose="02010609060101010101" pitchFamily="49" charset="-122"/>
                <a:ea typeface="黑体" panose="02010609060101010101" pitchFamily="49" charset="-122"/>
                <a:cs typeface="黑体" panose="02010609060101010101" pitchFamily="49" charset="-122"/>
              </a:rPr>
              <a:t>类型代号</a:t>
            </a:r>
            <a:r>
              <a:rPr lang="zh-CN" altLang="en-US" sz="2400" dirty="0">
                <a:solidFill>
                  <a:srgbClr val="000000"/>
                </a:solidFill>
                <a:latin typeface="黑体" panose="02010609060101010101" pitchFamily="49" charset="-122"/>
                <a:ea typeface="黑体" panose="02010609060101010101" pitchFamily="49" charset="-122"/>
                <a:cs typeface="黑体" panose="02010609060101010101" pitchFamily="49" charset="-122"/>
              </a:rPr>
              <a:t> </a:t>
            </a:r>
            <a:r>
              <a:rPr lang="zh-CN" altLang="en-US" sz="2400" dirty="0" smtClean="0">
                <a:solidFill>
                  <a:srgbClr val="000000"/>
                </a:solidFill>
                <a:latin typeface="黑体" panose="02010609060101010101" pitchFamily="49" charset="-122"/>
                <a:ea typeface="黑体" panose="02010609060101010101" pitchFamily="49" charset="-122"/>
                <a:cs typeface="黑体" panose="02010609060101010101" pitchFamily="49" charset="-122"/>
              </a:rPr>
              <a:t> </a:t>
            </a:r>
            <a:r>
              <a:rPr lang="zh-CN" altLang="en-US" sz="2400" dirty="0">
                <a:solidFill>
                  <a:srgbClr val="FF33CC"/>
                </a:solidFill>
                <a:latin typeface="黑体" panose="02010609060101010101" pitchFamily="49" charset="-122"/>
                <a:ea typeface="黑体" panose="02010609060101010101" pitchFamily="49" charset="-122"/>
                <a:cs typeface="黑体" panose="02010609060101010101" pitchFamily="49" charset="-122"/>
              </a:rPr>
              <a:t>宽度系列代号 直径系列代号</a:t>
            </a:r>
            <a:r>
              <a:rPr lang="zh-CN" altLang="en-US" sz="2400" dirty="0">
                <a:solidFill>
                  <a:srgbClr val="000000"/>
                </a:solidFill>
                <a:latin typeface="黑体" panose="02010609060101010101" pitchFamily="49" charset="-122"/>
                <a:ea typeface="黑体" panose="02010609060101010101" pitchFamily="49" charset="-122"/>
                <a:cs typeface="黑体" panose="02010609060101010101" pitchFamily="49" charset="-122"/>
              </a:rPr>
              <a:t>  </a:t>
            </a:r>
            <a:r>
              <a:rPr lang="zh-CN" altLang="en-US" sz="2400" dirty="0">
                <a:solidFill>
                  <a:srgbClr val="FF0000"/>
                </a:solidFill>
                <a:latin typeface="黑体" panose="02010609060101010101" pitchFamily="49" charset="-122"/>
                <a:ea typeface="黑体" panose="02010609060101010101" pitchFamily="49" charset="-122"/>
                <a:cs typeface="黑体" panose="02010609060101010101" pitchFamily="49" charset="-122"/>
              </a:rPr>
              <a:t>内径代号</a:t>
            </a:r>
            <a:r>
              <a:rPr lang="zh-CN" altLang="en-US" sz="2400" dirty="0">
                <a:solidFill>
                  <a:srgbClr val="000000"/>
                </a:solidFill>
                <a:latin typeface="黑体" panose="02010609060101010101" pitchFamily="49" charset="-122"/>
                <a:ea typeface="黑体" panose="02010609060101010101" pitchFamily="49" charset="-122"/>
                <a:cs typeface="黑体" panose="02010609060101010101" pitchFamily="49" charset="-122"/>
              </a:rPr>
              <a:t> </a:t>
            </a:r>
            <a:endParaRPr lang="zh-CN" altLang="en-US" sz="2400" dirty="0">
              <a:solidFill>
                <a:srgbClr val="000000"/>
              </a:solidFill>
              <a:latin typeface="黑体" panose="02010609060101010101" pitchFamily="49" charset="-122"/>
              <a:ea typeface="黑体" panose="02010609060101010101" pitchFamily="49" charset="-122"/>
              <a:cs typeface="黑体" panose="02010609060101010101" pitchFamily="49" charset="-122"/>
            </a:endParaRPr>
          </a:p>
        </p:txBody>
      </p:sp>
      <p:sp>
        <p:nvSpPr>
          <p:cNvPr id="9" name="Text Box 50"/>
          <p:cNvSpPr txBox="1">
            <a:spLocks noChangeAspect="1" noChangeArrowheads="1"/>
          </p:cNvSpPr>
          <p:nvPr/>
        </p:nvSpPr>
        <p:spPr bwMode="auto">
          <a:xfrm>
            <a:off x="3588951" y="3361925"/>
            <a:ext cx="1460500" cy="49530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just">
              <a:spcBef>
                <a:spcPts val="500"/>
              </a:spcBef>
              <a:spcAft>
                <a:spcPts val="500"/>
              </a:spcAft>
              <a:buNone/>
            </a:pPr>
            <a:r>
              <a:rPr lang="en-US" altLang="zh-CN" sz="2400" b="1" dirty="0">
                <a:solidFill>
                  <a:srgbClr val="009900"/>
                </a:solidFill>
                <a:ea typeface="宋体" panose="02010600030101010101" pitchFamily="2" charset="-122"/>
              </a:rPr>
              <a:t>3</a:t>
            </a:r>
            <a:r>
              <a:rPr lang="en-US" altLang="zh-CN" sz="2400" b="1" dirty="0">
                <a:solidFill>
                  <a:srgbClr val="000000"/>
                </a:solidFill>
                <a:ea typeface="宋体" panose="02010600030101010101" pitchFamily="2" charset="-122"/>
              </a:rPr>
              <a:t> </a:t>
            </a:r>
            <a:r>
              <a:rPr lang="en-US" altLang="zh-CN" sz="2400" b="1" dirty="0">
                <a:solidFill>
                  <a:srgbClr val="FF33CC"/>
                </a:solidFill>
                <a:ea typeface="宋体" panose="02010600030101010101" pitchFamily="2" charset="-122"/>
              </a:rPr>
              <a:t>0 3</a:t>
            </a:r>
            <a:r>
              <a:rPr lang="en-US" altLang="zh-CN" sz="2400" b="1" dirty="0">
                <a:solidFill>
                  <a:srgbClr val="000000"/>
                </a:solidFill>
                <a:ea typeface="宋体" panose="02010600030101010101" pitchFamily="2" charset="-122"/>
              </a:rPr>
              <a:t> </a:t>
            </a:r>
            <a:r>
              <a:rPr lang="en-US" altLang="zh-CN" sz="2400" b="1" dirty="0">
                <a:solidFill>
                  <a:srgbClr val="FF0000"/>
                </a:solidFill>
                <a:ea typeface="宋体" panose="02010600030101010101" pitchFamily="2" charset="-122"/>
              </a:rPr>
              <a:t>10</a:t>
            </a:r>
            <a:r>
              <a:rPr lang="en-US" altLang="zh-CN" sz="2400" b="1" dirty="0">
                <a:solidFill>
                  <a:srgbClr val="000000"/>
                </a:solidFill>
                <a:ea typeface="宋体" panose="02010600030101010101" pitchFamily="2" charset="-122"/>
              </a:rPr>
              <a:t> </a:t>
            </a:r>
            <a:endParaRPr lang="en-US" altLang="zh-CN" sz="2400" b="1" dirty="0">
              <a:solidFill>
                <a:srgbClr val="000000"/>
              </a:solidFill>
              <a:ea typeface="宋体" panose="02010600030101010101" pitchFamily="2" charset="-122"/>
            </a:endParaRPr>
          </a:p>
        </p:txBody>
      </p:sp>
      <p:sp>
        <p:nvSpPr>
          <p:cNvPr id="10" name="Line 52"/>
          <p:cNvSpPr>
            <a:spLocks noChangeShapeType="1"/>
          </p:cNvSpPr>
          <p:nvPr/>
        </p:nvSpPr>
        <p:spPr bwMode="auto">
          <a:xfrm flipV="1">
            <a:off x="3251545" y="3861904"/>
            <a:ext cx="725488" cy="406400"/>
          </a:xfrm>
          <a:prstGeom prst="line">
            <a:avLst/>
          </a:prstGeom>
          <a:noFill/>
          <a:ln w="9525">
            <a:solidFill>
              <a:srgbClr val="FF33CC"/>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 name="Line 53"/>
          <p:cNvSpPr>
            <a:spLocks noChangeShapeType="1"/>
          </p:cNvSpPr>
          <p:nvPr/>
        </p:nvSpPr>
        <p:spPr bwMode="auto">
          <a:xfrm flipH="1" flipV="1">
            <a:off x="4207012" y="3876192"/>
            <a:ext cx="812800" cy="406400"/>
          </a:xfrm>
          <a:prstGeom prst="line">
            <a:avLst/>
          </a:prstGeom>
          <a:noFill/>
          <a:ln w="9525">
            <a:solidFill>
              <a:srgbClr val="FF33CC"/>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2" name="Line 54"/>
          <p:cNvSpPr>
            <a:spLocks noChangeShapeType="1"/>
          </p:cNvSpPr>
          <p:nvPr/>
        </p:nvSpPr>
        <p:spPr bwMode="auto">
          <a:xfrm flipH="1" flipV="1">
            <a:off x="4544736" y="3820904"/>
            <a:ext cx="2032000" cy="392112"/>
          </a:xfrm>
          <a:prstGeom prst="line">
            <a:avLst/>
          </a:prstGeom>
          <a:noFill/>
          <a:ln w="9525">
            <a:solidFill>
              <a:srgbClr val="FF0000"/>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3" name="Line 55"/>
          <p:cNvSpPr>
            <a:spLocks noChangeShapeType="1"/>
          </p:cNvSpPr>
          <p:nvPr/>
        </p:nvSpPr>
        <p:spPr bwMode="auto">
          <a:xfrm flipV="1">
            <a:off x="1698970" y="3861904"/>
            <a:ext cx="2089150" cy="406400"/>
          </a:xfrm>
          <a:prstGeom prst="line">
            <a:avLst/>
          </a:prstGeom>
          <a:noFill/>
          <a:ln w="9525">
            <a:solidFill>
              <a:srgbClr val="009900"/>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4" name="AutoShape 51"/>
          <p:cNvSpPr>
            <a:spLocks noChangeAspect="1"/>
          </p:cNvSpPr>
          <p:nvPr/>
        </p:nvSpPr>
        <p:spPr bwMode="auto">
          <a:xfrm rot="16200000">
            <a:off x="4247336" y="3390900"/>
            <a:ext cx="328612" cy="3081338"/>
          </a:xfrm>
          <a:prstGeom prst="leftBrace">
            <a:avLst>
              <a:gd name="adj1" fmla="val 78140"/>
              <a:gd name="adj2" fmla="val 50000"/>
            </a:avLst>
          </a:prstGeom>
          <a:noFill/>
          <a:ln w="9525">
            <a:solidFill>
              <a:srgbClr val="FF33CC"/>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5" name="矩形 14"/>
          <p:cNvSpPr/>
          <p:nvPr/>
        </p:nvSpPr>
        <p:spPr>
          <a:xfrm>
            <a:off x="150412" y="1061255"/>
            <a:ext cx="1706880" cy="534035"/>
          </a:xfrm>
          <a:prstGeom prst="rect">
            <a:avLst/>
          </a:prstGeom>
          <a:solidFill>
            <a:srgbClr val="FFFF00"/>
          </a:solidFill>
        </p:spPr>
        <p:txBody>
          <a:bodyPr wrap="none">
            <a:spAutoFit/>
          </a:bodyPr>
          <a:lstStyle/>
          <a:p>
            <a:pPr algn="just" eaLnBrk="1" hangingPunct="1">
              <a:buNone/>
            </a:pPr>
            <a:r>
              <a:rPr lang="zh-CN" altLang="en-US" sz="2400" dirty="0">
                <a:solidFill>
                  <a:srgbClr val="000000"/>
                </a:solidFill>
                <a:latin typeface="黑体" panose="02010609060101010101" pitchFamily="49" charset="-122"/>
                <a:ea typeface="黑体" panose="02010609060101010101" pitchFamily="49" charset="-122"/>
              </a:rPr>
              <a:t>基本代号 </a:t>
            </a:r>
            <a:r>
              <a:rPr lang="en-US" altLang="zh-CN" sz="2400" dirty="0">
                <a:solidFill>
                  <a:srgbClr val="000000"/>
                </a:solidFill>
                <a:latin typeface="黑体" panose="02010609060101010101" pitchFamily="49" charset="-122"/>
                <a:ea typeface="黑体" panose="02010609060101010101" pitchFamily="49" charset="-122"/>
              </a:rPr>
              <a:t> </a:t>
            </a:r>
            <a:endParaRPr lang="en-US" altLang="zh-CN" sz="2400" dirty="0">
              <a:solidFill>
                <a:srgbClr val="000000"/>
              </a:solidFill>
              <a:latin typeface="黑体" panose="02010609060101010101" pitchFamily="49" charset="-122"/>
              <a:ea typeface="黑体" panose="02010609060101010101" pitchFamily="49" charset="-122"/>
            </a:endParaRPr>
          </a:p>
        </p:txBody>
      </p:sp>
      <p:sp>
        <p:nvSpPr>
          <p:cNvPr id="2" name="Rectangle 4"/>
          <p:cNvSpPr>
            <a:spLocks noChangeArrowheads="1"/>
          </p:cNvSpPr>
          <p:nvPr/>
        </p:nvSpPr>
        <p:spPr bwMode="auto">
          <a:xfrm>
            <a:off x="1882334" y="258831"/>
            <a:ext cx="732790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tIns="36000" bIns="72000" anchor="ctr" anchorCtr="1"/>
          <a:lstStyle>
            <a:lvl1pPr eaLnBrk="0" hangingPunct="0">
              <a:defRPr kumimoji="1" sz="2000">
                <a:solidFill>
                  <a:srgbClr val="000099"/>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rgbClr val="000099"/>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rgbClr val="000099"/>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rgbClr val="000099"/>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lnSpc>
                <a:spcPct val="100000"/>
              </a:lnSpc>
              <a:buFontTx/>
              <a:buNone/>
            </a:pPr>
            <a:r>
              <a:rPr lang="en-US" altLang="zh-CN" sz="3000" dirty="0" smtClean="0">
                <a:solidFill>
                  <a:srgbClr val="CC3300"/>
                </a:solidFill>
                <a:latin typeface="黑体" panose="02010609060101010101" pitchFamily="49" charset="-122"/>
                <a:ea typeface="黑体" panose="02010609060101010101" pitchFamily="49" charset="-122"/>
              </a:rPr>
              <a:t>3.6-2 </a:t>
            </a:r>
            <a:r>
              <a:rPr lang="zh-CN" altLang="en-US" sz="3000" dirty="0">
                <a:solidFill>
                  <a:srgbClr val="CC3300"/>
                </a:solidFill>
                <a:latin typeface="黑体" panose="02010609060101010101" pitchFamily="49" charset="-122"/>
                <a:ea typeface="黑体" panose="02010609060101010101" pitchFamily="49" charset="-122"/>
              </a:rPr>
              <a:t>滚动轴承的主要</a:t>
            </a:r>
            <a:r>
              <a:rPr lang="zh-CN" altLang="en-US" sz="3000" dirty="0" smtClean="0">
                <a:solidFill>
                  <a:srgbClr val="CC3300"/>
                </a:solidFill>
                <a:latin typeface="黑体" panose="02010609060101010101" pitchFamily="49" charset="-122"/>
                <a:ea typeface="黑体" panose="02010609060101010101" pitchFamily="49" charset="-122"/>
              </a:rPr>
              <a:t>类型及代号</a:t>
            </a:r>
            <a:endParaRPr lang="zh-CN" altLang="en-US" sz="3000" dirty="0">
              <a:solidFill>
                <a:srgbClr val="CC3300"/>
              </a:solidFill>
              <a:latin typeface="黑体" panose="02010609060101010101" pitchFamily="49" charset="-122"/>
              <a:ea typeface="黑体" panose="02010609060101010101" pitchFamily="49" charset="-122"/>
            </a:endParaRPr>
          </a:p>
        </p:txBody>
      </p:sp>
    </p:spTree>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ntr" presetSubtype="6" fill="hold" grpId="0" nodeType="clickEffect">
                                  <p:stCondLst>
                                    <p:cond delay="0"/>
                                  </p:stCondLst>
                                  <p:childTnLst>
                                    <p:set>
                                      <p:cBhvr>
                                        <p:cTn id="6" dur="1" fill="hold">
                                          <p:stCondLst>
                                            <p:cond delay="0"/>
                                          </p:stCondLst>
                                        </p:cTn>
                                        <p:tgtEl>
                                          <p:spTgt spid="4">
                                            <p:txEl>
                                              <p:pRg st="4294967295" end="4294967295"/>
                                            </p:txEl>
                                          </p:spTgt>
                                        </p:tgtEl>
                                        <p:attrNameLst>
                                          <p:attrName>style.visibility</p:attrName>
                                        </p:attrNameLst>
                                      </p:cBhvr>
                                      <p:to>
                                        <p:strVal val="visible"/>
                                      </p:to>
                                    </p:set>
                                    <p:animEffect transition="in" filter="strips(downRight)">
                                      <p:cBhvr>
                                        <p:cTn id="7" dur="500"/>
                                        <p:tgtEl>
                                          <p:spTgt spid="4">
                                            <p:txEl>
                                              <p:pRg st="4294967295" end="4294967295"/>
                                            </p:txEl>
                                          </p:spTgt>
                                        </p:tgtEl>
                                      </p:cBhvr>
                                    </p:animEffect>
                                  </p:childTnLst>
                                </p:cTn>
                              </p:par>
                            </p:childTnLst>
                          </p:cTn>
                        </p:par>
                      </p:childTnLst>
                    </p:cTn>
                  </p:par>
                  <p:par>
                    <p:cTn id="8" fill="hold">
                      <p:stCondLst>
                        <p:cond delay="indefinite"/>
                      </p:stCondLst>
                      <p:childTnLst>
                        <p:par>
                          <p:cTn id="9" fill="hold">
                            <p:stCondLst>
                              <p:cond delay="0"/>
                            </p:stCondLst>
                            <p:childTnLst>
                              <p:par>
                                <p:cTn id="10" presetID="18" presetClass="entr" presetSubtype="6" fill="hold" grpId="0" nodeType="clickEffect">
                                  <p:stCondLst>
                                    <p:cond delay="0"/>
                                  </p:stCondLst>
                                  <p:childTnLst>
                                    <p:set>
                                      <p:cBhvr>
                                        <p:cTn id="11" dur="1" fill="hold">
                                          <p:stCondLst>
                                            <p:cond delay="0"/>
                                          </p:stCondLst>
                                        </p:cTn>
                                        <p:tgtEl>
                                          <p:spTgt spid="4">
                                            <p:txEl>
                                              <p:pRg st="0" end="0"/>
                                            </p:txEl>
                                          </p:spTgt>
                                        </p:tgtEl>
                                        <p:attrNameLst>
                                          <p:attrName>style.visibility</p:attrName>
                                        </p:attrNameLst>
                                      </p:cBhvr>
                                      <p:to>
                                        <p:strVal val="visible"/>
                                      </p:to>
                                    </p:set>
                                    <p:animEffect transition="in" filter="strips(downRight)">
                                      <p:cBhvr>
                                        <p:cTn id="12" dur="500"/>
                                        <p:tgtEl>
                                          <p:spTgt spid="4">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wipe(left)">
                                      <p:cBhvr>
                                        <p:cTn id="17" dur="500"/>
                                        <p:tgtEl>
                                          <p:spTgt spid="9"/>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8">
                                            <p:txEl>
                                              <p:pRg st="0" end="0"/>
                                            </p:txEl>
                                          </p:spTgt>
                                        </p:tgtEl>
                                        <p:attrNameLst>
                                          <p:attrName>style.visibility</p:attrName>
                                        </p:attrNameLst>
                                      </p:cBhvr>
                                      <p:to>
                                        <p:strVal val="visible"/>
                                      </p:to>
                                    </p:set>
                                    <p:animEffect transition="in" filter="wipe(left)">
                                      <p:cBhvr>
                                        <p:cTn id="22" dur="500"/>
                                        <p:tgtEl>
                                          <p:spTgt spid="8">
                                            <p:txEl>
                                              <p:pRg st="0" end="0"/>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4" fill="hold" grpId="0" nodeType="clickEffect">
                                  <p:stCondLst>
                                    <p:cond delay="0"/>
                                  </p:stCondLst>
                                  <p:childTnLst>
                                    <p:set>
                                      <p:cBhvr>
                                        <p:cTn id="26" dur="1" fill="hold">
                                          <p:stCondLst>
                                            <p:cond delay="0"/>
                                          </p:stCondLst>
                                        </p:cTn>
                                        <p:tgtEl>
                                          <p:spTgt spid="13"/>
                                        </p:tgtEl>
                                        <p:attrNameLst>
                                          <p:attrName>style.visibility</p:attrName>
                                        </p:attrNameLst>
                                      </p:cBhvr>
                                      <p:to>
                                        <p:strVal val="visible"/>
                                      </p:to>
                                    </p:set>
                                    <p:animEffect transition="in" filter="wipe(down)">
                                      <p:cBhvr>
                                        <p:cTn id="27" dur="500"/>
                                        <p:tgtEl>
                                          <p:spTgt spid="13"/>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4" fill="hold" grpId="0" nodeType="clickEffect">
                                  <p:stCondLst>
                                    <p:cond delay="0"/>
                                  </p:stCondLst>
                                  <p:childTnLst>
                                    <p:set>
                                      <p:cBhvr>
                                        <p:cTn id="31" dur="1" fill="hold">
                                          <p:stCondLst>
                                            <p:cond delay="0"/>
                                          </p:stCondLst>
                                        </p:cTn>
                                        <p:tgtEl>
                                          <p:spTgt spid="10"/>
                                        </p:tgtEl>
                                        <p:attrNameLst>
                                          <p:attrName>style.visibility</p:attrName>
                                        </p:attrNameLst>
                                      </p:cBhvr>
                                      <p:to>
                                        <p:strVal val="visible"/>
                                      </p:to>
                                    </p:set>
                                    <p:animEffect transition="in" filter="wipe(down)">
                                      <p:cBhvr>
                                        <p:cTn id="32" dur="500"/>
                                        <p:tgtEl>
                                          <p:spTgt spid="10"/>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4" fill="hold" grpId="0" nodeType="clickEffect">
                                  <p:stCondLst>
                                    <p:cond delay="0"/>
                                  </p:stCondLst>
                                  <p:childTnLst>
                                    <p:set>
                                      <p:cBhvr>
                                        <p:cTn id="36" dur="1" fill="hold">
                                          <p:stCondLst>
                                            <p:cond delay="0"/>
                                          </p:stCondLst>
                                        </p:cTn>
                                        <p:tgtEl>
                                          <p:spTgt spid="11"/>
                                        </p:tgtEl>
                                        <p:attrNameLst>
                                          <p:attrName>style.visibility</p:attrName>
                                        </p:attrNameLst>
                                      </p:cBhvr>
                                      <p:to>
                                        <p:strVal val="visible"/>
                                      </p:to>
                                    </p:set>
                                    <p:animEffect transition="in" filter="wipe(down)">
                                      <p:cBhvr>
                                        <p:cTn id="37" dur="500"/>
                                        <p:tgtEl>
                                          <p:spTgt spid="11"/>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4" fill="hold" grpId="0" nodeType="clickEffect">
                                  <p:stCondLst>
                                    <p:cond delay="0"/>
                                  </p:stCondLst>
                                  <p:childTnLst>
                                    <p:set>
                                      <p:cBhvr>
                                        <p:cTn id="41" dur="1" fill="hold">
                                          <p:stCondLst>
                                            <p:cond delay="0"/>
                                          </p:stCondLst>
                                        </p:cTn>
                                        <p:tgtEl>
                                          <p:spTgt spid="12"/>
                                        </p:tgtEl>
                                        <p:attrNameLst>
                                          <p:attrName>style.visibility</p:attrName>
                                        </p:attrNameLst>
                                      </p:cBhvr>
                                      <p:to>
                                        <p:strVal val="visible"/>
                                      </p:to>
                                    </p:set>
                                    <p:animEffect transition="in" filter="wipe(down)">
                                      <p:cBhvr>
                                        <p:cTn id="42" dur="500"/>
                                        <p:tgtEl>
                                          <p:spTgt spid="12"/>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grpId="0" nodeType="clickEffect">
                                  <p:stCondLst>
                                    <p:cond delay="0"/>
                                  </p:stCondLst>
                                  <p:childTnLst>
                                    <p:set>
                                      <p:cBhvr>
                                        <p:cTn id="46" dur="1" fill="hold">
                                          <p:stCondLst>
                                            <p:cond delay="0"/>
                                          </p:stCondLst>
                                        </p:cTn>
                                        <p:tgtEl>
                                          <p:spTgt spid="14"/>
                                        </p:tgtEl>
                                        <p:attrNameLst>
                                          <p:attrName>style.visibility</p:attrName>
                                        </p:attrNameLst>
                                      </p:cBhvr>
                                      <p:to>
                                        <p:strVal val="visible"/>
                                      </p:to>
                                    </p:set>
                                    <p:animEffect transition="in" filter="wipe(left)">
                                      <p:cBhvr>
                                        <p:cTn id="47" dur="500"/>
                                        <p:tgtEl>
                                          <p:spTgt spid="14"/>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8" fill="hold" grpId="0" nodeType="clickEffect">
                                  <p:stCondLst>
                                    <p:cond delay="0"/>
                                  </p:stCondLst>
                                  <p:childTnLst>
                                    <p:set>
                                      <p:cBhvr>
                                        <p:cTn id="51" dur="1" fill="hold">
                                          <p:stCondLst>
                                            <p:cond delay="0"/>
                                          </p:stCondLst>
                                        </p:cTn>
                                        <p:tgtEl>
                                          <p:spTgt spid="7"/>
                                        </p:tgtEl>
                                        <p:attrNameLst>
                                          <p:attrName>style.visibility</p:attrName>
                                        </p:attrNameLst>
                                      </p:cBhvr>
                                      <p:to>
                                        <p:strVal val="visible"/>
                                      </p:to>
                                    </p:set>
                                    <p:animEffect transition="in" filter="wipe(left)">
                                      <p:cBhvr>
                                        <p:cTn id="52"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P spid="7" grpId="0" bldLvl="0" animBg="1"/>
      <p:bldP spid="9" grpId="0" bldLvl="0" animBg="1"/>
      <p:bldP spid="10" grpId="0" animBg="1"/>
      <p:bldP spid="11" grpId="0" animBg="1"/>
      <p:bldP spid="12" grpId="0" animBg="1"/>
      <p:bldP spid="13" grpId="0" animBg="1"/>
      <p:bldP spid="14" grpId="0" bldLvl="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Grp="1" noChangeArrowheads="1"/>
          </p:cNvSpPr>
          <p:nvPr>
            <p:ph type="title"/>
          </p:nvPr>
        </p:nvSpPr>
        <p:spPr bwMode="auto">
          <a:xfrm>
            <a:off x="6200775" y="762000"/>
            <a:ext cx="1589088" cy="11747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eaLnBrk="1" hangingPunct="1"/>
            <a:r>
              <a:rPr lang="zh-CN" altLang="en-US" sz="2000" smtClean="0">
                <a:solidFill>
                  <a:schemeClr val="bg1"/>
                </a:solidFill>
                <a:latin typeface="华文中宋" panose="02010600040101010101" pitchFamily="2" charset="-122"/>
                <a:ea typeface="华文中宋" panose="02010600040101010101" pitchFamily="2" charset="-122"/>
              </a:rPr>
              <a:t>类型和代号</a:t>
            </a:r>
            <a:r>
              <a:rPr lang="en-US" altLang="zh-CN" sz="2000" smtClean="0">
                <a:solidFill>
                  <a:schemeClr val="bg1"/>
                </a:solidFill>
                <a:latin typeface="华文中宋" panose="02010600040101010101" pitchFamily="2" charset="-122"/>
                <a:ea typeface="华文中宋" panose="02010600040101010101" pitchFamily="2" charset="-122"/>
              </a:rPr>
              <a:t>4</a:t>
            </a:r>
            <a:endParaRPr lang="en-US" altLang="zh-CN" sz="2000" smtClean="0">
              <a:solidFill>
                <a:schemeClr val="bg1"/>
              </a:solidFill>
              <a:latin typeface="华文中宋" panose="02010600040101010101" pitchFamily="2" charset="-122"/>
              <a:ea typeface="华文中宋" panose="02010600040101010101" pitchFamily="2" charset="-122"/>
            </a:endParaRPr>
          </a:p>
        </p:txBody>
      </p:sp>
      <p:sp>
        <p:nvSpPr>
          <p:cNvPr id="15366" name="Rectangle 6"/>
          <p:cNvSpPr>
            <a:spLocks noChangeArrowheads="1"/>
          </p:cNvSpPr>
          <p:nvPr/>
        </p:nvSpPr>
        <p:spPr bwMode="auto">
          <a:xfrm>
            <a:off x="361192" y="1173991"/>
            <a:ext cx="2014261" cy="456027"/>
          </a:xfrm>
          <a:prstGeom prst="rect">
            <a:avLst/>
          </a:prstGeom>
          <a:solidFill>
            <a:schemeClr val="accent2">
              <a:lumMod val="40000"/>
              <a:lumOff val="60000"/>
            </a:schemeClr>
          </a:solidFill>
          <a:ln>
            <a:noFill/>
          </a:ln>
        </p:spPr>
        <p:txBody>
          <a:bodyPr/>
          <a:lstStyle>
            <a:lvl1pPr eaLnBrk="0" hangingPunct="0">
              <a:defRPr kumimoji="1" sz="2000">
                <a:solidFill>
                  <a:srgbClr val="000099"/>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rgbClr val="000099"/>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rgbClr val="000099"/>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rgbClr val="000099"/>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lnSpc>
                <a:spcPct val="100000"/>
              </a:lnSpc>
              <a:buFontTx/>
              <a:buNone/>
            </a:pPr>
            <a:r>
              <a:rPr lang="en-US" altLang="zh-CN" sz="1400" dirty="0">
                <a:solidFill>
                  <a:srgbClr val="CC3300"/>
                </a:solidFill>
                <a:latin typeface="Tahoma" panose="020B0604030504040204" pitchFamily="34" charset="0"/>
              </a:rPr>
              <a:t>◆ </a:t>
            </a:r>
            <a:r>
              <a:rPr lang="zh-CN" altLang="en-US" sz="2400" dirty="0">
                <a:solidFill>
                  <a:srgbClr val="C00000"/>
                </a:solidFill>
                <a:latin typeface="黑体" panose="02010609060101010101" pitchFamily="49" charset="-122"/>
                <a:ea typeface="黑体" panose="02010609060101010101" pitchFamily="49" charset="-122"/>
              </a:rPr>
              <a:t>内径代号：</a:t>
            </a:r>
            <a:endParaRPr lang="zh-CN" altLang="en-US" sz="2400" dirty="0">
              <a:solidFill>
                <a:srgbClr val="C00000"/>
              </a:solidFill>
              <a:latin typeface="黑体" panose="02010609060101010101" pitchFamily="49" charset="-122"/>
              <a:ea typeface="黑体" panose="02010609060101010101" pitchFamily="49" charset="-122"/>
            </a:endParaRPr>
          </a:p>
        </p:txBody>
      </p:sp>
      <p:pic>
        <p:nvPicPr>
          <p:cNvPr id="15467" name="Picture 107" descr="back1">
            <a:hlinkClick r:id="" action="ppaction://hlinkshowjump?jump=previousslide"/>
          </p:cNvPr>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8324850" y="6489700"/>
            <a:ext cx="306388" cy="306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5468" name="Picture 108" descr="NEXT1">
            <a:hlinkClick r:id="" action="ppaction://hlinkshowjump?jump=nextslide"/>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774113" y="6489700"/>
            <a:ext cx="306387" cy="306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5469" name="Picture 109" descr="rewind1">
            <a:hlinkClick r:id="" action="ppaction://hlinkshowjump?jump=firstslide"/>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875588" y="6489700"/>
            <a:ext cx="306387" cy="306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470" name="Text Box 110"/>
          <p:cNvSpPr txBox="1">
            <a:spLocks noChangeArrowheads="1"/>
          </p:cNvSpPr>
          <p:nvPr/>
        </p:nvSpPr>
        <p:spPr bwMode="auto">
          <a:xfrm>
            <a:off x="7505700" y="5908675"/>
            <a:ext cx="9271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57150">
                <a:solidFill>
                  <a:srgbClr val="000000"/>
                </a:solidFill>
                <a:miter lim="800000"/>
                <a:headEnd/>
                <a:tailEnd/>
              </a14:hiddenLine>
            </a:ext>
          </a:extLst>
        </p:spPr>
        <p:txBody>
          <a:bodyPr>
            <a:spAutoFit/>
          </a:bodyPr>
          <a:lstStyle>
            <a:lvl1pPr eaLnBrk="0" hangingPunct="0">
              <a:defRPr kumimoji="1" sz="2000">
                <a:solidFill>
                  <a:srgbClr val="000099"/>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rgbClr val="000099"/>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rgbClr val="000099"/>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rgbClr val="000099"/>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9pPr>
          </a:lstStyle>
          <a:p>
            <a:pPr algn="ctr" eaLnBrk="1" hangingPunct="1">
              <a:lnSpc>
                <a:spcPct val="100000"/>
              </a:lnSpc>
              <a:spcBef>
                <a:spcPct val="50000"/>
              </a:spcBef>
              <a:buFontTx/>
              <a:buNone/>
            </a:pPr>
            <a:r>
              <a:rPr lang="en-US" altLang="zh-CN" sz="1800">
                <a:latin typeface="华文中宋" panose="02010600040101010101" pitchFamily="2" charset="-122"/>
              </a:rPr>
              <a:t>  </a:t>
            </a:r>
            <a:endParaRPr lang="en-US" altLang="zh-CN" sz="1800">
              <a:latin typeface="华文中宋" panose="02010600040101010101" pitchFamily="2" charset="-122"/>
            </a:endParaRPr>
          </a:p>
        </p:txBody>
      </p:sp>
      <p:graphicFrame>
        <p:nvGraphicFramePr>
          <p:cNvPr id="31" name="表格 30"/>
          <p:cNvGraphicFramePr>
            <a:graphicFrameLocks noGrp="1"/>
          </p:cNvGraphicFramePr>
          <p:nvPr/>
        </p:nvGraphicFramePr>
        <p:xfrm>
          <a:off x="1146313" y="1985066"/>
          <a:ext cx="6437243" cy="3657600"/>
        </p:xfrm>
        <a:graphic>
          <a:graphicData uri="http://schemas.openxmlformats.org/drawingml/2006/table">
            <a:tbl>
              <a:tblPr/>
              <a:tblGrid>
                <a:gridCol w="1061813"/>
                <a:gridCol w="1605993"/>
                <a:gridCol w="2216535"/>
                <a:gridCol w="1552902"/>
              </a:tblGrid>
              <a:tr h="590182">
                <a:tc gridSpan="2">
                  <a:txBody>
                    <a:bodyPr/>
                    <a:lstStyle/>
                    <a:p>
                      <a:pPr algn="ctr">
                        <a:spcAft>
                          <a:spcPts val="0"/>
                        </a:spcAft>
                      </a:pPr>
                      <a:r>
                        <a:rPr lang="zh-CN" sz="2000" b="1" kern="100" dirty="0">
                          <a:solidFill>
                            <a:srgbClr val="0000B2"/>
                          </a:solidFill>
                          <a:latin typeface="Calibri" panose="020F0502020204030204"/>
                          <a:ea typeface="宋体" panose="02010600030101010101" pitchFamily="2" charset="-122"/>
                          <a:cs typeface="Times New Roman" panose="02020603050405020304"/>
                        </a:rPr>
                        <a:t>轴承公称内径范围</a:t>
                      </a:r>
                      <a:r>
                        <a:rPr lang="en-US" sz="2000" b="1" kern="100" dirty="0">
                          <a:solidFill>
                            <a:srgbClr val="0000B2"/>
                          </a:solidFill>
                          <a:latin typeface="Calibri" panose="020F0502020204030204"/>
                          <a:ea typeface="宋体" panose="02010600030101010101" pitchFamily="2" charset="-122"/>
                          <a:cs typeface="Times New Roman" panose="02020603050405020304"/>
                        </a:rPr>
                        <a:t>/</a:t>
                      </a:r>
                      <a:r>
                        <a:rPr lang="en-US" sz="2000" b="1" kern="100" dirty="0">
                          <a:solidFill>
                            <a:srgbClr val="0000B2"/>
                          </a:solidFill>
                          <a:latin typeface="Times New Roman" panose="02020603050405020304"/>
                          <a:ea typeface="宋体" panose="02010600030101010101" pitchFamily="2" charset="-122"/>
                          <a:cs typeface="Times New Roman" panose="02020603050405020304"/>
                        </a:rPr>
                        <a:t>mm</a:t>
                      </a:r>
                      <a:endParaRPr lang="zh-CN" sz="2000" b="1" kern="100" dirty="0">
                        <a:solidFill>
                          <a:srgbClr val="0000B2"/>
                        </a:solidFill>
                        <a:latin typeface="Calibri" panose="020F0502020204030204"/>
                        <a:ea typeface="宋体" panose="02010600030101010101" pitchFamily="2" charset="-122"/>
                        <a:cs typeface="Times New Roman" panose="02020603050405020304"/>
                      </a:endParaRPr>
                    </a:p>
                  </a:txBody>
                  <a:tcPr marL="60646" marR="60646" marT="0" marB="0" anchor="ctr">
                    <a:lnL>
                      <a:noFill/>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cPr/>
                </a:tc>
                <a:tc>
                  <a:txBody>
                    <a:bodyPr/>
                    <a:lstStyle/>
                    <a:p>
                      <a:pPr algn="ctr">
                        <a:spcAft>
                          <a:spcPts val="0"/>
                        </a:spcAft>
                      </a:pPr>
                      <a:r>
                        <a:rPr lang="zh-CN" sz="2000" b="1" kern="100">
                          <a:solidFill>
                            <a:srgbClr val="0000B2"/>
                          </a:solidFill>
                          <a:latin typeface="Calibri" panose="020F0502020204030204"/>
                          <a:ea typeface="宋体" panose="02010600030101010101" pitchFamily="2" charset="-122"/>
                          <a:cs typeface="Times New Roman" panose="02020603050405020304"/>
                        </a:rPr>
                        <a:t>内 径 代 号</a:t>
                      </a:r>
                      <a:endParaRPr lang="zh-CN" sz="2000" b="1" kern="100">
                        <a:solidFill>
                          <a:srgbClr val="0000B2"/>
                        </a:solidFill>
                        <a:latin typeface="Calibri" panose="020F0502020204030204"/>
                        <a:ea typeface="宋体" panose="02010600030101010101" pitchFamily="2" charset="-122"/>
                        <a:cs typeface="Times New Roman" panose="02020603050405020304"/>
                      </a:endParaRPr>
                    </a:p>
                  </a:txBody>
                  <a:tcPr marL="60646" marR="6064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zh-CN" sz="2000" b="1" kern="100">
                          <a:solidFill>
                            <a:srgbClr val="0000B2"/>
                          </a:solidFill>
                          <a:latin typeface="Calibri" panose="020F0502020204030204"/>
                          <a:ea typeface="宋体" panose="02010600030101010101" pitchFamily="2" charset="-122"/>
                          <a:cs typeface="Times New Roman" panose="02020603050405020304"/>
                        </a:rPr>
                        <a:t>示</a:t>
                      </a:r>
                      <a:r>
                        <a:rPr lang="en-US" sz="2000" b="1" kern="100">
                          <a:solidFill>
                            <a:srgbClr val="0000B2"/>
                          </a:solidFill>
                          <a:latin typeface="Calibri" panose="020F0502020204030204"/>
                          <a:ea typeface="宋体" panose="02010600030101010101" pitchFamily="2" charset="-122"/>
                          <a:cs typeface="Times New Roman" panose="02020603050405020304"/>
                        </a:rPr>
                        <a:t>    </a:t>
                      </a:r>
                      <a:r>
                        <a:rPr lang="zh-CN" sz="2000" b="1" kern="100">
                          <a:solidFill>
                            <a:srgbClr val="0000B2"/>
                          </a:solidFill>
                          <a:latin typeface="Calibri" panose="020F0502020204030204"/>
                          <a:ea typeface="宋体" panose="02010600030101010101" pitchFamily="2" charset="-122"/>
                          <a:cs typeface="Times New Roman" panose="02020603050405020304"/>
                        </a:rPr>
                        <a:t>例</a:t>
                      </a:r>
                      <a:endParaRPr lang="zh-CN" sz="2000" b="1" kern="100">
                        <a:solidFill>
                          <a:srgbClr val="0000B2"/>
                        </a:solidFill>
                        <a:latin typeface="Calibri" panose="020F0502020204030204"/>
                        <a:ea typeface="宋体" panose="02010600030101010101" pitchFamily="2" charset="-122"/>
                        <a:cs typeface="Times New Roman" panose="02020603050405020304"/>
                      </a:endParaRPr>
                    </a:p>
                  </a:txBody>
                  <a:tcPr marL="60646" marR="60646" marT="0" marB="0" anchor="ctr">
                    <a:lnL w="12700" cap="flat" cmpd="sng" algn="ctr">
                      <a:solidFill>
                        <a:srgbClr val="000000"/>
                      </a:solidFill>
                      <a:prstDash val="solid"/>
                      <a:round/>
                      <a:headEnd type="none" w="med" len="med"/>
                      <a:tailEnd type="none" w="med" len="med"/>
                    </a:lnL>
                    <a:lnR>
                      <a:noFill/>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95091">
                <a:tc rowSpan="4">
                  <a:txBody>
                    <a:bodyPr/>
                    <a:lstStyle/>
                    <a:p>
                      <a:pPr algn="ctr">
                        <a:spcAft>
                          <a:spcPts val="0"/>
                        </a:spcAft>
                      </a:pPr>
                      <a:r>
                        <a:rPr lang="en-US" sz="2000" b="1" kern="100">
                          <a:solidFill>
                            <a:srgbClr val="0000B2"/>
                          </a:solidFill>
                          <a:latin typeface="宋体" panose="02010600030101010101" pitchFamily="2" charset="-122"/>
                          <a:ea typeface="宋体" panose="02010600030101010101" pitchFamily="2" charset="-122"/>
                          <a:cs typeface="Times New Roman" panose="02020603050405020304"/>
                        </a:rPr>
                        <a:t>10</a:t>
                      </a:r>
                      <a:r>
                        <a:rPr lang="zh-CN" sz="2000" b="1" kern="100">
                          <a:solidFill>
                            <a:srgbClr val="0000B2"/>
                          </a:solidFill>
                          <a:latin typeface="Calibri" panose="020F0502020204030204"/>
                          <a:ea typeface="宋体" panose="02010600030101010101" pitchFamily="2" charset="-122"/>
                          <a:cs typeface="Times New Roman" panose="02020603050405020304"/>
                        </a:rPr>
                        <a:t>～</a:t>
                      </a:r>
                      <a:r>
                        <a:rPr lang="en-US" sz="2000" b="1" kern="100">
                          <a:solidFill>
                            <a:srgbClr val="0000B2"/>
                          </a:solidFill>
                          <a:latin typeface="Calibri" panose="020F0502020204030204"/>
                          <a:ea typeface="宋体" panose="02010600030101010101" pitchFamily="2" charset="-122"/>
                          <a:cs typeface="Times New Roman" panose="02020603050405020304"/>
                        </a:rPr>
                        <a:t>17</a:t>
                      </a:r>
                      <a:endParaRPr lang="zh-CN" sz="2000" b="1" kern="100">
                        <a:solidFill>
                          <a:srgbClr val="0000B2"/>
                        </a:solidFill>
                        <a:latin typeface="Calibri" panose="020F0502020204030204"/>
                        <a:ea typeface="宋体" panose="02010600030101010101" pitchFamily="2" charset="-122"/>
                        <a:cs typeface="Times New Roman" panose="02020603050405020304"/>
                      </a:endParaRPr>
                    </a:p>
                  </a:txBody>
                  <a:tcPr marL="60646" marR="60646"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2000" b="1" kern="100" dirty="0">
                          <a:solidFill>
                            <a:srgbClr val="0000B2"/>
                          </a:solidFill>
                          <a:latin typeface="宋体" panose="02010600030101010101" pitchFamily="2" charset="-122"/>
                          <a:ea typeface="宋体" panose="02010600030101010101" pitchFamily="2" charset="-122"/>
                          <a:cs typeface="Times New Roman" panose="02020603050405020304"/>
                        </a:rPr>
                        <a:t>10</a:t>
                      </a:r>
                      <a:endParaRPr lang="zh-CN" sz="2000" b="1" kern="100" dirty="0">
                        <a:solidFill>
                          <a:srgbClr val="0000B2"/>
                        </a:solidFill>
                        <a:latin typeface="Calibri" panose="020F0502020204030204"/>
                        <a:ea typeface="宋体" panose="02010600030101010101" pitchFamily="2" charset="-122"/>
                        <a:cs typeface="Times New Roman" panose="02020603050405020304"/>
                      </a:endParaRPr>
                    </a:p>
                  </a:txBody>
                  <a:tcPr marL="60646" marR="6064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2000" b="1" kern="100" dirty="0">
                          <a:solidFill>
                            <a:srgbClr val="0000B2"/>
                          </a:solidFill>
                          <a:latin typeface="宋体" panose="02010600030101010101" pitchFamily="2" charset="-122"/>
                          <a:ea typeface="宋体" panose="02010600030101010101" pitchFamily="2" charset="-122"/>
                          <a:cs typeface="Times New Roman" panose="02020603050405020304"/>
                        </a:rPr>
                        <a:t>00</a:t>
                      </a:r>
                      <a:endParaRPr lang="zh-CN" sz="2000" b="1" kern="100" dirty="0">
                        <a:solidFill>
                          <a:srgbClr val="0000B2"/>
                        </a:solidFill>
                        <a:latin typeface="Calibri" panose="020F0502020204030204"/>
                        <a:ea typeface="宋体" panose="02010600030101010101" pitchFamily="2" charset="-122"/>
                        <a:cs typeface="Times New Roman" panose="02020603050405020304"/>
                      </a:endParaRPr>
                    </a:p>
                  </a:txBody>
                  <a:tcPr marL="60646" marR="6064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rowSpan="4">
                  <a:txBody>
                    <a:bodyPr/>
                    <a:lstStyle/>
                    <a:p>
                      <a:pPr algn="ctr">
                        <a:spcAft>
                          <a:spcPts val="0"/>
                        </a:spcAft>
                      </a:pPr>
                      <a:r>
                        <a:rPr lang="zh-CN" sz="2000" b="1" kern="100">
                          <a:solidFill>
                            <a:srgbClr val="0000B2"/>
                          </a:solidFill>
                          <a:latin typeface="Calibri" panose="020F0502020204030204"/>
                          <a:ea typeface="宋体" panose="02010600030101010101" pitchFamily="2" charset="-122"/>
                          <a:cs typeface="Times New Roman" panose="02020603050405020304"/>
                        </a:rPr>
                        <a:t>深沟球轴承</a:t>
                      </a:r>
                      <a:r>
                        <a:rPr lang="en-US" sz="2000" b="1" kern="100">
                          <a:solidFill>
                            <a:srgbClr val="0000B2"/>
                          </a:solidFill>
                          <a:latin typeface="Calibri" panose="020F0502020204030204"/>
                          <a:ea typeface="宋体" panose="02010600030101010101" pitchFamily="2" charset="-122"/>
                          <a:cs typeface="Times New Roman" panose="02020603050405020304"/>
                        </a:rPr>
                        <a:t>62</a:t>
                      </a:r>
                      <a:r>
                        <a:rPr lang="en-US" sz="2000" b="1" u="sng" kern="100">
                          <a:solidFill>
                            <a:srgbClr val="0000B2"/>
                          </a:solidFill>
                          <a:latin typeface="Calibri" panose="020F0502020204030204"/>
                          <a:ea typeface="宋体" panose="02010600030101010101" pitchFamily="2" charset="-122"/>
                          <a:cs typeface="Times New Roman" panose="02020603050405020304"/>
                        </a:rPr>
                        <a:t>02</a:t>
                      </a:r>
                      <a:endParaRPr lang="zh-CN" sz="2000" b="1" kern="100">
                        <a:solidFill>
                          <a:srgbClr val="0000B2"/>
                        </a:solidFill>
                        <a:latin typeface="Calibri" panose="020F0502020204030204"/>
                        <a:ea typeface="宋体" panose="02010600030101010101" pitchFamily="2" charset="-122"/>
                        <a:cs typeface="Times New Roman" panose="02020603050405020304"/>
                      </a:endParaRPr>
                    </a:p>
                    <a:p>
                      <a:pPr algn="ctr">
                        <a:spcAft>
                          <a:spcPts val="0"/>
                        </a:spcAft>
                      </a:pPr>
                      <a:r>
                        <a:rPr lang="en-US" sz="2000" b="1" i="1" kern="100">
                          <a:solidFill>
                            <a:srgbClr val="0000B2"/>
                          </a:solidFill>
                          <a:latin typeface="Times New Roman" panose="02020603050405020304"/>
                          <a:ea typeface="宋体" panose="02010600030101010101" pitchFamily="2" charset="-122"/>
                          <a:cs typeface="Times New Roman" panose="02020603050405020304"/>
                        </a:rPr>
                        <a:t>d</a:t>
                      </a:r>
                      <a:r>
                        <a:rPr lang="en-US" sz="2000" b="1" kern="100">
                          <a:solidFill>
                            <a:srgbClr val="0000B2"/>
                          </a:solidFill>
                          <a:latin typeface="宋体" panose="02010600030101010101" pitchFamily="2" charset="-122"/>
                          <a:ea typeface="宋体" panose="02010600030101010101" pitchFamily="2" charset="-122"/>
                          <a:cs typeface="Times New Roman" panose="02020603050405020304"/>
                        </a:rPr>
                        <a:t>=15</a:t>
                      </a:r>
                      <a:r>
                        <a:rPr lang="en-US" sz="2000" b="1" kern="100">
                          <a:solidFill>
                            <a:srgbClr val="0000B2"/>
                          </a:solidFill>
                          <a:latin typeface="Times New Roman" panose="02020603050405020304"/>
                          <a:ea typeface="宋体" panose="02010600030101010101" pitchFamily="2" charset="-122"/>
                          <a:cs typeface="Times New Roman" panose="02020603050405020304"/>
                        </a:rPr>
                        <a:t>mm</a:t>
                      </a:r>
                      <a:endParaRPr lang="zh-CN" sz="2000" b="1" kern="100">
                        <a:solidFill>
                          <a:srgbClr val="0000B2"/>
                        </a:solidFill>
                        <a:latin typeface="Calibri" panose="020F0502020204030204"/>
                        <a:ea typeface="宋体" panose="02010600030101010101" pitchFamily="2" charset="-122"/>
                        <a:cs typeface="Times New Roman" panose="02020603050405020304"/>
                      </a:endParaRPr>
                    </a:p>
                  </a:txBody>
                  <a:tcPr marL="60646" marR="60646"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95091">
                <a:tc vMerge="1">
                  <a:tcPr/>
                </a:tc>
                <a:tc>
                  <a:txBody>
                    <a:bodyPr/>
                    <a:lstStyle/>
                    <a:p>
                      <a:pPr algn="ctr">
                        <a:spcAft>
                          <a:spcPts val="0"/>
                        </a:spcAft>
                      </a:pPr>
                      <a:r>
                        <a:rPr lang="en-US" sz="2000" b="1" kern="100" dirty="0">
                          <a:solidFill>
                            <a:srgbClr val="0000B2"/>
                          </a:solidFill>
                          <a:latin typeface="宋体" panose="02010600030101010101" pitchFamily="2" charset="-122"/>
                          <a:ea typeface="宋体" panose="02010600030101010101" pitchFamily="2" charset="-122"/>
                          <a:cs typeface="Times New Roman" panose="02020603050405020304"/>
                        </a:rPr>
                        <a:t>12</a:t>
                      </a:r>
                      <a:endParaRPr lang="zh-CN" sz="2000" b="1" kern="100" dirty="0">
                        <a:solidFill>
                          <a:srgbClr val="0000B2"/>
                        </a:solidFill>
                        <a:latin typeface="Calibri" panose="020F0502020204030204"/>
                        <a:ea typeface="宋体" panose="02010600030101010101" pitchFamily="2" charset="-122"/>
                        <a:cs typeface="Times New Roman" panose="02020603050405020304"/>
                      </a:endParaRPr>
                    </a:p>
                  </a:txBody>
                  <a:tcPr marL="60646" marR="6064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2000" b="1" kern="100" dirty="0">
                          <a:solidFill>
                            <a:srgbClr val="0000B2"/>
                          </a:solidFill>
                          <a:latin typeface="宋体" panose="02010600030101010101" pitchFamily="2" charset="-122"/>
                          <a:ea typeface="宋体" panose="02010600030101010101" pitchFamily="2" charset="-122"/>
                          <a:cs typeface="Times New Roman" panose="02020603050405020304"/>
                        </a:rPr>
                        <a:t>01</a:t>
                      </a:r>
                      <a:endParaRPr lang="zh-CN" sz="2000" b="1" kern="100" dirty="0">
                        <a:solidFill>
                          <a:srgbClr val="0000B2"/>
                        </a:solidFill>
                        <a:latin typeface="Calibri" panose="020F0502020204030204"/>
                        <a:ea typeface="宋体" panose="02010600030101010101" pitchFamily="2" charset="-122"/>
                        <a:cs typeface="Times New Roman" panose="02020603050405020304"/>
                      </a:endParaRPr>
                    </a:p>
                  </a:txBody>
                  <a:tcPr marL="60646" marR="6064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vMerge="1">
                  <a:tcPr/>
                </a:tc>
              </a:tr>
              <a:tr h="295091">
                <a:tc vMerge="1">
                  <a:tcPr/>
                </a:tc>
                <a:tc>
                  <a:txBody>
                    <a:bodyPr/>
                    <a:lstStyle/>
                    <a:p>
                      <a:pPr algn="ctr">
                        <a:spcAft>
                          <a:spcPts val="0"/>
                        </a:spcAft>
                      </a:pPr>
                      <a:r>
                        <a:rPr lang="en-US" sz="2000" b="1" kern="100" dirty="0">
                          <a:solidFill>
                            <a:srgbClr val="0000B2"/>
                          </a:solidFill>
                          <a:latin typeface="宋体" panose="02010600030101010101" pitchFamily="2" charset="-122"/>
                          <a:ea typeface="宋体" panose="02010600030101010101" pitchFamily="2" charset="-122"/>
                          <a:cs typeface="Times New Roman" panose="02020603050405020304"/>
                        </a:rPr>
                        <a:t>15</a:t>
                      </a:r>
                      <a:endParaRPr lang="zh-CN" sz="2000" b="1" kern="100" dirty="0">
                        <a:solidFill>
                          <a:srgbClr val="0000B2"/>
                        </a:solidFill>
                        <a:latin typeface="Calibri" panose="020F0502020204030204"/>
                        <a:ea typeface="宋体" panose="02010600030101010101" pitchFamily="2" charset="-122"/>
                        <a:cs typeface="Times New Roman" panose="02020603050405020304"/>
                      </a:endParaRPr>
                    </a:p>
                  </a:txBody>
                  <a:tcPr marL="60646" marR="6064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2000" b="1" kern="100" dirty="0">
                          <a:solidFill>
                            <a:srgbClr val="0000B2"/>
                          </a:solidFill>
                          <a:latin typeface="宋体" panose="02010600030101010101" pitchFamily="2" charset="-122"/>
                          <a:ea typeface="宋体" panose="02010600030101010101" pitchFamily="2" charset="-122"/>
                          <a:cs typeface="Times New Roman" panose="02020603050405020304"/>
                        </a:rPr>
                        <a:t>02</a:t>
                      </a:r>
                      <a:endParaRPr lang="zh-CN" sz="2000" b="1" kern="100" dirty="0">
                        <a:solidFill>
                          <a:srgbClr val="0000B2"/>
                        </a:solidFill>
                        <a:latin typeface="Calibri" panose="020F0502020204030204"/>
                        <a:ea typeface="宋体" panose="02010600030101010101" pitchFamily="2" charset="-122"/>
                        <a:cs typeface="Times New Roman" panose="02020603050405020304"/>
                      </a:endParaRPr>
                    </a:p>
                  </a:txBody>
                  <a:tcPr marL="60646" marR="6064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vMerge="1">
                  <a:tcPr/>
                </a:tc>
              </a:tr>
              <a:tr h="295091">
                <a:tc vMerge="1">
                  <a:tcPr/>
                </a:tc>
                <a:tc>
                  <a:txBody>
                    <a:bodyPr/>
                    <a:lstStyle/>
                    <a:p>
                      <a:pPr algn="ctr">
                        <a:spcAft>
                          <a:spcPts val="0"/>
                        </a:spcAft>
                      </a:pPr>
                      <a:r>
                        <a:rPr lang="en-US" sz="2000" b="1" kern="100" dirty="0">
                          <a:solidFill>
                            <a:srgbClr val="0000B2"/>
                          </a:solidFill>
                          <a:latin typeface="宋体" panose="02010600030101010101" pitchFamily="2" charset="-122"/>
                          <a:ea typeface="宋体" panose="02010600030101010101" pitchFamily="2" charset="-122"/>
                          <a:cs typeface="Times New Roman" panose="02020603050405020304"/>
                        </a:rPr>
                        <a:t>17</a:t>
                      </a:r>
                      <a:endParaRPr lang="zh-CN" sz="2000" b="1" kern="100" dirty="0">
                        <a:solidFill>
                          <a:srgbClr val="0000B2"/>
                        </a:solidFill>
                        <a:latin typeface="Calibri" panose="020F0502020204030204"/>
                        <a:ea typeface="宋体" panose="02010600030101010101" pitchFamily="2" charset="-122"/>
                        <a:cs typeface="Times New Roman" panose="02020603050405020304"/>
                      </a:endParaRPr>
                    </a:p>
                  </a:txBody>
                  <a:tcPr marL="60646" marR="6064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2000" b="1" kern="100" dirty="0">
                          <a:solidFill>
                            <a:srgbClr val="0000B2"/>
                          </a:solidFill>
                          <a:latin typeface="宋体" panose="02010600030101010101" pitchFamily="2" charset="-122"/>
                          <a:ea typeface="宋体" panose="02010600030101010101" pitchFamily="2" charset="-122"/>
                          <a:cs typeface="Times New Roman" panose="02020603050405020304"/>
                        </a:rPr>
                        <a:t>03</a:t>
                      </a:r>
                      <a:endParaRPr lang="zh-CN" sz="2000" b="1" kern="100" dirty="0">
                        <a:solidFill>
                          <a:srgbClr val="0000B2"/>
                        </a:solidFill>
                        <a:latin typeface="Calibri" panose="020F0502020204030204"/>
                        <a:ea typeface="宋体" panose="02010600030101010101" pitchFamily="2" charset="-122"/>
                        <a:cs typeface="Times New Roman" panose="02020603050405020304"/>
                      </a:endParaRPr>
                    </a:p>
                  </a:txBody>
                  <a:tcPr marL="60646" marR="6064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vMerge="1">
                  <a:tcPr/>
                </a:tc>
              </a:tr>
              <a:tr h="1770546">
                <a:tc>
                  <a:txBody>
                    <a:bodyPr/>
                    <a:lstStyle/>
                    <a:p>
                      <a:pPr algn="ctr">
                        <a:spcAft>
                          <a:spcPts val="0"/>
                        </a:spcAft>
                      </a:pPr>
                      <a:r>
                        <a:rPr lang="en-US" sz="2000" b="1" kern="100" dirty="0">
                          <a:solidFill>
                            <a:srgbClr val="0000B2"/>
                          </a:solidFill>
                          <a:latin typeface="宋体" panose="02010600030101010101" pitchFamily="2" charset="-122"/>
                          <a:ea typeface="宋体" panose="02010600030101010101" pitchFamily="2" charset="-122"/>
                          <a:cs typeface="Times New Roman" panose="02020603050405020304"/>
                        </a:rPr>
                        <a:t>20</a:t>
                      </a:r>
                      <a:r>
                        <a:rPr lang="zh-CN" sz="2000" b="1" kern="100" dirty="0">
                          <a:solidFill>
                            <a:srgbClr val="0000B2"/>
                          </a:solidFill>
                          <a:latin typeface="Calibri" panose="020F0502020204030204"/>
                          <a:ea typeface="宋体" panose="02010600030101010101" pitchFamily="2" charset="-122"/>
                          <a:cs typeface="Times New Roman" panose="02020603050405020304"/>
                        </a:rPr>
                        <a:t>～</a:t>
                      </a:r>
                      <a:r>
                        <a:rPr lang="en-US" sz="2000" b="1" kern="100" dirty="0">
                          <a:solidFill>
                            <a:srgbClr val="0000B2"/>
                          </a:solidFill>
                          <a:latin typeface="Calibri" panose="020F0502020204030204"/>
                          <a:ea typeface="宋体" panose="02010600030101010101" pitchFamily="2" charset="-122"/>
                          <a:cs typeface="Times New Roman" panose="02020603050405020304"/>
                        </a:rPr>
                        <a:t>480</a:t>
                      </a:r>
                      <a:endParaRPr lang="zh-CN" sz="2000" b="1" kern="100" dirty="0">
                        <a:solidFill>
                          <a:srgbClr val="0000B2"/>
                        </a:solidFill>
                        <a:latin typeface="Calibri" panose="020F0502020204030204"/>
                        <a:ea typeface="宋体" panose="02010600030101010101" pitchFamily="2" charset="-122"/>
                        <a:cs typeface="Times New Roman" panose="02020603050405020304"/>
                      </a:endParaRPr>
                    </a:p>
                  </a:txBody>
                  <a:tcPr marL="60646" marR="60646"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ctr">
                        <a:spcAft>
                          <a:spcPts val="0"/>
                        </a:spcAft>
                      </a:pPr>
                      <a:endParaRPr lang="en-US" sz="2000" b="1" kern="100" dirty="0">
                        <a:solidFill>
                          <a:srgbClr val="0000B2"/>
                        </a:solidFill>
                        <a:latin typeface="宋体" panose="02010600030101010101" pitchFamily="2" charset="-122"/>
                        <a:ea typeface="宋体" panose="02010600030101010101" pitchFamily="2" charset="-122"/>
                        <a:cs typeface="Times New Roman" panose="02020603050405020304"/>
                      </a:endParaRPr>
                    </a:p>
                  </a:txBody>
                  <a:tcPr marL="60646" marR="6064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l">
                        <a:spcAft>
                          <a:spcPts val="0"/>
                        </a:spcAft>
                      </a:pPr>
                      <a:r>
                        <a:rPr lang="zh-CN" sz="2000" b="1" kern="100" dirty="0">
                          <a:solidFill>
                            <a:srgbClr val="0000B2"/>
                          </a:solidFill>
                          <a:latin typeface="Calibri" panose="020F0502020204030204"/>
                          <a:ea typeface="宋体" panose="02010600030101010101" pitchFamily="2" charset="-122"/>
                          <a:cs typeface="Times New Roman" panose="02020603050405020304"/>
                        </a:rPr>
                        <a:t>公称内径除以</a:t>
                      </a:r>
                      <a:r>
                        <a:rPr lang="en-US" sz="2000" b="1" kern="100" dirty="0">
                          <a:solidFill>
                            <a:srgbClr val="0000B2"/>
                          </a:solidFill>
                          <a:latin typeface="Calibri" panose="020F0502020204030204"/>
                          <a:ea typeface="宋体" panose="02010600030101010101" pitchFamily="2" charset="-122"/>
                          <a:cs typeface="Times New Roman" panose="02020603050405020304"/>
                        </a:rPr>
                        <a:t>5</a:t>
                      </a:r>
                      <a:r>
                        <a:rPr lang="zh-CN" sz="2000" b="1" kern="100" dirty="0">
                          <a:solidFill>
                            <a:srgbClr val="0000B2"/>
                          </a:solidFill>
                          <a:latin typeface="Calibri" panose="020F0502020204030204"/>
                          <a:ea typeface="宋体" panose="02010600030101010101" pitchFamily="2" charset="-122"/>
                          <a:cs typeface="Times New Roman" panose="02020603050405020304"/>
                        </a:rPr>
                        <a:t>的商数，商数为个位时须在商数左边加“</a:t>
                      </a:r>
                      <a:r>
                        <a:rPr lang="en-US" sz="2000" b="1" kern="100" dirty="0">
                          <a:solidFill>
                            <a:srgbClr val="0000B2"/>
                          </a:solidFill>
                          <a:latin typeface="Calibri" panose="020F0502020204030204"/>
                          <a:ea typeface="宋体" panose="02010600030101010101" pitchFamily="2" charset="-122"/>
                          <a:cs typeface="Times New Roman" panose="02020603050405020304"/>
                        </a:rPr>
                        <a:t>0</a:t>
                      </a:r>
                      <a:r>
                        <a:rPr lang="zh-CN" sz="2000" b="1" kern="100" dirty="0">
                          <a:solidFill>
                            <a:srgbClr val="0000B2"/>
                          </a:solidFill>
                          <a:latin typeface="Calibri" panose="020F0502020204030204"/>
                          <a:ea typeface="宋体" panose="02010600030101010101" pitchFamily="2" charset="-122"/>
                          <a:cs typeface="Times New Roman" panose="02020603050405020304"/>
                        </a:rPr>
                        <a:t>”，如</a:t>
                      </a:r>
                      <a:r>
                        <a:rPr lang="en-US" sz="2000" b="1" kern="100" dirty="0">
                          <a:solidFill>
                            <a:srgbClr val="0000B2"/>
                          </a:solidFill>
                          <a:latin typeface="Calibri" panose="020F0502020204030204"/>
                          <a:ea typeface="宋体" panose="02010600030101010101" pitchFamily="2" charset="-122"/>
                          <a:cs typeface="Times New Roman" panose="02020603050405020304"/>
                        </a:rPr>
                        <a:t>07</a:t>
                      </a:r>
                      <a:endParaRPr lang="zh-CN" sz="2000" b="1" kern="100" dirty="0">
                        <a:solidFill>
                          <a:srgbClr val="0000B2"/>
                        </a:solidFill>
                        <a:latin typeface="Calibri" panose="020F0502020204030204"/>
                        <a:ea typeface="宋体" panose="02010600030101010101" pitchFamily="2" charset="-122"/>
                        <a:cs typeface="Times New Roman" panose="02020603050405020304"/>
                      </a:endParaRPr>
                    </a:p>
                  </a:txBody>
                  <a:tcPr marL="60646" marR="6064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ctr">
                        <a:spcAft>
                          <a:spcPts val="0"/>
                        </a:spcAft>
                      </a:pPr>
                      <a:r>
                        <a:rPr lang="zh-CN" sz="2000" b="1" kern="100" dirty="0">
                          <a:solidFill>
                            <a:srgbClr val="0000B2"/>
                          </a:solidFill>
                          <a:latin typeface="Calibri" panose="020F0502020204030204"/>
                          <a:ea typeface="宋体" panose="02010600030101010101" pitchFamily="2" charset="-122"/>
                          <a:cs typeface="Times New Roman" panose="02020603050405020304"/>
                        </a:rPr>
                        <a:t>圆柱滚子轴承</a:t>
                      </a:r>
                      <a:r>
                        <a:rPr lang="en-US" sz="2000" b="1" kern="100" dirty="0">
                          <a:solidFill>
                            <a:srgbClr val="0000B2"/>
                          </a:solidFill>
                          <a:latin typeface="Times New Roman" panose="02020603050405020304"/>
                          <a:ea typeface="宋体" panose="02010600030101010101" pitchFamily="2" charset="-122"/>
                          <a:cs typeface="Times New Roman" panose="02020603050405020304"/>
                        </a:rPr>
                        <a:t>N</a:t>
                      </a:r>
                      <a:r>
                        <a:rPr lang="en-US" sz="2000" b="1" kern="100" dirty="0">
                          <a:solidFill>
                            <a:srgbClr val="0000B2"/>
                          </a:solidFill>
                          <a:latin typeface="宋体" panose="02010600030101010101" pitchFamily="2" charset="-122"/>
                          <a:ea typeface="宋体" panose="02010600030101010101" pitchFamily="2" charset="-122"/>
                          <a:cs typeface="Times New Roman" panose="02020603050405020304"/>
                        </a:rPr>
                        <a:t>3</a:t>
                      </a:r>
                      <a:r>
                        <a:rPr lang="en-US" sz="2000" b="1" u="sng" kern="100" dirty="0">
                          <a:solidFill>
                            <a:srgbClr val="0000B2"/>
                          </a:solidFill>
                          <a:latin typeface="宋体" panose="02010600030101010101" pitchFamily="2" charset="-122"/>
                          <a:ea typeface="宋体" panose="02010600030101010101" pitchFamily="2" charset="-122"/>
                          <a:cs typeface="Times New Roman" panose="02020603050405020304"/>
                        </a:rPr>
                        <a:t>07</a:t>
                      </a:r>
                      <a:endParaRPr lang="zh-CN" sz="2000" b="1" kern="100" dirty="0">
                        <a:solidFill>
                          <a:srgbClr val="0000B2"/>
                        </a:solidFill>
                        <a:latin typeface="Calibri" panose="020F0502020204030204"/>
                        <a:ea typeface="宋体" panose="02010600030101010101" pitchFamily="2" charset="-122"/>
                        <a:cs typeface="Times New Roman" panose="02020603050405020304"/>
                      </a:endParaRPr>
                    </a:p>
                    <a:p>
                      <a:pPr algn="ctr">
                        <a:spcAft>
                          <a:spcPts val="0"/>
                        </a:spcAft>
                      </a:pPr>
                      <a:r>
                        <a:rPr lang="en-US" sz="2000" b="1" i="1" kern="100" dirty="0">
                          <a:solidFill>
                            <a:srgbClr val="0000B2"/>
                          </a:solidFill>
                          <a:latin typeface="Times New Roman" panose="02020603050405020304"/>
                          <a:ea typeface="宋体" panose="02010600030101010101" pitchFamily="2" charset="-122"/>
                          <a:cs typeface="Times New Roman" panose="02020603050405020304"/>
                        </a:rPr>
                        <a:t>d</a:t>
                      </a:r>
                      <a:r>
                        <a:rPr lang="en-US" sz="2000" b="1" kern="100" dirty="0">
                          <a:solidFill>
                            <a:srgbClr val="0000B2"/>
                          </a:solidFill>
                          <a:latin typeface="宋体" panose="02010600030101010101" pitchFamily="2" charset="-122"/>
                          <a:ea typeface="宋体" panose="02010600030101010101" pitchFamily="2" charset="-122"/>
                          <a:cs typeface="Times New Roman" panose="02020603050405020304"/>
                        </a:rPr>
                        <a:t>=35</a:t>
                      </a:r>
                      <a:r>
                        <a:rPr lang="en-US" sz="2000" b="1" kern="100" dirty="0">
                          <a:solidFill>
                            <a:srgbClr val="0000B2"/>
                          </a:solidFill>
                          <a:latin typeface="Times New Roman" panose="02020603050405020304"/>
                          <a:ea typeface="宋体" panose="02010600030101010101" pitchFamily="2" charset="-122"/>
                          <a:cs typeface="Times New Roman" panose="02020603050405020304"/>
                        </a:rPr>
                        <a:t>mm</a:t>
                      </a:r>
                      <a:endParaRPr lang="zh-CN" sz="2000" b="1" kern="100" dirty="0">
                        <a:solidFill>
                          <a:srgbClr val="0000B2"/>
                        </a:solidFill>
                        <a:latin typeface="Calibri" panose="020F0502020204030204"/>
                        <a:ea typeface="宋体" panose="02010600030101010101" pitchFamily="2" charset="-122"/>
                        <a:cs typeface="Times New Roman" panose="02020603050405020304"/>
                      </a:endParaRPr>
                    </a:p>
                    <a:p>
                      <a:pPr algn="ctr">
                        <a:spcAft>
                          <a:spcPts val="0"/>
                        </a:spcAft>
                      </a:pPr>
                      <a:r>
                        <a:rPr lang="zh-CN" sz="2000" b="1" kern="100" dirty="0">
                          <a:solidFill>
                            <a:srgbClr val="0000B2"/>
                          </a:solidFill>
                          <a:latin typeface="Calibri" panose="020F0502020204030204"/>
                          <a:ea typeface="宋体" panose="02010600030101010101" pitchFamily="2" charset="-122"/>
                          <a:cs typeface="Times New Roman" panose="02020603050405020304"/>
                        </a:rPr>
                        <a:t>角接触球轴承</a:t>
                      </a:r>
                      <a:r>
                        <a:rPr lang="en-US" sz="2000" b="1" kern="100" dirty="0">
                          <a:solidFill>
                            <a:srgbClr val="0000B2"/>
                          </a:solidFill>
                          <a:latin typeface="Calibri" panose="020F0502020204030204"/>
                          <a:ea typeface="宋体" panose="02010600030101010101" pitchFamily="2" charset="-122"/>
                          <a:cs typeface="Times New Roman" panose="02020603050405020304"/>
                        </a:rPr>
                        <a:t>73</a:t>
                      </a:r>
                      <a:r>
                        <a:rPr lang="en-US" sz="2000" b="1" u="sng" kern="100" dirty="0">
                          <a:solidFill>
                            <a:srgbClr val="0000B2"/>
                          </a:solidFill>
                          <a:latin typeface="Calibri" panose="020F0502020204030204"/>
                          <a:ea typeface="宋体" panose="02010600030101010101" pitchFamily="2" charset="-122"/>
                          <a:cs typeface="Times New Roman" panose="02020603050405020304"/>
                        </a:rPr>
                        <a:t>12</a:t>
                      </a:r>
                      <a:r>
                        <a:rPr lang="en-US" sz="2000" b="1" kern="100" dirty="0">
                          <a:solidFill>
                            <a:srgbClr val="0000B2"/>
                          </a:solidFill>
                          <a:latin typeface="Calibri" panose="020F0502020204030204"/>
                          <a:ea typeface="宋体" panose="02010600030101010101" pitchFamily="2" charset="-122"/>
                          <a:cs typeface="Times New Roman" panose="02020603050405020304"/>
                        </a:rPr>
                        <a:t>C</a:t>
                      </a:r>
                      <a:endParaRPr lang="zh-CN" sz="2000" b="1" kern="100" dirty="0">
                        <a:solidFill>
                          <a:srgbClr val="0000B2"/>
                        </a:solidFill>
                        <a:latin typeface="Calibri" panose="020F0502020204030204"/>
                        <a:ea typeface="宋体" panose="02010600030101010101" pitchFamily="2" charset="-122"/>
                        <a:cs typeface="Times New Roman" panose="02020603050405020304"/>
                      </a:endParaRPr>
                    </a:p>
                    <a:p>
                      <a:pPr algn="ctr">
                        <a:spcAft>
                          <a:spcPts val="0"/>
                        </a:spcAft>
                      </a:pPr>
                      <a:r>
                        <a:rPr lang="en-US" sz="2000" b="1" i="1" kern="100" dirty="0">
                          <a:solidFill>
                            <a:srgbClr val="0000B2"/>
                          </a:solidFill>
                          <a:latin typeface="Times New Roman" panose="02020603050405020304"/>
                          <a:ea typeface="宋体" panose="02010600030101010101" pitchFamily="2" charset="-122"/>
                          <a:cs typeface="Times New Roman" panose="02020603050405020304"/>
                        </a:rPr>
                        <a:t>d</a:t>
                      </a:r>
                      <a:r>
                        <a:rPr lang="en-US" sz="2000" b="1" kern="100" dirty="0">
                          <a:solidFill>
                            <a:srgbClr val="0000B2"/>
                          </a:solidFill>
                          <a:latin typeface="宋体" panose="02010600030101010101" pitchFamily="2" charset="-122"/>
                          <a:ea typeface="宋体" panose="02010600030101010101" pitchFamily="2" charset="-122"/>
                          <a:cs typeface="Times New Roman" panose="02020603050405020304"/>
                        </a:rPr>
                        <a:t>=60</a:t>
                      </a:r>
                      <a:r>
                        <a:rPr lang="en-US" sz="2000" b="1" kern="100" dirty="0">
                          <a:solidFill>
                            <a:srgbClr val="0000B2"/>
                          </a:solidFill>
                          <a:latin typeface="Times New Roman" panose="02020603050405020304"/>
                          <a:ea typeface="宋体" panose="02010600030101010101" pitchFamily="2" charset="-122"/>
                          <a:cs typeface="Times New Roman" panose="02020603050405020304"/>
                        </a:rPr>
                        <a:t>mm</a:t>
                      </a:r>
                      <a:endParaRPr lang="zh-CN" sz="2000" b="1" kern="100" dirty="0">
                        <a:solidFill>
                          <a:srgbClr val="0000B2"/>
                        </a:solidFill>
                        <a:latin typeface="Calibri" panose="020F0502020204030204"/>
                        <a:ea typeface="宋体" panose="02010600030101010101" pitchFamily="2" charset="-122"/>
                        <a:cs typeface="Times New Roman" panose="02020603050405020304"/>
                      </a:endParaRPr>
                    </a:p>
                  </a:txBody>
                  <a:tcPr marL="60646" marR="60646"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r>
            </a:tbl>
          </a:graphicData>
        </a:graphic>
      </p:graphicFrame>
      <p:sp>
        <p:nvSpPr>
          <p:cNvPr id="16424" name="直接连接符 6"/>
          <p:cNvSpPr>
            <a:spLocks noChangeShapeType="1"/>
          </p:cNvSpPr>
          <p:nvPr/>
        </p:nvSpPr>
        <p:spPr bwMode="auto">
          <a:xfrm>
            <a:off x="0" y="695601"/>
            <a:ext cx="9144000" cy="0"/>
          </a:xfrm>
          <a:prstGeom prst="line">
            <a:avLst/>
          </a:prstGeom>
          <a:noFill/>
          <a:ln w="28575">
            <a:solidFill>
              <a:srgbClr val="CC3300"/>
            </a:solidFill>
            <a:miter lim="800000"/>
          </a:ln>
          <a:extLst>
            <a:ext uri="{909E8E84-426E-40DD-AFC4-6F175D3DCCD1}">
              <a14:hiddenFill xmlns:a14="http://schemas.microsoft.com/office/drawing/2010/main">
                <a:noFill/>
              </a14:hiddenFill>
            </a:ext>
          </a:extLst>
        </p:spPr>
        <p:txBody>
          <a:bodyPr/>
          <a:lstStyle/>
          <a:p>
            <a:endParaRPr lang="zh-CN" altLang="en-US"/>
          </a:p>
        </p:txBody>
      </p:sp>
      <p:sp>
        <p:nvSpPr>
          <p:cNvPr id="4" name="Rectangle 4"/>
          <p:cNvSpPr>
            <a:spLocks noChangeArrowheads="1"/>
          </p:cNvSpPr>
          <p:nvPr/>
        </p:nvSpPr>
        <p:spPr bwMode="auto">
          <a:xfrm>
            <a:off x="1882334" y="258831"/>
            <a:ext cx="732790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tIns="36000" bIns="72000" anchor="ctr" anchorCtr="1"/>
          <a:lstStyle>
            <a:lvl1pPr eaLnBrk="0" hangingPunct="0">
              <a:defRPr kumimoji="1" sz="2000">
                <a:solidFill>
                  <a:srgbClr val="000099"/>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rgbClr val="000099"/>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rgbClr val="000099"/>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rgbClr val="000099"/>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lnSpc>
                <a:spcPct val="100000"/>
              </a:lnSpc>
              <a:buFontTx/>
              <a:buNone/>
            </a:pPr>
            <a:r>
              <a:rPr lang="en-US" altLang="zh-CN" sz="3000" dirty="0" smtClean="0">
                <a:solidFill>
                  <a:srgbClr val="CC3300"/>
                </a:solidFill>
                <a:latin typeface="黑体" panose="02010609060101010101" pitchFamily="49" charset="-122"/>
                <a:ea typeface="黑体" panose="02010609060101010101" pitchFamily="49" charset="-122"/>
              </a:rPr>
              <a:t>3.6-2 </a:t>
            </a:r>
            <a:r>
              <a:rPr lang="zh-CN" altLang="en-US" sz="3000" dirty="0">
                <a:solidFill>
                  <a:srgbClr val="CC3300"/>
                </a:solidFill>
                <a:latin typeface="黑体" panose="02010609060101010101" pitchFamily="49" charset="-122"/>
                <a:ea typeface="黑体" panose="02010609060101010101" pitchFamily="49" charset="-122"/>
              </a:rPr>
              <a:t>滚动轴承的主要</a:t>
            </a:r>
            <a:r>
              <a:rPr lang="zh-CN" altLang="en-US" sz="3000" dirty="0" smtClean="0">
                <a:solidFill>
                  <a:srgbClr val="CC3300"/>
                </a:solidFill>
                <a:latin typeface="黑体" panose="02010609060101010101" pitchFamily="49" charset="-122"/>
                <a:ea typeface="黑体" panose="02010609060101010101" pitchFamily="49" charset="-122"/>
              </a:rPr>
              <a:t>类型及代号</a:t>
            </a:r>
            <a:endParaRPr lang="zh-CN" altLang="en-US" sz="3000" dirty="0">
              <a:solidFill>
                <a:srgbClr val="CC3300"/>
              </a:solidFill>
              <a:latin typeface="黑体" panose="02010609060101010101" pitchFamily="49" charset="-122"/>
              <a:ea typeface="黑体" panose="02010609060101010101" pitchFamily="49" charset="-122"/>
            </a:endParaRPr>
          </a:p>
        </p:txBody>
      </p:sp>
    </p:spTree>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15366"/>
                                        </p:tgtEl>
                                        <p:attrNameLst>
                                          <p:attrName>style.visibility</p:attrName>
                                        </p:attrNameLst>
                                      </p:cBhvr>
                                      <p:to>
                                        <p:strVal val="visible"/>
                                      </p:to>
                                    </p:set>
                                    <p:animEffect transition="in" filter="wipe(left)">
                                      <p:cBhvr>
                                        <p:cTn id="7" dur="500"/>
                                        <p:tgtEl>
                                          <p:spTgt spid="15366"/>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nodeType="clickEffect">
                                  <p:stCondLst>
                                    <p:cond delay="0"/>
                                  </p:stCondLst>
                                  <p:childTnLst>
                                    <p:set>
                                      <p:cBhvr>
                                        <p:cTn id="11" dur="1" fill="hold">
                                          <p:stCondLst>
                                            <p:cond delay="0"/>
                                          </p:stCondLst>
                                        </p:cTn>
                                        <p:tgtEl>
                                          <p:spTgt spid="31"/>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2" presetClass="entr" presetSubtype="8" fill="hold" grpId="0" nodeType="clickEffect">
                                  <p:stCondLst>
                                    <p:cond delay="0"/>
                                  </p:stCondLst>
                                  <p:childTnLst>
                                    <p:set>
                                      <p:cBhvr>
                                        <p:cTn id="15" dur="1" fill="hold">
                                          <p:stCondLst>
                                            <p:cond delay="0"/>
                                          </p:stCondLst>
                                        </p:cTn>
                                        <p:tgtEl>
                                          <p:spTgt spid="15470"/>
                                        </p:tgtEl>
                                        <p:attrNameLst>
                                          <p:attrName>style.visibility</p:attrName>
                                        </p:attrNameLst>
                                      </p:cBhvr>
                                      <p:to>
                                        <p:strVal val="visible"/>
                                      </p:to>
                                    </p:set>
                                    <p:anim calcmode="lin" valueType="num">
                                      <p:cBhvr additive="base">
                                        <p:cTn id="16" dur="500" fill="hold"/>
                                        <p:tgtEl>
                                          <p:spTgt spid="15470"/>
                                        </p:tgtEl>
                                        <p:attrNameLst>
                                          <p:attrName>ppt_x</p:attrName>
                                        </p:attrNameLst>
                                      </p:cBhvr>
                                      <p:tavLst>
                                        <p:tav tm="0">
                                          <p:val>
                                            <p:strVal val="0-#ppt_w/2"/>
                                          </p:val>
                                        </p:tav>
                                        <p:tav tm="100000">
                                          <p:val>
                                            <p:strVal val="#ppt_x"/>
                                          </p:val>
                                        </p:tav>
                                      </p:tavLst>
                                    </p:anim>
                                    <p:anim calcmode="lin" valueType="num">
                                      <p:cBhvr additive="base">
                                        <p:cTn id="17" dur="500" fill="hold"/>
                                        <p:tgtEl>
                                          <p:spTgt spid="15470"/>
                                        </p:tgtEl>
                                        <p:attrNameLst>
                                          <p:attrName>ppt_y</p:attrName>
                                        </p:attrNameLst>
                                      </p:cBhvr>
                                      <p:tavLst>
                                        <p:tav tm="0">
                                          <p:val>
                                            <p:strVal val="#ppt_y"/>
                                          </p:val>
                                        </p:tav>
                                        <p:tav tm="100000">
                                          <p:val>
                                            <p:strVal val="#ppt_y"/>
                                          </p:val>
                                        </p:tav>
                                      </p:tavLst>
                                    </p:anim>
                                  </p:childTnLst>
                                </p:cTn>
                              </p:par>
                            </p:childTnLst>
                          </p:cTn>
                        </p:par>
                        <p:par>
                          <p:cTn id="18" fill="hold">
                            <p:stCondLst>
                              <p:cond delay="500"/>
                            </p:stCondLst>
                            <p:childTnLst>
                              <p:par>
                                <p:cTn id="19" presetID="1" presetClass="entr" presetSubtype="0" fill="hold" nodeType="afterEffect">
                                  <p:stCondLst>
                                    <p:cond delay="0"/>
                                  </p:stCondLst>
                                  <p:childTnLst>
                                    <p:set>
                                      <p:cBhvr>
                                        <p:cTn id="20" dur="1" fill="hold">
                                          <p:stCondLst>
                                            <p:cond delay="499"/>
                                          </p:stCondLst>
                                        </p:cTn>
                                        <p:tgtEl>
                                          <p:spTgt spid="15468"/>
                                        </p:tgtEl>
                                        <p:attrNameLst>
                                          <p:attrName>style.visibility</p:attrName>
                                        </p:attrNameLst>
                                      </p:cBhvr>
                                      <p:to>
                                        <p:strVal val="visible"/>
                                      </p:to>
                                    </p:set>
                                  </p:childTnLst>
                                </p:cTn>
                              </p:par>
                            </p:childTnLst>
                          </p:cTn>
                        </p:par>
                        <p:par>
                          <p:cTn id="21" fill="hold">
                            <p:stCondLst>
                              <p:cond delay="1000"/>
                            </p:stCondLst>
                            <p:childTnLst>
                              <p:par>
                                <p:cTn id="22" presetID="1" presetClass="entr" presetSubtype="0" fill="hold" nodeType="afterEffect">
                                  <p:stCondLst>
                                    <p:cond delay="0"/>
                                  </p:stCondLst>
                                  <p:childTnLst>
                                    <p:set>
                                      <p:cBhvr>
                                        <p:cTn id="23" dur="1" fill="hold">
                                          <p:stCondLst>
                                            <p:cond delay="499"/>
                                          </p:stCondLst>
                                        </p:cTn>
                                        <p:tgtEl>
                                          <p:spTgt spid="15467"/>
                                        </p:tgtEl>
                                        <p:attrNameLst>
                                          <p:attrName>style.visibility</p:attrName>
                                        </p:attrNameLst>
                                      </p:cBhvr>
                                      <p:to>
                                        <p:strVal val="visible"/>
                                      </p:to>
                                    </p:set>
                                  </p:childTnLst>
                                </p:cTn>
                              </p:par>
                            </p:childTnLst>
                          </p:cTn>
                        </p:par>
                        <p:par>
                          <p:cTn id="24" fill="hold">
                            <p:stCondLst>
                              <p:cond delay="1500"/>
                            </p:stCondLst>
                            <p:childTnLst>
                              <p:par>
                                <p:cTn id="25" presetID="2" presetClass="entr" presetSubtype="8" fill="hold" nodeType="afterEffect">
                                  <p:stCondLst>
                                    <p:cond delay="0"/>
                                  </p:stCondLst>
                                  <p:childTnLst>
                                    <p:set>
                                      <p:cBhvr>
                                        <p:cTn id="26" dur="1" fill="hold">
                                          <p:stCondLst>
                                            <p:cond delay="0"/>
                                          </p:stCondLst>
                                        </p:cTn>
                                        <p:tgtEl>
                                          <p:spTgt spid="15469"/>
                                        </p:tgtEl>
                                        <p:attrNameLst>
                                          <p:attrName>style.visibility</p:attrName>
                                        </p:attrNameLst>
                                      </p:cBhvr>
                                      <p:to>
                                        <p:strVal val="visible"/>
                                      </p:to>
                                    </p:set>
                                    <p:anim calcmode="lin" valueType="num">
                                      <p:cBhvr additive="base">
                                        <p:cTn id="27" dur="500" fill="hold"/>
                                        <p:tgtEl>
                                          <p:spTgt spid="15469"/>
                                        </p:tgtEl>
                                        <p:attrNameLst>
                                          <p:attrName>ppt_x</p:attrName>
                                        </p:attrNameLst>
                                      </p:cBhvr>
                                      <p:tavLst>
                                        <p:tav tm="0">
                                          <p:val>
                                            <p:strVal val="0-#ppt_w/2"/>
                                          </p:val>
                                        </p:tav>
                                        <p:tav tm="100000">
                                          <p:val>
                                            <p:strVal val="#ppt_x"/>
                                          </p:val>
                                        </p:tav>
                                      </p:tavLst>
                                    </p:anim>
                                    <p:anim calcmode="lin" valueType="num">
                                      <p:cBhvr additive="base">
                                        <p:cTn id="28" dur="500" fill="hold"/>
                                        <p:tgtEl>
                                          <p:spTgt spid="15469"/>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366" grpId="0" animBg="1" autoUpdateAnimBg="0"/>
      <p:bldP spid="15470" grpId="0" autoUpdateAnimBg="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Grp="1" noChangeArrowheads="1"/>
          </p:cNvSpPr>
          <p:nvPr>
            <p:ph type="title"/>
          </p:nvPr>
        </p:nvSpPr>
        <p:spPr bwMode="auto">
          <a:xfrm>
            <a:off x="6200775" y="762000"/>
            <a:ext cx="1589088" cy="11747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eaLnBrk="1" hangingPunct="1"/>
            <a:r>
              <a:rPr lang="zh-CN" altLang="en-US" sz="2000" smtClean="0">
                <a:solidFill>
                  <a:schemeClr val="bg1"/>
                </a:solidFill>
                <a:latin typeface="华文中宋" panose="02010600040101010101" pitchFamily="2" charset="-122"/>
                <a:ea typeface="华文中宋" panose="02010600040101010101" pitchFamily="2" charset="-122"/>
              </a:rPr>
              <a:t>类型和代号</a:t>
            </a:r>
            <a:r>
              <a:rPr lang="en-US" altLang="zh-CN" sz="2000" smtClean="0">
                <a:solidFill>
                  <a:schemeClr val="bg1"/>
                </a:solidFill>
                <a:latin typeface="华文中宋" panose="02010600040101010101" pitchFamily="2" charset="-122"/>
                <a:ea typeface="华文中宋" panose="02010600040101010101" pitchFamily="2" charset="-122"/>
              </a:rPr>
              <a:t>4</a:t>
            </a:r>
            <a:endParaRPr lang="en-US" altLang="zh-CN" sz="2000" smtClean="0">
              <a:solidFill>
                <a:schemeClr val="bg1"/>
              </a:solidFill>
              <a:latin typeface="华文中宋" panose="02010600040101010101" pitchFamily="2" charset="-122"/>
              <a:ea typeface="华文中宋" panose="02010600040101010101" pitchFamily="2" charset="-122"/>
            </a:endParaRPr>
          </a:p>
        </p:txBody>
      </p:sp>
      <p:pic>
        <p:nvPicPr>
          <p:cNvPr id="15369" name="Picture 9" descr="T13-4"/>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605181" y="3924094"/>
            <a:ext cx="2336800" cy="2460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450" name="Text Box 90"/>
          <p:cNvSpPr txBox="1">
            <a:spLocks noChangeArrowheads="1"/>
          </p:cNvSpPr>
          <p:nvPr/>
        </p:nvSpPr>
        <p:spPr bwMode="auto">
          <a:xfrm>
            <a:off x="200025" y="1005647"/>
            <a:ext cx="8036560" cy="460375"/>
          </a:xfrm>
          <a:prstGeom prst="rect">
            <a:avLst/>
          </a:prstGeom>
          <a:solidFill>
            <a:schemeClr val="accent2">
              <a:lumMod val="40000"/>
              <a:lumOff val="60000"/>
            </a:schemeClr>
          </a:solidFill>
          <a:ln>
            <a:noFill/>
          </a:ln>
        </p:spPr>
        <p:txBody>
          <a:bodyPr wrap="none">
            <a:spAutoFit/>
          </a:bodyPr>
          <a:lstStyle>
            <a:lvl1pPr eaLnBrk="0" hangingPunct="0">
              <a:defRPr kumimoji="1" sz="2000">
                <a:solidFill>
                  <a:srgbClr val="000099"/>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rgbClr val="000099"/>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rgbClr val="000099"/>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rgbClr val="000099"/>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lnSpc>
                <a:spcPct val="100000"/>
              </a:lnSpc>
              <a:buFontTx/>
              <a:buNone/>
            </a:pPr>
            <a:r>
              <a:rPr lang="en-US" altLang="zh-CN" sz="1400" dirty="0">
                <a:solidFill>
                  <a:schemeClr val="tx2">
                    <a:lumMod val="60000"/>
                    <a:lumOff val="40000"/>
                  </a:schemeClr>
                </a:solidFill>
                <a:latin typeface="Tahoma" panose="020B0604030504040204" pitchFamily="34" charset="0"/>
              </a:rPr>
              <a:t>◆ </a:t>
            </a:r>
            <a:r>
              <a:rPr lang="zh-CN" altLang="en-US" sz="2400" dirty="0">
                <a:solidFill>
                  <a:schemeClr val="tx2">
                    <a:lumMod val="60000"/>
                    <a:lumOff val="40000"/>
                  </a:schemeClr>
                </a:solidFill>
                <a:latin typeface="黑体" panose="02010609060101010101" pitchFamily="49" charset="-122"/>
                <a:ea typeface="黑体" panose="02010609060101010101" pitchFamily="49" charset="-122"/>
              </a:rPr>
              <a:t>尺寸系列代号：</a:t>
            </a:r>
            <a:r>
              <a:rPr lang="zh-CN" altLang="en-US" sz="2400" dirty="0">
                <a:latin typeface="黑体" panose="02010609060101010101" pitchFamily="49" charset="-122"/>
                <a:ea typeface="黑体" panose="02010609060101010101" pitchFamily="49" charset="-122"/>
              </a:rPr>
              <a:t>表达相同内径但</a:t>
            </a:r>
            <a:r>
              <a:rPr lang="zh-CN" altLang="en-US" sz="2400" dirty="0" smtClean="0">
                <a:latin typeface="黑体" panose="02010609060101010101" pitchFamily="49" charset="-122"/>
                <a:ea typeface="黑体" panose="02010609060101010101" pitchFamily="49" charset="-122"/>
              </a:rPr>
              <a:t>宽度和</a:t>
            </a:r>
            <a:r>
              <a:rPr lang="zh-CN" altLang="en-US" sz="2400" dirty="0">
                <a:latin typeface="黑体" panose="02010609060101010101" pitchFamily="49" charset="-122"/>
                <a:ea typeface="黑体" panose="02010609060101010101" pitchFamily="49" charset="-122"/>
              </a:rPr>
              <a:t>外径</a:t>
            </a:r>
            <a:r>
              <a:rPr lang="zh-CN" altLang="en-US" sz="2400" dirty="0" smtClean="0">
                <a:latin typeface="黑体" panose="02010609060101010101" pitchFamily="49" charset="-122"/>
                <a:ea typeface="黑体" panose="02010609060101010101" pitchFamily="49" charset="-122"/>
              </a:rPr>
              <a:t>不同</a:t>
            </a:r>
            <a:r>
              <a:rPr lang="zh-CN" altLang="en-US" sz="2400" dirty="0">
                <a:latin typeface="黑体" panose="02010609060101010101" pitchFamily="49" charset="-122"/>
                <a:ea typeface="黑体" panose="02010609060101010101" pitchFamily="49" charset="-122"/>
              </a:rPr>
              <a:t>的轴承。</a:t>
            </a:r>
            <a:endParaRPr lang="zh-CN" altLang="en-US" sz="2400" dirty="0">
              <a:latin typeface="黑体" panose="02010609060101010101" pitchFamily="49" charset="-122"/>
              <a:ea typeface="黑体" panose="02010609060101010101" pitchFamily="49" charset="-122"/>
            </a:endParaRPr>
          </a:p>
        </p:txBody>
      </p:sp>
      <p:grpSp>
        <p:nvGrpSpPr>
          <p:cNvPr id="2" name="Group 102"/>
          <p:cNvGrpSpPr/>
          <p:nvPr/>
        </p:nvGrpSpPr>
        <p:grpSpPr bwMode="auto">
          <a:xfrm>
            <a:off x="413234" y="1673722"/>
            <a:ext cx="8859839" cy="2175507"/>
            <a:chOff x="565" y="1815"/>
            <a:chExt cx="5581" cy="995"/>
          </a:xfrm>
        </p:grpSpPr>
        <p:sp>
          <p:nvSpPr>
            <p:cNvPr id="16425" name="Rectangle 10"/>
            <p:cNvSpPr>
              <a:spLocks noChangeArrowheads="1"/>
            </p:cNvSpPr>
            <p:nvPr/>
          </p:nvSpPr>
          <p:spPr bwMode="auto">
            <a:xfrm>
              <a:off x="1710" y="2382"/>
              <a:ext cx="4436"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kumimoji="1" sz="2000">
                  <a:solidFill>
                    <a:srgbClr val="000099"/>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rgbClr val="000099"/>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rgbClr val="000099"/>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rgbClr val="000099"/>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buFontTx/>
                <a:buNone/>
              </a:pPr>
              <a:r>
                <a:rPr lang="zh-CN" altLang="en-US" dirty="0"/>
                <a:t>但对圆锥滚子轴承</a:t>
              </a:r>
              <a:r>
                <a:rPr lang="en-US" altLang="zh-CN" dirty="0"/>
                <a:t>(3</a:t>
              </a:r>
              <a:r>
                <a:rPr lang="zh-CN" altLang="en-US" dirty="0"/>
                <a:t>类</a:t>
              </a:r>
              <a:r>
                <a:rPr lang="en-US" altLang="zh-CN" dirty="0"/>
                <a:t>)</a:t>
              </a:r>
              <a:r>
                <a:rPr lang="zh-CN" altLang="en-US" dirty="0"/>
                <a:t>和调心滚子轴承</a:t>
              </a:r>
              <a:r>
                <a:rPr lang="en-US" altLang="zh-CN" dirty="0"/>
                <a:t>(2</a:t>
              </a:r>
              <a:r>
                <a:rPr lang="zh-CN" altLang="en-US" dirty="0"/>
                <a:t>类</a:t>
              </a:r>
              <a:r>
                <a:rPr lang="en-US" altLang="zh-CN" dirty="0"/>
                <a:t>)</a:t>
              </a:r>
              <a:r>
                <a:rPr lang="zh-CN" altLang="en-US" dirty="0"/>
                <a:t>不能省略“</a:t>
              </a:r>
              <a:r>
                <a:rPr lang="en-US" altLang="zh-CN" dirty="0"/>
                <a:t>0”</a:t>
              </a:r>
              <a:r>
                <a:rPr lang="zh-CN" altLang="en-US" dirty="0"/>
                <a:t>。</a:t>
              </a:r>
              <a:endParaRPr lang="zh-CN" altLang="en-US" dirty="0"/>
            </a:p>
          </p:txBody>
        </p:sp>
        <p:sp>
          <p:nvSpPr>
            <p:cNvPr id="16426" name="Text Box 91"/>
            <p:cNvSpPr txBox="1">
              <a:spLocks noChangeArrowheads="1"/>
            </p:cNvSpPr>
            <p:nvPr/>
          </p:nvSpPr>
          <p:spPr bwMode="auto">
            <a:xfrm>
              <a:off x="583" y="2591"/>
              <a:ext cx="3695" cy="2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57150">
                  <a:solidFill>
                    <a:srgbClr val="000000"/>
                  </a:solidFill>
                  <a:miter lim="800000"/>
                  <a:headEnd/>
                  <a:tailEnd/>
                </a14:hiddenLine>
              </a:ext>
            </a:extLst>
          </p:spPr>
          <p:txBody>
            <a:bodyPr wrap="none">
              <a:spAutoFit/>
            </a:bodyPr>
            <a:lstStyle>
              <a:lvl1pPr eaLnBrk="0" hangingPunct="0">
                <a:defRPr kumimoji="1" sz="2000">
                  <a:solidFill>
                    <a:srgbClr val="000099"/>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rgbClr val="000099"/>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rgbClr val="000099"/>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rgbClr val="000099"/>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lnSpc>
                  <a:spcPct val="100000"/>
                </a:lnSpc>
                <a:buFontTx/>
                <a:buNone/>
              </a:pPr>
              <a:r>
                <a:rPr lang="zh-CN" altLang="en-US" dirty="0">
                  <a:solidFill>
                    <a:srgbClr val="C00000"/>
                  </a:solidFill>
                </a:rPr>
                <a:t>外径系列代号：</a:t>
              </a:r>
              <a:r>
                <a:rPr lang="zh-CN" altLang="en-US" dirty="0"/>
                <a:t>特轻</a:t>
              </a:r>
              <a:r>
                <a:rPr lang="en-US" altLang="zh-CN" dirty="0"/>
                <a:t>(0</a:t>
              </a:r>
              <a:r>
                <a:rPr lang="zh-CN" altLang="en-US" dirty="0"/>
                <a:t>、</a:t>
              </a:r>
              <a:r>
                <a:rPr lang="en-US" altLang="zh-CN" dirty="0"/>
                <a:t>1)</a:t>
              </a:r>
              <a:r>
                <a:rPr lang="zh-CN" altLang="en-US" dirty="0"/>
                <a:t>、轻</a:t>
              </a:r>
              <a:r>
                <a:rPr lang="en-US" altLang="zh-CN" dirty="0"/>
                <a:t>(2)</a:t>
              </a:r>
              <a:r>
                <a:rPr lang="zh-CN" altLang="en-US" dirty="0"/>
                <a:t>、中</a:t>
              </a:r>
              <a:r>
                <a:rPr lang="en-US" altLang="zh-CN" dirty="0"/>
                <a:t>(3)</a:t>
              </a:r>
              <a:r>
                <a:rPr lang="zh-CN" altLang="en-US" dirty="0"/>
                <a:t>、重</a:t>
              </a:r>
              <a:r>
                <a:rPr lang="en-US" altLang="zh-CN" dirty="0"/>
                <a:t>(4)</a:t>
              </a:r>
              <a:r>
                <a:rPr lang="zh-CN" altLang="en-US" dirty="0"/>
                <a:t>。</a:t>
              </a:r>
              <a:endParaRPr lang="zh-CN" altLang="en-US" dirty="0"/>
            </a:p>
          </p:txBody>
        </p:sp>
        <p:sp>
          <p:nvSpPr>
            <p:cNvPr id="16427" name="Text Box 92"/>
            <p:cNvSpPr txBox="1">
              <a:spLocks noChangeArrowheads="1"/>
            </p:cNvSpPr>
            <p:nvPr/>
          </p:nvSpPr>
          <p:spPr bwMode="auto">
            <a:xfrm>
              <a:off x="565" y="1815"/>
              <a:ext cx="5356" cy="5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57150">
                  <a:solidFill>
                    <a:srgbClr val="000000"/>
                  </a:solidFill>
                  <a:miter lim="800000"/>
                  <a:headEnd/>
                  <a:tailEnd/>
                </a14:hiddenLine>
              </a:ext>
            </a:extLst>
          </p:spPr>
          <p:txBody>
            <a:bodyPr>
              <a:spAutoFit/>
            </a:bodyPr>
            <a:lstStyle>
              <a:lvl1pPr eaLnBrk="0" hangingPunct="0">
                <a:defRPr kumimoji="1" sz="2000">
                  <a:solidFill>
                    <a:srgbClr val="000099"/>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rgbClr val="000099"/>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rgbClr val="000099"/>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rgbClr val="000099"/>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buFontTx/>
                <a:buNone/>
              </a:pPr>
              <a:r>
                <a:rPr lang="zh-CN" altLang="en-US" dirty="0">
                  <a:solidFill>
                    <a:srgbClr val="C00000"/>
                  </a:solidFill>
                </a:rPr>
                <a:t>宽度系列代号：</a:t>
              </a:r>
              <a:r>
                <a:rPr lang="zh-CN" altLang="en-US" dirty="0"/>
                <a:t>有</a:t>
              </a:r>
              <a:r>
                <a:rPr lang="en-US" altLang="zh-CN" dirty="0"/>
                <a:t>8</a:t>
              </a:r>
              <a:r>
                <a:rPr lang="zh-CN" altLang="en-US" dirty="0"/>
                <a:t>、</a:t>
              </a:r>
              <a:r>
                <a:rPr lang="en-US" altLang="zh-CN" dirty="0"/>
                <a:t>0</a:t>
              </a:r>
              <a:r>
                <a:rPr lang="zh-CN" altLang="en-US" dirty="0"/>
                <a:t>、</a:t>
              </a:r>
              <a:r>
                <a:rPr lang="en-US" altLang="zh-CN" dirty="0"/>
                <a:t>1</a:t>
              </a:r>
              <a:r>
                <a:rPr lang="zh-CN" altLang="en-US" dirty="0"/>
                <a:t>、</a:t>
              </a:r>
              <a:r>
                <a:rPr lang="en-US" altLang="zh-CN" dirty="0"/>
                <a:t>2</a:t>
              </a:r>
              <a:r>
                <a:rPr lang="zh-CN" altLang="en-US" dirty="0"/>
                <a:t>、</a:t>
              </a:r>
              <a:r>
                <a:rPr lang="en-US" altLang="zh-CN" dirty="0"/>
                <a:t>3</a:t>
              </a:r>
              <a:r>
                <a:rPr lang="zh-CN" altLang="en-US" dirty="0"/>
                <a:t>、</a:t>
              </a:r>
              <a:r>
                <a:rPr lang="en-US" altLang="zh-CN" dirty="0"/>
                <a:t>4</a:t>
              </a:r>
              <a:r>
                <a:rPr lang="zh-CN" altLang="en-US" dirty="0"/>
                <a:t>、</a:t>
              </a:r>
              <a:r>
                <a:rPr lang="en-US" altLang="zh-CN" dirty="0"/>
                <a:t>5</a:t>
              </a:r>
              <a:r>
                <a:rPr lang="zh-CN" altLang="en-US" dirty="0"/>
                <a:t>和</a:t>
              </a:r>
              <a:r>
                <a:rPr lang="en-US" altLang="zh-CN" dirty="0"/>
                <a:t>6</a:t>
              </a:r>
              <a:r>
                <a:rPr lang="zh-CN" altLang="en-US" dirty="0"/>
                <a:t>，对应同一直</a:t>
              </a:r>
              <a:endParaRPr lang="zh-CN" altLang="en-US" dirty="0"/>
            </a:p>
            <a:p>
              <a:pPr eaLnBrk="1" hangingPunct="1">
                <a:buFontTx/>
                <a:buNone/>
              </a:pPr>
              <a:r>
                <a:rPr lang="zh-CN" altLang="en-US" dirty="0"/>
                <a:t>                            径系列的轴承，其宽度依次递增</a:t>
              </a:r>
              <a:r>
                <a:rPr lang="zh-CN" altLang="en-US" dirty="0" smtClean="0"/>
                <a:t>。</a:t>
              </a:r>
              <a:endParaRPr lang="en-US" altLang="zh-CN" dirty="0" smtClean="0"/>
            </a:p>
            <a:p>
              <a:pPr eaLnBrk="1" hangingPunct="1">
                <a:buFontTx/>
                <a:buNone/>
              </a:pPr>
              <a:r>
                <a:rPr lang="en-US" altLang="zh-CN" dirty="0"/>
                <a:t> </a:t>
              </a:r>
              <a:r>
                <a:rPr lang="en-US" altLang="zh-CN" dirty="0" smtClean="0"/>
                <a:t>                             </a:t>
              </a:r>
              <a:r>
                <a:rPr lang="zh-CN" altLang="en-US" dirty="0" smtClean="0">
                  <a:solidFill>
                    <a:srgbClr val="0000FF"/>
                  </a:solidFill>
                </a:rPr>
                <a:t>一般</a:t>
              </a:r>
              <a:r>
                <a:rPr lang="zh-CN" altLang="en-US" dirty="0">
                  <a:solidFill>
                    <a:srgbClr val="0000FF"/>
                  </a:solidFill>
                </a:rPr>
                <a:t>正常宽度为“</a:t>
              </a:r>
              <a:r>
                <a:rPr lang="en-US" altLang="zh-CN" dirty="0">
                  <a:solidFill>
                    <a:srgbClr val="0000FF"/>
                  </a:solidFill>
                </a:rPr>
                <a:t>0”</a:t>
              </a:r>
              <a:r>
                <a:rPr lang="zh-CN" altLang="en-US" dirty="0">
                  <a:solidFill>
                    <a:srgbClr val="0000FF"/>
                  </a:solidFill>
                </a:rPr>
                <a:t>，通常不标注。</a:t>
              </a:r>
              <a:endParaRPr lang="zh-CN" altLang="en-US" dirty="0">
                <a:solidFill>
                  <a:srgbClr val="0000FF"/>
                </a:solidFill>
              </a:endParaRPr>
            </a:p>
          </p:txBody>
        </p:sp>
      </p:grpSp>
      <p:sp>
        <p:nvSpPr>
          <p:cNvPr id="16424" name="直接连接符 6"/>
          <p:cNvSpPr>
            <a:spLocks noChangeShapeType="1"/>
          </p:cNvSpPr>
          <p:nvPr/>
        </p:nvSpPr>
        <p:spPr bwMode="auto">
          <a:xfrm>
            <a:off x="0" y="695601"/>
            <a:ext cx="9144000" cy="0"/>
          </a:xfrm>
          <a:prstGeom prst="line">
            <a:avLst/>
          </a:prstGeom>
          <a:noFill/>
          <a:ln w="28575">
            <a:solidFill>
              <a:srgbClr val="CC3300"/>
            </a:solidFill>
            <a:miter lim="800000"/>
          </a:ln>
          <a:extLst>
            <a:ext uri="{909E8E84-426E-40DD-AFC4-6F175D3DCCD1}">
              <a14:hiddenFill xmlns:a14="http://schemas.microsoft.com/office/drawing/2010/main">
                <a:noFill/>
              </a14:hiddenFill>
            </a:ext>
          </a:extLst>
        </p:spPr>
        <p:txBody>
          <a:bodyPr/>
          <a:lstStyle/>
          <a:p>
            <a:endParaRPr lang="zh-CN" altLang="en-US"/>
          </a:p>
        </p:txBody>
      </p:sp>
      <p:grpSp>
        <p:nvGrpSpPr>
          <p:cNvPr id="7" name="组合 6"/>
          <p:cNvGrpSpPr/>
          <p:nvPr/>
        </p:nvGrpSpPr>
        <p:grpSpPr>
          <a:xfrm>
            <a:off x="3806688" y="4780722"/>
            <a:ext cx="4442790" cy="1600198"/>
            <a:chOff x="3319671" y="3935896"/>
            <a:chExt cx="4442790" cy="1600198"/>
          </a:xfrm>
        </p:grpSpPr>
        <p:sp>
          <p:nvSpPr>
            <p:cNvPr id="6" name="矩形 5"/>
            <p:cNvSpPr/>
            <p:nvPr/>
          </p:nvSpPr>
          <p:spPr bwMode="auto">
            <a:xfrm>
              <a:off x="4035287" y="3945835"/>
              <a:ext cx="914400" cy="1580321"/>
            </a:xfrm>
            <a:prstGeom prst="rect">
              <a:avLst/>
            </a:prstGeom>
            <a:solidFill>
              <a:schemeClr val="bg2"/>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spAutoFit/>
            </a:bodyPr>
            <a:lstStyle/>
            <a:p>
              <a:pPr marL="0" marR="0" indent="0" algn="l" defTabSz="914400" rtl="0" eaLnBrk="1" fontAlgn="base" latinLnBrk="0" hangingPunct="1">
                <a:lnSpc>
                  <a:spcPct val="120000"/>
                </a:lnSpc>
                <a:spcBef>
                  <a:spcPct val="0"/>
                </a:spcBef>
                <a:spcAft>
                  <a:spcPct val="0"/>
                </a:spcAft>
                <a:buClrTx/>
                <a:buSzTx/>
                <a:buFontTx/>
                <a:buBlip>
                  <a:blip r:embed="rId2"/>
                </a:buBlip>
              </a:pPr>
              <a:endParaRPr kumimoji="1" lang="zh-CN" altLang="en-US" sz="2000" b="0" i="0" u="none" strike="noStrike" cap="none" normalizeH="0" baseline="0" smtClean="0">
                <a:ln>
                  <a:noFill/>
                </a:ln>
                <a:solidFill>
                  <a:srgbClr val="000099"/>
                </a:solidFill>
                <a:effectLst/>
                <a:latin typeface="Times New Roman" panose="02020603050405020304" pitchFamily="18" charset="0"/>
                <a:ea typeface="华文中宋" panose="02010600040101010101" pitchFamily="2" charset="-122"/>
              </a:endParaRPr>
            </a:p>
          </p:txBody>
        </p:sp>
        <p:sp>
          <p:nvSpPr>
            <p:cNvPr id="22" name="矩形 21"/>
            <p:cNvSpPr/>
            <p:nvPr/>
          </p:nvSpPr>
          <p:spPr bwMode="auto">
            <a:xfrm>
              <a:off x="4959627" y="3945835"/>
              <a:ext cx="914400" cy="1580321"/>
            </a:xfrm>
            <a:prstGeom prst="rect">
              <a:avLst/>
            </a:prstGeom>
            <a:solidFill>
              <a:schemeClr val="accent1">
                <a:lumMod val="40000"/>
                <a:lumOff val="60000"/>
              </a:schemeClr>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spAutoFit/>
            </a:bodyPr>
            <a:lstStyle/>
            <a:p>
              <a:pPr marL="0" marR="0" indent="0" algn="l" defTabSz="914400" rtl="0" eaLnBrk="1" fontAlgn="base" latinLnBrk="0" hangingPunct="1">
                <a:lnSpc>
                  <a:spcPct val="120000"/>
                </a:lnSpc>
                <a:spcBef>
                  <a:spcPct val="0"/>
                </a:spcBef>
                <a:spcAft>
                  <a:spcPct val="0"/>
                </a:spcAft>
                <a:buClrTx/>
                <a:buSzTx/>
                <a:buFontTx/>
                <a:buBlip>
                  <a:blip r:embed="rId2"/>
                </a:buBlip>
              </a:pPr>
              <a:endParaRPr kumimoji="1" lang="zh-CN" altLang="en-US" sz="2000" b="0" i="0" u="none" strike="noStrike" cap="none" normalizeH="0" baseline="0" smtClean="0">
                <a:ln>
                  <a:noFill/>
                </a:ln>
                <a:solidFill>
                  <a:srgbClr val="000099"/>
                </a:solidFill>
                <a:effectLst/>
                <a:latin typeface="Times New Roman" panose="02020603050405020304" pitchFamily="18" charset="0"/>
                <a:ea typeface="华文中宋" panose="02010600040101010101" pitchFamily="2" charset="-122"/>
              </a:endParaRPr>
            </a:p>
          </p:txBody>
        </p:sp>
        <p:sp>
          <p:nvSpPr>
            <p:cNvPr id="23" name="矩形 22"/>
            <p:cNvSpPr/>
            <p:nvPr/>
          </p:nvSpPr>
          <p:spPr bwMode="auto">
            <a:xfrm>
              <a:off x="5883967" y="3955773"/>
              <a:ext cx="914400" cy="1580321"/>
            </a:xfrm>
            <a:prstGeom prst="rect">
              <a:avLst/>
            </a:prstGeom>
            <a:solidFill>
              <a:schemeClr val="bg2"/>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spAutoFit/>
            </a:bodyPr>
            <a:lstStyle/>
            <a:p>
              <a:pPr marL="0" marR="0" indent="0" algn="l" defTabSz="914400" rtl="0" eaLnBrk="1" fontAlgn="base" latinLnBrk="0" hangingPunct="1">
                <a:lnSpc>
                  <a:spcPct val="120000"/>
                </a:lnSpc>
                <a:spcBef>
                  <a:spcPct val="0"/>
                </a:spcBef>
                <a:spcAft>
                  <a:spcPct val="0"/>
                </a:spcAft>
                <a:buClrTx/>
                <a:buSzTx/>
                <a:buFontTx/>
                <a:buBlip>
                  <a:blip r:embed="rId2"/>
                </a:buBlip>
              </a:pPr>
              <a:endParaRPr kumimoji="1" lang="zh-CN" altLang="en-US" sz="2000" b="0" i="0" u="none" strike="noStrike" cap="none" normalizeH="0" baseline="0" smtClean="0">
                <a:ln>
                  <a:noFill/>
                </a:ln>
                <a:solidFill>
                  <a:srgbClr val="000099"/>
                </a:solidFill>
                <a:effectLst/>
                <a:latin typeface="Times New Roman" panose="02020603050405020304" pitchFamily="18" charset="0"/>
                <a:ea typeface="华文中宋" panose="02010600040101010101" pitchFamily="2" charset="-122"/>
              </a:endParaRPr>
            </a:p>
          </p:txBody>
        </p:sp>
        <p:sp>
          <p:nvSpPr>
            <p:cNvPr id="24" name="矩形 23"/>
            <p:cNvSpPr/>
            <p:nvPr/>
          </p:nvSpPr>
          <p:spPr bwMode="auto">
            <a:xfrm>
              <a:off x="6818245" y="3955773"/>
              <a:ext cx="914400" cy="1580321"/>
            </a:xfrm>
            <a:prstGeom prst="rect">
              <a:avLst/>
            </a:prstGeom>
            <a:solidFill>
              <a:schemeClr val="accent1">
                <a:lumMod val="40000"/>
                <a:lumOff val="60000"/>
              </a:schemeClr>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spAutoFit/>
            </a:bodyPr>
            <a:lstStyle/>
            <a:p>
              <a:pPr marL="0" marR="0" indent="0" algn="l" defTabSz="914400" rtl="0" eaLnBrk="1" fontAlgn="base" latinLnBrk="0" hangingPunct="1">
                <a:lnSpc>
                  <a:spcPct val="120000"/>
                </a:lnSpc>
                <a:spcBef>
                  <a:spcPct val="0"/>
                </a:spcBef>
                <a:spcAft>
                  <a:spcPct val="0"/>
                </a:spcAft>
                <a:buClrTx/>
                <a:buSzTx/>
                <a:buFontTx/>
                <a:buBlip>
                  <a:blip r:embed="rId2"/>
                </a:buBlip>
              </a:pPr>
              <a:endParaRPr kumimoji="1" lang="zh-CN" altLang="en-US" sz="2000" b="0" i="0" u="none" strike="noStrike" cap="none" normalizeH="0" baseline="0" smtClean="0">
                <a:ln>
                  <a:noFill/>
                </a:ln>
                <a:solidFill>
                  <a:srgbClr val="000099"/>
                </a:solidFill>
                <a:effectLst/>
                <a:latin typeface="Times New Roman" panose="02020603050405020304" pitchFamily="18" charset="0"/>
                <a:ea typeface="华文中宋" panose="02010600040101010101" pitchFamily="2" charset="-122"/>
              </a:endParaRPr>
            </a:p>
          </p:txBody>
        </p:sp>
        <p:sp>
          <p:nvSpPr>
            <p:cNvPr id="4" name="文本框 3"/>
            <p:cNvSpPr txBox="1"/>
            <p:nvPr/>
          </p:nvSpPr>
          <p:spPr>
            <a:xfrm>
              <a:off x="4015409" y="3935896"/>
              <a:ext cx="3737113" cy="498598"/>
            </a:xfrm>
            <a:prstGeom prst="rect">
              <a:avLst/>
            </a:prstGeom>
            <a:noFill/>
            <a:ln>
              <a:solidFill>
                <a:srgbClr val="0000B2"/>
              </a:solidFill>
            </a:ln>
          </p:spPr>
          <p:txBody>
            <a:bodyPr wrap="square" rtlCol="0">
              <a:spAutoFit/>
            </a:bodyPr>
            <a:lstStyle/>
            <a:p>
              <a:pPr>
                <a:buNone/>
              </a:pPr>
              <a:r>
                <a:rPr lang="en-US" altLang="zh-CN" sz="2200" dirty="0" smtClean="0"/>
                <a:t>6410     6310      6210      6010</a:t>
              </a:r>
              <a:endParaRPr lang="zh-CN" altLang="en-US" sz="2200" dirty="0"/>
            </a:p>
          </p:txBody>
        </p:sp>
        <p:sp>
          <p:nvSpPr>
            <p:cNvPr id="17" name="文本框 16"/>
            <p:cNvSpPr txBox="1"/>
            <p:nvPr/>
          </p:nvSpPr>
          <p:spPr>
            <a:xfrm>
              <a:off x="4015409" y="4979504"/>
              <a:ext cx="3747052" cy="498598"/>
            </a:xfrm>
            <a:prstGeom prst="rect">
              <a:avLst/>
            </a:prstGeom>
            <a:noFill/>
            <a:ln>
              <a:solidFill>
                <a:srgbClr val="0000B2"/>
              </a:solidFill>
            </a:ln>
          </p:spPr>
          <p:txBody>
            <a:bodyPr wrap="square" rtlCol="0">
              <a:spAutoFit/>
            </a:bodyPr>
            <a:lstStyle/>
            <a:p>
              <a:pPr>
                <a:buNone/>
              </a:pPr>
              <a:r>
                <a:rPr lang="en-US" altLang="zh-CN" sz="2200" dirty="0" smtClean="0"/>
                <a:t>31          27           20         16</a:t>
              </a:r>
              <a:endParaRPr lang="zh-CN" altLang="en-US" sz="2200" dirty="0"/>
            </a:p>
          </p:txBody>
        </p:sp>
        <p:sp>
          <p:nvSpPr>
            <p:cNvPr id="18" name="文本框 17"/>
            <p:cNvSpPr txBox="1"/>
            <p:nvPr/>
          </p:nvSpPr>
          <p:spPr>
            <a:xfrm>
              <a:off x="4015410" y="4452731"/>
              <a:ext cx="3737112" cy="498598"/>
            </a:xfrm>
            <a:prstGeom prst="rect">
              <a:avLst/>
            </a:prstGeom>
            <a:noFill/>
            <a:ln>
              <a:solidFill>
                <a:srgbClr val="0000B2"/>
              </a:solidFill>
            </a:ln>
          </p:spPr>
          <p:txBody>
            <a:bodyPr wrap="square" rtlCol="0">
              <a:spAutoFit/>
            </a:bodyPr>
            <a:lstStyle/>
            <a:p>
              <a:pPr>
                <a:buNone/>
              </a:pPr>
              <a:r>
                <a:rPr lang="en-US" altLang="zh-CN" sz="2200" dirty="0" smtClean="0"/>
                <a:t>130         110         90         80</a:t>
              </a:r>
              <a:endParaRPr lang="zh-CN" altLang="en-US" sz="2200" dirty="0"/>
            </a:p>
          </p:txBody>
        </p:sp>
        <p:sp>
          <p:nvSpPr>
            <p:cNvPr id="5" name="文本框 4"/>
            <p:cNvSpPr txBox="1"/>
            <p:nvPr/>
          </p:nvSpPr>
          <p:spPr>
            <a:xfrm>
              <a:off x="3379305" y="4462669"/>
              <a:ext cx="705678" cy="463204"/>
            </a:xfrm>
            <a:prstGeom prst="rect">
              <a:avLst/>
            </a:prstGeom>
            <a:noFill/>
          </p:spPr>
          <p:txBody>
            <a:bodyPr wrap="square" rtlCol="0">
              <a:spAutoFit/>
            </a:bodyPr>
            <a:lstStyle/>
            <a:p>
              <a:pPr>
                <a:buNone/>
              </a:pPr>
              <a:r>
                <a:rPr lang="en-US" altLang="zh-CN" sz="2200" dirty="0" smtClean="0">
                  <a:solidFill>
                    <a:srgbClr val="C00000"/>
                  </a:solidFill>
                </a:rPr>
                <a:t>D</a:t>
              </a:r>
              <a:endParaRPr lang="zh-CN" altLang="en-US" sz="2200" dirty="0">
                <a:solidFill>
                  <a:srgbClr val="C00000"/>
                </a:solidFill>
              </a:endParaRPr>
            </a:p>
          </p:txBody>
        </p:sp>
        <p:sp>
          <p:nvSpPr>
            <p:cNvPr id="20" name="文本框 19"/>
            <p:cNvSpPr txBox="1"/>
            <p:nvPr/>
          </p:nvSpPr>
          <p:spPr>
            <a:xfrm>
              <a:off x="3319671" y="5039138"/>
              <a:ext cx="705678" cy="463204"/>
            </a:xfrm>
            <a:prstGeom prst="rect">
              <a:avLst/>
            </a:prstGeom>
            <a:noFill/>
          </p:spPr>
          <p:txBody>
            <a:bodyPr wrap="square" rtlCol="0">
              <a:spAutoFit/>
            </a:bodyPr>
            <a:lstStyle/>
            <a:p>
              <a:pPr>
                <a:buNone/>
              </a:pPr>
              <a:r>
                <a:rPr lang="en-US" altLang="zh-CN" dirty="0" smtClean="0">
                  <a:solidFill>
                    <a:srgbClr val="C00000"/>
                  </a:solidFill>
                </a:rPr>
                <a:t> </a:t>
              </a:r>
              <a:r>
                <a:rPr lang="en-US" altLang="zh-CN" sz="2200" dirty="0" smtClean="0">
                  <a:solidFill>
                    <a:srgbClr val="C00000"/>
                  </a:solidFill>
                </a:rPr>
                <a:t>B</a:t>
              </a:r>
              <a:endParaRPr lang="zh-CN" altLang="en-US" sz="2200" dirty="0">
                <a:solidFill>
                  <a:srgbClr val="C00000"/>
                </a:solidFill>
              </a:endParaRPr>
            </a:p>
          </p:txBody>
        </p:sp>
      </p:grpSp>
      <p:sp>
        <p:nvSpPr>
          <p:cNvPr id="8" name="文本框 7"/>
          <p:cNvSpPr txBox="1"/>
          <p:nvPr/>
        </p:nvSpPr>
        <p:spPr>
          <a:xfrm>
            <a:off x="3538331" y="4104862"/>
            <a:ext cx="5377069" cy="461665"/>
          </a:xfrm>
          <a:prstGeom prst="rect">
            <a:avLst/>
          </a:prstGeom>
          <a:noFill/>
        </p:spPr>
        <p:txBody>
          <a:bodyPr wrap="square" rtlCol="0">
            <a:spAutoFit/>
          </a:bodyPr>
          <a:lstStyle/>
          <a:p>
            <a:pPr>
              <a:buNone/>
            </a:pPr>
            <a:r>
              <a:rPr lang="zh-CN" altLang="en-US" dirty="0" smtClean="0"/>
              <a:t>设计手册表</a:t>
            </a:r>
            <a:r>
              <a:rPr lang="en-US" altLang="zh-CN" dirty="0" smtClean="0"/>
              <a:t>6-1  </a:t>
            </a:r>
            <a:r>
              <a:rPr lang="zh-CN" altLang="en-US" dirty="0" smtClean="0"/>
              <a:t>深沟球轴承（</a:t>
            </a:r>
            <a:r>
              <a:rPr lang="en-US" altLang="zh-CN" dirty="0" smtClean="0"/>
              <a:t>GB/T 276-2013</a:t>
            </a:r>
            <a:r>
              <a:rPr lang="zh-CN" altLang="en-US" dirty="0" smtClean="0"/>
              <a:t>）</a:t>
            </a:r>
            <a:endParaRPr lang="zh-CN" altLang="en-US" dirty="0"/>
          </a:p>
        </p:txBody>
      </p:sp>
      <p:sp>
        <p:nvSpPr>
          <p:cNvPr id="3" name="Rectangle 4"/>
          <p:cNvSpPr>
            <a:spLocks noChangeArrowheads="1"/>
          </p:cNvSpPr>
          <p:nvPr/>
        </p:nvSpPr>
        <p:spPr bwMode="auto">
          <a:xfrm>
            <a:off x="1882334" y="258831"/>
            <a:ext cx="732790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tIns="36000" bIns="72000" anchor="ctr" anchorCtr="1"/>
          <a:lstStyle>
            <a:lvl1pPr eaLnBrk="0" hangingPunct="0">
              <a:defRPr kumimoji="1" sz="2000">
                <a:solidFill>
                  <a:srgbClr val="000099"/>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rgbClr val="000099"/>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rgbClr val="000099"/>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rgbClr val="000099"/>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lnSpc>
                <a:spcPct val="100000"/>
              </a:lnSpc>
              <a:buFontTx/>
              <a:buNone/>
            </a:pPr>
            <a:r>
              <a:rPr lang="en-US" altLang="zh-CN" sz="3000" dirty="0" smtClean="0">
                <a:solidFill>
                  <a:srgbClr val="CC3300"/>
                </a:solidFill>
                <a:latin typeface="黑体" panose="02010609060101010101" pitchFamily="49" charset="-122"/>
                <a:ea typeface="黑体" panose="02010609060101010101" pitchFamily="49" charset="-122"/>
              </a:rPr>
              <a:t>3.6-2 </a:t>
            </a:r>
            <a:r>
              <a:rPr lang="zh-CN" altLang="en-US" sz="3000" dirty="0">
                <a:solidFill>
                  <a:srgbClr val="CC3300"/>
                </a:solidFill>
                <a:latin typeface="黑体" panose="02010609060101010101" pitchFamily="49" charset="-122"/>
                <a:ea typeface="黑体" panose="02010609060101010101" pitchFamily="49" charset="-122"/>
              </a:rPr>
              <a:t>滚动轴承的主要</a:t>
            </a:r>
            <a:r>
              <a:rPr lang="zh-CN" altLang="en-US" sz="3000" dirty="0" smtClean="0">
                <a:solidFill>
                  <a:srgbClr val="CC3300"/>
                </a:solidFill>
                <a:latin typeface="黑体" panose="02010609060101010101" pitchFamily="49" charset="-122"/>
                <a:ea typeface="黑体" panose="02010609060101010101" pitchFamily="49" charset="-122"/>
              </a:rPr>
              <a:t>类型及代号</a:t>
            </a:r>
            <a:endParaRPr lang="zh-CN" altLang="en-US" sz="3000" dirty="0">
              <a:solidFill>
                <a:srgbClr val="CC3300"/>
              </a:solidFill>
              <a:latin typeface="黑体" panose="02010609060101010101" pitchFamily="49" charset="-122"/>
              <a:ea typeface="黑体" panose="02010609060101010101" pitchFamily="49" charset="-122"/>
            </a:endParaRPr>
          </a:p>
        </p:txBody>
      </p:sp>
    </p:spTree>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5450"/>
                                        </p:tgtEl>
                                        <p:attrNameLst>
                                          <p:attrName>style.visibility</p:attrName>
                                        </p:attrNameLst>
                                      </p:cBhvr>
                                      <p:to>
                                        <p:strVal val="visible"/>
                                      </p:to>
                                    </p:set>
                                    <p:animEffect transition="in" filter="wipe(left)">
                                      <p:cBhvr>
                                        <p:cTn id="7" dur="500"/>
                                        <p:tgtEl>
                                          <p:spTgt spid="15450"/>
                                        </p:tgtEl>
                                      </p:cBhvr>
                                    </p:animEffect>
                                  </p:childTnLst>
                                </p:cTn>
                              </p:par>
                            </p:childTnLst>
                          </p:cTn>
                        </p:par>
                      </p:childTnLst>
                    </p:cTn>
                  </p:par>
                  <p:par>
                    <p:cTn id="8" fill="hold">
                      <p:stCondLst>
                        <p:cond delay="indefinite"/>
                      </p:stCondLst>
                      <p:childTnLst>
                        <p:par>
                          <p:cTn id="9" fill="hold">
                            <p:stCondLst>
                              <p:cond delay="0"/>
                            </p:stCondLst>
                            <p:childTnLst>
                              <p:par>
                                <p:cTn id="10" presetID="18" presetClass="entr" presetSubtype="6"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strips(downRight)">
                                      <p:cBhvr>
                                        <p:cTn id="12" dur="500"/>
                                        <p:tgtEl>
                                          <p:spTgt spid="2"/>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nodeType="clickEffect">
                                  <p:stCondLst>
                                    <p:cond delay="0"/>
                                  </p:stCondLst>
                                  <p:childTnLst>
                                    <p:set>
                                      <p:cBhvr>
                                        <p:cTn id="16" dur="1" fill="hold">
                                          <p:stCondLst>
                                            <p:cond delay="0"/>
                                          </p:stCondLst>
                                        </p:cTn>
                                        <p:tgtEl>
                                          <p:spTgt spid="15369"/>
                                        </p:tgtEl>
                                        <p:attrNameLst>
                                          <p:attrName>style.visibility</p:attrName>
                                        </p:attrNameLst>
                                      </p:cBhvr>
                                      <p:to>
                                        <p:strVal val="visible"/>
                                      </p:to>
                                    </p:set>
                                    <p:animEffect transition="in" filter="dissolve">
                                      <p:cBhvr>
                                        <p:cTn id="17" dur="200"/>
                                        <p:tgtEl>
                                          <p:spTgt spid="15369"/>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8"/>
                                        </p:tgtEl>
                                        <p:attrNameLst>
                                          <p:attrName>style.visibility</p:attrName>
                                        </p:attrNameLst>
                                      </p:cBhvr>
                                      <p:to>
                                        <p:strVal val="visible"/>
                                      </p:to>
                                    </p:set>
                                    <p:animEffect transition="in" filter="wipe(left)">
                                      <p:cBhvr>
                                        <p:cTn id="22" dur="500"/>
                                        <p:tgtEl>
                                          <p:spTgt spid="8"/>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7"/>
                                        </p:tgtEl>
                                        <p:attrNameLst>
                                          <p:attrName>style.visibility</p:attrName>
                                        </p:attrNameLst>
                                      </p:cBhvr>
                                      <p:to>
                                        <p:strVal val="visible"/>
                                      </p:to>
                                    </p:set>
                                    <p:animEffect transition="in" filter="wipe(left)">
                                      <p:cBhvr>
                                        <p:cTn id="2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450" grpId="0" bldLvl="0" animBg="1" autoUpdateAnimBg="0"/>
      <p:bldP spid="8"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Grp="1" noChangeArrowheads="1"/>
          </p:cNvSpPr>
          <p:nvPr>
            <p:ph type="title"/>
          </p:nvPr>
        </p:nvSpPr>
        <p:spPr bwMode="auto">
          <a:xfrm>
            <a:off x="6200775" y="762000"/>
            <a:ext cx="1589088" cy="11747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eaLnBrk="1" hangingPunct="1"/>
            <a:r>
              <a:rPr lang="zh-CN" altLang="en-US" sz="2000" smtClean="0">
                <a:solidFill>
                  <a:schemeClr val="bg1"/>
                </a:solidFill>
                <a:latin typeface="华文中宋" panose="02010600040101010101" pitchFamily="2" charset="-122"/>
                <a:ea typeface="华文中宋" panose="02010600040101010101" pitchFamily="2" charset="-122"/>
              </a:rPr>
              <a:t>类型和代号</a:t>
            </a:r>
            <a:r>
              <a:rPr lang="en-US" altLang="zh-CN" sz="2000" smtClean="0">
                <a:solidFill>
                  <a:schemeClr val="bg1"/>
                </a:solidFill>
                <a:latin typeface="华文中宋" panose="02010600040101010101" pitchFamily="2" charset="-122"/>
                <a:ea typeface="华文中宋" panose="02010600040101010101" pitchFamily="2" charset="-122"/>
              </a:rPr>
              <a:t>4</a:t>
            </a:r>
            <a:endParaRPr lang="en-US" altLang="zh-CN" sz="2000" smtClean="0">
              <a:solidFill>
                <a:schemeClr val="bg1"/>
              </a:solidFill>
              <a:latin typeface="华文中宋" panose="02010600040101010101" pitchFamily="2" charset="-122"/>
              <a:ea typeface="华文中宋" panose="02010600040101010101" pitchFamily="2" charset="-122"/>
            </a:endParaRPr>
          </a:p>
        </p:txBody>
      </p:sp>
      <p:sp>
        <p:nvSpPr>
          <p:cNvPr id="15372" name="Rectangle 12"/>
          <p:cNvSpPr>
            <a:spLocks noChangeArrowheads="1"/>
          </p:cNvSpPr>
          <p:nvPr/>
        </p:nvSpPr>
        <p:spPr bwMode="auto">
          <a:xfrm>
            <a:off x="413097" y="1182756"/>
            <a:ext cx="8412852" cy="7156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kumimoji="1" sz="2000">
                <a:solidFill>
                  <a:srgbClr val="000099"/>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rgbClr val="000099"/>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rgbClr val="000099"/>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rgbClr val="000099"/>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lnSpc>
                <a:spcPct val="100000"/>
              </a:lnSpc>
              <a:buFontTx/>
              <a:buNone/>
            </a:pPr>
            <a:r>
              <a:rPr lang="en-US" altLang="zh-CN" sz="1400" dirty="0">
                <a:solidFill>
                  <a:srgbClr val="FF0000"/>
                </a:solidFill>
                <a:latin typeface="Tahoma" panose="020B0604030504040204" pitchFamily="34" charset="0"/>
              </a:rPr>
              <a:t>◆ </a:t>
            </a:r>
            <a:r>
              <a:rPr lang="zh-CN" altLang="en-US" sz="2400" dirty="0">
                <a:solidFill>
                  <a:srgbClr val="FF0000"/>
                </a:solidFill>
                <a:latin typeface="黑体" panose="02010609060101010101" pitchFamily="49" charset="-122"/>
                <a:ea typeface="黑体" panose="02010609060101010101" pitchFamily="49" charset="-122"/>
              </a:rPr>
              <a:t>类型代号：</a:t>
            </a:r>
            <a:r>
              <a:rPr lang="zh-CN" altLang="en-US" sz="2400" dirty="0">
                <a:latin typeface="黑体" panose="02010609060101010101" pitchFamily="49" charset="-122"/>
                <a:ea typeface="黑体" panose="02010609060101010101" pitchFamily="49" charset="-122"/>
              </a:rPr>
              <a:t>常用轴承代号为</a:t>
            </a:r>
            <a:r>
              <a:rPr lang="en-US" altLang="zh-CN" sz="2400" dirty="0">
                <a:latin typeface="黑体" panose="02010609060101010101" pitchFamily="49" charset="-122"/>
                <a:ea typeface="黑体" panose="02010609060101010101" pitchFamily="49" charset="-122"/>
              </a:rPr>
              <a:t>3</a:t>
            </a:r>
            <a:r>
              <a:rPr lang="zh-CN" altLang="en-US" sz="2400" dirty="0">
                <a:latin typeface="黑体" panose="02010609060101010101" pitchFamily="49" charset="-122"/>
                <a:ea typeface="黑体" panose="02010609060101010101" pitchFamily="49" charset="-122"/>
              </a:rPr>
              <a:t>、</a:t>
            </a:r>
            <a:r>
              <a:rPr lang="en-US" altLang="zh-CN" sz="2400" dirty="0">
                <a:latin typeface="黑体" panose="02010609060101010101" pitchFamily="49" charset="-122"/>
                <a:ea typeface="黑体" panose="02010609060101010101" pitchFamily="49" charset="-122"/>
              </a:rPr>
              <a:t>5</a:t>
            </a:r>
            <a:r>
              <a:rPr lang="zh-CN" altLang="en-US" sz="2400" dirty="0">
                <a:latin typeface="黑体" panose="02010609060101010101" pitchFamily="49" charset="-122"/>
                <a:ea typeface="黑体" panose="02010609060101010101" pitchFamily="49" charset="-122"/>
              </a:rPr>
              <a:t>、</a:t>
            </a:r>
            <a:r>
              <a:rPr lang="en-US" altLang="zh-CN" sz="2400" dirty="0">
                <a:latin typeface="黑体" panose="02010609060101010101" pitchFamily="49" charset="-122"/>
                <a:ea typeface="黑体" panose="02010609060101010101" pitchFamily="49" charset="-122"/>
              </a:rPr>
              <a:t>6</a:t>
            </a:r>
            <a:r>
              <a:rPr lang="zh-CN" altLang="en-US" sz="2400" dirty="0">
                <a:latin typeface="黑体" panose="02010609060101010101" pitchFamily="49" charset="-122"/>
                <a:ea typeface="黑体" panose="02010609060101010101" pitchFamily="49" charset="-122"/>
              </a:rPr>
              <a:t>、</a:t>
            </a:r>
            <a:r>
              <a:rPr lang="en-US" altLang="zh-CN" sz="2400" dirty="0">
                <a:latin typeface="黑体" panose="02010609060101010101" pitchFamily="49" charset="-122"/>
                <a:ea typeface="黑体" panose="02010609060101010101" pitchFamily="49" charset="-122"/>
              </a:rPr>
              <a:t>7</a:t>
            </a:r>
            <a:r>
              <a:rPr lang="zh-CN" altLang="en-US" sz="2400" dirty="0">
                <a:latin typeface="黑体" panose="02010609060101010101" pitchFamily="49" charset="-122"/>
                <a:ea typeface="黑体" panose="02010609060101010101" pitchFamily="49" charset="-122"/>
              </a:rPr>
              <a:t>、</a:t>
            </a:r>
            <a:r>
              <a:rPr lang="en-US" altLang="zh-CN" sz="2400" dirty="0">
                <a:latin typeface="黑体" panose="02010609060101010101" pitchFamily="49" charset="-122"/>
                <a:ea typeface="黑体" panose="02010609060101010101" pitchFamily="49" charset="-122"/>
              </a:rPr>
              <a:t>N</a:t>
            </a:r>
            <a:r>
              <a:rPr lang="zh-CN" altLang="en-US" sz="2400" dirty="0">
                <a:latin typeface="黑体" panose="02010609060101010101" pitchFamily="49" charset="-122"/>
                <a:ea typeface="黑体" panose="02010609060101010101" pitchFamily="49" charset="-122"/>
              </a:rPr>
              <a:t>五类，详细代号查阅类型代号表。</a:t>
            </a:r>
            <a:endParaRPr lang="zh-CN" altLang="en-US" sz="2400" dirty="0">
              <a:latin typeface="黑体" panose="02010609060101010101" pitchFamily="49" charset="-122"/>
              <a:ea typeface="黑体" panose="02010609060101010101" pitchFamily="49" charset="-122"/>
            </a:endParaRPr>
          </a:p>
        </p:txBody>
      </p:sp>
      <p:grpSp>
        <p:nvGrpSpPr>
          <p:cNvPr id="3" name="组合 2"/>
          <p:cNvGrpSpPr/>
          <p:nvPr/>
        </p:nvGrpSpPr>
        <p:grpSpPr>
          <a:xfrm>
            <a:off x="413785" y="2314298"/>
            <a:ext cx="8183562" cy="3589545"/>
            <a:chOff x="960438" y="982455"/>
            <a:chExt cx="8183563" cy="3315312"/>
          </a:xfrm>
        </p:grpSpPr>
        <p:grpSp>
          <p:nvGrpSpPr>
            <p:cNvPr id="2" name="Group 128"/>
            <p:cNvGrpSpPr/>
            <p:nvPr/>
          </p:nvGrpSpPr>
          <p:grpSpPr bwMode="auto">
            <a:xfrm>
              <a:off x="960438" y="982455"/>
              <a:ext cx="8183563" cy="3294063"/>
              <a:chOff x="221" y="1381"/>
              <a:chExt cx="5155" cy="2075"/>
            </a:xfrm>
          </p:grpSpPr>
          <p:sp>
            <p:nvSpPr>
              <p:cNvPr id="17421" name="Rectangle 60"/>
              <p:cNvSpPr>
                <a:spLocks noChangeArrowheads="1"/>
              </p:cNvSpPr>
              <p:nvPr/>
            </p:nvSpPr>
            <p:spPr bwMode="auto">
              <a:xfrm>
                <a:off x="4752" y="3236"/>
                <a:ext cx="624" cy="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000">
                    <a:solidFill>
                      <a:srgbClr val="000099"/>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rgbClr val="000099"/>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rgbClr val="000099"/>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rgbClr val="000099"/>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9pPr>
              </a:lstStyle>
              <a:p>
                <a:pPr algn="ctr" eaLnBrk="1" hangingPunct="1">
                  <a:lnSpc>
                    <a:spcPct val="100000"/>
                  </a:lnSpc>
                  <a:buClr>
                    <a:schemeClr val="hlink"/>
                  </a:buClr>
                  <a:buSzPct val="110000"/>
                  <a:buFont typeface="Wingdings" panose="05000000000000000000" pitchFamily="2" charset="2"/>
                  <a:buNone/>
                </a:pPr>
                <a:endParaRPr lang="zh-CN" altLang="zh-CN">
                  <a:latin typeface="华文中宋" panose="02010600040101010101" pitchFamily="2" charset="-122"/>
                </a:endParaRPr>
              </a:p>
            </p:txBody>
          </p:sp>
          <p:sp>
            <p:nvSpPr>
              <p:cNvPr id="17422" name="Rectangle 61"/>
              <p:cNvSpPr>
                <a:spLocks noChangeArrowheads="1"/>
              </p:cNvSpPr>
              <p:nvPr/>
            </p:nvSpPr>
            <p:spPr bwMode="auto">
              <a:xfrm>
                <a:off x="2832" y="3236"/>
                <a:ext cx="1920" cy="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000">
                    <a:solidFill>
                      <a:srgbClr val="000099"/>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rgbClr val="000099"/>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rgbClr val="000099"/>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rgbClr val="000099"/>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9pPr>
              </a:lstStyle>
              <a:p>
                <a:pPr algn="ctr" eaLnBrk="1" hangingPunct="1">
                  <a:lnSpc>
                    <a:spcPct val="100000"/>
                  </a:lnSpc>
                  <a:buClr>
                    <a:schemeClr val="hlink"/>
                  </a:buClr>
                  <a:buSzPct val="110000"/>
                  <a:buFont typeface="Wingdings" panose="05000000000000000000" pitchFamily="2" charset="2"/>
                  <a:buNone/>
                </a:pPr>
                <a:endParaRPr lang="zh-CN" altLang="zh-CN">
                  <a:latin typeface="华文中宋" panose="02010600040101010101" pitchFamily="2" charset="-122"/>
                </a:endParaRPr>
              </a:p>
            </p:txBody>
          </p:sp>
          <p:sp>
            <p:nvSpPr>
              <p:cNvPr id="17423" name="Rectangle 62"/>
              <p:cNvSpPr>
                <a:spLocks noChangeArrowheads="1"/>
              </p:cNvSpPr>
              <p:nvPr/>
            </p:nvSpPr>
            <p:spPr bwMode="auto">
              <a:xfrm>
                <a:off x="2208" y="3236"/>
                <a:ext cx="624" cy="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000">
                    <a:solidFill>
                      <a:srgbClr val="000099"/>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rgbClr val="000099"/>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rgbClr val="000099"/>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rgbClr val="000099"/>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9pPr>
              </a:lstStyle>
              <a:p>
                <a:pPr algn="ctr" eaLnBrk="1" hangingPunct="1">
                  <a:lnSpc>
                    <a:spcPct val="100000"/>
                  </a:lnSpc>
                  <a:buClr>
                    <a:schemeClr val="hlink"/>
                  </a:buClr>
                  <a:buSzPct val="110000"/>
                  <a:buFont typeface="Wingdings" panose="05000000000000000000" pitchFamily="2" charset="2"/>
                  <a:buNone/>
                </a:pPr>
                <a:r>
                  <a:rPr lang="en-US" altLang="zh-CN">
                    <a:latin typeface="华文中宋" panose="02010600040101010101" pitchFamily="2" charset="-122"/>
                  </a:rPr>
                  <a:t>6</a:t>
                </a:r>
                <a:endParaRPr lang="en-US" altLang="zh-CN">
                  <a:latin typeface="华文中宋" panose="02010600040101010101" pitchFamily="2" charset="-122"/>
                </a:endParaRPr>
              </a:p>
            </p:txBody>
          </p:sp>
          <p:sp>
            <p:nvSpPr>
              <p:cNvPr id="17424" name="Rectangle 64"/>
              <p:cNvSpPr>
                <a:spLocks noChangeArrowheads="1"/>
              </p:cNvSpPr>
              <p:nvPr/>
            </p:nvSpPr>
            <p:spPr bwMode="auto">
              <a:xfrm>
                <a:off x="4752" y="3001"/>
                <a:ext cx="624" cy="2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000">
                    <a:solidFill>
                      <a:srgbClr val="000099"/>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rgbClr val="000099"/>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rgbClr val="000099"/>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rgbClr val="000099"/>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9pPr>
              </a:lstStyle>
              <a:p>
                <a:pPr algn="ctr" eaLnBrk="1" hangingPunct="1">
                  <a:lnSpc>
                    <a:spcPct val="100000"/>
                  </a:lnSpc>
                  <a:buClr>
                    <a:schemeClr val="hlink"/>
                  </a:buClr>
                  <a:buSzPct val="110000"/>
                  <a:buFont typeface="Wingdings" panose="05000000000000000000" pitchFamily="2" charset="2"/>
                  <a:buNone/>
                </a:pPr>
                <a:r>
                  <a:rPr lang="en-US" altLang="zh-CN">
                    <a:latin typeface="华文中宋" panose="02010600040101010101" pitchFamily="2" charset="-122"/>
                  </a:rPr>
                  <a:t>L</a:t>
                </a:r>
                <a:endParaRPr lang="en-US" altLang="zh-CN">
                  <a:latin typeface="华文中宋" panose="02010600040101010101" pitchFamily="2" charset="-122"/>
                </a:endParaRPr>
              </a:p>
            </p:txBody>
          </p:sp>
          <p:sp>
            <p:nvSpPr>
              <p:cNvPr id="17425" name="Rectangle 65"/>
              <p:cNvSpPr>
                <a:spLocks noChangeArrowheads="1"/>
              </p:cNvSpPr>
              <p:nvPr/>
            </p:nvSpPr>
            <p:spPr bwMode="auto">
              <a:xfrm>
                <a:off x="2832" y="3001"/>
                <a:ext cx="1920" cy="2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000">
                    <a:solidFill>
                      <a:srgbClr val="000099"/>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rgbClr val="000099"/>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rgbClr val="000099"/>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rgbClr val="000099"/>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lnSpc>
                    <a:spcPct val="100000"/>
                  </a:lnSpc>
                  <a:buClr>
                    <a:schemeClr val="hlink"/>
                  </a:buClr>
                  <a:buSzPct val="110000"/>
                  <a:buFont typeface="Wingdings" panose="05000000000000000000" pitchFamily="2" charset="2"/>
                  <a:buNone/>
                </a:pPr>
                <a:r>
                  <a:rPr lang="zh-CN" altLang="en-US">
                    <a:latin typeface="华文中宋" panose="02010600040101010101" pitchFamily="2" charset="-122"/>
                  </a:rPr>
                  <a:t>直线轴承</a:t>
                </a:r>
                <a:endParaRPr lang="zh-CN" altLang="en-US">
                  <a:latin typeface="华文中宋" panose="02010600040101010101" pitchFamily="2" charset="-122"/>
                </a:endParaRPr>
              </a:p>
            </p:txBody>
          </p:sp>
          <p:sp>
            <p:nvSpPr>
              <p:cNvPr id="17426" name="Rectangle 66"/>
              <p:cNvSpPr>
                <a:spLocks noChangeArrowheads="1"/>
              </p:cNvSpPr>
              <p:nvPr/>
            </p:nvSpPr>
            <p:spPr bwMode="auto">
              <a:xfrm>
                <a:off x="2208" y="3001"/>
                <a:ext cx="624" cy="2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000">
                    <a:solidFill>
                      <a:srgbClr val="000099"/>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rgbClr val="000099"/>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rgbClr val="000099"/>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rgbClr val="000099"/>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9pPr>
              </a:lstStyle>
              <a:p>
                <a:pPr algn="ctr" eaLnBrk="1" hangingPunct="1">
                  <a:lnSpc>
                    <a:spcPct val="100000"/>
                  </a:lnSpc>
                  <a:buClr>
                    <a:schemeClr val="hlink"/>
                  </a:buClr>
                  <a:buSzPct val="110000"/>
                  <a:buFont typeface="Wingdings" panose="05000000000000000000" pitchFamily="2" charset="2"/>
                  <a:buNone/>
                </a:pPr>
                <a:r>
                  <a:rPr lang="en-US" altLang="zh-CN">
                    <a:latin typeface="华文中宋" panose="02010600040101010101" pitchFamily="2" charset="-122"/>
                  </a:rPr>
                  <a:t>5</a:t>
                </a:r>
                <a:endParaRPr lang="en-US" altLang="zh-CN">
                  <a:latin typeface="华文中宋" panose="02010600040101010101" pitchFamily="2" charset="-122"/>
                </a:endParaRPr>
              </a:p>
            </p:txBody>
          </p:sp>
          <p:sp>
            <p:nvSpPr>
              <p:cNvPr id="17427" name="Rectangle 67"/>
              <p:cNvSpPr>
                <a:spLocks noChangeArrowheads="1"/>
              </p:cNvSpPr>
              <p:nvPr/>
            </p:nvSpPr>
            <p:spPr bwMode="auto">
              <a:xfrm>
                <a:off x="288" y="3001"/>
                <a:ext cx="1920" cy="2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000">
                    <a:solidFill>
                      <a:srgbClr val="000099"/>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rgbClr val="000099"/>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rgbClr val="000099"/>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rgbClr val="000099"/>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lnSpc>
                    <a:spcPct val="100000"/>
                  </a:lnSpc>
                  <a:buClr>
                    <a:schemeClr val="hlink"/>
                  </a:buClr>
                  <a:buSzPct val="110000"/>
                  <a:buFont typeface="Wingdings" panose="05000000000000000000" pitchFamily="2" charset="2"/>
                  <a:buNone/>
                </a:pPr>
                <a:r>
                  <a:rPr lang="zh-CN" altLang="en-US" dirty="0">
                    <a:latin typeface="华文中宋" panose="02010600040101010101" pitchFamily="2" charset="-122"/>
                  </a:rPr>
                  <a:t>推力球轴承</a:t>
                </a:r>
                <a:endParaRPr lang="zh-CN" altLang="en-US" dirty="0">
                  <a:latin typeface="华文中宋" panose="02010600040101010101" pitchFamily="2" charset="-122"/>
                </a:endParaRPr>
              </a:p>
            </p:txBody>
          </p:sp>
          <p:sp>
            <p:nvSpPr>
              <p:cNvPr id="17428" name="Rectangle 68"/>
              <p:cNvSpPr>
                <a:spLocks noChangeArrowheads="1"/>
              </p:cNvSpPr>
              <p:nvPr/>
            </p:nvSpPr>
            <p:spPr bwMode="auto">
              <a:xfrm>
                <a:off x="4752" y="2766"/>
                <a:ext cx="624" cy="2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000">
                    <a:solidFill>
                      <a:srgbClr val="000099"/>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rgbClr val="000099"/>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rgbClr val="000099"/>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rgbClr val="000099"/>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9pPr>
              </a:lstStyle>
              <a:p>
                <a:pPr algn="ctr" eaLnBrk="1" hangingPunct="1">
                  <a:lnSpc>
                    <a:spcPct val="100000"/>
                  </a:lnSpc>
                  <a:buClr>
                    <a:schemeClr val="hlink"/>
                  </a:buClr>
                  <a:buSzPct val="110000"/>
                  <a:buFont typeface="Wingdings" panose="05000000000000000000" pitchFamily="2" charset="2"/>
                  <a:buNone/>
                </a:pPr>
                <a:r>
                  <a:rPr lang="en-US" altLang="zh-CN">
                    <a:latin typeface="华文中宋" panose="02010600040101010101" pitchFamily="2" charset="-122"/>
                  </a:rPr>
                  <a:t>U</a:t>
                </a:r>
                <a:endParaRPr lang="en-US" altLang="zh-CN">
                  <a:latin typeface="华文中宋" panose="02010600040101010101" pitchFamily="2" charset="-122"/>
                </a:endParaRPr>
              </a:p>
            </p:txBody>
          </p:sp>
          <p:sp>
            <p:nvSpPr>
              <p:cNvPr id="17429" name="Rectangle 69"/>
              <p:cNvSpPr>
                <a:spLocks noChangeArrowheads="1"/>
              </p:cNvSpPr>
              <p:nvPr/>
            </p:nvSpPr>
            <p:spPr bwMode="auto">
              <a:xfrm>
                <a:off x="2832" y="2766"/>
                <a:ext cx="1920" cy="2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000">
                    <a:solidFill>
                      <a:srgbClr val="000099"/>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rgbClr val="000099"/>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rgbClr val="000099"/>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rgbClr val="000099"/>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lnSpc>
                    <a:spcPct val="100000"/>
                  </a:lnSpc>
                  <a:buClr>
                    <a:schemeClr val="hlink"/>
                  </a:buClr>
                  <a:buSzPct val="110000"/>
                  <a:buFont typeface="Wingdings" panose="05000000000000000000" pitchFamily="2" charset="2"/>
                  <a:buNone/>
                </a:pPr>
                <a:r>
                  <a:rPr lang="zh-CN" altLang="en-US">
                    <a:latin typeface="华文中宋" panose="02010600040101010101" pitchFamily="2" charset="-122"/>
                  </a:rPr>
                  <a:t>外球面球轴承</a:t>
                </a:r>
                <a:endParaRPr lang="zh-CN" altLang="en-US">
                  <a:latin typeface="华文中宋" panose="02010600040101010101" pitchFamily="2" charset="-122"/>
                </a:endParaRPr>
              </a:p>
            </p:txBody>
          </p:sp>
          <p:sp>
            <p:nvSpPr>
              <p:cNvPr id="17430" name="Rectangle 70"/>
              <p:cNvSpPr>
                <a:spLocks noChangeArrowheads="1"/>
              </p:cNvSpPr>
              <p:nvPr/>
            </p:nvSpPr>
            <p:spPr bwMode="auto">
              <a:xfrm>
                <a:off x="2208" y="2766"/>
                <a:ext cx="624" cy="2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000">
                    <a:solidFill>
                      <a:srgbClr val="000099"/>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rgbClr val="000099"/>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rgbClr val="000099"/>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rgbClr val="000099"/>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9pPr>
              </a:lstStyle>
              <a:p>
                <a:pPr algn="ctr" eaLnBrk="1" hangingPunct="1">
                  <a:lnSpc>
                    <a:spcPct val="100000"/>
                  </a:lnSpc>
                  <a:buClr>
                    <a:schemeClr val="hlink"/>
                  </a:buClr>
                  <a:buSzPct val="110000"/>
                  <a:buFont typeface="Wingdings" panose="05000000000000000000" pitchFamily="2" charset="2"/>
                  <a:buNone/>
                </a:pPr>
                <a:r>
                  <a:rPr lang="en-US" altLang="zh-CN">
                    <a:latin typeface="华文中宋" panose="02010600040101010101" pitchFamily="2" charset="-122"/>
                  </a:rPr>
                  <a:t>4</a:t>
                </a:r>
                <a:endParaRPr lang="en-US" altLang="zh-CN">
                  <a:latin typeface="华文中宋" panose="02010600040101010101" pitchFamily="2" charset="-122"/>
                </a:endParaRPr>
              </a:p>
            </p:txBody>
          </p:sp>
          <p:sp>
            <p:nvSpPr>
              <p:cNvPr id="17431" name="Rectangle 71"/>
              <p:cNvSpPr>
                <a:spLocks noChangeArrowheads="1"/>
              </p:cNvSpPr>
              <p:nvPr/>
            </p:nvSpPr>
            <p:spPr bwMode="auto">
              <a:xfrm>
                <a:off x="288" y="2766"/>
                <a:ext cx="1920" cy="2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000">
                    <a:solidFill>
                      <a:srgbClr val="000099"/>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rgbClr val="000099"/>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rgbClr val="000099"/>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rgbClr val="000099"/>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lnSpc>
                    <a:spcPct val="100000"/>
                  </a:lnSpc>
                  <a:buClr>
                    <a:schemeClr val="hlink"/>
                  </a:buClr>
                  <a:buSzPct val="110000"/>
                  <a:buFont typeface="Wingdings" panose="05000000000000000000" pitchFamily="2" charset="2"/>
                  <a:buNone/>
                </a:pPr>
                <a:r>
                  <a:rPr lang="zh-CN" altLang="en-US">
                    <a:latin typeface="华文中宋" panose="02010600040101010101" pitchFamily="2" charset="-122"/>
                  </a:rPr>
                  <a:t>双列深沟球轴承</a:t>
                </a:r>
                <a:endParaRPr lang="zh-CN" altLang="en-US">
                  <a:latin typeface="华文中宋" panose="02010600040101010101" pitchFamily="2" charset="-122"/>
                </a:endParaRPr>
              </a:p>
            </p:txBody>
          </p:sp>
          <p:sp>
            <p:nvSpPr>
              <p:cNvPr id="17432" name="Rectangle 72"/>
              <p:cNvSpPr>
                <a:spLocks noChangeArrowheads="1"/>
              </p:cNvSpPr>
              <p:nvPr/>
            </p:nvSpPr>
            <p:spPr bwMode="auto">
              <a:xfrm>
                <a:off x="4752" y="2531"/>
                <a:ext cx="624" cy="2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000">
                    <a:solidFill>
                      <a:srgbClr val="000099"/>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rgbClr val="000099"/>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rgbClr val="000099"/>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rgbClr val="000099"/>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9pPr>
              </a:lstStyle>
              <a:p>
                <a:pPr algn="ctr" eaLnBrk="1" hangingPunct="1">
                  <a:lnSpc>
                    <a:spcPct val="100000"/>
                  </a:lnSpc>
                  <a:buClr>
                    <a:schemeClr val="hlink"/>
                  </a:buClr>
                  <a:buSzPct val="110000"/>
                  <a:buFont typeface="Wingdings" panose="05000000000000000000" pitchFamily="2" charset="2"/>
                  <a:buNone/>
                </a:pPr>
                <a:r>
                  <a:rPr lang="en-US" altLang="zh-CN">
                    <a:latin typeface="华文中宋" panose="02010600040101010101" pitchFamily="2" charset="-122"/>
                  </a:rPr>
                  <a:t>NA</a:t>
                </a:r>
                <a:endParaRPr lang="en-US" altLang="zh-CN">
                  <a:latin typeface="华文中宋" panose="02010600040101010101" pitchFamily="2" charset="-122"/>
                </a:endParaRPr>
              </a:p>
            </p:txBody>
          </p:sp>
          <p:sp>
            <p:nvSpPr>
              <p:cNvPr id="17433" name="Rectangle 73"/>
              <p:cNvSpPr>
                <a:spLocks noChangeArrowheads="1"/>
              </p:cNvSpPr>
              <p:nvPr/>
            </p:nvSpPr>
            <p:spPr bwMode="auto">
              <a:xfrm>
                <a:off x="2832" y="2531"/>
                <a:ext cx="1920" cy="2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000">
                    <a:solidFill>
                      <a:srgbClr val="000099"/>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rgbClr val="000099"/>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rgbClr val="000099"/>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rgbClr val="000099"/>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lnSpc>
                    <a:spcPct val="100000"/>
                  </a:lnSpc>
                  <a:buClr>
                    <a:schemeClr val="hlink"/>
                  </a:buClr>
                  <a:buSzPct val="110000"/>
                  <a:buFont typeface="Wingdings" panose="05000000000000000000" pitchFamily="2" charset="2"/>
                  <a:buNone/>
                </a:pPr>
                <a:r>
                  <a:rPr lang="zh-CN" altLang="en-US">
                    <a:latin typeface="华文中宋" panose="02010600040101010101" pitchFamily="2" charset="-122"/>
                  </a:rPr>
                  <a:t>滚针轴承</a:t>
                </a:r>
                <a:endParaRPr lang="zh-CN" altLang="en-US">
                  <a:latin typeface="华文中宋" panose="02010600040101010101" pitchFamily="2" charset="-122"/>
                </a:endParaRPr>
              </a:p>
            </p:txBody>
          </p:sp>
          <p:sp>
            <p:nvSpPr>
              <p:cNvPr id="17434" name="Rectangle 74"/>
              <p:cNvSpPr>
                <a:spLocks noChangeArrowheads="1"/>
              </p:cNvSpPr>
              <p:nvPr/>
            </p:nvSpPr>
            <p:spPr bwMode="auto">
              <a:xfrm>
                <a:off x="2208" y="2531"/>
                <a:ext cx="624" cy="2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000">
                    <a:solidFill>
                      <a:srgbClr val="000099"/>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rgbClr val="000099"/>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rgbClr val="000099"/>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rgbClr val="000099"/>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9pPr>
              </a:lstStyle>
              <a:p>
                <a:pPr algn="ctr" eaLnBrk="1" hangingPunct="1">
                  <a:lnSpc>
                    <a:spcPct val="100000"/>
                  </a:lnSpc>
                  <a:buClr>
                    <a:schemeClr val="hlink"/>
                  </a:buClr>
                  <a:buSzPct val="110000"/>
                  <a:buFont typeface="Wingdings" panose="05000000000000000000" pitchFamily="2" charset="2"/>
                  <a:buNone/>
                </a:pPr>
                <a:r>
                  <a:rPr lang="en-US" altLang="zh-CN" dirty="0">
                    <a:latin typeface="华文中宋" panose="02010600040101010101" pitchFamily="2" charset="-122"/>
                  </a:rPr>
                  <a:t>3</a:t>
                </a:r>
                <a:endParaRPr lang="en-US" altLang="zh-CN" dirty="0">
                  <a:latin typeface="华文中宋" panose="02010600040101010101" pitchFamily="2" charset="-122"/>
                </a:endParaRPr>
              </a:p>
            </p:txBody>
          </p:sp>
          <p:sp>
            <p:nvSpPr>
              <p:cNvPr id="17435" name="Rectangle 75"/>
              <p:cNvSpPr>
                <a:spLocks noChangeArrowheads="1"/>
              </p:cNvSpPr>
              <p:nvPr/>
            </p:nvSpPr>
            <p:spPr bwMode="auto">
              <a:xfrm>
                <a:off x="288" y="2531"/>
                <a:ext cx="1920" cy="2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000">
                    <a:solidFill>
                      <a:srgbClr val="000099"/>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rgbClr val="000099"/>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rgbClr val="000099"/>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rgbClr val="000099"/>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lnSpc>
                    <a:spcPct val="100000"/>
                  </a:lnSpc>
                  <a:buClr>
                    <a:schemeClr val="hlink"/>
                  </a:buClr>
                  <a:buSzPct val="110000"/>
                  <a:buFont typeface="Wingdings" panose="05000000000000000000" pitchFamily="2" charset="2"/>
                  <a:buNone/>
                </a:pPr>
                <a:r>
                  <a:rPr lang="zh-CN" altLang="en-US">
                    <a:latin typeface="华文中宋" panose="02010600040101010101" pitchFamily="2" charset="-122"/>
                  </a:rPr>
                  <a:t>圆锥滚子轴承</a:t>
                </a:r>
                <a:endParaRPr lang="zh-CN" altLang="en-US">
                  <a:latin typeface="华文中宋" panose="02010600040101010101" pitchFamily="2" charset="-122"/>
                </a:endParaRPr>
              </a:p>
            </p:txBody>
          </p:sp>
          <p:sp>
            <p:nvSpPr>
              <p:cNvPr id="17436" name="Rectangle 76"/>
              <p:cNvSpPr>
                <a:spLocks noChangeArrowheads="1"/>
              </p:cNvSpPr>
              <p:nvPr/>
            </p:nvSpPr>
            <p:spPr bwMode="auto">
              <a:xfrm>
                <a:off x="4752" y="2297"/>
                <a:ext cx="624" cy="2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000">
                    <a:solidFill>
                      <a:srgbClr val="000099"/>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rgbClr val="000099"/>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rgbClr val="000099"/>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rgbClr val="000099"/>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9pPr>
              </a:lstStyle>
              <a:p>
                <a:pPr algn="ctr" eaLnBrk="1" hangingPunct="1">
                  <a:lnSpc>
                    <a:spcPct val="100000"/>
                  </a:lnSpc>
                  <a:buClr>
                    <a:schemeClr val="hlink"/>
                  </a:buClr>
                  <a:buSzPct val="110000"/>
                  <a:buFont typeface="Wingdings" panose="05000000000000000000" pitchFamily="2" charset="2"/>
                  <a:buNone/>
                </a:pPr>
                <a:r>
                  <a:rPr lang="en-US" altLang="zh-CN">
                    <a:latin typeface="华文中宋" panose="02010600040101010101" pitchFamily="2" charset="-122"/>
                  </a:rPr>
                  <a:t>N</a:t>
                </a:r>
                <a:endParaRPr lang="en-US" altLang="zh-CN">
                  <a:latin typeface="华文中宋" panose="02010600040101010101" pitchFamily="2" charset="-122"/>
                </a:endParaRPr>
              </a:p>
            </p:txBody>
          </p:sp>
          <p:sp>
            <p:nvSpPr>
              <p:cNvPr id="17437" name="Rectangle 77"/>
              <p:cNvSpPr>
                <a:spLocks noChangeArrowheads="1"/>
              </p:cNvSpPr>
              <p:nvPr/>
            </p:nvSpPr>
            <p:spPr bwMode="auto">
              <a:xfrm>
                <a:off x="2832" y="2297"/>
                <a:ext cx="1920" cy="2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000">
                    <a:solidFill>
                      <a:srgbClr val="000099"/>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rgbClr val="000099"/>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rgbClr val="000099"/>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rgbClr val="000099"/>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lnSpc>
                    <a:spcPct val="100000"/>
                  </a:lnSpc>
                  <a:buClr>
                    <a:schemeClr val="hlink"/>
                  </a:buClr>
                  <a:buSzPct val="110000"/>
                  <a:buFont typeface="Wingdings" panose="05000000000000000000" pitchFamily="2" charset="2"/>
                  <a:buNone/>
                </a:pPr>
                <a:r>
                  <a:rPr lang="zh-CN" altLang="en-US">
                    <a:latin typeface="华文中宋" panose="02010600040101010101" pitchFamily="2" charset="-122"/>
                  </a:rPr>
                  <a:t>圆柱滚子轴承</a:t>
                </a:r>
                <a:endParaRPr lang="zh-CN" altLang="en-US">
                  <a:latin typeface="华文中宋" panose="02010600040101010101" pitchFamily="2" charset="-122"/>
                </a:endParaRPr>
              </a:p>
            </p:txBody>
          </p:sp>
          <p:sp>
            <p:nvSpPr>
              <p:cNvPr id="17438" name="Rectangle 78"/>
              <p:cNvSpPr>
                <a:spLocks noChangeArrowheads="1"/>
              </p:cNvSpPr>
              <p:nvPr/>
            </p:nvSpPr>
            <p:spPr bwMode="auto">
              <a:xfrm>
                <a:off x="2208" y="2297"/>
                <a:ext cx="624" cy="2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000">
                    <a:solidFill>
                      <a:srgbClr val="000099"/>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rgbClr val="000099"/>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rgbClr val="000099"/>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rgbClr val="000099"/>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9pPr>
              </a:lstStyle>
              <a:p>
                <a:pPr algn="ctr" eaLnBrk="1" hangingPunct="1">
                  <a:lnSpc>
                    <a:spcPct val="100000"/>
                  </a:lnSpc>
                  <a:buClr>
                    <a:schemeClr val="hlink"/>
                  </a:buClr>
                  <a:buSzPct val="110000"/>
                  <a:buFont typeface="Wingdings" panose="05000000000000000000" pitchFamily="2" charset="2"/>
                  <a:buNone/>
                </a:pPr>
                <a:r>
                  <a:rPr lang="en-US" altLang="zh-CN">
                    <a:latin typeface="华文中宋" panose="02010600040101010101" pitchFamily="2" charset="-122"/>
                  </a:rPr>
                  <a:t>29</a:t>
                </a:r>
                <a:endParaRPr lang="en-US" altLang="zh-CN">
                  <a:latin typeface="华文中宋" panose="02010600040101010101" pitchFamily="2" charset="-122"/>
                </a:endParaRPr>
              </a:p>
            </p:txBody>
          </p:sp>
          <p:sp>
            <p:nvSpPr>
              <p:cNvPr id="17439" name="Rectangle 79"/>
              <p:cNvSpPr>
                <a:spLocks noChangeArrowheads="1"/>
              </p:cNvSpPr>
              <p:nvPr/>
            </p:nvSpPr>
            <p:spPr bwMode="auto">
              <a:xfrm>
                <a:off x="288" y="2297"/>
                <a:ext cx="1920" cy="2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000">
                    <a:solidFill>
                      <a:srgbClr val="000099"/>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rgbClr val="000099"/>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rgbClr val="000099"/>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rgbClr val="000099"/>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lnSpc>
                    <a:spcPct val="100000"/>
                  </a:lnSpc>
                  <a:buClr>
                    <a:schemeClr val="hlink"/>
                  </a:buClr>
                  <a:buSzPct val="110000"/>
                  <a:buFont typeface="Wingdings" panose="05000000000000000000" pitchFamily="2" charset="2"/>
                  <a:buNone/>
                </a:pPr>
                <a:r>
                  <a:rPr lang="zh-CN" altLang="en-US">
                    <a:latin typeface="华文中宋" panose="02010600040101010101" pitchFamily="2" charset="-122"/>
                  </a:rPr>
                  <a:t>推力调心滚子轴承</a:t>
                </a:r>
                <a:endParaRPr lang="zh-CN" altLang="en-US">
                  <a:latin typeface="华文中宋" panose="02010600040101010101" pitchFamily="2" charset="-122"/>
                </a:endParaRPr>
              </a:p>
            </p:txBody>
          </p:sp>
          <p:sp>
            <p:nvSpPr>
              <p:cNvPr id="17440" name="Rectangle 80"/>
              <p:cNvSpPr>
                <a:spLocks noChangeArrowheads="1"/>
              </p:cNvSpPr>
              <p:nvPr/>
            </p:nvSpPr>
            <p:spPr bwMode="auto">
              <a:xfrm>
                <a:off x="4752" y="2039"/>
                <a:ext cx="624" cy="2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000">
                    <a:solidFill>
                      <a:srgbClr val="000099"/>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rgbClr val="000099"/>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rgbClr val="000099"/>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rgbClr val="000099"/>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9pPr>
              </a:lstStyle>
              <a:p>
                <a:pPr algn="ctr" eaLnBrk="1" hangingPunct="1">
                  <a:lnSpc>
                    <a:spcPct val="100000"/>
                  </a:lnSpc>
                  <a:buClr>
                    <a:schemeClr val="hlink"/>
                  </a:buClr>
                  <a:buSzPct val="110000"/>
                  <a:buFont typeface="Wingdings" panose="05000000000000000000" pitchFamily="2" charset="2"/>
                  <a:buNone/>
                </a:pPr>
                <a:r>
                  <a:rPr lang="en-US" altLang="zh-CN">
                    <a:latin typeface="华文中宋" panose="02010600040101010101" pitchFamily="2" charset="-122"/>
                  </a:rPr>
                  <a:t>9</a:t>
                </a:r>
                <a:endParaRPr lang="en-US" altLang="zh-CN">
                  <a:latin typeface="华文中宋" panose="02010600040101010101" pitchFamily="2" charset="-122"/>
                </a:endParaRPr>
              </a:p>
            </p:txBody>
          </p:sp>
          <p:sp>
            <p:nvSpPr>
              <p:cNvPr id="17441" name="Rectangle 81"/>
              <p:cNvSpPr>
                <a:spLocks noChangeArrowheads="1"/>
              </p:cNvSpPr>
              <p:nvPr/>
            </p:nvSpPr>
            <p:spPr bwMode="auto">
              <a:xfrm>
                <a:off x="2832" y="2039"/>
                <a:ext cx="1920" cy="2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000">
                    <a:solidFill>
                      <a:srgbClr val="000099"/>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rgbClr val="000099"/>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rgbClr val="000099"/>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rgbClr val="000099"/>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lnSpc>
                    <a:spcPct val="100000"/>
                  </a:lnSpc>
                  <a:buClr>
                    <a:schemeClr val="hlink"/>
                  </a:buClr>
                  <a:buSzPct val="110000"/>
                  <a:buFont typeface="Wingdings" panose="05000000000000000000" pitchFamily="2" charset="2"/>
                  <a:buNone/>
                </a:pPr>
                <a:r>
                  <a:rPr lang="zh-CN" altLang="en-US">
                    <a:latin typeface="华文中宋" panose="02010600040101010101" pitchFamily="2" charset="-122"/>
                  </a:rPr>
                  <a:t>推力圆锥滚子轴承</a:t>
                </a:r>
                <a:endParaRPr lang="zh-CN" altLang="en-US">
                  <a:latin typeface="华文中宋" panose="02010600040101010101" pitchFamily="2" charset="-122"/>
                </a:endParaRPr>
              </a:p>
            </p:txBody>
          </p:sp>
          <p:sp>
            <p:nvSpPr>
              <p:cNvPr id="17442" name="Rectangle 82"/>
              <p:cNvSpPr>
                <a:spLocks noChangeArrowheads="1"/>
              </p:cNvSpPr>
              <p:nvPr/>
            </p:nvSpPr>
            <p:spPr bwMode="auto">
              <a:xfrm>
                <a:off x="2208" y="2039"/>
                <a:ext cx="624" cy="2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000">
                    <a:solidFill>
                      <a:srgbClr val="000099"/>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rgbClr val="000099"/>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rgbClr val="000099"/>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rgbClr val="000099"/>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9pPr>
              </a:lstStyle>
              <a:p>
                <a:pPr algn="ctr" eaLnBrk="1" hangingPunct="1">
                  <a:lnSpc>
                    <a:spcPct val="100000"/>
                  </a:lnSpc>
                  <a:buClr>
                    <a:schemeClr val="hlink"/>
                  </a:buClr>
                  <a:buSzPct val="110000"/>
                  <a:buFont typeface="Wingdings" panose="05000000000000000000" pitchFamily="2" charset="2"/>
                  <a:buNone/>
                </a:pPr>
                <a:r>
                  <a:rPr lang="en-US" altLang="zh-CN">
                    <a:latin typeface="华文中宋" panose="02010600040101010101" pitchFamily="2" charset="-122"/>
                  </a:rPr>
                  <a:t>2</a:t>
                </a:r>
                <a:endParaRPr lang="en-US" altLang="zh-CN">
                  <a:latin typeface="华文中宋" panose="02010600040101010101" pitchFamily="2" charset="-122"/>
                </a:endParaRPr>
              </a:p>
            </p:txBody>
          </p:sp>
          <p:sp>
            <p:nvSpPr>
              <p:cNvPr id="17443" name="Rectangle 83"/>
              <p:cNvSpPr>
                <a:spLocks noChangeArrowheads="1"/>
              </p:cNvSpPr>
              <p:nvPr/>
            </p:nvSpPr>
            <p:spPr bwMode="auto">
              <a:xfrm>
                <a:off x="288" y="2039"/>
                <a:ext cx="1920" cy="2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000">
                    <a:solidFill>
                      <a:srgbClr val="000099"/>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rgbClr val="000099"/>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rgbClr val="000099"/>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rgbClr val="000099"/>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lnSpc>
                    <a:spcPct val="100000"/>
                  </a:lnSpc>
                  <a:buClr>
                    <a:schemeClr val="hlink"/>
                  </a:buClr>
                  <a:buSzPct val="110000"/>
                  <a:buFont typeface="Wingdings" panose="05000000000000000000" pitchFamily="2" charset="2"/>
                  <a:buNone/>
                </a:pPr>
                <a:r>
                  <a:rPr lang="zh-CN" altLang="en-US">
                    <a:latin typeface="华文中宋" panose="02010600040101010101" pitchFamily="2" charset="-122"/>
                  </a:rPr>
                  <a:t>调心滚子轴承</a:t>
                </a:r>
                <a:endParaRPr lang="zh-CN" altLang="en-US">
                  <a:latin typeface="华文中宋" panose="02010600040101010101" pitchFamily="2" charset="-122"/>
                </a:endParaRPr>
              </a:p>
            </p:txBody>
          </p:sp>
          <p:sp>
            <p:nvSpPr>
              <p:cNvPr id="17444" name="Rectangle 84"/>
              <p:cNvSpPr>
                <a:spLocks noChangeArrowheads="1"/>
              </p:cNvSpPr>
              <p:nvPr/>
            </p:nvSpPr>
            <p:spPr bwMode="auto">
              <a:xfrm>
                <a:off x="4752" y="1804"/>
                <a:ext cx="624" cy="2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000">
                    <a:solidFill>
                      <a:srgbClr val="000099"/>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rgbClr val="000099"/>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rgbClr val="000099"/>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rgbClr val="000099"/>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9pPr>
              </a:lstStyle>
              <a:p>
                <a:pPr algn="ctr" eaLnBrk="1" hangingPunct="1">
                  <a:lnSpc>
                    <a:spcPct val="100000"/>
                  </a:lnSpc>
                  <a:buClr>
                    <a:schemeClr val="hlink"/>
                  </a:buClr>
                  <a:buSzPct val="110000"/>
                  <a:buFont typeface="Wingdings" panose="05000000000000000000" pitchFamily="2" charset="2"/>
                  <a:buNone/>
                </a:pPr>
                <a:r>
                  <a:rPr lang="en-US" altLang="zh-CN">
                    <a:latin typeface="华文中宋" panose="02010600040101010101" pitchFamily="2" charset="-122"/>
                  </a:rPr>
                  <a:t>8</a:t>
                </a:r>
                <a:endParaRPr lang="en-US" altLang="zh-CN">
                  <a:latin typeface="华文中宋" panose="02010600040101010101" pitchFamily="2" charset="-122"/>
                </a:endParaRPr>
              </a:p>
            </p:txBody>
          </p:sp>
          <p:sp>
            <p:nvSpPr>
              <p:cNvPr id="17445" name="Rectangle 85"/>
              <p:cNvSpPr>
                <a:spLocks noChangeArrowheads="1"/>
              </p:cNvSpPr>
              <p:nvPr/>
            </p:nvSpPr>
            <p:spPr bwMode="auto">
              <a:xfrm>
                <a:off x="2832" y="1804"/>
                <a:ext cx="1920" cy="2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000">
                    <a:solidFill>
                      <a:srgbClr val="000099"/>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rgbClr val="000099"/>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rgbClr val="000099"/>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rgbClr val="000099"/>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lnSpc>
                    <a:spcPct val="100000"/>
                  </a:lnSpc>
                  <a:buClr>
                    <a:schemeClr val="hlink"/>
                  </a:buClr>
                  <a:buSzPct val="110000"/>
                  <a:buFont typeface="Wingdings" panose="05000000000000000000" pitchFamily="2" charset="2"/>
                  <a:buNone/>
                </a:pPr>
                <a:r>
                  <a:rPr lang="zh-CN" altLang="en-US">
                    <a:latin typeface="华文中宋" panose="02010600040101010101" pitchFamily="2" charset="-122"/>
                  </a:rPr>
                  <a:t>推力滚子轴承</a:t>
                </a:r>
                <a:endParaRPr lang="zh-CN" altLang="en-US">
                  <a:latin typeface="华文中宋" panose="02010600040101010101" pitchFamily="2" charset="-122"/>
                </a:endParaRPr>
              </a:p>
            </p:txBody>
          </p:sp>
          <p:sp>
            <p:nvSpPr>
              <p:cNvPr id="17446" name="Rectangle 86"/>
              <p:cNvSpPr>
                <a:spLocks noChangeArrowheads="1"/>
              </p:cNvSpPr>
              <p:nvPr/>
            </p:nvSpPr>
            <p:spPr bwMode="auto">
              <a:xfrm>
                <a:off x="2208" y="1804"/>
                <a:ext cx="624" cy="2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000">
                    <a:solidFill>
                      <a:srgbClr val="000099"/>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rgbClr val="000099"/>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rgbClr val="000099"/>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rgbClr val="000099"/>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9pPr>
              </a:lstStyle>
              <a:p>
                <a:pPr algn="ctr" eaLnBrk="1" hangingPunct="1">
                  <a:lnSpc>
                    <a:spcPct val="100000"/>
                  </a:lnSpc>
                  <a:buClr>
                    <a:schemeClr val="hlink"/>
                  </a:buClr>
                  <a:buSzPct val="110000"/>
                  <a:buFont typeface="Wingdings" panose="05000000000000000000" pitchFamily="2" charset="2"/>
                  <a:buNone/>
                </a:pPr>
                <a:r>
                  <a:rPr lang="en-US" altLang="zh-CN">
                    <a:latin typeface="华文中宋" panose="02010600040101010101" pitchFamily="2" charset="-122"/>
                  </a:rPr>
                  <a:t>1</a:t>
                </a:r>
                <a:endParaRPr lang="en-US" altLang="zh-CN">
                  <a:latin typeface="华文中宋" panose="02010600040101010101" pitchFamily="2" charset="-122"/>
                </a:endParaRPr>
              </a:p>
            </p:txBody>
          </p:sp>
          <p:sp>
            <p:nvSpPr>
              <p:cNvPr id="17447" name="Rectangle 87"/>
              <p:cNvSpPr>
                <a:spLocks noChangeArrowheads="1"/>
              </p:cNvSpPr>
              <p:nvPr/>
            </p:nvSpPr>
            <p:spPr bwMode="auto">
              <a:xfrm>
                <a:off x="288" y="1804"/>
                <a:ext cx="1920" cy="2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000">
                    <a:solidFill>
                      <a:srgbClr val="000099"/>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rgbClr val="000099"/>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rgbClr val="000099"/>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rgbClr val="000099"/>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lnSpc>
                    <a:spcPct val="100000"/>
                  </a:lnSpc>
                  <a:buClr>
                    <a:schemeClr val="hlink"/>
                  </a:buClr>
                  <a:buSzPct val="110000"/>
                  <a:buFont typeface="Wingdings" panose="05000000000000000000" pitchFamily="2" charset="2"/>
                  <a:buNone/>
                </a:pPr>
                <a:r>
                  <a:rPr lang="zh-CN" altLang="en-US">
                    <a:latin typeface="华文中宋" panose="02010600040101010101" pitchFamily="2" charset="-122"/>
                  </a:rPr>
                  <a:t>调心球轴承</a:t>
                </a:r>
                <a:endParaRPr lang="zh-CN" altLang="en-US">
                  <a:latin typeface="华文中宋" panose="02010600040101010101" pitchFamily="2" charset="-122"/>
                </a:endParaRPr>
              </a:p>
            </p:txBody>
          </p:sp>
          <p:sp>
            <p:nvSpPr>
              <p:cNvPr id="17448" name="Rectangle 88"/>
              <p:cNvSpPr>
                <a:spLocks noChangeArrowheads="1"/>
              </p:cNvSpPr>
              <p:nvPr/>
            </p:nvSpPr>
            <p:spPr bwMode="auto">
              <a:xfrm>
                <a:off x="4752" y="1586"/>
                <a:ext cx="624" cy="2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000">
                    <a:solidFill>
                      <a:srgbClr val="000099"/>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rgbClr val="000099"/>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rgbClr val="000099"/>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rgbClr val="000099"/>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9pPr>
              </a:lstStyle>
              <a:p>
                <a:pPr algn="ctr" eaLnBrk="1" hangingPunct="1">
                  <a:lnSpc>
                    <a:spcPct val="100000"/>
                  </a:lnSpc>
                  <a:buClr>
                    <a:schemeClr val="hlink"/>
                  </a:buClr>
                  <a:buSzPct val="110000"/>
                  <a:buFont typeface="Wingdings" panose="05000000000000000000" pitchFamily="2" charset="2"/>
                  <a:buNone/>
                </a:pPr>
                <a:r>
                  <a:rPr lang="en-US" altLang="zh-CN">
                    <a:latin typeface="华文中宋" panose="02010600040101010101" pitchFamily="2" charset="-122"/>
                  </a:rPr>
                  <a:t>7</a:t>
                </a:r>
                <a:endParaRPr lang="en-US" altLang="zh-CN">
                  <a:latin typeface="华文中宋" panose="02010600040101010101" pitchFamily="2" charset="-122"/>
                </a:endParaRPr>
              </a:p>
            </p:txBody>
          </p:sp>
          <p:sp>
            <p:nvSpPr>
              <p:cNvPr id="17449" name="Rectangle 89"/>
              <p:cNvSpPr>
                <a:spLocks noChangeArrowheads="1"/>
              </p:cNvSpPr>
              <p:nvPr/>
            </p:nvSpPr>
            <p:spPr bwMode="auto">
              <a:xfrm>
                <a:off x="2832" y="1586"/>
                <a:ext cx="1920" cy="2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000">
                    <a:solidFill>
                      <a:srgbClr val="000099"/>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rgbClr val="000099"/>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rgbClr val="000099"/>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rgbClr val="000099"/>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lnSpc>
                    <a:spcPct val="100000"/>
                  </a:lnSpc>
                  <a:buClr>
                    <a:schemeClr val="hlink"/>
                  </a:buClr>
                  <a:buSzPct val="110000"/>
                  <a:buFont typeface="Wingdings" panose="05000000000000000000" pitchFamily="2" charset="2"/>
                  <a:buNone/>
                </a:pPr>
                <a:r>
                  <a:rPr lang="zh-CN" altLang="en-US">
                    <a:latin typeface="华文中宋" panose="02010600040101010101" pitchFamily="2" charset="-122"/>
                  </a:rPr>
                  <a:t>角接触球轴承</a:t>
                </a:r>
                <a:endParaRPr lang="zh-CN" altLang="en-US">
                  <a:latin typeface="华文中宋" panose="02010600040101010101" pitchFamily="2" charset="-122"/>
                </a:endParaRPr>
              </a:p>
            </p:txBody>
          </p:sp>
          <p:sp>
            <p:nvSpPr>
              <p:cNvPr id="17450" name="Rectangle 90"/>
              <p:cNvSpPr>
                <a:spLocks noChangeArrowheads="1"/>
              </p:cNvSpPr>
              <p:nvPr/>
            </p:nvSpPr>
            <p:spPr bwMode="auto">
              <a:xfrm>
                <a:off x="2208" y="1586"/>
                <a:ext cx="624" cy="2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000">
                    <a:solidFill>
                      <a:srgbClr val="000099"/>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rgbClr val="000099"/>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rgbClr val="000099"/>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rgbClr val="000099"/>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9pPr>
              </a:lstStyle>
              <a:p>
                <a:pPr algn="ctr" eaLnBrk="1" hangingPunct="1">
                  <a:lnSpc>
                    <a:spcPct val="100000"/>
                  </a:lnSpc>
                  <a:buClr>
                    <a:schemeClr val="hlink"/>
                  </a:buClr>
                  <a:buSzPct val="110000"/>
                  <a:buFont typeface="Wingdings" panose="05000000000000000000" pitchFamily="2" charset="2"/>
                  <a:buNone/>
                </a:pPr>
                <a:r>
                  <a:rPr lang="en-US" altLang="zh-CN">
                    <a:latin typeface="华文中宋" panose="02010600040101010101" pitchFamily="2" charset="-122"/>
                  </a:rPr>
                  <a:t>0</a:t>
                </a:r>
                <a:endParaRPr lang="en-US" altLang="zh-CN">
                  <a:latin typeface="华文中宋" panose="02010600040101010101" pitchFamily="2" charset="-122"/>
                </a:endParaRPr>
              </a:p>
            </p:txBody>
          </p:sp>
          <p:sp>
            <p:nvSpPr>
              <p:cNvPr id="17451" name="Rectangle 91"/>
              <p:cNvSpPr>
                <a:spLocks noChangeArrowheads="1"/>
              </p:cNvSpPr>
              <p:nvPr/>
            </p:nvSpPr>
            <p:spPr bwMode="auto">
              <a:xfrm>
                <a:off x="288" y="1586"/>
                <a:ext cx="1920" cy="2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000">
                    <a:solidFill>
                      <a:srgbClr val="000099"/>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rgbClr val="000099"/>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rgbClr val="000099"/>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rgbClr val="000099"/>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lnSpc>
                    <a:spcPct val="100000"/>
                  </a:lnSpc>
                  <a:buClr>
                    <a:schemeClr val="hlink"/>
                  </a:buClr>
                  <a:buSzPct val="110000"/>
                  <a:buFont typeface="Wingdings" panose="05000000000000000000" pitchFamily="2" charset="2"/>
                  <a:buNone/>
                </a:pPr>
                <a:r>
                  <a:rPr lang="zh-CN" altLang="en-US">
                    <a:latin typeface="华文中宋" panose="02010600040101010101" pitchFamily="2" charset="-122"/>
                  </a:rPr>
                  <a:t>双列角接触球轴承</a:t>
                </a:r>
                <a:endParaRPr lang="zh-CN" altLang="en-US">
                  <a:latin typeface="华文中宋" panose="02010600040101010101" pitchFamily="2" charset="-122"/>
                </a:endParaRPr>
              </a:p>
            </p:txBody>
          </p:sp>
          <p:sp>
            <p:nvSpPr>
              <p:cNvPr id="17452" name="Rectangle 92"/>
              <p:cNvSpPr>
                <a:spLocks noChangeArrowheads="1"/>
              </p:cNvSpPr>
              <p:nvPr/>
            </p:nvSpPr>
            <p:spPr bwMode="auto">
              <a:xfrm>
                <a:off x="4752" y="1381"/>
                <a:ext cx="624" cy="2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000">
                    <a:solidFill>
                      <a:srgbClr val="000099"/>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rgbClr val="000099"/>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rgbClr val="000099"/>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rgbClr val="000099"/>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9pPr>
              </a:lstStyle>
              <a:p>
                <a:pPr algn="ctr" eaLnBrk="1" hangingPunct="1">
                  <a:lnSpc>
                    <a:spcPct val="100000"/>
                  </a:lnSpc>
                  <a:buClr>
                    <a:schemeClr val="hlink"/>
                  </a:buClr>
                  <a:buSzPct val="110000"/>
                  <a:buFont typeface="Wingdings" panose="05000000000000000000" pitchFamily="2" charset="2"/>
                  <a:buNone/>
                </a:pPr>
                <a:r>
                  <a:rPr lang="zh-CN" altLang="en-US">
                    <a:latin typeface="华文中宋" panose="02010600040101010101" pitchFamily="2" charset="-122"/>
                  </a:rPr>
                  <a:t>代号</a:t>
                </a:r>
                <a:endParaRPr lang="zh-CN" altLang="en-US">
                  <a:latin typeface="华文中宋" panose="02010600040101010101" pitchFamily="2" charset="-122"/>
                </a:endParaRPr>
              </a:p>
            </p:txBody>
          </p:sp>
          <p:sp>
            <p:nvSpPr>
              <p:cNvPr id="17453" name="Rectangle 93"/>
              <p:cNvSpPr>
                <a:spLocks noChangeArrowheads="1"/>
              </p:cNvSpPr>
              <p:nvPr/>
            </p:nvSpPr>
            <p:spPr bwMode="auto">
              <a:xfrm>
                <a:off x="2832" y="1381"/>
                <a:ext cx="1920" cy="2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000">
                    <a:solidFill>
                      <a:srgbClr val="000099"/>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rgbClr val="000099"/>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rgbClr val="000099"/>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rgbClr val="000099"/>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9pPr>
              </a:lstStyle>
              <a:p>
                <a:pPr algn="ctr" eaLnBrk="1" hangingPunct="1">
                  <a:lnSpc>
                    <a:spcPct val="100000"/>
                  </a:lnSpc>
                  <a:buClr>
                    <a:schemeClr val="hlink"/>
                  </a:buClr>
                  <a:buSzPct val="110000"/>
                  <a:buFont typeface="Wingdings" panose="05000000000000000000" pitchFamily="2" charset="2"/>
                  <a:buNone/>
                </a:pPr>
                <a:r>
                  <a:rPr lang="zh-CN" altLang="en-US">
                    <a:latin typeface="华文中宋" panose="02010600040101010101" pitchFamily="2" charset="-122"/>
                  </a:rPr>
                  <a:t>轴承类型</a:t>
                </a:r>
                <a:endParaRPr lang="zh-CN" altLang="en-US">
                  <a:latin typeface="华文中宋" panose="02010600040101010101" pitchFamily="2" charset="-122"/>
                </a:endParaRPr>
              </a:p>
            </p:txBody>
          </p:sp>
          <p:sp>
            <p:nvSpPr>
              <p:cNvPr id="17454" name="Rectangle 94"/>
              <p:cNvSpPr>
                <a:spLocks noChangeArrowheads="1"/>
              </p:cNvSpPr>
              <p:nvPr/>
            </p:nvSpPr>
            <p:spPr bwMode="auto">
              <a:xfrm>
                <a:off x="2208" y="1381"/>
                <a:ext cx="624" cy="2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000">
                    <a:solidFill>
                      <a:srgbClr val="000099"/>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rgbClr val="000099"/>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rgbClr val="000099"/>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rgbClr val="000099"/>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9pPr>
              </a:lstStyle>
              <a:p>
                <a:pPr algn="ctr" eaLnBrk="1" hangingPunct="1">
                  <a:lnSpc>
                    <a:spcPct val="100000"/>
                  </a:lnSpc>
                  <a:buClr>
                    <a:schemeClr val="hlink"/>
                  </a:buClr>
                  <a:buSzPct val="110000"/>
                  <a:buFont typeface="Wingdings" panose="05000000000000000000" pitchFamily="2" charset="2"/>
                  <a:buNone/>
                </a:pPr>
                <a:r>
                  <a:rPr lang="zh-CN" altLang="en-US">
                    <a:latin typeface="华文中宋" panose="02010600040101010101" pitchFamily="2" charset="-122"/>
                  </a:rPr>
                  <a:t>代号</a:t>
                </a:r>
                <a:endParaRPr lang="zh-CN" altLang="en-US">
                  <a:latin typeface="华文中宋" panose="02010600040101010101" pitchFamily="2" charset="-122"/>
                </a:endParaRPr>
              </a:p>
            </p:txBody>
          </p:sp>
          <p:sp>
            <p:nvSpPr>
              <p:cNvPr id="17455" name="Rectangle 95"/>
              <p:cNvSpPr>
                <a:spLocks noChangeArrowheads="1"/>
              </p:cNvSpPr>
              <p:nvPr/>
            </p:nvSpPr>
            <p:spPr bwMode="auto">
              <a:xfrm>
                <a:off x="288" y="1381"/>
                <a:ext cx="1920" cy="2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000">
                    <a:solidFill>
                      <a:srgbClr val="000099"/>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rgbClr val="000099"/>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rgbClr val="000099"/>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rgbClr val="000099"/>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9pPr>
              </a:lstStyle>
              <a:p>
                <a:pPr algn="ctr" eaLnBrk="1" hangingPunct="1">
                  <a:lnSpc>
                    <a:spcPct val="100000"/>
                  </a:lnSpc>
                  <a:buClr>
                    <a:schemeClr val="hlink"/>
                  </a:buClr>
                  <a:buSzPct val="110000"/>
                  <a:buFont typeface="Wingdings" panose="05000000000000000000" pitchFamily="2" charset="2"/>
                  <a:buNone/>
                </a:pPr>
                <a:r>
                  <a:rPr lang="zh-CN" altLang="en-US" dirty="0">
                    <a:latin typeface="华文中宋" panose="02010600040101010101" pitchFamily="2" charset="-122"/>
                  </a:rPr>
                  <a:t>轴承类型</a:t>
                </a:r>
                <a:endParaRPr lang="zh-CN" altLang="en-US" dirty="0">
                  <a:latin typeface="华文中宋" panose="02010600040101010101" pitchFamily="2" charset="-122"/>
                </a:endParaRPr>
              </a:p>
            </p:txBody>
          </p:sp>
          <p:sp>
            <p:nvSpPr>
              <p:cNvPr id="17456" name="Line 96"/>
              <p:cNvSpPr>
                <a:spLocks noChangeShapeType="1"/>
              </p:cNvSpPr>
              <p:nvPr/>
            </p:nvSpPr>
            <p:spPr bwMode="auto">
              <a:xfrm>
                <a:off x="288" y="1381"/>
                <a:ext cx="5088" cy="0"/>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wrap="none"/>
              <a:lstStyle/>
              <a:p>
                <a:endParaRPr lang="zh-CN" altLang="en-US"/>
              </a:p>
            </p:txBody>
          </p:sp>
          <p:sp>
            <p:nvSpPr>
              <p:cNvPr id="17457" name="Line 97"/>
              <p:cNvSpPr>
                <a:spLocks noChangeShapeType="1"/>
              </p:cNvSpPr>
              <p:nvPr/>
            </p:nvSpPr>
            <p:spPr bwMode="auto">
              <a:xfrm>
                <a:off x="288" y="1586"/>
                <a:ext cx="5088" cy="0"/>
              </a:xfrm>
              <a:prstGeom prst="line">
                <a:avLst/>
              </a:prstGeom>
              <a:noFill/>
              <a:ln w="12700">
                <a:solidFill>
                  <a:schemeClr val="tx1"/>
                </a:solidFill>
                <a:round/>
              </a:ln>
              <a:extLst>
                <a:ext uri="{909E8E84-426E-40DD-AFC4-6F175D3DCCD1}">
                  <a14:hiddenFill xmlns:a14="http://schemas.microsoft.com/office/drawing/2010/main">
                    <a:noFill/>
                  </a14:hiddenFill>
                </a:ext>
              </a:extLst>
            </p:spPr>
            <p:txBody>
              <a:bodyPr wrap="none"/>
              <a:lstStyle/>
              <a:p>
                <a:endParaRPr lang="zh-CN" altLang="en-US"/>
              </a:p>
            </p:txBody>
          </p:sp>
          <p:sp>
            <p:nvSpPr>
              <p:cNvPr id="17458" name="Line 98"/>
              <p:cNvSpPr>
                <a:spLocks noChangeShapeType="1"/>
              </p:cNvSpPr>
              <p:nvPr/>
            </p:nvSpPr>
            <p:spPr bwMode="auto">
              <a:xfrm>
                <a:off x="288" y="1804"/>
                <a:ext cx="5088" cy="0"/>
              </a:xfrm>
              <a:prstGeom prst="line">
                <a:avLst/>
              </a:prstGeom>
              <a:noFill/>
              <a:ln w="12700">
                <a:solidFill>
                  <a:schemeClr val="tx1"/>
                </a:solidFill>
                <a:round/>
              </a:ln>
              <a:extLst>
                <a:ext uri="{909E8E84-426E-40DD-AFC4-6F175D3DCCD1}">
                  <a14:hiddenFill xmlns:a14="http://schemas.microsoft.com/office/drawing/2010/main">
                    <a:noFill/>
                  </a14:hiddenFill>
                </a:ext>
              </a:extLst>
            </p:spPr>
            <p:txBody>
              <a:bodyPr wrap="none"/>
              <a:lstStyle/>
              <a:p>
                <a:endParaRPr lang="zh-CN" altLang="en-US"/>
              </a:p>
            </p:txBody>
          </p:sp>
          <p:sp>
            <p:nvSpPr>
              <p:cNvPr id="17459" name="Line 99"/>
              <p:cNvSpPr>
                <a:spLocks noChangeShapeType="1"/>
              </p:cNvSpPr>
              <p:nvPr/>
            </p:nvSpPr>
            <p:spPr bwMode="auto">
              <a:xfrm>
                <a:off x="288" y="2039"/>
                <a:ext cx="5088" cy="0"/>
              </a:xfrm>
              <a:prstGeom prst="line">
                <a:avLst/>
              </a:prstGeom>
              <a:noFill/>
              <a:ln w="12700">
                <a:solidFill>
                  <a:schemeClr val="tx1"/>
                </a:solidFill>
                <a:round/>
              </a:ln>
              <a:extLst>
                <a:ext uri="{909E8E84-426E-40DD-AFC4-6F175D3DCCD1}">
                  <a14:hiddenFill xmlns:a14="http://schemas.microsoft.com/office/drawing/2010/main">
                    <a:noFill/>
                  </a14:hiddenFill>
                </a:ext>
              </a:extLst>
            </p:spPr>
            <p:txBody>
              <a:bodyPr wrap="none"/>
              <a:lstStyle/>
              <a:p>
                <a:endParaRPr lang="zh-CN" altLang="en-US"/>
              </a:p>
            </p:txBody>
          </p:sp>
          <p:sp>
            <p:nvSpPr>
              <p:cNvPr id="17460" name="Line 100"/>
              <p:cNvSpPr>
                <a:spLocks noChangeShapeType="1"/>
              </p:cNvSpPr>
              <p:nvPr/>
            </p:nvSpPr>
            <p:spPr bwMode="auto">
              <a:xfrm>
                <a:off x="288" y="2297"/>
                <a:ext cx="5088" cy="0"/>
              </a:xfrm>
              <a:prstGeom prst="line">
                <a:avLst/>
              </a:prstGeom>
              <a:noFill/>
              <a:ln w="12700">
                <a:solidFill>
                  <a:schemeClr val="tx1"/>
                </a:solidFill>
                <a:round/>
              </a:ln>
              <a:extLst>
                <a:ext uri="{909E8E84-426E-40DD-AFC4-6F175D3DCCD1}">
                  <a14:hiddenFill xmlns:a14="http://schemas.microsoft.com/office/drawing/2010/main">
                    <a:noFill/>
                  </a14:hiddenFill>
                </a:ext>
              </a:extLst>
            </p:spPr>
            <p:txBody>
              <a:bodyPr wrap="none"/>
              <a:lstStyle/>
              <a:p>
                <a:endParaRPr lang="zh-CN" altLang="en-US"/>
              </a:p>
            </p:txBody>
          </p:sp>
          <p:sp>
            <p:nvSpPr>
              <p:cNvPr id="17461" name="Line 101"/>
              <p:cNvSpPr>
                <a:spLocks noChangeShapeType="1"/>
              </p:cNvSpPr>
              <p:nvPr/>
            </p:nvSpPr>
            <p:spPr bwMode="auto">
              <a:xfrm>
                <a:off x="288" y="2531"/>
                <a:ext cx="5088" cy="0"/>
              </a:xfrm>
              <a:prstGeom prst="line">
                <a:avLst/>
              </a:prstGeom>
              <a:noFill/>
              <a:ln w="12700">
                <a:solidFill>
                  <a:schemeClr val="tx1"/>
                </a:solidFill>
                <a:round/>
              </a:ln>
              <a:extLst>
                <a:ext uri="{909E8E84-426E-40DD-AFC4-6F175D3DCCD1}">
                  <a14:hiddenFill xmlns:a14="http://schemas.microsoft.com/office/drawing/2010/main">
                    <a:noFill/>
                  </a14:hiddenFill>
                </a:ext>
              </a:extLst>
            </p:spPr>
            <p:txBody>
              <a:bodyPr wrap="none"/>
              <a:lstStyle/>
              <a:p>
                <a:endParaRPr lang="zh-CN" altLang="en-US"/>
              </a:p>
            </p:txBody>
          </p:sp>
          <p:sp>
            <p:nvSpPr>
              <p:cNvPr id="17462" name="Line 102"/>
              <p:cNvSpPr>
                <a:spLocks noChangeShapeType="1"/>
              </p:cNvSpPr>
              <p:nvPr/>
            </p:nvSpPr>
            <p:spPr bwMode="auto">
              <a:xfrm>
                <a:off x="221" y="2766"/>
                <a:ext cx="5088" cy="0"/>
              </a:xfrm>
              <a:prstGeom prst="line">
                <a:avLst/>
              </a:prstGeom>
              <a:noFill/>
              <a:ln w="12700">
                <a:solidFill>
                  <a:schemeClr val="tx1"/>
                </a:solidFill>
                <a:round/>
              </a:ln>
              <a:extLst>
                <a:ext uri="{909E8E84-426E-40DD-AFC4-6F175D3DCCD1}">
                  <a14:hiddenFill xmlns:a14="http://schemas.microsoft.com/office/drawing/2010/main">
                    <a:noFill/>
                  </a14:hiddenFill>
                </a:ext>
              </a:extLst>
            </p:spPr>
            <p:txBody>
              <a:bodyPr wrap="none"/>
              <a:lstStyle/>
              <a:p>
                <a:endParaRPr lang="zh-CN" altLang="en-US"/>
              </a:p>
            </p:txBody>
          </p:sp>
          <p:sp>
            <p:nvSpPr>
              <p:cNvPr id="17463" name="Line 103"/>
              <p:cNvSpPr>
                <a:spLocks noChangeShapeType="1"/>
              </p:cNvSpPr>
              <p:nvPr/>
            </p:nvSpPr>
            <p:spPr bwMode="auto">
              <a:xfrm>
                <a:off x="288" y="3001"/>
                <a:ext cx="5088" cy="0"/>
              </a:xfrm>
              <a:prstGeom prst="line">
                <a:avLst/>
              </a:prstGeom>
              <a:noFill/>
              <a:ln w="12700">
                <a:solidFill>
                  <a:schemeClr val="tx1"/>
                </a:solidFill>
                <a:round/>
              </a:ln>
              <a:extLst>
                <a:ext uri="{909E8E84-426E-40DD-AFC4-6F175D3DCCD1}">
                  <a14:hiddenFill xmlns:a14="http://schemas.microsoft.com/office/drawing/2010/main">
                    <a:noFill/>
                  </a14:hiddenFill>
                </a:ext>
              </a:extLst>
            </p:spPr>
            <p:txBody>
              <a:bodyPr wrap="none"/>
              <a:lstStyle/>
              <a:p>
                <a:endParaRPr lang="zh-CN" altLang="en-US"/>
              </a:p>
            </p:txBody>
          </p:sp>
          <p:sp>
            <p:nvSpPr>
              <p:cNvPr id="17464" name="Line 104"/>
              <p:cNvSpPr>
                <a:spLocks noChangeShapeType="1"/>
              </p:cNvSpPr>
              <p:nvPr/>
            </p:nvSpPr>
            <p:spPr bwMode="auto">
              <a:xfrm>
                <a:off x="288" y="3236"/>
                <a:ext cx="5088" cy="0"/>
              </a:xfrm>
              <a:prstGeom prst="line">
                <a:avLst/>
              </a:prstGeom>
              <a:noFill/>
              <a:ln w="12700">
                <a:solidFill>
                  <a:schemeClr val="tx1"/>
                </a:solidFill>
                <a:round/>
              </a:ln>
              <a:extLst>
                <a:ext uri="{909E8E84-426E-40DD-AFC4-6F175D3DCCD1}">
                  <a14:hiddenFill xmlns:a14="http://schemas.microsoft.com/office/drawing/2010/main">
                    <a:noFill/>
                  </a14:hiddenFill>
                </a:ext>
              </a:extLst>
            </p:spPr>
            <p:txBody>
              <a:bodyPr wrap="none"/>
              <a:lstStyle/>
              <a:p>
                <a:endParaRPr lang="zh-CN" altLang="en-US"/>
              </a:p>
            </p:txBody>
          </p:sp>
          <p:sp>
            <p:nvSpPr>
              <p:cNvPr id="17465" name="Line 105"/>
              <p:cNvSpPr>
                <a:spLocks noChangeShapeType="1"/>
              </p:cNvSpPr>
              <p:nvPr/>
            </p:nvSpPr>
            <p:spPr bwMode="auto">
              <a:xfrm>
                <a:off x="288" y="3456"/>
                <a:ext cx="5088" cy="0"/>
              </a:xfrm>
              <a:prstGeom prst="line">
                <a:avLst/>
              </a:prstGeom>
              <a:noFill/>
              <a:ln w="12700">
                <a:solidFill>
                  <a:schemeClr val="tx1"/>
                </a:solidFill>
                <a:round/>
              </a:ln>
              <a:extLst>
                <a:ext uri="{909E8E84-426E-40DD-AFC4-6F175D3DCCD1}">
                  <a14:hiddenFill xmlns:a14="http://schemas.microsoft.com/office/drawing/2010/main">
                    <a:noFill/>
                  </a14:hiddenFill>
                </a:ext>
              </a:extLst>
            </p:spPr>
            <p:txBody>
              <a:bodyPr wrap="none"/>
              <a:lstStyle/>
              <a:p>
                <a:endParaRPr lang="zh-CN" altLang="en-US"/>
              </a:p>
            </p:txBody>
          </p:sp>
          <p:sp>
            <p:nvSpPr>
              <p:cNvPr id="17466" name="Line 107"/>
              <p:cNvSpPr>
                <a:spLocks noChangeShapeType="1"/>
              </p:cNvSpPr>
              <p:nvPr/>
            </p:nvSpPr>
            <p:spPr bwMode="auto">
              <a:xfrm>
                <a:off x="2208" y="1381"/>
                <a:ext cx="0" cy="2075"/>
              </a:xfrm>
              <a:prstGeom prst="line">
                <a:avLst/>
              </a:prstGeom>
              <a:noFill/>
              <a:ln w="12700">
                <a:solidFill>
                  <a:schemeClr val="tx1"/>
                </a:solidFill>
                <a:round/>
              </a:ln>
              <a:extLst>
                <a:ext uri="{909E8E84-426E-40DD-AFC4-6F175D3DCCD1}">
                  <a14:hiddenFill xmlns:a14="http://schemas.microsoft.com/office/drawing/2010/main">
                    <a:noFill/>
                  </a14:hiddenFill>
                </a:ext>
              </a:extLst>
            </p:spPr>
            <p:txBody>
              <a:bodyPr wrap="none"/>
              <a:lstStyle/>
              <a:p>
                <a:endParaRPr lang="zh-CN" altLang="en-US"/>
              </a:p>
            </p:txBody>
          </p:sp>
          <p:sp>
            <p:nvSpPr>
              <p:cNvPr id="17467" name="Line 108"/>
              <p:cNvSpPr>
                <a:spLocks noChangeShapeType="1"/>
              </p:cNvSpPr>
              <p:nvPr/>
            </p:nvSpPr>
            <p:spPr bwMode="auto">
              <a:xfrm>
                <a:off x="2832" y="1381"/>
                <a:ext cx="0" cy="2075"/>
              </a:xfrm>
              <a:prstGeom prst="line">
                <a:avLst/>
              </a:prstGeom>
              <a:noFill/>
              <a:ln w="12700">
                <a:solidFill>
                  <a:schemeClr val="tx1"/>
                </a:solidFill>
                <a:round/>
              </a:ln>
              <a:extLst>
                <a:ext uri="{909E8E84-426E-40DD-AFC4-6F175D3DCCD1}">
                  <a14:hiddenFill xmlns:a14="http://schemas.microsoft.com/office/drawing/2010/main">
                    <a:noFill/>
                  </a14:hiddenFill>
                </a:ext>
              </a:extLst>
            </p:spPr>
            <p:txBody>
              <a:bodyPr wrap="none"/>
              <a:lstStyle/>
              <a:p>
                <a:endParaRPr lang="zh-CN" altLang="en-US"/>
              </a:p>
            </p:txBody>
          </p:sp>
          <p:sp>
            <p:nvSpPr>
              <p:cNvPr id="17468" name="Line 109"/>
              <p:cNvSpPr>
                <a:spLocks noChangeShapeType="1"/>
              </p:cNvSpPr>
              <p:nvPr/>
            </p:nvSpPr>
            <p:spPr bwMode="auto">
              <a:xfrm>
                <a:off x="4752" y="1381"/>
                <a:ext cx="0" cy="2075"/>
              </a:xfrm>
              <a:prstGeom prst="line">
                <a:avLst/>
              </a:prstGeom>
              <a:noFill/>
              <a:ln w="12700">
                <a:solidFill>
                  <a:schemeClr val="tx1"/>
                </a:solidFill>
                <a:round/>
              </a:ln>
              <a:extLst>
                <a:ext uri="{909E8E84-426E-40DD-AFC4-6F175D3DCCD1}">
                  <a14:hiddenFill xmlns:a14="http://schemas.microsoft.com/office/drawing/2010/main">
                    <a:noFill/>
                  </a14:hiddenFill>
                </a:ext>
              </a:extLst>
            </p:spPr>
            <p:txBody>
              <a:bodyPr wrap="none"/>
              <a:lstStyle/>
              <a:p>
                <a:endParaRPr lang="zh-CN" altLang="en-US"/>
              </a:p>
            </p:txBody>
          </p:sp>
        </p:grpSp>
        <p:sp>
          <p:nvSpPr>
            <p:cNvPr id="23563" name="矩形 101"/>
            <p:cNvSpPr>
              <a:spLocks noChangeArrowheads="1"/>
            </p:cNvSpPr>
            <p:nvPr/>
          </p:nvSpPr>
          <p:spPr bwMode="auto">
            <a:xfrm>
              <a:off x="1056722" y="3897657"/>
              <a:ext cx="1467068"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000">
                  <a:solidFill>
                    <a:srgbClr val="000099"/>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rgbClr val="000099"/>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rgbClr val="000099"/>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rgbClr val="000099"/>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lnSpc>
                  <a:spcPct val="100000"/>
                </a:lnSpc>
                <a:buFontTx/>
                <a:buNone/>
              </a:pPr>
              <a:r>
                <a:rPr lang="zh-CN" altLang="en-US" dirty="0">
                  <a:latin typeface="华文中宋" panose="02010600040101010101" pitchFamily="2" charset="-122"/>
                </a:rPr>
                <a:t>深沟球轴承</a:t>
              </a:r>
              <a:endParaRPr lang="zh-CN" altLang="en-US" dirty="0">
                <a:latin typeface="华文中宋" panose="02010600040101010101" pitchFamily="2" charset="-122"/>
              </a:endParaRPr>
            </a:p>
          </p:txBody>
        </p:sp>
      </p:grpSp>
      <p:sp>
        <p:nvSpPr>
          <p:cNvPr id="17420" name="直接连接符 6"/>
          <p:cNvSpPr>
            <a:spLocks noChangeShapeType="1"/>
          </p:cNvSpPr>
          <p:nvPr/>
        </p:nvSpPr>
        <p:spPr bwMode="auto">
          <a:xfrm>
            <a:off x="0" y="765175"/>
            <a:ext cx="9144000" cy="0"/>
          </a:xfrm>
          <a:prstGeom prst="line">
            <a:avLst/>
          </a:prstGeom>
          <a:noFill/>
          <a:ln w="28575">
            <a:solidFill>
              <a:srgbClr val="CC3300"/>
            </a:solidFill>
            <a:miter lim="800000"/>
          </a:ln>
          <a:extLst>
            <a:ext uri="{909E8E84-426E-40DD-AFC4-6F175D3DCCD1}">
              <a14:hiddenFill xmlns:a14="http://schemas.microsoft.com/office/drawing/2010/main">
                <a:noFill/>
              </a14:hiddenFill>
            </a:ext>
          </a:extLst>
        </p:spPr>
        <p:txBody>
          <a:bodyPr/>
          <a:lstStyle/>
          <a:p>
            <a:endParaRPr lang="zh-CN" altLang="en-US"/>
          </a:p>
        </p:txBody>
      </p:sp>
      <p:sp>
        <p:nvSpPr>
          <p:cNvPr id="4" name="Rectangle 4"/>
          <p:cNvSpPr>
            <a:spLocks noChangeArrowheads="1"/>
          </p:cNvSpPr>
          <p:nvPr/>
        </p:nvSpPr>
        <p:spPr bwMode="auto">
          <a:xfrm>
            <a:off x="1882334" y="258831"/>
            <a:ext cx="732790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tIns="36000" bIns="72000" anchor="ctr" anchorCtr="1"/>
          <a:lstStyle>
            <a:lvl1pPr eaLnBrk="0" hangingPunct="0">
              <a:defRPr kumimoji="1" sz="2000">
                <a:solidFill>
                  <a:srgbClr val="000099"/>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rgbClr val="000099"/>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rgbClr val="000099"/>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rgbClr val="000099"/>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lnSpc>
                <a:spcPct val="100000"/>
              </a:lnSpc>
              <a:buFontTx/>
              <a:buNone/>
            </a:pPr>
            <a:r>
              <a:rPr lang="en-US" altLang="zh-CN" sz="3000" dirty="0" smtClean="0">
                <a:solidFill>
                  <a:srgbClr val="CC3300"/>
                </a:solidFill>
                <a:latin typeface="黑体" panose="02010609060101010101" pitchFamily="49" charset="-122"/>
                <a:ea typeface="黑体" panose="02010609060101010101" pitchFamily="49" charset="-122"/>
              </a:rPr>
              <a:t>3.6-2 </a:t>
            </a:r>
            <a:r>
              <a:rPr lang="zh-CN" altLang="en-US" sz="3000" dirty="0">
                <a:solidFill>
                  <a:srgbClr val="CC3300"/>
                </a:solidFill>
                <a:latin typeface="黑体" panose="02010609060101010101" pitchFamily="49" charset="-122"/>
                <a:ea typeface="黑体" panose="02010609060101010101" pitchFamily="49" charset="-122"/>
              </a:rPr>
              <a:t>滚动轴承的主要</a:t>
            </a:r>
            <a:r>
              <a:rPr lang="zh-CN" altLang="en-US" sz="3000" dirty="0" smtClean="0">
                <a:solidFill>
                  <a:srgbClr val="CC3300"/>
                </a:solidFill>
                <a:latin typeface="黑体" panose="02010609060101010101" pitchFamily="49" charset="-122"/>
                <a:ea typeface="黑体" panose="02010609060101010101" pitchFamily="49" charset="-122"/>
              </a:rPr>
              <a:t>类型及代号</a:t>
            </a:r>
            <a:endParaRPr lang="zh-CN" altLang="en-US" sz="3000" dirty="0">
              <a:solidFill>
                <a:srgbClr val="CC3300"/>
              </a:solidFill>
              <a:latin typeface="黑体" panose="02010609060101010101" pitchFamily="49" charset="-122"/>
              <a:ea typeface="黑体" panose="02010609060101010101" pitchFamily="49" charset="-122"/>
            </a:endParaRPr>
          </a:p>
        </p:txBody>
      </p:sp>
    </p:spTree>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5372"/>
                                        </p:tgtEl>
                                        <p:attrNameLst>
                                          <p:attrName>style.visibility</p:attrName>
                                        </p:attrNameLst>
                                      </p:cBhvr>
                                      <p:to>
                                        <p:strVal val="visible"/>
                                      </p:to>
                                    </p:set>
                                    <p:animEffect transition="in" filter="wipe(left)">
                                      <p:cBhvr>
                                        <p:cTn id="7" dur="500"/>
                                        <p:tgtEl>
                                          <p:spTgt spid="15372"/>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37"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barn(outVertical)">
                                      <p:cBhvr>
                                        <p:cTn id="12"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372" grpId="0" autoUpdateAnimBg="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Grp="1" noChangeArrowheads="1"/>
          </p:cNvSpPr>
          <p:nvPr>
            <p:ph type="title"/>
          </p:nvPr>
        </p:nvSpPr>
        <p:spPr bwMode="auto">
          <a:xfrm>
            <a:off x="6200775" y="762000"/>
            <a:ext cx="1589088" cy="11747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eaLnBrk="1" hangingPunct="1"/>
            <a:r>
              <a:rPr lang="zh-CN" altLang="en-US" sz="2000" smtClean="0">
                <a:solidFill>
                  <a:schemeClr val="bg1"/>
                </a:solidFill>
                <a:latin typeface="华文中宋" panose="02010600040101010101" pitchFamily="2" charset="-122"/>
                <a:ea typeface="华文中宋" panose="02010600040101010101" pitchFamily="2" charset="-122"/>
              </a:rPr>
              <a:t>类型和代号</a:t>
            </a:r>
            <a:r>
              <a:rPr lang="en-US" altLang="zh-CN" sz="2000" smtClean="0">
                <a:solidFill>
                  <a:schemeClr val="bg1"/>
                </a:solidFill>
                <a:latin typeface="华文中宋" panose="02010600040101010101" pitchFamily="2" charset="-122"/>
                <a:ea typeface="华文中宋" panose="02010600040101010101" pitchFamily="2" charset="-122"/>
              </a:rPr>
              <a:t>4</a:t>
            </a:r>
            <a:endParaRPr lang="en-US" altLang="zh-CN" sz="2000" smtClean="0">
              <a:solidFill>
                <a:schemeClr val="bg1"/>
              </a:solidFill>
              <a:latin typeface="华文中宋" panose="02010600040101010101" pitchFamily="2" charset="-122"/>
              <a:ea typeface="华文中宋" panose="02010600040101010101" pitchFamily="2" charset="-122"/>
            </a:endParaRPr>
          </a:p>
        </p:txBody>
      </p:sp>
      <p:sp>
        <p:nvSpPr>
          <p:cNvPr id="15373" name="Rectangle 13"/>
          <p:cNvSpPr>
            <a:spLocks noChangeArrowheads="1"/>
          </p:cNvSpPr>
          <p:nvPr/>
        </p:nvSpPr>
        <p:spPr bwMode="auto">
          <a:xfrm>
            <a:off x="168276" y="3358266"/>
            <a:ext cx="8670785" cy="1369944"/>
          </a:xfrm>
          <a:prstGeom prst="rect">
            <a:avLst/>
          </a:prstGeom>
          <a:gradFill flip="none" rotWithShape="1">
            <a:gsLst>
              <a:gs pos="0">
                <a:srgbClr val="FFC000">
                  <a:tint val="66000"/>
                  <a:satMod val="160000"/>
                </a:srgbClr>
              </a:gs>
              <a:gs pos="50000">
                <a:srgbClr val="FFC000">
                  <a:tint val="44500"/>
                  <a:satMod val="160000"/>
                </a:srgbClr>
              </a:gs>
              <a:gs pos="100000">
                <a:srgbClr val="FFC000">
                  <a:tint val="23500"/>
                  <a:satMod val="160000"/>
                </a:srgbClr>
              </a:gs>
            </a:gsLst>
            <a:lin ang="5400000" scaled="1"/>
            <a:tileRect/>
          </a:gradFill>
          <a:ln>
            <a:noFill/>
          </a:ln>
        </p:spPr>
        <p:txBody>
          <a:bodyPr/>
          <a:lstStyle>
            <a:lvl1pPr eaLnBrk="0" hangingPunct="0">
              <a:defRPr kumimoji="1" sz="2000">
                <a:solidFill>
                  <a:srgbClr val="000099"/>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rgbClr val="000099"/>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rgbClr val="000099"/>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rgbClr val="000099"/>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lnSpc>
                <a:spcPct val="130000"/>
              </a:lnSpc>
              <a:buFontTx/>
              <a:buNone/>
            </a:pPr>
            <a:r>
              <a:rPr lang="en-US" altLang="zh-CN" sz="2200" dirty="0">
                <a:solidFill>
                  <a:srgbClr val="CC3300"/>
                </a:solidFill>
                <a:latin typeface="黑体" panose="02010609060101010101" pitchFamily="49" charset="-122"/>
                <a:ea typeface="黑体" panose="02010609060101010101" pitchFamily="49" charset="-122"/>
              </a:rPr>
              <a:t>◆ </a:t>
            </a:r>
            <a:r>
              <a:rPr lang="zh-CN" altLang="en-US" sz="2200" dirty="0">
                <a:solidFill>
                  <a:srgbClr val="C00000"/>
                </a:solidFill>
                <a:latin typeface="黑体" panose="02010609060101010101" pitchFamily="49" charset="-122"/>
                <a:ea typeface="黑体" panose="02010609060101010101" pitchFamily="49" charset="-122"/>
              </a:rPr>
              <a:t>公差等级代号：</a:t>
            </a:r>
            <a:r>
              <a:rPr lang="zh-CN" altLang="en-US" sz="2200" dirty="0">
                <a:solidFill>
                  <a:srgbClr val="002060"/>
                </a:solidFill>
              </a:rPr>
              <a:t>公差分</a:t>
            </a:r>
            <a:r>
              <a:rPr lang="en-US" altLang="zh-CN" sz="2200" dirty="0">
                <a:solidFill>
                  <a:srgbClr val="002060"/>
                </a:solidFill>
              </a:rPr>
              <a:t>2</a:t>
            </a:r>
            <a:r>
              <a:rPr lang="zh-CN" altLang="en-US" sz="2200" dirty="0">
                <a:solidFill>
                  <a:srgbClr val="002060"/>
                </a:solidFill>
              </a:rPr>
              <a:t>、</a:t>
            </a:r>
            <a:r>
              <a:rPr lang="en-US" altLang="zh-CN" sz="2200" dirty="0">
                <a:solidFill>
                  <a:srgbClr val="002060"/>
                </a:solidFill>
              </a:rPr>
              <a:t>4</a:t>
            </a:r>
            <a:r>
              <a:rPr lang="zh-CN" altLang="en-US" sz="2200" dirty="0">
                <a:solidFill>
                  <a:srgbClr val="002060"/>
                </a:solidFill>
              </a:rPr>
              <a:t>、</a:t>
            </a:r>
            <a:r>
              <a:rPr lang="en-US" altLang="zh-CN" sz="2200" dirty="0">
                <a:solidFill>
                  <a:srgbClr val="002060"/>
                </a:solidFill>
              </a:rPr>
              <a:t>5 </a:t>
            </a:r>
            <a:r>
              <a:rPr lang="zh-CN" altLang="en-US" sz="2200" dirty="0">
                <a:solidFill>
                  <a:srgbClr val="002060"/>
                </a:solidFill>
              </a:rPr>
              <a:t>、</a:t>
            </a:r>
            <a:r>
              <a:rPr lang="en-US" altLang="zh-CN" sz="2200" dirty="0">
                <a:solidFill>
                  <a:srgbClr val="002060"/>
                </a:solidFill>
              </a:rPr>
              <a:t>6(6x)</a:t>
            </a:r>
            <a:r>
              <a:rPr lang="zh-CN" altLang="en-US" sz="2200" dirty="0">
                <a:solidFill>
                  <a:srgbClr val="002060"/>
                </a:solidFill>
              </a:rPr>
              <a:t>、 </a:t>
            </a:r>
            <a:r>
              <a:rPr lang="en-US" altLang="zh-CN" sz="2200" dirty="0">
                <a:solidFill>
                  <a:srgbClr val="002060"/>
                </a:solidFill>
              </a:rPr>
              <a:t>0</a:t>
            </a:r>
            <a:r>
              <a:rPr lang="zh-CN" altLang="en-US" sz="2200" dirty="0">
                <a:solidFill>
                  <a:srgbClr val="002060"/>
                </a:solidFill>
              </a:rPr>
              <a:t>级，共五个级别 </a:t>
            </a:r>
            <a:r>
              <a:rPr lang="zh-CN" altLang="en-US" sz="2200" dirty="0" smtClean="0">
                <a:solidFill>
                  <a:srgbClr val="002060"/>
                </a:solidFill>
              </a:rPr>
              <a:t>。</a:t>
            </a:r>
            <a:endParaRPr lang="en-US" altLang="zh-CN" sz="2200" dirty="0" smtClean="0">
              <a:solidFill>
                <a:srgbClr val="002060"/>
              </a:solidFill>
            </a:endParaRPr>
          </a:p>
          <a:p>
            <a:pPr eaLnBrk="1" hangingPunct="1">
              <a:lnSpc>
                <a:spcPct val="130000"/>
              </a:lnSpc>
              <a:buFontTx/>
              <a:buNone/>
            </a:pPr>
            <a:r>
              <a:rPr lang="zh-CN" altLang="en-US" sz="2200" dirty="0" smtClean="0">
                <a:solidFill>
                  <a:srgbClr val="002060"/>
                </a:solidFill>
              </a:rPr>
              <a:t>           依次</a:t>
            </a:r>
            <a:r>
              <a:rPr lang="zh-CN" altLang="en-US" sz="2200" dirty="0">
                <a:solidFill>
                  <a:srgbClr val="002060"/>
                </a:solidFill>
              </a:rPr>
              <a:t>由高级到低级，以</a:t>
            </a:r>
            <a:r>
              <a:rPr lang="en-US" altLang="zh-CN" sz="2200" dirty="0">
                <a:solidFill>
                  <a:srgbClr val="002060"/>
                </a:solidFill>
              </a:rPr>
              <a:t>/P2 </a:t>
            </a:r>
            <a:r>
              <a:rPr lang="zh-CN" altLang="en-US" sz="2200" dirty="0">
                <a:solidFill>
                  <a:srgbClr val="002060"/>
                </a:solidFill>
              </a:rPr>
              <a:t>、</a:t>
            </a:r>
            <a:r>
              <a:rPr lang="en-US" altLang="zh-CN" sz="2200" dirty="0">
                <a:solidFill>
                  <a:srgbClr val="002060"/>
                </a:solidFill>
              </a:rPr>
              <a:t>/P4</a:t>
            </a:r>
            <a:r>
              <a:rPr lang="zh-CN" altLang="en-US" sz="2200" dirty="0">
                <a:solidFill>
                  <a:srgbClr val="002060"/>
                </a:solidFill>
              </a:rPr>
              <a:t>、 </a:t>
            </a:r>
            <a:r>
              <a:rPr lang="en-US" altLang="zh-CN" sz="2200" dirty="0">
                <a:solidFill>
                  <a:srgbClr val="002060"/>
                </a:solidFill>
              </a:rPr>
              <a:t>/P5</a:t>
            </a:r>
            <a:r>
              <a:rPr lang="zh-CN" altLang="en-US" sz="2200" dirty="0">
                <a:solidFill>
                  <a:srgbClr val="002060"/>
                </a:solidFill>
              </a:rPr>
              <a:t>、 </a:t>
            </a:r>
            <a:r>
              <a:rPr lang="en-US" altLang="zh-CN" sz="2200" dirty="0">
                <a:solidFill>
                  <a:srgbClr val="002060"/>
                </a:solidFill>
              </a:rPr>
              <a:t>/P6(/P6x)</a:t>
            </a:r>
            <a:r>
              <a:rPr lang="zh-CN" altLang="en-US" sz="2200" dirty="0">
                <a:solidFill>
                  <a:srgbClr val="002060"/>
                </a:solidFill>
              </a:rPr>
              <a:t>为代号</a:t>
            </a:r>
            <a:r>
              <a:rPr lang="zh-CN" altLang="en-US" sz="2200" dirty="0" smtClean="0">
                <a:solidFill>
                  <a:srgbClr val="002060"/>
                </a:solidFill>
              </a:rPr>
              <a:t>，</a:t>
            </a:r>
            <a:endParaRPr lang="en-US" altLang="zh-CN" sz="2200" dirty="0" smtClean="0">
              <a:solidFill>
                <a:srgbClr val="002060"/>
              </a:solidFill>
            </a:endParaRPr>
          </a:p>
          <a:p>
            <a:pPr eaLnBrk="1" hangingPunct="1">
              <a:lnSpc>
                <a:spcPct val="130000"/>
              </a:lnSpc>
              <a:buFontTx/>
              <a:buNone/>
            </a:pPr>
            <a:r>
              <a:rPr lang="en-US" altLang="zh-CN" sz="2200" dirty="0">
                <a:solidFill>
                  <a:srgbClr val="002060"/>
                </a:solidFill>
              </a:rPr>
              <a:t> </a:t>
            </a:r>
            <a:r>
              <a:rPr lang="en-US" altLang="zh-CN" sz="2200" dirty="0" smtClean="0">
                <a:solidFill>
                  <a:srgbClr val="002060"/>
                </a:solidFill>
              </a:rPr>
              <a:t>          </a:t>
            </a:r>
            <a:r>
              <a:rPr lang="zh-CN" altLang="en-US" sz="2200" dirty="0" smtClean="0">
                <a:solidFill>
                  <a:srgbClr val="002060"/>
                </a:solidFill>
              </a:rPr>
              <a:t> </a:t>
            </a:r>
            <a:r>
              <a:rPr lang="en-US" altLang="zh-CN" sz="2200" dirty="0" smtClean="0">
                <a:solidFill>
                  <a:srgbClr val="002060"/>
                </a:solidFill>
              </a:rPr>
              <a:t>0</a:t>
            </a:r>
            <a:r>
              <a:rPr lang="zh-CN" altLang="en-US" sz="2200" dirty="0">
                <a:solidFill>
                  <a:srgbClr val="002060"/>
                </a:solidFill>
              </a:rPr>
              <a:t>级（普通级）不标注 </a:t>
            </a:r>
            <a:r>
              <a:rPr lang="zh-CN" altLang="en-US" sz="2200" dirty="0" smtClean="0">
                <a:solidFill>
                  <a:srgbClr val="002060"/>
                </a:solidFill>
              </a:rPr>
              <a:t>。</a:t>
            </a:r>
            <a:endParaRPr lang="zh-CN" altLang="en-US" dirty="0">
              <a:solidFill>
                <a:srgbClr val="002060"/>
              </a:solidFill>
            </a:endParaRPr>
          </a:p>
        </p:txBody>
      </p:sp>
      <p:sp>
        <p:nvSpPr>
          <p:cNvPr id="15379" name="Rectangle 19"/>
          <p:cNvSpPr>
            <a:spLocks noChangeArrowheads="1"/>
          </p:cNvSpPr>
          <p:nvPr/>
        </p:nvSpPr>
        <p:spPr bwMode="auto">
          <a:xfrm>
            <a:off x="125895" y="4785551"/>
            <a:ext cx="8623853" cy="1830459"/>
          </a:xfrm>
          <a:prstGeom prst="rect">
            <a:avLst/>
          </a:prstGeom>
          <a:gradFill flip="none" rotWithShape="1">
            <a:gsLst>
              <a:gs pos="0">
                <a:srgbClr val="0070C0">
                  <a:tint val="66000"/>
                  <a:satMod val="160000"/>
                </a:srgbClr>
              </a:gs>
              <a:gs pos="50000">
                <a:srgbClr val="0070C0">
                  <a:tint val="44500"/>
                  <a:satMod val="160000"/>
                </a:srgbClr>
              </a:gs>
              <a:gs pos="100000">
                <a:srgbClr val="0070C0">
                  <a:tint val="23500"/>
                  <a:satMod val="160000"/>
                </a:srgbClr>
              </a:gs>
            </a:gsLst>
            <a:lin ang="5400000" scaled="1"/>
            <a:tileRect/>
          </a:gradFill>
          <a:ln>
            <a:noFill/>
          </a:ln>
        </p:spPr>
        <p:txBody>
          <a:bodyPr wrap="none"/>
          <a:lstStyle>
            <a:lvl1pPr eaLnBrk="0" hangingPunct="0">
              <a:defRPr kumimoji="1" sz="2000">
                <a:solidFill>
                  <a:srgbClr val="000099"/>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rgbClr val="000099"/>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rgbClr val="000099"/>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rgbClr val="000099"/>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lnSpc>
                <a:spcPct val="130000"/>
              </a:lnSpc>
              <a:buFontTx/>
              <a:buNone/>
            </a:pPr>
            <a:r>
              <a:rPr lang="en-US" altLang="zh-CN" sz="2200" dirty="0">
                <a:solidFill>
                  <a:srgbClr val="CC3300"/>
                </a:solidFill>
                <a:latin typeface="黑体" panose="02010609060101010101" pitchFamily="49" charset="-122"/>
                <a:ea typeface="黑体" panose="02010609060101010101" pitchFamily="49" charset="-122"/>
              </a:rPr>
              <a:t>◆ </a:t>
            </a:r>
            <a:r>
              <a:rPr lang="zh-CN" altLang="en-US" sz="2200" dirty="0" smtClean="0">
                <a:solidFill>
                  <a:srgbClr val="CC3300"/>
                </a:solidFill>
                <a:latin typeface="黑体" panose="02010609060101010101" pitchFamily="49" charset="-122"/>
                <a:ea typeface="黑体" panose="02010609060101010101" pitchFamily="49" charset="-122"/>
              </a:rPr>
              <a:t>径向</a:t>
            </a:r>
            <a:r>
              <a:rPr lang="zh-CN" altLang="en-US" sz="2200" dirty="0" smtClean="0">
                <a:solidFill>
                  <a:srgbClr val="C00000"/>
                </a:solidFill>
                <a:latin typeface="黑体" panose="02010609060101010101" pitchFamily="49" charset="-122"/>
                <a:ea typeface="黑体" panose="02010609060101010101" pitchFamily="49" charset="-122"/>
              </a:rPr>
              <a:t>游</a:t>
            </a:r>
            <a:r>
              <a:rPr lang="zh-CN" altLang="en-US" sz="2200" dirty="0">
                <a:solidFill>
                  <a:srgbClr val="C00000"/>
                </a:solidFill>
                <a:latin typeface="黑体" panose="02010609060101010101" pitchFamily="49" charset="-122"/>
                <a:ea typeface="黑体" panose="02010609060101010101" pitchFamily="49" charset="-122"/>
              </a:rPr>
              <a:t>隙代号</a:t>
            </a:r>
            <a:r>
              <a:rPr lang="zh-CN" altLang="en-US" sz="2200" dirty="0"/>
              <a:t>：</a:t>
            </a:r>
            <a:r>
              <a:rPr lang="zh-CN" altLang="en-US" sz="2200" dirty="0">
                <a:solidFill>
                  <a:srgbClr val="002060"/>
                </a:solidFill>
              </a:rPr>
              <a:t>游隙</a:t>
            </a:r>
            <a:r>
              <a:rPr lang="zh-CN" altLang="en-US" sz="2200" dirty="0" smtClean="0">
                <a:solidFill>
                  <a:srgbClr val="002060"/>
                </a:solidFill>
              </a:rPr>
              <a:t>分</a:t>
            </a:r>
            <a:r>
              <a:rPr lang="en-US" altLang="zh-CN" sz="2200" dirty="0" smtClean="0">
                <a:solidFill>
                  <a:srgbClr val="002060"/>
                </a:solidFill>
              </a:rPr>
              <a:t>2</a:t>
            </a:r>
            <a:r>
              <a:rPr lang="zh-CN" altLang="en-US" sz="2200" dirty="0" smtClean="0">
                <a:solidFill>
                  <a:srgbClr val="002060"/>
                </a:solidFill>
              </a:rPr>
              <a:t>组、 </a:t>
            </a:r>
            <a:r>
              <a:rPr lang="en-US" altLang="zh-CN" sz="2200" dirty="0" smtClean="0">
                <a:solidFill>
                  <a:srgbClr val="002060"/>
                </a:solidFill>
              </a:rPr>
              <a:t>N</a:t>
            </a:r>
            <a:r>
              <a:rPr lang="zh-CN" altLang="en-US" sz="2200" dirty="0" smtClean="0">
                <a:solidFill>
                  <a:srgbClr val="002060"/>
                </a:solidFill>
              </a:rPr>
              <a:t>组</a:t>
            </a:r>
            <a:r>
              <a:rPr lang="en-US" altLang="zh-CN" sz="2200" dirty="0" smtClean="0">
                <a:solidFill>
                  <a:srgbClr val="002060"/>
                </a:solidFill>
              </a:rPr>
              <a:t> </a:t>
            </a:r>
            <a:r>
              <a:rPr lang="zh-CN" altLang="en-US" sz="2200" dirty="0">
                <a:solidFill>
                  <a:srgbClr val="002060"/>
                </a:solidFill>
              </a:rPr>
              <a:t>、</a:t>
            </a:r>
            <a:r>
              <a:rPr lang="en-US" altLang="zh-CN" sz="2200" dirty="0" smtClean="0">
                <a:solidFill>
                  <a:srgbClr val="002060"/>
                </a:solidFill>
              </a:rPr>
              <a:t>3</a:t>
            </a:r>
            <a:r>
              <a:rPr lang="zh-CN" altLang="en-US" sz="2200" dirty="0" smtClean="0">
                <a:solidFill>
                  <a:srgbClr val="002060"/>
                </a:solidFill>
              </a:rPr>
              <a:t>组</a:t>
            </a:r>
            <a:r>
              <a:rPr lang="en-US" altLang="zh-CN" sz="2200" dirty="0" smtClean="0">
                <a:solidFill>
                  <a:srgbClr val="002060"/>
                </a:solidFill>
              </a:rPr>
              <a:t> </a:t>
            </a:r>
            <a:r>
              <a:rPr lang="zh-CN" altLang="en-US" sz="2200" dirty="0">
                <a:solidFill>
                  <a:srgbClr val="002060"/>
                </a:solidFill>
              </a:rPr>
              <a:t>、</a:t>
            </a:r>
            <a:r>
              <a:rPr lang="en-US" altLang="zh-CN" sz="2200" dirty="0">
                <a:solidFill>
                  <a:srgbClr val="002060"/>
                </a:solidFill>
              </a:rPr>
              <a:t>4 </a:t>
            </a:r>
            <a:r>
              <a:rPr lang="zh-CN" altLang="en-US" sz="2200" dirty="0" smtClean="0">
                <a:solidFill>
                  <a:srgbClr val="002060"/>
                </a:solidFill>
              </a:rPr>
              <a:t>组、</a:t>
            </a:r>
            <a:r>
              <a:rPr lang="en-US" altLang="zh-CN" sz="2200" dirty="0" smtClean="0">
                <a:solidFill>
                  <a:srgbClr val="002060"/>
                </a:solidFill>
              </a:rPr>
              <a:t>5</a:t>
            </a:r>
            <a:r>
              <a:rPr lang="zh-CN" altLang="en-US" sz="2200" dirty="0" smtClean="0">
                <a:solidFill>
                  <a:srgbClr val="002060"/>
                </a:solidFill>
              </a:rPr>
              <a:t>组等组别，</a:t>
            </a:r>
            <a:endParaRPr lang="en-US" altLang="zh-CN" sz="2200" dirty="0" smtClean="0">
              <a:solidFill>
                <a:srgbClr val="002060"/>
              </a:solidFill>
            </a:endParaRPr>
          </a:p>
          <a:p>
            <a:pPr eaLnBrk="1" hangingPunct="1">
              <a:lnSpc>
                <a:spcPct val="130000"/>
              </a:lnSpc>
              <a:buFontTx/>
              <a:buNone/>
            </a:pPr>
            <a:r>
              <a:rPr lang="en-US" altLang="zh-CN" sz="2200" dirty="0">
                <a:solidFill>
                  <a:srgbClr val="002060"/>
                </a:solidFill>
              </a:rPr>
              <a:t> </a:t>
            </a:r>
            <a:r>
              <a:rPr lang="en-US" altLang="zh-CN" sz="2200" dirty="0" smtClean="0">
                <a:solidFill>
                  <a:srgbClr val="002060"/>
                </a:solidFill>
              </a:rPr>
              <a:t>                              </a:t>
            </a:r>
            <a:r>
              <a:rPr lang="zh-CN" altLang="en-US" sz="2200" dirty="0" smtClean="0">
                <a:solidFill>
                  <a:srgbClr val="002060"/>
                </a:solidFill>
              </a:rPr>
              <a:t>径向</a:t>
            </a:r>
            <a:r>
              <a:rPr lang="zh-CN" altLang="en-US" sz="2200" dirty="0">
                <a:solidFill>
                  <a:srgbClr val="002060"/>
                </a:solidFill>
              </a:rPr>
              <a:t>游隙依次</a:t>
            </a:r>
            <a:r>
              <a:rPr lang="zh-CN" altLang="en-US" sz="2200" dirty="0" smtClean="0">
                <a:solidFill>
                  <a:srgbClr val="002060"/>
                </a:solidFill>
              </a:rPr>
              <a:t>由小到大。</a:t>
            </a:r>
            <a:endParaRPr lang="en-US" altLang="zh-CN" sz="2200" dirty="0" smtClean="0">
              <a:solidFill>
                <a:srgbClr val="002060"/>
              </a:solidFill>
            </a:endParaRPr>
          </a:p>
          <a:p>
            <a:pPr eaLnBrk="1" hangingPunct="1">
              <a:lnSpc>
                <a:spcPct val="130000"/>
              </a:lnSpc>
              <a:buFontTx/>
              <a:buNone/>
            </a:pPr>
            <a:r>
              <a:rPr lang="en-US" altLang="zh-CN" sz="2200" dirty="0" smtClean="0">
                <a:solidFill>
                  <a:srgbClr val="002060"/>
                </a:solidFill>
              </a:rPr>
              <a:t>              N</a:t>
            </a:r>
            <a:r>
              <a:rPr lang="zh-CN" altLang="en-US" sz="2200" dirty="0" smtClean="0">
                <a:solidFill>
                  <a:srgbClr val="002060"/>
                </a:solidFill>
              </a:rPr>
              <a:t>组</a:t>
            </a:r>
            <a:r>
              <a:rPr lang="zh-CN" altLang="en-US" sz="2200" dirty="0">
                <a:solidFill>
                  <a:srgbClr val="002060"/>
                </a:solidFill>
              </a:rPr>
              <a:t>游隙是常用的游隙组别，在轴承代号中不标出</a:t>
            </a:r>
            <a:r>
              <a:rPr lang="zh-CN" altLang="en-US" sz="2200" dirty="0" smtClean="0">
                <a:solidFill>
                  <a:srgbClr val="002060"/>
                </a:solidFill>
              </a:rPr>
              <a:t>，其余的</a:t>
            </a:r>
            <a:endParaRPr lang="en-US" altLang="zh-CN" sz="2200" dirty="0" smtClean="0">
              <a:solidFill>
                <a:srgbClr val="002060"/>
              </a:solidFill>
            </a:endParaRPr>
          </a:p>
          <a:p>
            <a:pPr eaLnBrk="1" hangingPunct="1">
              <a:lnSpc>
                <a:spcPct val="130000"/>
              </a:lnSpc>
              <a:buFontTx/>
              <a:buNone/>
            </a:pPr>
            <a:r>
              <a:rPr lang="zh-CN" altLang="en-US" sz="2200" dirty="0" smtClean="0">
                <a:solidFill>
                  <a:srgbClr val="002060"/>
                </a:solidFill>
              </a:rPr>
              <a:t>             游</a:t>
            </a:r>
            <a:r>
              <a:rPr lang="zh-CN" altLang="en-US" sz="2200" dirty="0">
                <a:solidFill>
                  <a:srgbClr val="002060"/>
                </a:solidFill>
              </a:rPr>
              <a:t>隙组别</a:t>
            </a:r>
            <a:r>
              <a:rPr lang="zh-CN" altLang="en-US" sz="2200" dirty="0" smtClean="0">
                <a:solidFill>
                  <a:srgbClr val="002060"/>
                </a:solidFill>
              </a:rPr>
              <a:t>在轴承</a:t>
            </a:r>
            <a:r>
              <a:rPr lang="zh-CN" altLang="en-US" sz="2200" dirty="0">
                <a:solidFill>
                  <a:srgbClr val="002060"/>
                </a:solidFill>
              </a:rPr>
              <a:t>代号中分别</a:t>
            </a:r>
            <a:r>
              <a:rPr lang="zh-CN" altLang="en-US" sz="2200" dirty="0" smtClean="0">
                <a:solidFill>
                  <a:srgbClr val="002060"/>
                </a:solidFill>
              </a:rPr>
              <a:t>用</a:t>
            </a:r>
            <a:r>
              <a:rPr lang="en-US" altLang="zh-CN" sz="2200" dirty="0" smtClean="0"/>
              <a:t> </a:t>
            </a:r>
            <a:r>
              <a:rPr lang="en-US" altLang="zh-CN" sz="2200" dirty="0" smtClean="0">
                <a:solidFill>
                  <a:srgbClr val="C00000"/>
                </a:solidFill>
              </a:rPr>
              <a:t>/C2</a:t>
            </a:r>
            <a:r>
              <a:rPr lang="zh-CN" altLang="en-US" sz="2200" dirty="0" smtClean="0">
                <a:solidFill>
                  <a:srgbClr val="C00000"/>
                </a:solidFill>
              </a:rPr>
              <a:t>、</a:t>
            </a:r>
            <a:r>
              <a:rPr lang="en-US" altLang="zh-CN" sz="2200" dirty="0" smtClean="0">
                <a:solidFill>
                  <a:srgbClr val="C00000"/>
                </a:solidFill>
              </a:rPr>
              <a:t>/</a:t>
            </a:r>
            <a:r>
              <a:rPr lang="en-US" altLang="zh-CN" sz="2200" dirty="0">
                <a:solidFill>
                  <a:srgbClr val="C00000"/>
                </a:solidFill>
              </a:rPr>
              <a:t>C3</a:t>
            </a:r>
            <a:r>
              <a:rPr lang="zh-CN" altLang="en-US" sz="2200" dirty="0">
                <a:solidFill>
                  <a:srgbClr val="C00000"/>
                </a:solidFill>
              </a:rPr>
              <a:t>、</a:t>
            </a:r>
            <a:r>
              <a:rPr lang="en-US" altLang="zh-CN" sz="2200" dirty="0">
                <a:solidFill>
                  <a:srgbClr val="C00000"/>
                </a:solidFill>
              </a:rPr>
              <a:t>/C4</a:t>
            </a:r>
            <a:r>
              <a:rPr lang="zh-CN" altLang="en-US" sz="2200" dirty="0">
                <a:solidFill>
                  <a:srgbClr val="C00000"/>
                </a:solidFill>
              </a:rPr>
              <a:t>、</a:t>
            </a:r>
            <a:r>
              <a:rPr lang="en-US" altLang="zh-CN" sz="2200" dirty="0">
                <a:solidFill>
                  <a:srgbClr val="C00000"/>
                </a:solidFill>
              </a:rPr>
              <a:t>/C5</a:t>
            </a:r>
            <a:r>
              <a:rPr lang="zh-CN" altLang="en-US" sz="2200" dirty="0"/>
              <a:t>表示。 </a:t>
            </a:r>
            <a:endParaRPr lang="zh-CN" altLang="en-US" sz="2200" dirty="0"/>
          </a:p>
        </p:txBody>
      </p:sp>
      <p:sp>
        <p:nvSpPr>
          <p:cNvPr id="17420" name="直接连接符 6"/>
          <p:cNvSpPr>
            <a:spLocks noChangeShapeType="1"/>
          </p:cNvSpPr>
          <p:nvPr/>
        </p:nvSpPr>
        <p:spPr bwMode="auto">
          <a:xfrm>
            <a:off x="0" y="765175"/>
            <a:ext cx="9144000" cy="0"/>
          </a:xfrm>
          <a:prstGeom prst="line">
            <a:avLst/>
          </a:prstGeom>
          <a:noFill/>
          <a:ln w="28575">
            <a:solidFill>
              <a:srgbClr val="CC3300"/>
            </a:solidFill>
            <a:miter lim="800000"/>
          </a:ln>
          <a:extLst>
            <a:ext uri="{909E8E84-426E-40DD-AFC4-6F175D3DCCD1}">
              <a14:hiddenFill xmlns:a14="http://schemas.microsoft.com/office/drawing/2010/main">
                <a:noFill/>
              </a14:hiddenFill>
            </a:ext>
          </a:extLst>
        </p:spPr>
        <p:txBody>
          <a:bodyPr/>
          <a:lstStyle/>
          <a:p>
            <a:endParaRPr lang="zh-CN" altLang="en-US"/>
          </a:p>
        </p:txBody>
      </p:sp>
      <p:sp>
        <p:nvSpPr>
          <p:cNvPr id="3" name="文本框 2"/>
          <p:cNvSpPr txBox="1"/>
          <p:nvPr/>
        </p:nvSpPr>
        <p:spPr>
          <a:xfrm>
            <a:off x="347870" y="993913"/>
            <a:ext cx="1659835" cy="498598"/>
          </a:xfrm>
          <a:prstGeom prst="rect">
            <a:avLst/>
          </a:prstGeom>
          <a:solidFill>
            <a:srgbClr val="FFFF00"/>
          </a:solidFill>
        </p:spPr>
        <p:txBody>
          <a:bodyPr wrap="square" rtlCol="0">
            <a:spAutoFit/>
          </a:bodyPr>
          <a:lstStyle/>
          <a:p>
            <a:pPr>
              <a:buNone/>
            </a:pPr>
            <a:r>
              <a:rPr lang="zh-CN" altLang="en-US" sz="2200" dirty="0">
                <a:latin typeface="黑体" panose="02010609060101010101" pitchFamily="49" charset="-122"/>
                <a:ea typeface="黑体" panose="02010609060101010101" pitchFamily="49" charset="-122"/>
              </a:rPr>
              <a:t>后</a:t>
            </a:r>
            <a:r>
              <a:rPr lang="zh-CN" altLang="en-US" sz="2200" dirty="0" smtClean="0">
                <a:latin typeface="黑体" panose="02010609060101010101" pitchFamily="49" charset="-122"/>
                <a:ea typeface="黑体" panose="02010609060101010101" pitchFamily="49" charset="-122"/>
              </a:rPr>
              <a:t>置代号</a:t>
            </a:r>
            <a:endParaRPr lang="zh-CN" altLang="en-US" sz="2200" dirty="0">
              <a:latin typeface="黑体" panose="02010609060101010101" pitchFamily="49" charset="-122"/>
              <a:ea typeface="黑体" panose="02010609060101010101" pitchFamily="49" charset="-122"/>
            </a:endParaRPr>
          </a:p>
        </p:txBody>
      </p:sp>
      <p:sp>
        <p:nvSpPr>
          <p:cNvPr id="4" name="文本框 3"/>
          <p:cNvSpPr txBox="1"/>
          <p:nvPr/>
        </p:nvSpPr>
        <p:spPr>
          <a:xfrm>
            <a:off x="2136911" y="993914"/>
            <a:ext cx="6708913" cy="904863"/>
          </a:xfrm>
          <a:prstGeom prst="rect">
            <a:avLst/>
          </a:prstGeom>
          <a:noFill/>
        </p:spPr>
        <p:txBody>
          <a:bodyPr wrap="square" rtlCol="0">
            <a:spAutoFit/>
          </a:bodyPr>
          <a:lstStyle/>
          <a:p>
            <a:pPr>
              <a:buNone/>
            </a:pPr>
            <a:r>
              <a:rPr lang="zh-CN" altLang="en-US" sz="2200" dirty="0" smtClean="0"/>
              <a:t>  轴承的后置代号是用字母和数字等表示的轴承结构、公差及材料的特殊要求等。</a:t>
            </a:r>
            <a:endParaRPr lang="zh-CN" altLang="en-US" sz="2200" dirty="0"/>
          </a:p>
        </p:txBody>
      </p:sp>
      <mc:AlternateContent xmlns:mc="http://schemas.openxmlformats.org/markup-compatibility/2006">
        <mc:Choice xmlns:a14="http://schemas.microsoft.com/office/drawing/2010/main" Requires="a14">
          <p:sp>
            <p:nvSpPr>
              <p:cNvPr id="63" name="Rectangle 13"/>
              <p:cNvSpPr>
                <a:spLocks noChangeArrowheads="1"/>
              </p:cNvSpPr>
              <p:nvPr/>
            </p:nvSpPr>
            <p:spPr bwMode="auto">
              <a:xfrm>
                <a:off x="125538" y="1838738"/>
                <a:ext cx="8710541" cy="1389823"/>
              </a:xfrm>
              <a:prstGeom prst="rect">
                <a:avLst/>
              </a:prstGeom>
              <a:gradFill flip="none" rotWithShape="1">
                <a:gsLst>
                  <a:gs pos="0">
                    <a:srgbClr val="00B050">
                      <a:tint val="66000"/>
                      <a:satMod val="160000"/>
                    </a:srgbClr>
                  </a:gs>
                  <a:gs pos="50000">
                    <a:srgbClr val="00B050">
                      <a:tint val="44500"/>
                      <a:satMod val="160000"/>
                    </a:srgbClr>
                  </a:gs>
                  <a:gs pos="100000">
                    <a:srgbClr val="00B050">
                      <a:tint val="23500"/>
                      <a:satMod val="160000"/>
                    </a:srgbClr>
                  </a:gs>
                </a:gsLst>
                <a:lin ang="5400000" scaled="1"/>
                <a:tileRect/>
              </a:gradFill>
              <a:ln>
                <a:noFill/>
              </a:ln>
            </p:spPr>
            <p:txBody>
              <a:bodyPr/>
              <a:lstStyle>
                <a:lvl1pPr eaLnBrk="0" hangingPunct="0">
                  <a:defRPr kumimoji="1" sz="2000">
                    <a:solidFill>
                      <a:srgbClr val="000099"/>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rgbClr val="000099"/>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rgbClr val="000099"/>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rgbClr val="000099"/>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lnSpc>
                    <a:spcPct val="130000"/>
                  </a:lnSpc>
                  <a:buNone/>
                </a:pPr>
                <a:r>
                  <a:rPr lang="en-US" altLang="zh-CN" sz="2200" dirty="0" smtClean="0">
                    <a:solidFill>
                      <a:srgbClr val="CC3300"/>
                    </a:solidFill>
                    <a:latin typeface="黑体" panose="02010609060101010101" pitchFamily="49" charset="-122"/>
                    <a:ea typeface="黑体" panose="02010609060101010101" pitchFamily="49" charset="-122"/>
                  </a:rPr>
                  <a:t>◆ </a:t>
                </a:r>
                <a:r>
                  <a:rPr lang="zh-CN" altLang="en-US" sz="2200" dirty="0" smtClean="0">
                    <a:solidFill>
                      <a:srgbClr val="CC3300"/>
                    </a:solidFill>
                    <a:latin typeface="黑体" panose="02010609060101010101" pitchFamily="49" charset="-122"/>
                    <a:ea typeface="黑体" panose="02010609060101010101" pitchFamily="49" charset="-122"/>
                  </a:rPr>
                  <a:t>内部结构代号</a:t>
                </a:r>
                <a:r>
                  <a:rPr lang="zh-CN" altLang="en-US" sz="2200" dirty="0" smtClean="0">
                    <a:solidFill>
                      <a:srgbClr val="C00000"/>
                    </a:solidFill>
                    <a:latin typeface="黑体" panose="02010609060101010101" pitchFamily="49" charset="-122"/>
                    <a:ea typeface="黑体" panose="02010609060101010101" pitchFamily="49" charset="-122"/>
                  </a:rPr>
                  <a:t>：</a:t>
                </a:r>
                <a:r>
                  <a:rPr lang="zh-CN" altLang="en-US" sz="2200" dirty="0" smtClean="0">
                    <a:solidFill>
                      <a:srgbClr val="002060"/>
                    </a:solidFill>
                  </a:rPr>
                  <a:t>用紧跟着基本代号后的字母表示同一类型轴承</a:t>
                </a:r>
                <a:endParaRPr lang="en-US" altLang="zh-CN" sz="2200" dirty="0" smtClean="0">
                  <a:solidFill>
                    <a:srgbClr val="002060"/>
                  </a:solidFill>
                </a:endParaRPr>
              </a:p>
              <a:p>
                <a:pPr eaLnBrk="1" hangingPunct="1">
                  <a:lnSpc>
                    <a:spcPct val="130000"/>
                  </a:lnSpc>
                  <a:buNone/>
                </a:pPr>
                <a:r>
                  <a:rPr lang="en-US" altLang="zh-CN" sz="2200" dirty="0">
                    <a:solidFill>
                      <a:srgbClr val="002060"/>
                    </a:solidFill>
                  </a:rPr>
                  <a:t> </a:t>
                </a:r>
                <a:r>
                  <a:rPr lang="en-US" altLang="zh-CN" sz="2200" dirty="0" smtClean="0">
                    <a:solidFill>
                      <a:srgbClr val="002060"/>
                    </a:solidFill>
                  </a:rPr>
                  <a:t>                     </a:t>
                </a:r>
                <a:r>
                  <a:rPr lang="zh-CN" altLang="en-US" sz="2200" dirty="0" smtClean="0">
                    <a:solidFill>
                      <a:srgbClr val="002060"/>
                    </a:solidFill>
                  </a:rPr>
                  <a:t>     的不同内部结构。</a:t>
                </a:r>
                <a:endParaRPr lang="en-US" altLang="zh-CN" sz="2200" dirty="0" smtClean="0">
                  <a:solidFill>
                    <a:srgbClr val="002060"/>
                  </a:solidFill>
                </a:endParaRPr>
              </a:p>
              <a:p>
                <a:pPr eaLnBrk="1" hangingPunct="1">
                  <a:lnSpc>
                    <a:spcPct val="130000"/>
                  </a:lnSpc>
                  <a:buNone/>
                </a:pPr>
                <a:r>
                  <a:rPr lang="zh-CN" altLang="en-US" sz="2200" dirty="0" smtClean="0">
                    <a:solidFill>
                      <a:srgbClr val="002060"/>
                    </a:solidFill>
                  </a:rPr>
                  <a:t>           如角接触球轴承用</a:t>
                </a:r>
                <a:r>
                  <a:rPr lang="en-US" altLang="zh-CN" sz="2200" dirty="0" smtClean="0">
                    <a:solidFill>
                      <a:srgbClr val="002060"/>
                    </a:solidFill>
                  </a:rPr>
                  <a:t>C</a:t>
                </a:r>
                <a:r>
                  <a:rPr lang="zh-CN" altLang="en-US" dirty="0" smtClean="0">
                    <a:solidFill>
                      <a:srgbClr val="002060"/>
                    </a:solidFill>
                  </a:rPr>
                  <a:t>、</a:t>
                </a:r>
                <a:r>
                  <a:rPr lang="en-US" altLang="zh-CN" dirty="0" smtClean="0">
                    <a:solidFill>
                      <a:srgbClr val="002060"/>
                    </a:solidFill>
                  </a:rPr>
                  <a:t>AC</a:t>
                </a:r>
                <a:r>
                  <a:rPr lang="zh-CN" altLang="en-US" dirty="0" smtClean="0">
                    <a:solidFill>
                      <a:srgbClr val="002060"/>
                    </a:solidFill>
                  </a:rPr>
                  <a:t>、</a:t>
                </a:r>
                <a:r>
                  <a:rPr lang="en-US" altLang="zh-CN" dirty="0" smtClean="0">
                    <a:solidFill>
                      <a:srgbClr val="002060"/>
                    </a:solidFill>
                  </a:rPr>
                  <a:t>B</a:t>
                </a:r>
                <a:r>
                  <a:rPr lang="zh-CN" altLang="en-US" dirty="0" smtClean="0">
                    <a:solidFill>
                      <a:srgbClr val="002060"/>
                    </a:solidFill>
                  </a:rPr>
                  <a:t>表示接触角为</a:t>
                </a:r>
                <a14:m>
                  <m:oMath xmlns:m="http://schemas.openxmlformats.org/officeDocument/2006/math">
                    <m:r>
                      <a:rPr lang="en-US" altLang="zh-CN" b="0" i="1" smtClean="0">
                        <a:solidFill>
                          <a:srgbClr val="002060"/>
                        </a:solidFill>
                        <a:latin typeface="Cambria Math" panose="02040503050406030204" pitchFamily="18" charset="0"/>
                      </a:rPr>
                      <m:t>15</m:t>
                    </m:r>
                    <m:r>
                      <a:rPr lang="en-US" altLang="zh-CN" b="0" i="1" smtClean="0">
                        <a:solidFill>
                          <a:srgbClr val="002060"/>
                        </a:solidFill>
                        <a:latin typeface="Cambria Math" panose="02040503050406030204" pitchFamily="18" charset="0"/>
                        <a:ea typeface="Cambria Math" panose="02040503050406030204" pitchFamily="18" charset="0"/>
                      </a:rPr>
                      <m:t>°</m:t>
                    </m:r>
                    <m:r>
                      <a:rPr lang="zh-CN" altLang="en-US" i="1">
                        <a:solidFill>
                          <a:srgbClr val="002060"/>
                        </a:solidFill>
                        <a:latin typeface="Cambria Math" panose="02040503050406030204" pitchFamily="18" charset="0"/>
                        <a:ea typeface="Cambria Math" panose="02040503050406030204" pitchFamily="18" charset="0"/>
                      </a:rPr>
                      <m:t>、</m:t>
                    </m:r>
                    <m:r>
                      <a:rPr lang="en-US" altLang="zh-CN" b="0" i="1" smtClean="0">
                        <a:solidFill>
                          <a:srgbClr val="002060"/>
                        </a:solidFill>
                        <a:latin typeface="Cambria Math" panose="02040503050406030204" pitchFamily="18" charset="0"/>
                        <a:ea typeface="Cambria Math" panose="02040503050406030204" pitchFamily="18" charset="0"/>
                      </a:rPr>
                      <m:t>25</m:t>
                    </m:r>
                    <m:r>
                      <a:rPr lang="en-US" altLang="zh-CN" b="0" i="1" smtClean="0">
                        <a:solidFill>
                          <a:srgbClr val="002060"/>
                        </a:solidFill>
                        <a:latin typeface="Cambria Math" panose="02040503050406030204" pitchFamily="18" charset="0"/>
                        <a:ea typeface="Cambria Math" panose="02040503050406030204" pitchFamily="18" charset="0"/>
                      </a:rPr>
                      <m:t>°</m:t>
                    </m:r>
                    <m:r>
                      <a:rPr lang="zh-CN" altLang="en-US" i="1">
                        <a:solidFill>
                          <a:srgbClr val="002060"/>
                        </a:solidFill>
                        <a:latin typeface="Cambria Math" panose="02040503050406030204" pitchFamily="18" charset="0"/>
                        <a:ea typeface="Cambria Math" panose="02040503050406030204" pitchFamily="18" charset="0"/>
                      </a:rPr>
                      <m:t>、</m:t>
                    </m:r>
                    <m:r>
                      <a:rPr lang="en-US" altLang="zh-CN" b="0" i="1" smtClean="0">
                        <a:solidFill>
                          <a:srgbClr val="002060"/>
                        </a:solidFill>
                        <a:latin typeface="Cambria Math" panose="02040503050406030204" pitchFamily="18" charset="0"/>
                        <a:ea typeface="Cambria Math" panose="02040503050406030204" pitchFamily="18" charset="0"/>
                      </a:rPr>
                      <m:t>40</m:t>
                    </m:r>
                    <m:r>
                      <a:rPr lang="en-US" altLang="zh-CN" b="0" i="1" smtClean="0">
                        <a:solidFill>
                          <a:srgbClr val="002060"/>
                        </a:solidFill>
                        <a:latin typeface="Cambria Math" panose="02040503050406030204" pitchFamily="18" charset="0"/>
                        <a:ea typeface="Cambria Math" panose="02040503050406030204" pitchFamily="18" charset="0"/>
                      </a:rPr>
                      <m:t>°</m:t>
                    </m:r>
                  </m:oMath>
                </a14:m>
                <a:endParaRPr lang="en-US" altLang="zh-CN" sz="2200" dirty="0" smtClean="0">
                  <a:solidFill>
                    <a:srgbClr val="002060"/>
                  </a:solidFill>
                </a:endParaRPr>
              </a:p>
            </p:txBody>
          </p:sp>
        </mc:Choice>
        <mc:Fallback>
          <p:sp>
            <p:nvSpPr>
              <p:cNvPr id="63" name="Rectangle 13"/>
              <p:cNvSpPr>
                <a:spLocks noRot="1" noChangeAspect="1" noMove="1" noResize="1" noEditPoints="1" noAdjustHandles="1" noChangeArrowheads="1" noChangeShapeType="1" noTextEdit="1"/>
              </p:cNvSpPr>
              <p:nvPr/>
            </p:nvSpPr>
            <p:spPr bwMode="auto">
              <a:xfrm>
                <a:off x="125538" y="1838738"/>
                <a:ext cx="8710541" cy="1389823"/>
              </a:xfrm>
              <a:prstGeom prst="rect">
                <a:avLst/>
              </a:prstGeom>
              <a:blipFill rotWithShape="1">
                <a:blip r:embed="rId1"/>
                <a:stretch>
                  <a:fillRect l="-5" t="-30" r="1" b="16"/>
                </a:stretch>
              </a:blipFill>
              <a:ln>
                <a:noFill/>
              </a:ln>
            </p:spPr>
            <p:txBody>
              <a:bodyPr/>
              <a:lstStyle/>
              <a:p>
                <a:r>
                  <a:rPr lang="zh-CN" altLang="en-US">
                    <a:noFill/>
                  </a:rPr>
                  <a:t> </a:t>
                </a:r>
              </a:p>
            </p:txBody>
          </p:sp>
        </mc:Fallback>
      </mc:AlternateContent>
      <p:sp>
        <p:nvSpPr>
          <p:cNvPr id="2" name="Rectangle 4"/>
          <p:cNvSpPr>
            <a:spLocks noChangeArrowheads="1"/>
          </p:cNvSpPr>
          <p:nvPr/>
        </p:nvSpPr>
        <p:spPr bwMode="auto">
          <a:xfrm>
            <a:off x="1882334" y="258831"/>
            <a:ext cx="732790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tIns="36000" bIns="72000" anchor="ctr" anchorCtr="1"/>
          <a:lstStyle>
            <a:lvl1pPr eaLnBrk="0" hangingPunct="0">
              <a:defRPr kumimoji="1" sz="2000">
                <a:solidFill>
                  <a:srgbClr val="000099"/>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rgbClr val="000099"/>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rgbClr val="000099"/>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rgbClr val="000099"/>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lnSpc>
                <a:spcPct val="100000"/>
              </a:lnSpc>
              <a:buFontTx/>
              <a:buNone/>
            </a:pPr>
            <a:r>
              <a:rPr lang="en-US" altLang="zh-CN" sz="3000" dirty="0" smtClean="0">
                <a:solidFill>
                  <a:srgbClr val="CC3300"/>
                </a:solidFill>
                <a:latin typeface="黑体" panose="02010609060101010101" pitchFamily="49" charset="-122"/>
                <a:ea typeface="黑体" panose="02010609060101010101" pitchFamily="49" charset="-122"/>
              </a:rPr>
              <a:t>3.6-2 </a:t>
            </a:r>
            <a:r>
              <a:rPr lang="zh-CN" altLang="en-US" sz="3000" dirty="0">
                <a:solidFill>
                  <a:srgbClr val="CC3300"/>
                </a:solidFill>
                <a:latin typeface="黑体" panose="02010609060101010101" pitchFamily="49" charset="-122"/>
                <a:ea typeface="黑体" panose="02010609060101010101" pitchFamily="49" charset="-122"/>
              </a:rPr>
              <a:t>滚动轴承的主要</a:t>
            </a:r>
            <a:r>
              <a:rPr lang="zh-CN" altLang="en-US" sz="3000" dirty="0" smtClean="0">
                <a:solidFill>
                  <a:srgbClr val="CC3300"/>
                </a:solidFill>
                <a:latin typeface="黑体" panose="02010609060101010101" pitchFamily="49" charset="-122"/>
                <a:ea typeface="黑体" panose="02010609060101010101" pitchFamily="49" charset="-122"/>
              </a:rPr>
              <a:t>类型及代号</a:t>
            </a:r>
            <a:endParaRPr lang="zh-CN" altLang="en-US" sz="3000" dirty="0">
              <a:solidFill>
                <a:srgbClr val="CC3300"/>
              </a:solidFill>
              <a:latin typeface="黑体" panose="02010609060101010101" pitchFamily="49" charset="-122"/>
              <a:ea typeface="黑体" panose="02010609060101010101" pitchFamily="49" charset="-122"/>
            </a:endParaRPr>
          </a:p>
        </p:txBody>
      </p:sp>
    </p:spTree>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63"/>
                                        </p:tgtEl>
                                        <p:attrNameLst>
                                          <p:attrName>style.visibility</p:attrName>
                                        </p:attrNameLst>
                                      </p:cBhvr>
                                      <p:to>
                                        <p:strVal val="visible"/>
                                      </p:to>
                                    </p:set>
                                    <p:animEffect transition="in" filter="wipe(left)">
                                      <p:cBhvr>
                                        <p:cTn id="7" dur="500"/>
                                        <p:tgtEl>
                                          <p:spTgt spid="6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wipe(left)">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5373"/>
                                        </p:tgtEl>
                                        <p:attrNameLst>
                                          <p:attrName>style.visibility</p:attrName>
                                        </p:attrNameLst>
                                      </p:cBhvr>
                                      <p:to>
                                        <p:strVal val="visible"/>
                                      </p:to>
                                    </p:set>
                                    <p:animEffect transition="in" filter="wipe(left)">
                                      <p:cBhvr>
                                        <p:cTn id="17" dur="500"/>
                                        <p:tgtEl>
                                          <p:spTgt spid="15373"/>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15379"/>
                                        </p:tgtEl>
                                        <p:attrNameLst>
                                          <p:attrName>style.visibility</p:attrName>
                                        </p:attrNameLst>
                                      </p:cBhvr>
                                      <p:to>
                                        <p:strVal val="visible"/>
                                      </p:to>
                                    </p:set>
                                    <p:animEffect transition="in" filter="wipe(left)">
                                      <p:cBhvr>
                                        <p:cTn id="22" dur="500"/>
                                        <p:tgtEl>
                                          <p:spTgt spid="1537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373" grpId="0" bldLvl="0" animBg="1" autoUpdateAnimBg="0"/>
      <p:bldP spid="15379" grpId="0" bldLvl="0" animBg="1" autoUpdateAnimBg="0"/>
      <p:bldP spid="4" grpId="0"/>
      <p:bldP spid="63" grpId="0" bldLvl="0" animBg="1" autoUpdateAnimBg="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7587" name="Rectangle 3"/>
          <p:cNvSpPr>
            <a:spLocks noGrp="1" noChangeArrowheads="1"/>
          </p:cNvSpPr>
          <p:nvPr>
            <p:ph idx="1"/>
          </p:nvPr>
        </p:nvSpPr>
        <p:spPr>
          <a:xfrm>
            <a:off x="322263" y="986790"/>
            <a:ext cx="7772400" cy="530225"/>
          </a:xfrm>
        </p:spPr>
        <p:txBody>
          <a:bodyPr/>
          <a:lstStyle/>
          <a:p>
            <a:pPr marL="342900" marR="0" lvl="0" indent="-342900" algn="l" defTabSz="914400" rtl="0" eaLnBrk="0" fontAlgn="base" latinLnBrk="0" hangingPunct="0">
              <a:lnSpc>
                <a:spcPct val="90000"/>
              </a:lnSpc>
              <a:spcBef>
                <a:spcPct val="20000"/>
              </a:spcBef>
              <a:spcAft>
                <a:spcPct val="0"/>
              </a:spcAft>
              <a:buClr>
                <a:schemeClr val="hlink"/>
              </a:buClr>
              <a:buSzPct val="110000"/>
              <a:buFontTx/>
              <a:buChar char=" "/>
              <a:defRPr/>
            </a:pPr>
            <a:r>
              <a:rPr kumimoji="1" lang="en-US" altLang="zh-CN" sz="2800" b="1" i="0" u="none" strike="noStrike" kern="1200" cap="none" spc="0" normalizeH="0" baseline="0" noProof="0" dirty="0">
                <a:ln>
                  <a:noFill/>
                </a:ln>
                <a:solidFill>
                  <a:schemeClr val="tx2"/>
                </a:solidFill>
                <a:effectLst>
                  <a:outerShdw blurRad="38100" dist="38100" dir="2700000" algn="tl">
                    <a:srgbClr val="FFFFFF"/>
                  </a:outerShdw>
                </a:effectLst>
                <a:uLnTx/>
                <a:uFillTx/>
                <a:latin typeface="仿宋_GB2312" pitchFamily="49" charset="-122"/>
                <a:ea typeface="仿宋_GB2312" pitchFamily="49" charset="-122"/>
                <a:cs typeface="+mn-cs"/>
              </a:rPr>
              <a:t> </a:t>
            </a:r>
            <a:r>
              <a:rPr kumimoji="1" lang="zh-CN" altLang="en-US" sz="2800" i="0" u="none" strike="noStrike" kern="1200" cap="none" spc="0" normalizeH="0" baseline="0" noProof="0" dirty="0">
                <a:ln>
                  <a:noFill/>
                </a:ln>
                <a:solidFill>
                  <a:schemeClr val="tx2"/>
                </a:solidFill>
                <a:effectLst>
                  <a:outerShdw blurRad="38100" dist="38100" dir="2700000" algn="tl">
                    <a:srgbClr val="FFFFFF"/>
                  </a:outerShdw>
                </a:effectLst>
                <a:uLnTx/>
                <a:uFillTx/>
                <a:latin typeface="黑体" panose="02010609060101010101" pitchFamily="49" charset="-122"/>
                <a:ea typeface="黑体" panose="02010609060101010101" pitchFamily="49" charset="-122"/>
                <a:cs typeface="+mn-cs"/>
              </a:rPr>
              <a:t>公差等级代号</a:t>
            </a:r>
            <a:endParaRPr kumimoji="1" lang="zh-CN" altLang="en-US" sz="2800" i="0" u="none" strike="noStrike" kern="1200" cap="none" spc="0" normalizeH="0" baseline="0" noProof="0" dirty="0">
              <a:ln>
                <a:noFill/>
              </a:ln>
              <a:solidFill>
                <a:srgbClr val="080808"/>
              </a:solidFill>
              <a:effectLst/>
              <a:uLnTx/>
              <a:uFillTx/>
              <a:latin typeface="黑体" panose="02010609060101010101" pitchFamily="49" charset="-122"/>
              <a:ea typeface="黑体" panose="02010609060101010101" pitchFamily="49" charset="-122"/>
              <a:cs typeface="楷体_GB2312"/>
            </a:endParaRPr>
          </a:p>
        </p:txBody>
      </p:sp>
      <p:sp>
        <p:nvSpPr>
          <p:cNvPr id="67588" name="Line 4"/>
          <p:cNvSpPr/>
          <p:nvPr/>
        </p:nvSpPr>
        <p:spPr>
          <a:xfrm>
            <a:off x="923925" y="1524000"/>
            <a:ext cx="7489825" cy="0"/>
          </a:xfrm>
          <a:prstGeom prst="line">
            <a:avLst/>
          </a:prstGeom>
          <a:ln w="9525" cap="flat" cmpd="sng">
            <a:solidFill>
              <a:srgbClr val="000000"/>
            </a:solidFill>
            <a:prstDash val="solid"/>
            <a:headEnd type="none" w="med" len="med"/>
            <a:tailEnd type="none" w="med" len="med"/>
          </a:ln>
        </p:spPr>
      </p:sp>
      <p:sp>
        <p:nvSpPr>
          <p:cNvPr id="67589" name="Line 5"/>
          <p:cNvSpPr/>
          <p:nvPr/>
        </p:nvSpPr>
        <p:spPr>
          <a:xfrm>
            <a:off x="923925" y="2084388"/>
            <a:ext cx="7489825" cy="0"/>
          </a:xfrm>
          <a:prstGeom prst="line">
            <a:avLst/>
          </a:prstGeom>
          <a:ln w="9525" cap="flat" cmpd="sng">
            <a:solidFill>
              <a:srgbClr val="000000"/>
            </a:solidFill>
            <a:prstDash val="solid"/>
            <a:headEnd type="none" w="med" len="med"/>
            <a:tailEnd type="none" w="med" len="med"/>
          </a:ln>
        </p:spPr>
      </p:sp>
      <p:sp>
        <p:nvSpPr>
          <p:cNvPr id="67590" name="Line 6"/>
          <p:cNvSpPr/>
          <p:nvPr/>
        </p:nvSpPr>
        <p:spPr>
          <a:xfrm>
            <a:off x="923925" y="2911475"/>
            <a:ext cx="7489825" cy="0"/>
          </a:xfrm>
          <a:prstGeom prst="line">
            <a:avLst/>
          </a:prstGeom>
          <a:ln w="9525" cap="flat" cmpd="sng">
            <a:solidFill>
              <a:srgbClr val="000000"/>
            </a:solidFill>
            <a:prstDash val="solid"/>
            <a:headEnd type="none" w="med" len="med"/>
            <a:tailEnd type="none" w="med" len="med"/>
          </a:ln>
        </p:spPr>
      </p:sp>
      <p:sp>
        <p:nvSpPr>
          <p:cNvPr id="67591" name="Rectangle 7"/>
          <p:cNvSpPr>
            <a:spLocks noChangeArrowheads="1"/>
          </p:cNvSpPr>
          <p:nvPr/>
        </p:nvSpPr>
        <p:spPr bwMode="auto">
          <a:xfrm>
            <a:off x="1093788" y="1504950"/>
            <a:ext cx="898525" cy="519113"/>
          </a:xfrm>
          <a:prstGeom prst="rect">
            <a:avLst/>
          </a:prstGeom>
          <a:noFill/>
          <a:ln>
            <a:noFill/>
          </a:ln>
          <a:effectLst/>
          <a:extLst>
            <a:ext uri="{909E8E84-426E-40DD-AFC4-6F175D3DCCD1}">
              <a14:hiddenFill xmlns:a14="http://schemas.microsoft.com/office/drawing/2010/main">
                <a:gradFill rotWithShape="0">
                  <a:gsLst>
                    <a:gs pos="0">
                      <a:schemeClr val="accent1"/>
                    </a:gs>
                    <a:gs pos="100000">
                      <a:schemeClr val="accent1">
                        <a:gamma/>
                        <a:shade val="46275"/>
                        <a:invGamma/>
                      </a:schemeClr>
                    </a:gs>
                  </a:gsLst>
                  <a:path path="shape">
                    <a:fillToRect l="50000" t="50000" r="50000" b="50000"/>
                  </a:path>
                </a:gra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ctr" defTabSz="914400" rtl="0" eaLnBrk="0" fontAlgn="base" latinLnBrk="0" hangingPunct="0">
              <a:lnSpc>
                <a:spcPct val="100000"/>
              </a:lnSpc>
              <a:spcBef>
                <a:spcPct val="0"/>
              </a:spcBef>
              <a:spcAft>
                <a:spcPct val="0"/>
              </a:spcAft>
              <a:buClrTx/>
              <a:buSzTx/>
              <a:buFontTx/>
              <a:buNone/>
              <a:defRPr/>
            </a:pPr>
            <a:r>
              <a:rPr kumimoji="1" lang="zh-CN" altLang="en-US" sz="2000" b="0" i="0" u="none" strike="noStrike" kern="1200" cap="none" spc="0" normalizeH="0" baseline="0" noProof="0">
                <a:ln>
                  <a:noFill/>
                </a:ln>
                <a:solidFill>
                  <a:srgbClr val="CC0000"/>
                </a:solidFill>
                <a:effectLst>
                  <a:outerShdw blurRad="38100" dist="38100" dir="2700000" algn="tl">
                    <a:srgbClr val="000000"/>
                  </a:outerShdw>
                </a:effectLst>
                <a:uLnTx/>
                <a:uFillTx/>
                <a:latin typeface="仿宋_GB2312" pitchFamily="49" charset="-122"/>
                <a:ea typeface="仿宋_GB2312" pitchFamily="49" charset="-122"/>
                <a:cs typeface="+mn-cs"/>
              </a:rPr>
              <a:t>代号</a:t>
            </a:r>
            <a:endParaRPr kumimoji="1" lang="zh-CN" altLang="en-US" sz="2000" b="0" i="0" u="none" strike="noStrike" kern="1200" cap="none" spc="0" normalizeH="0" baseline="0" noProof="0">
              <a:ln>
                <a:noFill/>
              </a:ln>
              <a:solidFill>
                <a:srgbClr val="CC0000"/>
              </a:solidFill>
              <a:effectLst>
                <a:outerShdw blurRad="38100" dist="38100" dir="2700000" algn="tl">
                  <a:srgbClr val="000000"/>
                </a:outerShdw>
              </a:effectLst>
              <a:uLnTx/>
              <a:uFillTx/>
              <a:latin typeface="仿宋_GB2312" pitchFamily="49" charset="-122"/>
              <a:ea typeface="仿宋_GB2312" pitchFamily="49" charset="-122"/>
              <a:cs typeface="+mn-cs"/>
            </a:endParaRPr>
          </a:p>
        </p:txBody>
      </p:sp>
      <p:sp>
        <p:nvSpPr>
          <p:cNvPr id="67592" name="Rectangle 8"/>
          <p:cNvSpPr>
            <a:spLocks noChangeArrowheads="1"/>
          </p:cNvSpPr>
          <p:nvPr/>
        </p:nvSpPr>
        <p:spPr bwMode="auto">
          <a:xfrm>
            <a:off x="2439988" y="1490663"/>
            <a:ext cx="1612900" cy="519113"/>
          </a:xfrm>
          <a:prstGeom prst="rect">
            <a:avLst/>
          </a:prstGeom>
          <a:noFill/>
          <a:ln>
            <a:noFill/>
          </a:ln>
          <a:effectLst/>
          <a:extLst>
            <a:ext uri="{909E8E84-426E-40DD-AFC4-6F175D3DCCD1}">
              <a14:hiddenFill xmlns:a14="http://schemas.microsoft.com/office/drawing/2010/main">
                <a:gradFill rotWithShape="0">
                  <a:gsLst>
                    <a:gs pos="0">
                      <a:schemeClr val="accent1"/>
                    </a:gs>
                    <a:gs pos="100000">
                      <a:schemeClr val="accent1">
                        <a:gamma/>
                        <a:shade val="46275"/>
                        <a:invGamma/>
                      </a:schemeClr>
                    </a:gs>
                  </a:gsLst>
                  <a:path path="shape">
                    <a:fillToRect l="50000" t="50000" r="50000" b="50000"/>
                  </a:path>
                </a:gra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ctr" defTabSz="914400" rtl="0" eaLnBrk="0" fontAlgn="base" latinLnBrk="0" hangingPunct="0">
              <a:lnSpc>
                <a:spcPct val="100000"/>
              </a:lnSpc>
              <a:spcBef>
                <a:spcPct val="0"/>
              </a:spcBef>
              <a:spcAft>
                <a:spcPct val="0"/>
              </a:spcAft>
              <a:buClrTx/>
              <a:buSzTx/>
              <a:buFontTx/>
              <a:buNone/>
              <a:defRPr/>
            </a:pPr>
            <a:r>
              <a:rPr kumimoji="1" lang="zh-CN" altLang="en-US" sz="2000" b="0" i="0" u="none" strike="noStrike" kern="1200" cap="none" spc="0" normalizeH="0" baseline="0" noProof="0">
                <a:ln>
                  <a:noFill/>
                </a:ln>
                <a:solidFill>
                  <a:srgbClr val="CC0000"/>
                </a:solidFill>
                <a:effectLst>
                  <a:outerShdw blurRad="38100" dist="38100" dir="2700000" algn="tl">
                    <a:srgbClr val="000000"/>
                  </a:outerShdw>
                </a:effectLst>
                <a:uLnTx/>
                <a:uFillTx/>
                <a:latin typeface="仿宋_GB2312" pitchFamily="49" charset="-122"/>
                <a:ea typeface="仿宋_GB2312" pitchFamily="49" charset="-122"/>
                <a:cs typeface="+mn-cs"/>
              </a:rPr>
              <a:t>公差等级</a:t>
            </a:r>
            <a:endParaRPr kumimoji="1" lang="zh-CN" altLang="en-US" sz="2000" b="0" i="0" u="none" strike="noStrike" kern="1200" cap="none" spc="0" normalizeH="0" baseline="0" noProof="0">
              <a:ln>
                <a:noFill/>
              </a:ln>
              <a:solidFill>
                <a:srgbClr val="CC0000"/>
              </a:solidFill>
              <a:effectLst>
                <a:outerShdw blurRad="38100" dist="38100" dir="2700000" algn="tl">
                  <a:srgbClr val="000000"/>
                </a:outerShdw>
              </a:effectLst>
              <a:uLnTx/>
              <a:uFillTx/>
              <a:latin typeface="仿宋_GB2312" pitchFamily="49" charset="-122"/>
              <a:ea typeface="仿宋_GB2312" pitchFamily="49" charset="-122"/>
              <a:cs typeface="+mn-cs"/>
            </a:endParaRPr>
          </a:p>
        </p:txBody>
      </p:sp>
      <p:sp>
        <p:nvSpPr>
          <p:cNvPr id="67593" name="Rectangle 9"/>
          <p:cNvSpPr>
            <a:spLocks noChangeArrowheads="1"/>
          </p:cNvSpPr>
          <p:nvPr/>
        </p:nvSpPr>
        <p:spPr bwMode="auto">
          <a:xfrm>
            <a:off x="5175250" y="1490663"/>
            <a:ext cx="2151063" cy="519113"/>
          </a:xfrm>
          <a:prstGeom prst="rect">
            <a:avLst/>
          </a:prstGeom>
          <a:noFill/>
          <a:ln>
            <a:noFill/>
          </a:ln>
          <a:effectLst/>
          <a:extLst>
            <a:ext uri="{909E8E84-426E-40DD-AFC4-6F175D3DCCD1}">
              <a14:hiddenFill xmlns:a14="http://schemas.microsoft.com/office/drawing/2010/main">
                <a:gradFill rotWithShape="0">
                  <a:gsLst>
                    <a:gs pos="0">
                      <a:schemeClr val="accent1"/>
                    </a:gs>
                    <a:gs pos="100000">
                      <a:schemeClr val="accent1">
                        <a:gamma/>
                        <a:shade val="46275"/>
                        <a:invGamma/>
                      </a:schemeClr>
                    </a:gs>
                  </a:gsLst>
                  <a:path path="shape">
                    <a:fillToRect l="50000" t="50000" r="50000" b="50000"/>
                  </a:path>
                </a:gra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ctr" defTabSz="914400" rtl="0" eaLnBrk="0" fontAlgn="base" latinLnBrk="0" hangingPunct="0">
              <a:lnSpc>
                <a:spcPct val="100000"/>
              </a:lnSpc>
              <a:spcBef>
                <a:spcPct val="0"/>
              </a:spcBef>
              <a:spcAft>
                <a:spcPct val="0"/>
              </a:spcAft>
              <a:buClrTx/>
              <a:buSzTx/>
              <a:buFontTx/>
              <a:buNone/>
              <a:defRPr/>
            </a:pPr>
            <a:r>
              <a:rPr kumimoji="1" lang="zh-CN" altLang="en-US" sz="2000" b="0" i="0" u="none" strike="noStrike" kern="1200" cap="none" spc="0" normalizeH="0" baseline="0" noProof="0">
                <a:ln>
                  <a:noFill/>
                </a:ln>
                <a:solidFill>
                  <a:srgbClr val="CC0000"/>
                </a:solidFill>
                <a:effectLst>
                  <a:outerShdw blurRad="38100" dist="38100" dir="2700000" algn="tl">
                    <a:srgbClr val="000000"/>
                  </a:outerShdw>
                </a:effectLst>
                <a:uLnTx/>
                <a:uFillTx/>
                <a:latin typeface="仿宋_GB2312" pitchFamily="49" charset="-122"/>
                <a:ea typeface="仿宋_GB2312" pitchFamily="49" charset="-122"/>
                <a:cs typeface="+mn-cs"/>
              </a:rPr>
              <a:t>公 差 含 义</a:t>
            </a:r>
            <a:endParaRPr kumimoji="1" lang="zh-CN" altLang="en-US" sz="2000" b="0" i="0" u="none" strike="noStrike" kern="1200" cap="none" spc="0" normalizeH="0" baseline="0" noProof="0">
              <a:ln>
                <a:noFill/>
              </a:ln>
              <a:solidFill>
                <a:srgbClr val="CC0000"/>
              </a:solidFill>
              <a:effectLst>
                <a:outerShdw blurRad="38100" dist="38100" dir="2700000" algn="tl">
                  <a:srgbClr val="000000"/>
                </a:outerShdw>
              </a:effectLst>
              <a:uLnTx/>
              <a:uFillTx/>
              <a:latin typeface="仿宋_GB2312" pitchFamily="49" charset="-122"/>
              <a:ea typeface="仿宋_GB2312" pitchFamily="49" charset="-122"/>
              <a:cs typeface="+mn-cs"/>
            </a:endParaRPr>
          </a:p>
        </p:txBody>
      </p:sp>
      <p:sp>
        <p:nvSpPr>
          <p:cNvPr id="67594" name="Rectangle 10"/>
          <p:cNvSpPr>
            <a:spLocks noChangeArrowheads="1"/>
          </p:cNvSpPr>
          <p:nvPr/>
        </p:nvSpPr>
        <p:spPr bwMode="auto">
          <a:xfrm>
            <a:off x="1169988" y="2239963"/>
            <a:ext cx="717550" cy="519113"/>
          </a:xfrm>
          <a:prstGeom prst="rect">
            <a:avLst/>
          </a:prstGeom>
          <a:noFill/>
          <a:ln>
            <a:noFill/>
          </a:ln>
          <a:effectLst/>
          <a:extLst>
            <a:ext uri="{909E8E84-426E-40DD-AFC4-6F175D3DCCD1}">
              <a14:hiddenFill xmlns:a14="http://schemas.microsoft.com/office/drawing/2010/main">
                <a:gradFill rotWithShape="0">
                  <a:gsLst>
                    <a:gs pos="0">
                      <a:schemeClr val="accent1"/>
                    </a:gs>
                    <a:gs pos="100000">
                      <a:schemeClr val="accent1">
                        <a:gamma/>
                        <a:shade val="46275"/>
                        <a:invGamma/>
                      </a:schemeClr>
                    </a:gs>
                  </a:gsLst>
                  <a:path path="shape">
                    <a:fillToRect l="50000" t="50000" r="50000" b="50000"/>
                  </a:path>
                </a:gra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ctr" defTabSz="914400" rtl="0" eaLnBrk="0" fontAlgn="base" latinLnBrk="0" hangingPunct="0">
              <a:lnSpc>
                <a:spcPct val="100000"/>
              </a:lnSpc>
              <a:spcBef>
                <a:spcPct val="0"/>
              </a:spcBef>
              <a:spcAft>
                <a:spcPct val="0"/>
              </a:spcAft>
              <a:buClrTx/>
              <a:buSzTx/>
              <a:buFontTx/>
              <a:buNone/>
              <a:defRPr/>
            </a:pPr>
            <a:r>
              <a:rPr kumimoji="1" lang="en-US" altLang="zh-CN" sz="2000" b="0" i="0" u="none" strike="noStrike" kern="1200" cap="none" spc="0" normalizeH="0" baseline="0" noProof="0">
                <a:ln>
                  <a:noFill/>
                </a:ln>
                <a:solidFill>
                  <a:schemeClr val="tx1"/>
                </a:solidFill>
                <a:effectLst>
                  <a:outerShdw blurRad="38100" dist="38100" dir="2700000" algn="tl">
                    <a:srgbClr val="FFFFFF"/>
                  </a:outerShdw>
                </a:effectLst>
                <a:uLnTx/>
                <a:uFillTx/>
                <a:latin typeface="仿宋_GB2312" pitchFamily="49" charset="-122"/>
                <a:ea typeface="仿宋_GB2312" pitchFamily="49" charset="-122"/>
                <a:cs typeface="+mn-cs"/>
              </a:rPr>
              <a:t>/P0</a:t>
            </a:r>
            <a:endParaRPr kumimoji="1" lang="en-US" altLang="zh-CN" sz="2000" b="0" i="0" u="none" strike="noStrike" kern="1200" cap="none" spc="0" normalizeH="0" baseline="0" noProof="0">
              <a:ln>
                <a:noFill/>
              </a:ln>
              <a:solidFill>
                <a:schemeClr val="tx1"/>
              </a:solidFill>
              <a:effectLst>
                <a:outerShdw blurRad="38100" dist="38100" dir="2700000" algn="tl">
                  <a:srgbClr val="FFFFFF"/>
                </a:outerShdw>
              </a:effectLst>
              <a:uLnTx/>
              <a:uFillTx/>
              <a:latin typeface="仿宋_GB2312" pitchFamily="49" charset="-122"/>
              <a:ea typeface="仿宋_GB2312" pitchFamily="49" charset="-122"/>
              <a:cs typeface="+mn-cs"/>
            </a:endParaRPr>
          </a:p>
        </p:txBody>
      </p:sp>
      <p:sp>
        <p:nvSpPr>
          <p:cNvPr id="67595" name="Rectangle 11"/>
          <p:cNvSpPr>
            <a:spLocks noChangeArrowheads="1"/>
          </p:cNvSpPr>
          <p:nvPr/>
        </p:nvSpPr>
        <p:spPr bwMode="auto">
          <a:xfrm>
            <a:off x="2855913" y="2225675"/>
            <a:ext cx="720725" cy="519113"/>
          </a:xfrm>
          <a:prstGeom prst="rect">
            <a:avLst/>
          </a:prstGeom>
          <a:noFill/>
          <a:ln>
            <a:noFill/>
          </a:ln>
          <a:effectLst/>
          <a:extLst>
            <a:ext uri="{909E8E84-426E-40DD-AFC4-6F175D3DCCD1}">
              <a14:hiddenFill xmlns:a14="http://schemas.microsoft.com/office/drawing/2010/main">
                <a:gradFill rotWithShape="0">
                  <a:gsLst>
                    <a:gs pos="0">
                      <a:schemeClr val="accent1"/>
                    </a:gs>
                    <a:gs pos="100000">
                      <a:schemeClr val="accent1">
                        <a:gamma/>
                        <a:shade val="46275"/>
                        <a:invGamma/>
                      </a:schemeClr>
                    </a:gs>
                  </a:gsLst>
                  <a:path path="shape">
                    <a:fillToRect l="50000" t="50000" r="50000" b="50000"/>
                  </a:path>
                </a:gra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ctr" defTabSz="914400" rtl="0" eaLnBrk="0" fontAlgn="base" latinLnBrk="0" hangingPunct="0">
              <a:lnSpc>
                <a:spcPct val="100000"/>
              </a:lnSpc>
              <a:spcBef>
                <a:spcPct val="0"/>
              </a:spcBef>
              <a:spcAft>
                <a:spcPct val="0"/>
              </a:spcAft>
              <a:buClrTx/>
              <a:buSzTx/>
              <a:buFontTx/>
              <a:buNone/>
              <a:defRPr/>
            </a:pPr>
            <a:r>
              <a:rPr kumimoji="1" lang="en-US" altLang="zh-CN" sz="2000" b="0" i="0" u="none" strike="noStrike" kern="1200" cap="none" spc="0" normalizeH="0" baseline="0" noProof="0">
                <a:ln>
                  <a:noFill/>
                </a:ln>
                <a:solidFill>
                  <a:schemeClr val="tx1"/>
                </a:solidFill>
                <a:effectLst>
                  <a:outerShdw blurRad="38100" dist="38100" dir="2700000" algn="tl">
                    <a:srgbClr val="FFFFFF"/>
                  </a:outerShdw>
                </a:effectLst>
                <a:uLnTx/>
                <a:uFillTx/>
                <a:latin typeface="仿宋_GB2312" pitchFamily="49" charset="-122"/>
                <a:ea typeface="仿宋_GB2312" pitchFamily="49" charset="-122"/>
                <a:cs typeface="+mn-cs"/>
              </a:rPr>
              <a:t>0</a:t>
            </a:r>
            <a:r>
              <a:rPr kumimoji="1" lang="zh-CN" altLang="en-US" sz="2000" b="0" i="0" u="none" strike="noStrike" kern="1200" cap="none" spc="0" normalizeH="0" baseline="0" noProof="0">
                <a:ln>
                  <a:noFill/>
                </a:ln>
                <a:solidFill>
                  <a:schemeClr val="tx1"/>
                </a:solidFill>
                <a:effectLst>
                  <a:outerShdw blurRad="38100" dist="38100" dir="2700000" algn="tl">
                    <a:srgbClr val="FFFFFF"/>
                  </a:outerShdw>
                </a:effectLst>
                <a:uLnTx/>
                <a:uFillTx/>
                <a:latin typeface="仿宋_GB2312" pitchFamily="49" charset="-122"/>
                <a:ea typeface="仿宋_GB2312" pitchFamily="49" charset="-122"/>
                <a:cs typeface="+mn-cs"/>
              </a:rPr>
              <a:t>级</a:t>
            </a:r>
            <a:endParaRPr kumimoji="1" lang="zh-CN" altLang="en-US" sz="2400" b="0" i="0" u="none" strike="noStrike" kern="1200" cap="none" spc="0" normalizeH="0" baseline="0" noProof="0">
              <a:ln>
                <a:noFill/>
              </a:ln>
              <a:solidFill>
                <a:schemeClr val="tx1"/>
              </a:solidFill>
              <a:effectLst/>
              <a:uLnTx/>
              <a:uFillTx/>
              <a:latin typeface="仿宋_GB2312" pitchFamily="49" charset="-122"/>
              <a:ea typeface="仿宋_GB2312" pitchFamily="49" charset="-122"/>
              <a:cs typeface="+mn-cs"/>
            </a:endParaRPr>
          </a:p>
        </p:txBody>
      </p:sp>
      <p:sp>
        <p:nvSpPr>
          <p:cNvPr id="67596" name="Rectangle 12"/>
          <p:cNvSpPr>
            <a:spLocks noChangeArrowheads="1"/>
          </p:cNvSpPr>
          <p:nvPr/>
        </p:nvSpPr>
        <p:spPr bwMode="auto">
          <a:xfrm>
            <a:off x="3724275" y="2101850"/>
            <a:ext cx="5010150" cy="822325"/>
          </a:xfrm>
          <a:prstGeom prst="rect">
            <a:avLst/>
          </a:prstGeom>
          <a:noFill/>
          <a:ln>
            <a:noFill/>
          </a:ln>
          <a:effectLst/>
          <a:extLst>
            <a:ext uri="{909E8E84-426E-40DD-AFC4-6F175D3DCCD1}">
              <a14:hiddenFill xmlns:a14="http://schemas.microsoft.com/office/drawing/2010/main">
                <a:gradFill rotWithShape="0">
                  <a:gsLst>
                    <a:gs pos="0">
                      <a:schemeClr val="accent1"/>
                    </a:gs>
                    <a:gs pos="100000">
                      <a:schemeClr val="accent1">
                        <a:gamma/>
                        <a:shade val="46275"/>
                        <a:invGamma/>
                      </a:schemeClr>
                    </a:gs>
                  </a:gsLst>
                  <a:path path="shape">
                    <a:fillToRect l="50000" t="50000" r="50000" b="50000"/>
                  </a:path>
                </a:gra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0" marR="0" lvl="0" indent="0" algn="l" defTabSz="914400" rtl="0" eaLnBrk="0" fontAlgn="base" latinLnBrk="0" hangingPunct="0">
              <a:lnSpc>
                <a:spcPct val="100000"/>
              </a:lnSpc>
              <a:spcBef>
                <a:spcPct val="0"/>
              </a:spcBef>
              <a:spcAft>
                <a:spcPct val="0"/>
              </a:spcAft>
              <a:buClrTx/>
              <a:buSzTx/>
              <a:buFontTx/>
              <a:buNone/>
              <a:defRPr/>
            </a:pPr>
            <a:r>
              <a:rPr kumimoji="1" lang="en-US" altLang="zh-CN" sz="2400" b="0" i="0" u="none" strike="noStrike" kern="1200" cap="none" spc="0" normalizeH="0" baseline="0" noProof="0">
                <a:ln>
                  <a:noFill/>
                </a:ln>
                <a:solidFill>
                  <a:schemeClr val="tx1"/>
                </a:solidFill>
                <a:effectLst>
                  <a:outerShdw blurRad="38100" dist="38100" dir="2700000" algn="tl">
                    <a:srgbClr val="FFFFFF"/>
                  </a:outerShdw>
                </a:effectLst>
                <a:uLnTx/>
                <a:uFillTx/>
                <a:latin typeface="仿宋_GB2312" pitchFamily="49" charset="-122"/>
                <a:ea typeface="仿宋_GB2312" pitchFamily="49" charset="-122"/>
                <a:cs typeface="+mn-cs"/>
              </a:rPr>
              <a:t>    </a:t>
            </a:r>
            <a:r>
              <a:rPr kumimoji="1" lang="zh-CN" altLang="en-US" sz="2400" b="0" i="0" u="none" strike="noStrike" kern="1200" cap="none" spc="0" normalizeH="0" baseline="0" noProof="0">
                <a:ln>
                  <a:noFill/>
                </a:ln>
                <a:solidFill>
                  <a:schemeClr val="tx1"/>
                </a:solidFill>
                <a:effectLst>
                  <a:outerShdw blurRad="38100" dist="38100" dir="2700000" algn="tl">
                    <a:srgbClr val="FFFFFF"/>
                  </a:outerShdw>
                </a:effectLst>
                <a:uLnTx/>
                <a:uFillTx/>
                <a:latin typeface="仿宋_GB2312" pitchFamily="49" charset="-122"/>
                <a:ea typeface="仿宋_GB2312" pitchFamily="49" charset="-122"/>
                <a:cs typeface="+mn-cs"/>
              </a:rPr>
              <a:t>公差等级</a:t>
            </a:r>
            <a:r>
              <a:rPr kumimoji="1" lang="en-US" altLang="zh-CN" sz="2400" b="0" i="0" u="none" strike="noStrike" kern="1200" cap="none" spc="0" normalizeH="0" baseline="0" noProof="0">
                <a:ln>
                  <a:noFill/>
                </a:ln>
                <a:solidFill>
                  <a:schemeClr val="tx1"/>
                </a:solidFill>
                <a:effectLst>
                  <a:outerShdw blurRad="38100" dist="38100" dir="2700000" algn="tl">
                    <a:srgbClr val="FFFFFF"/>
                  </a:outerShdw>
                </a:effectLst>
                <a:uLnTx/>
                <a:uFillTx/>
                <a:latin typeface="仿宋_GB2312" pitchFamily="49" charset="-122"/>
                <a:ea typeface="仿宋_GB2312" pitchFamily="49" charset="-122"/>
                <a:cs typeface="+mn-cs"/>
              </a:rPr>
              <a:t>0</a:t>
            </a:r>
            <a:r>
              <a:rPr kumimoji="1" lang="zh-CN" altLang="en-US" sz="2400" b="0" i="0" u="none" strike="noStrike" kern="1200" cap="none" spc="0" normalizeH="0" baseline="0" noProof="0">
                <a:ln>
                  <a:noFill/>
                </a:ln>
                <a:solidFill>
                  <a:schemeClr val="tx1"/>
                </a:solidFill>
                <a:effectLst>
                  <a:outerShdw blurRad="38100" dist="38100" dir="2700000" algn="tl">
                    <a:srgbClr val="FFFFFF"/>
                  </a:outerShdw>
                </a:effectLst>
                <a:uLnTx/>
                <a:uFillTx/>
                <a:latin typeface="仿宋_GB2312" pitchFamily="49" charset="-122"/>
                <a:ea typeface="仿宋_GB2312" pitchFamily="49" charset="-122"/>
                <a:cs typeface="+mn-cs"/>
              </a:rPr>
              <a:t>级</a:t>
            </a:r>
            <a:r>
              <a:rPr kumimoji="1" lang="en-US" altLang="zh-CN" sz="2400" b="0" i="0" u="none" strike="noStrike" kern="1200" cap="none" spc="0" normalizeH="0" baseline="0" noProof="0">
                <a:ln>
                  <a:noFill/>
                </a:ln>
                <a:solidFill>
                  <a:schemeClr val="tx1"/>
                </a:solidFill>
                <a:effectLst>
                  <a:outerShdw blurRad="38100" dist="38100" dir="2700000" algn="tl">
                    <a:srgbClr val="FFFFFF"/>
                  </a:outerShdw>
                </a:effectLst>
                <a:uLnTx/>
                <a:uFillTx/>
                <a:latin typeface="仿宋_GB2312" pitchFamily="49" charset="-122"/>
                <a:ea typeface="仿宋_GB2312" pitchFamily="49" charset="-122"/>
                <a:cs typeface="+mn-cs"/>
              </a:rPr>
              <a:t>(</a:t>
            </a:r>
            <a:r>
              <a:rPr kumimoji="1" lang="zh-CN" altLang="en-US" sz="2400" b="0" i="0" u="none" strike="noStrike" kern="1200" cap="none" spc="0" normalizeH="0" baseline="0" noProof="0">
                <a:ln>
                  <a:noFill/>
                </a:ln>
                <a:solidFill>
                  <a:schemeClr val="tx1"/>
                </a:solidFill>
                <a:effectLst>
                  <a:outerShdw blurRad="38100" dist="38100" dir="2700000" algn="tl">
                    <a:srgbClr val="FFFFFF"/>
                  </a:outerShdw>
                </a:effectLst>
                <a:uLnTx/>
                <a:uFillTx/>
                <a:latin typeface="仿宋_GB2312" pitchFamily="49" charset="-122"/>
                <a:ea typeface="仿宋_GB2312" pitchFamily="49" charset="-122"/>
                <a:cs typeface="+mn-cs"/>
              </a:rPr>
              <a:t>相当标准级</a:t>
            </a:r>
            <a:r>
              <a:rPr kumimoji="1" lang="en-US" altLang="zh-CN" sz="2400" b="0" i="0" u="none" strike="noStrike" kern="1200" cap="none" spc="0" normalizeH="0" baseline="0" noProof="0">
                <a:ln>
                  <a:noFill/>
                </a:ln>
                <a:solidFill>
                  <a:schemeClr val="tx1"/>
                </a:solidFill>
                <a:effectLst>
                  <a:outerShdw blurRad="38100" dist="38100" dir="2700000" algn="tl">
                    <a:srgbClr val="FFFFFF"/>
                  </a:outerShdw>
                </a:effectLst>
                <a:uLnTx/>
                <a:uFillTx/>
                <a:latin typeface="仿宋_GB2312" pitchFamily="49" charset="-122"/>
                <a:ea typeface="仿宋_GB2312" pitchFamily="49" charset="-122"/>
                <a:cs typeface="+mn-cs"/>
              </a:rPr>
              <a:t>G</a:t>
            </a:r>
            <a:r>
              <a:rPr kumimoji="1" lang="zh-CN" altLang="en-US" sz="2400" b="0" i="0" u="none" strike="noStrike" kern="1200" cap="none" spc="0" normalizeH="0" baseline="0" noProof="0">
                <a:ln>
                  <a:noFill/>
                </a:ln>
                <a:solidFill>
                  <a:schemeClr val="tx1"/>
                </a:solidFill>
                <a:effectLst>
                  <a:outerShdw blurRad="38100" dist="38100" dir="2700000" algn="tl">
                    <a:srgbClr val="FFFFFF"/>
                  </a:outerShdw>
                </a:effectLst>
                <a:uLnTx/>
                <a:uFillTx/>
                <a:latin typeface="仿宋_GB2312" pitchFamily="49" charset="-122"/>
                <a:ea typeface="仿宋_GB2312" pitchFamily="49" charset="-122"/>
                <a:cs typeface="+mn-cs"/>
              </a:rPr>
              <a:t>级）   </a:t>
            </a:r>
            <a:endParaRPr kumimoji="1" lang="zh-CN" altLang="en-US" sz="2400" b="0" i="0" u="none" strike="noStrike" kern="1200" cap="none" spc="0" normalizeH="0" baseline="0" noProof="0">
              <a:ln>
                <a:noFill/>
              </a:ln>
              <a:solidFill>
                <a:schemeClr val="tx1"/>
              </a:solidFill>
              <a:effectLst>
                <a:outerShdw blurRad="38100" dist="38100" dir="2700000" algn="tl">
                  <a:srgbClr val="FFFFFF"/>
                </a:outerShdw>
              </a:effectLst>
              <a:uLnTx/>
              <a:uFillTx/>
              <a:latin typeface="仿宋_GB2312" pitchFamily="49" charset="-122"/>
              <a:ea typeface="仿宋_GB2312" pitchFamily="49" charset="-122"/>
              <a:cs typeface="+mn-cs"/>
            </a:endParaRPr>
          </a:p>
          <a:p>
            <a:pPr marL="0" marR="0" lvl="0" indent="0" algn="l" defTabSz="914400" rtl="0" eaLnBrk="0" fontAlgn="base" latinLnBrk="0" hangingPunct="0">
              <a:lnSpc>
                <a:spcPct val="100000"/>
              </a:lnSpc>
              <a:spcBef>
                <a:spcPct val="0"/>
              </a:spcBef>
              <a:spcAft>
                <a:spcPct val="0"/>
              </a:spcAft>
              <a:buClrTx/>
              <a:buSzTx/>
              <a:buFontTx/>
              <a:buNone/>
              <a:defRPr/>
            </a:pPr>
            <a:r>
              <a:rPr kumimoji="1" lang="zh-CN" altLang="en-US" sz="2400" b="0" i="0" u="none" strike="noStrike" kern="1200" cap="none" spc="0" normalizeH="0" baseline="0" noProof="0">
                <a:ln>
                  <a:noFill/>
                </a:ln>
                <a:solidFill>
                  <a:schemeClr val="tx1"/>
                </a:solidFill>
                <a:effectLst>
                  <a:outerShdw blurRad="38100" dist="38100" dir="2700000" algn="tl">
                    <a:srgbClr val="FFFFFF"/>
                  </a:outerShdw>
                </a:effectLst>
                <a:uLnTx/>
                <a:uFillTx/>
                <a:latin typeface="仿宋_GB2312" pitchFamily="49" charset="-122"/>
                <a:ea typeface="仿宋_GB2312" pitchFamily="49" charset="-122"/>
                <a:cs typeface="+mn-cs"/>
              </a:rPr>
              <a:t>    一般省略，不标注</a:t>
            </a:r>
            <a:endParaRPr kumimoji="1" lang="zh-CN" altLang="en-US" sz="2400" b="0" i="0" u="none" strike="noStrike" kern="1200" cap="none" spc="0" normalizeH="0" baseline="0" noProof="0">
              <a:ln>
                <a:noFill/>
              </a:ln>
              <a:solidFill>
                <a:schemeClr val="tx1"/>
              </a:solidFill>
              <a:effectLst>
                <a:outerShdw blurRad="38100" dist="38100" dir="2700000" algn="tl">
                  <a:srgbClr val="FFFFFF"/>
                </a:outerShdw>
              </a:effectLst>
              <a:uLnTx/>
              <a:uFillTx/>
              <a:latin typeface="仿宋_GB2312" pitchFamily="49" charset="-122"/>
              <a:ea typeface="仿宋_GB2312" pitchFamily="49" charset="-122"/>
              <a:cs typeface="+mn-cs"/>
            </a:endParaRPr>
          </a:p>
        </p:txBody>
      </p:sp>
      <p:sp>
        <p:nvSpPr>
          <p:cNvPr id="67597" name="Line 13"/>
          <p:cNvSpPr/>
          <p:nvPr/>
        </p:nvSpPr>
        <p:spPr>
          <a:xfrm>
            <a:off x="908050" y="3695700"/>
            <a:ext cx="7489825" cy="0"/>
          </a:xfrm>
          <a:prstGeom prst="line">
            <a:avLst/>
          </a:prstGeom>
          <a:ln w="9525" cap="flat" cmpd="sng">
            <a:solidFill>
              <a:srgbClr val="000000"/>
            </a:solidFill>
            <a:prstDash val="solid"/>
            <a:headEnd type="none" w="med" len="med"/>
            <a:tailEnd type="none" w="med" len="med"/>
          </a:ln>
        </p:spPr>
      </p:sp>
      <p:sp>
        <p:nvSpPr>
          <p:cNvPr id="67598" name="Rectangle 14"/>
          <p:cNvSpPr>
            <a:spLocks noChangeArrowheads="1"/>
          </p:cNvSpPr>
          <p:nvPr/>
        </p:nvSpPr>
        <p:spPr bwMode="auto">
          <a:xfrm>
            <a:off x="1169988" y="3014663"/>
            <a:ext cx="717550" cy="519113"/>
          </a:xfrm>
          <a:prstGeom prst="rect">
            <a:avLst/>
          </a:prstGeom>
          <a:noFill/>
          <a:ln>
            <a:noFill/>
          </a:ln>
          <a:effectLst/>
          <a:extLst>
            <a:ext uri="{909E8E84-426E-40DD-AFC4-6F175D3DCCD1}">
              <a14:hiddenFill xmlns:a14="http://schemas.microsoft.com/office/drawing/2010/main">
                <a:gradFill rotWithShape="0">
                  <a:gsLst>
                    <a:gs pos="0">
                      <a:schemeClr val="accent1"/>
                    </a:gs>
                    <a:gs pos="100000">
                      <a:schemeClr val="accent1">
                        <a:gamma/>
                        <a:shade val="46275"/>
                        <a:invGamma/>
                      </a:schemeClr>
                    </a:gs>
                  </a:gsLst>
                  <a:path path="shape">
                    <a:fillToRect l="50000" t="50000" r="50000" b="50000"/>
                  </a:path>
                </a:gra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ctr" defTabSz="914400" rtl="0" eaLnBrk="0" fontAlgn="base" latinLnBrk="0" hangingPunct="0">
              <a:lnSpc>
                <a:spcPct val="100000"/>
              </a:lnSpc>
              <a:spcBef>
                <a:spcPct val="0"/>
              </a:spcBef>
              <a:spcAft>
                <a:spcPct val="0"/>
              </a:spcAft>
              <a:buClrTx/>
              <a:buSzTx/>
              <a:buFontTx/>
              <a:buNone/>
              <a:defRPr/>
            </a:pPr>
            <a:r>
              <a:rPr kumimoji="1" lang="en-US" altLang="zh-CN" sz="2000" b="0" i="0" u="none" strike="noStrike" kern="1200" cap="none" spc="0" normalizeH="0" baseline="0" noProof="0">
                <a:ln>
                  <a:noFill/>
                </a:ln>
                <a:solidFill>
                  <a:schemeClr val="tx1"/>
                </a:solidFill>
                <a:effectLst>
                  <a:outerShdw blurRad="38100" dist="38100" dir="2700000" algn="tl">
                    <a:srgbClr val="FFFFFF"/>
                  </a:outerShdw>
                </a:effectLst>
                <a:uLnTx/>
                <a:uFillTx/>
                <a:latin typeface="仿宋_GB2312" pitchFamily="49" charset="-122"/>
                <a:ea typeface="仿宋_GB2312" pitchFamily="49" charset="-122"/>
                <a:cs typeface="+mn-cs"/>
              </a:rPr>
              <a:t>/P6</a:t>
            </a:r>
            <a:endParaRPr kumimoji="1" lang="en-US" altLang="zh-CN" sz="2000" b="0" i="0" u="none" strike="noStrike" kern="1200" cap="none" spc="0" normalizeH="0" baseline="0" noProof="0">
              <a:ln>
                <a:noFill/>
              </a:ln>
              <a:solidFill>
                <a:schemeClr val="tx1"/>
              </a:solidFill>
              <a:effectLst>
                <a:outerShdw blurRad="38100" dist="38100" dir="2700000" algn="tl">
                  <a:srgbClr val="FFFFFF"/>
                </a:outerShdw>
              </a:effectLst>
              <a:uLnTx/>
              <a:uFillTx/>
              <a:latin typeface="仿宋_GB2312" pitchFamily="49" charset="-122"/>
              <a:ea typeface="仿宋_GB2312" pitchFamily="49" charset="-122"/>
              <a:cs typeface="+mn-cs"/>
            </a:endParaRPr>
          </a:p>
        </p:txBody>
      </p:sp>
      <p:sp>
        <p:nvSpPr>
          <p:cNvPr id="67599" name="Rectangle 15"/>
          <p:cNvSpPr>
            <a:spLocks noChangeArrowheads="1"/>
          </p:cNvSpPr>
          <p:nvPr/>
        </p:nvSpPr>
        <p:spPr bwMode="auto">
          <a:xfrm>
            <a:off x="2855913" y="3000375"/>
            <a:ext cx="720725" cy="519113"/>
          </a:xfrm>
          <a:prstGeom prst="rect">
            <a:avLst/>
          </a:prstGeom>
          <a:noFill/>
          <a:ln>
            <a:noFill/>
          </a:ln>
          <a:effectLst/>
          <a:extLst>
            <a:ext uri="{909E8E84-426E-40DD-AFC4-6F175D3DCCD1}">
              <a14:hiddenFill xmlns:a14="http://schemas.microsoft.com/office/drawing/2010/main">
                <a:gradFill rotWithShape="0">
                  <a:gsLst>
                    <a:gs pos="0">
                      <a:schemeClr val="accent1"/>
                    </a:gs>
                    <a:gs pos="100000">
                      <a:schemeClr val="accent1">
                        <a:gamma/>
                        <a:shade val="46275"/>
                        <a:invGamma/>
                      </a:schemeClr>
                    </a:gs>
                  </a:gsLst>
                  <a:path path="shape">
                    <a:fillToRect l="50000" t="50000" r="50000" b="50000"/>
                  </a:path>
                </a:gra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ctr" defTabSz="914400" rtl="0" eaLnBrk="0" fontAlgn="base" latinLnBrk="0" hangingPunct="0">
              <a:lnSpc>
                <a:spcPct val="100000"/>
              </a:lnSpc>
              <a:spcBef>
                <a:spcPct val="0"/>
              </a:spcBef>
              <a:spcAft>
                <a:spcPct val="0"/>
              </a:spcAft>
              <a:buClrTx/>
              <a:buSzTx/>
              <a:buFontTx/>
              <a:buNone/>
              <a:defRPr/>
            </a:pPr>
            <a:r>
              <a:rPr kumimoji="1" lang="en-US" altLang="zh-CN" sz="2000" b="0" i="0" u="none" strike="noStrike" kern="1200" cap="none" spc="0" normalizeH="0" baseline="0" noProof="0">
                <a:ln>
                  <a:noFill/>
                </a:ln>
                <a:solidFill>
                  <a:schemeClr val="tx1"/>
                </a:solidFill>
                <a:effectLst>
                  <a:outerShdw blurRad="38100" dist="38100" dir="2700000" algn="tl">
                    <a:srgbClr val="FFFFFF"/>
                  </a:outerShdw>
                </a:effectLst>
                <a:uLnTx/>
                <a:uFillTx/>
                <a:latin typeface="仿宋_GB2312" pitchFamily="49" charset="-122"/>
                <a:ea typeface="仿宋_GB2312" pitchFamily="49" charset="-122"/>
                <a:cs typeface="+mn-cs"/>
              </a:rPr>
              <a:t>6</a:t>
            </a:r>
            <a:r>
              <a:rPr kumimoji="1" lang="zh-CN" altLang="en-US" sz="2000" b="0" i="0" u="none" strike="noStrike" kern="1200" cap="none" spc="0" normalizeH="0" baseline="0" noProof="0">
                <a:ln>
                  <a:noFill/>
                </a:ln>
                <a:solidFill>
                  <a:schemeClr val="tx1"/>
                </a:solidFill>
                <a:effectLst>
                  <a:outerShdw blurRad="38100" dist="38100" dir="2700000" algn="tl">
                    <a:srgbClr val="FFFFFF"/>
                  </a:outerShdw>
                </a:effectLst>
                <a:uLnTx/>
                <a:uFillTx/>
                <a:latin typeface="仿宋_GB2312" pitchFamily="49" charset="-122"/>
                <a:ea typeface="仿宋_GB2312" pitchFamily="49" charset="-122"/>
                <a:cs typeface="+mn-cs"/>
              </a:rPr>
              <a:t>级</a:t>
            </a:r>
            <a:endParaRPr kumimoji="1" lang="zh-CN" altLang="en-US" sz="2400" b="0" i="0" u="none" strike="noStrike" kern="1200" cap="none" spc="0" normalizeH="0" baseline="0" noProof="0">
              <a:ln>
                <a:noFill/>
              </a:ln>
              <a:solidFill>
                <a:schemeClr val="tx1"/>
              </a:solidFill>
              <a:effectLst/>
              <a:uLnTx/>
              <a:uFillTx/>
              <a:latin typeface="仿宋_GB2312" pitchFamily="49" charset="-122"/>
              <a:ea typeface="仿宋_GB2312" pitchFamily="49" charset="-122"/>
              <a:cs typeface="+mn-cs"/>
            </a:endParaRPr>
          </a:p>
        </p:txBody>
      </p:sp>
      <p:sp>
        <p:nvSpPr>
          <p:cNvPr id="67600" name="Rectangle 16"/>
          <p:cNvSpPr>
            <a:spLocks noChangeArrowheads="1"/>
          </p:cNvSpPr>
          <p:nvPr/>
        </p:nvSpPr>
        <p:spPr bwMode="auto">
          <a:xfrm>
            <a:off x="4468813" y="2838450"/>
            <a:ext cx="3905250" cy="822325"/>
          </a:xfrm>
          <a:prstGeom prst="rect">
            <a:avLst/>
          </a:prstGeom>
          <a:noFill/>
          <a:ln>
            <a:noFill/>
          </a:ln>
          <a:effectLst/>
          <a:extLst>
            <a:ext uri="{909E8E84-426E-40DD-AFC4-6F175D3DCCD1}">
              <a14:hiddenFill xmlns:a14="http://schemas.microsoft.com/office/drawing/2010/main">
                <a:gradFill rotWithShape="0">
                  <a:gsLst>
                    <a:gs pos="0">
                      <a:schemeClr val="accent1"/>
                    </a:gs>
                    <a:gs pos="100000">
                      <a:schemeClr val="accent1">
                        <a:gamma/>
                        <a:shade val="46275"/>
                        <a:invGamma/>
                      </a:schemeClr>
                    </a:gs>
                  </a:gsLst>
                  <a:path path="shape">
                    <a:fillToRect l="50000" t="50000" r="50000" b="50000"/>
                  </a:path>
                </a:gra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0" marR="0" lvl="0" indent="0" algn="l" defTabSz="914400" rtl="0" eaLnBrk="0" fontAlgn="base" latinLnBrk="0" hangingPunct="0">
              <a:lnSpc>
                <a:spcPct val="100000"/>
              </a:lnSpc>
              <a:spcBef>
                <a:spcPct val="0"/>
              </a:spcBef>
              <a:spcAft>
                <a:spcPct val="0"/>
              </a:spcAft>
              <a:buClrTx/>
              <a:buSzTx/>
              <a:buFontTx/>
              <a:buNone/>
              <a:defRPr/>
            </a:pPr>
            <a:r>
              <a:rPr kumimoji="1" lang="zh-CN" altLang="en-US" sz="2400" b="0" i="0" u="none" strike="noStrike" kern="1200" cap="none" spc="0" normalizeH="0" baseline="0" noProof="0">
                <a:ln>
                  <a:noFill/>
                </a:ln>
                <a:solidFill>
                  <a:schemeClr val="tx1"/>
                </a:solidFill>
                <a:effectLst>
                  <a:outerShdw blurRad="38100" dist="38100" dir="2700000" algn="tl">
                    <a:srgbClr val="FFFFFF"/>
                  </a:outerShdw>
                </a:effectLst>
                <a:uLnTx/>
                <a:uFillTx/>
                <a:latin typeface="仿宋_GB2312" pitchFamily="49" charset="-122"/>
                <a:ea typeface="仿宋_GB2312" pitchFamily="49" charset="-122"/>
                <a:cs typeface="+mn-cs"/>
              </a:rPr>
              <a:t>公差等级符合标准规定的</a:t>
            </a:r>
            <a:r>
              <a:rPr kumimoji="1" lang="en-US" altLang="zh-CN" sz="2400" b="0" i="0" u="none" strike="noStrike" kern="1200" cap="none" spc="0" normalizeH="0" baseline="0" noProof="0">
                <a:ln>
                  <a:noFill/>
                </a:ln>
                <a:solidFill>
                  <a:schemeClr val="tx1"/>
                </a:solidFill>
                <a:effectLst>
                  <a:outerShdw blurRad="38100" dist="38100" dir="2700000" algn="tl">
                    <a:srgbClr val="FFFFFF"/>
                  </a:outerShdw>
                </a:effectLst>
                <a:uLnTx/>
                <a:uFillTx/>
                <a:latin typeface="仿宋_GB2312" pitchFamily="49" charset="-122"/>
                <a:ea typeface="仿宋_GB2312" pitchFamily="49" charset="-122"/>
                <a:cs typeface="+mn-cs"/>
              </a:rPr>
              <a:t>6</a:t>
            </a:r>
            <a:r>
              <a:rPr kumimoji="1" lang="zh-CN" altLang="en-US" sz="2400" b="0" i="0" u="none" strike="noStrike" kern="1200" cap="none" spc="0" normalizeH="0" baseline="0" noProof="0">
                <a:ln>
                  <a:noFill/>
                </a:ln>
                <a:solidFill>
                  <a:schemeClr val="tx1"/>
                </a:solidFill>
                <a:effectLst>
                  <a:outerShdw blurRad="38100" dist="38100" dir="2700000" algn="tl">
                    <a:srgbClr val="FFFFFF"/>
                  </a:outerShdw>
                </a:effectLst>
                <a:uLnTx/>
                <a:uFillTx/>
                <a:latin typeface="仿宋_GB2312" pitchFamily="49" charset="-122"/>
                <a:ea typeface="仿宋_GB2312" pitchFamily="49" charset="-122"/>
                <a:cs typeface="+mn-cs"/>
              </a:rPr>
              <a:t>级</a:t>
            </a:r>
            <a:r>
              <a:rPr kumimoji="1" lang="en-US" altLang="zh-CN" sz="2400" b="0" i="0" u="none" strike="noStrike" kern="1200" cap="none" spc="0" normalizeH="0" baseline="0" noProof="0">
                <a:ln>
                  <a:noFill/>
                </a:ln>
                <a:solidFill>
                  <a:schemeClr val="tx1"/>
                </a:solidFill>
                <a:effectLst>
                  <a:outerShdw blurRad="38100" dist="38100" dir="2700000" algn="tl">
                    <a:srgbClr val="FFFFFF"/>
                  </a:outerShdw>
                </a:effectLst>
                <a:uLnTx/>
                <a:uFillTx/>
                <a:latin typeface="仿宋_GB2312" pitchFamily="49" charset="-122"/>
                <a:ea typeface="仿宋_GB2312" pitchFamily="49" charset="-122"/>
                <a:cs typeface="+mn-cs"/>
              </a:rPr>
              <a:t>(</a:t>
            </a:r>
            <a:r>
              <a:rPr kumimoji="1" lang="zh-CN" altLang="en-US" sz="2400" b="0" i="0" u="none" strike="noStrike" kern="1200" cap="none" spc="0" normalizeH="0" baseline="0" noProof="0">
                <a:ln>
                  <a:noFill/>
                </a:ln>
                <a:solidFill>
                  <a:schemeClr val="tx1"/>
                </a:solidFill>
                <a:effectLst>
                  <a:outerShdw blurRad="38100" dist="38100" dir="2700000" algn="tl">
                    <a:srgbClr val="FFFFFF"/>
                  </a:outerShdw>
                </a:effectLst>
                <a:uLnTx/>
                <a:uFillTx/>
                <a:latin typeface="仿宋_GB2312" pitchFamily="49" charset="-122"/>
                <a:ea typeface="仿宋_GB2312" pitchFamily="49" charset="-122"/>
                <a:cs typeface="+mn-cs"/>
              </a:rPr>
              <a:t>相当高级</a:t>
            </a:r>
            <a:r>
              <a:rPr kumimoji="1" lang="en-US" altLang="zh-CN" sz="2400" b="0" i="0" u="none" strike="noStrike" kern="1200" cap="none" spc="0" normalizeH="0" baseline="0" noProof="0">
                <a:ln>
                  <a:noFill/>
                </a:ln>
                <a:solidFill>
                  <a:schemeClr val="tx1"/>
                </a:solidFill>
                <a:effectLst>
                  <a:outerShdw blurRad="38100" dist="38100" dir="2700000" algn="tl">
                    <a:srgbClr val="FFFFFF"/>
                  </a:outerShdw>
                </a:effectLst>
                <a:uLnTx/>
                <a:uFillTx/>
                <a:latin typeface="仿宋_GB2312" pitchFamily="49" charset="-122"/>
                <a:ea typeface="仿宋_GB2312" pitchFamily="49" charset="-122"/>
                <a:cs typeface="+mn-cs"/>
              </a:rPr>
              <a:t>E</a:t>
            </a:r>
            <a:r>
              <a:rPr kumimoji="1" lang="zh-CN" altLang="en-US" sz="2400" b="0" i="0" u="none" strike="noStrike" kern="1200" cap="none" spc="0" normalizeH="0" baseline="0" noProof="0">
                <a:ln>
                  <a:noFill/>
                </a:ln>
                <a:solidFill>
                  <a:schemeClr val="tx1"/>
                </a:solidFill>
                <a:effectLst>
                  <a:outerShdw blurRad="38100" dist="38100" dir="2700000" algn="tl">
                    <a:srgbClr val="FFFFFF"/>
                  </a:outerShdw>
                </a:effectLst>
                <a:uLnTx/>
                <a:uFillTx/>
                <a:latin typeface="仿宋_GB2312" pitchFamily="49" charset="-122"/>
                <a:ea typeface="仿宋_GB2312" pitchFamily="49" charset="-122"/>
                <a:cs typeface="+mn-cs"/>
              </a:rPr>
              <a:t>级）</a:t>
            </a:r>
            <a:endParaRPr kumimoji="1" lang="zh-CN" altLang="en-US" sz="2400" b="0" i="0" u="none" strike="noStrike" kern="1200" cap="none" spc="0" normalizeH="0" baseline="0" noProof="0">
              <a:ln>
                <a:noFill/>
              </a:ln>
              <a:solidFill>
                <a:schemeClr val="tx1"/>
              </a:solidFill>
              <a:effectLst>
                <a:outerShdw blurRad="38100" dist="38100" dir="2700000" algn="tl">
                  <a:srgbClr val="FFFFFF"/>
                </a:outerShdw>
              </a:effectLst>
              <a:uLnTx/>
              <a:uFillTx/>
              <a:latin typeface="仿宋_GB2312" pitchFamily="49" charset="-122"/>
              <a:ea typeface="仿宋_GB2312" pitchFamily="49" charset="-122"/>
              <a:cs typeface="+mn-cs"/>
            </a:endParaRPr>
          </a:p>
        </p:txBody>
      </p:sp>
      <p:sp>
        <p:nvSpPr>
          <p:cNvPr id="67601" name="Line 17"/>
          <p:cNvSpPr/>
          <p:nvPr/>
        </p:nvSpPr>
        <p:spPr>
          <a:xfrm>
            <a:off x="908050" y="4514850"/>
            <a:ext cx="7489825" cy="0"/>
          </a:xfrm>
          <a:prstGeom prst="line">
            <a:avLst/>
          </a:prstGeom>
          <a:ln w="9525" cap="flat" cmpd="sng">
            <a:solidFill>
              <a:srgbClr val="000000"/>
            </a:solidFill>
            <a:prstDash val="solid"/>
            <a:headEnd type="none" w="med" len="med"/>
            <a:tailEnd type="none" w="med" len="med"/>
          </a:ln>
        </p:spPr>
      </p:sp>
      <p:sp>
        <p:nvSpPr>
          <p:cNvPr id="67602" name="Rectangle 18"/>
          <p:cNvSpPr>
            <a:spLocks noChangeArrowheads="1"/>
          </p:cNvSpPr>
          <p:nvPr/>
        </p:nvSpPr>
        <p:spPr bwMode="auto">
          <a:xfrm>
            <a:off x="1081088" y="3890963"/>
            <a:ext cx="895350" cy="519113"/>
          </a:xfrm>
          <a:prstGeom prst="rect">
            <a:avLst/>
          </a:prstGeom>
          <a:noFill/>
          <a:ln>
            <a:noFill/>
          </a:ln>
          <a:effectLst/>
          <a:extLst>
            <a:ext uri="{909E8E84-426E-40DD-AFC4-6F175D3DCCD1}">
              <a14:hiddenFill xmlns:a14="http://schemas.microsoft.com/office/drawing/2010/main">
                <a:gradFill rotWithShape="0">
                  <a:gsLst>
                    <a:gs pos="0">
                      <a:schemeClr val="accent1"/>
                    </a:gs>
                    <a:gs pos="100000">
                      <a:schemeClr val="accent1">
                        <a:gamma/>
                        <a:shade val="46275"/>
                        <a:invGamma/>
                      </a:schemeClr>
                    </a:gs>
                  </a:gsLst>
                  <a:path path="shape">
                    <a:fillToRect l="50000" t="50000" r="50000" b="50000"/>
                  </a:path>
                </a:gra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ctr" defTabSz="914400" rtl="0" eaLnBrk="0" fontAlgn="base" latinLnBrk="0" hangingPunct="0">
              <a:lnSpc>
                <a:spcPct val="100000"/>
              </a:lnSpc>
              <a:spcBef>
                <a:spcPct val="0"/>
              </a:spcBef>
              <a:spcAft>
                <a:spcPct val="0"/>
              </a:spcAft>
              <a:buClrTx/>
              <a:buSzTx/>
              <a:buFontTx/>
              <a:buNone/>
              <a:defRPr/>
            </a:pPr>
            <a:r>
              <a:rPr kumimoji="1" lang="en-US" altLang="zh-CN" sz="2000" b="0" i="0" u="none" strike="noStrike" kern="1200" cap="none" spc="0" normalizeH="0" baseline="0" noProof="0">
                <a:ln>
                  <a:noFill/>
                </a:ln>
                <a:solidFill>
                  <a:schemeClr val="tx1"/>
                </a:solidFill>
                <a:effectLst>
                  <a:outerShdw blurRad="38100" dist="38100" dir="2700000" algn="tl">
                    <a:srgbClr val="FFFFFF"/>
                  </a:outerShdw>
                </a:effectLst>
                <a:uLnTx/>
                <a:uFillTx/>
                <a:latin typeface="仿宋_GB2312" pitchFamily="49" charset="-122"/>
                <a:ea typeface="仿宋_GB2312" pitchFamily="49" charset="-122"/>
                <a:cs typeface="+mn-cs"/>
              </a:rPr>
              <a:t>/P6x</a:t>
            </a:r>
            <a:endParaRPr kumimoji="1" lang="en-US" altLang="zh-CN" sz="2000" b="0" i="0" u="none" strike="noStrike" kern="1200" cap="none" spc="0" normalizeH="0" baseline="0" noProof="0">
              <a:ln>
                <a:noFill/>
              </a:ln>
              <a:solidFill>
                <a:schemeClr val="tx1"/>
              </a:solidFill>
              <a:effectLst>
                <a:outerShdw blurRad="38100" dist="38100" dir="2700000" algn="tl">
                  <a:srgbClr val="FFFFFF"/>
                </a:outerShdw>
              </a:effectLst>
              <a:uLnTx/>
              <a:uFillTx/>
              <a:latin typeface="仿宋_GB2312" pitchFamily="49" charset="-122"/>
              <a:ea typeface="仿宋_GB2312" pitchFamily="49" charset="-122"/>
              <a:cs typeface="+mn-cs"/>
            </a:endParaRPr>
          </a:p>
        </p:txBody>
      </p:sp>
      <p:sp>
        <p:nvSpPr>
          <p:cNvPr id="67603" name="Rectangle 19"/>
          <p:cNvSpPr>
            <a:spLocks noChangeArrowheads="1"/>
          </p:cNvSpPr>
          <p:nvPr/>
        </p:nvSpPr>
        <p:spPr bwMode="auto">
          <a:xfrm>
            <a:off x="2767013" y="3857625"/>
            <a:ext cx="898525" cy="519113"/>
          </a:xfrm>
          <a:prstGeom prst="rect">
            <a:avLst/>
          </a:prstGeom>
          <a:noFill/>
          <a:ln>
            <a:noFill/>
          </a:ln>
          <a:effectLst/>
          <a:extLst>
            <a:ext uri="{909E8E84-426E-40DD-AFC4-6F175D3DCCD1}">
              <a14:hiddenFill xmlns:a14="http://schemas.microsoft.com/office/drawing/2010/main">
                <a:gradFill rotWithShape="0">
                  <a:gsLst>
                    <a:gs pos="0">
                      <a:schemeClr val="accent1"/>
                    </a:gs>
                    <a:gs pos="100000">
                      <a:schemeClr val="accent1">
                        <a:gamma/>
                        <a:shade val="46275"/>
                        <a:invGamma/>
                      </a:schemeClr>
                    </a:gs>
                  </a:gsLst>
                  <a:path path="shape">
                    <a:fillToRect l="50000" t="50000" r="50000" b="50000"/>
                  </a:path>
                </a:gra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ctr" defTabSz="914400" rtl="0" eaLnBrk="0" fontAlgn="base" latinLnBrk="0" hangingPunct="0">
              <a:lnSpc>
                <a:spcPct val="100000"/>
              </a:lnSpc>
              <a:spcBef>
                <a:spcPct val="0"/>
              </a:spcBef>
              <a:spcAft>
                <a:spcPct val="0"/>
              </a:spcAft>
              <a:buClrTx/>
              <a:buSzTx/>
              <a:buFontTx/>
              <a:buNone/>
              <a:defRPr/>
            </a:pPr>
            <a:r>
              <a:rPr kumimoji="1" lang="en-US" altLang="zh-CN" sz="2000" b="0" i="0" u="none" strike="noStrike" kern="1200" cap="none" spc="0" normalizeH="0" baseline="0" noProof="0">
                <a:ln>
                  <a:noFill/>
                </a:ln>
                <a:solidFill>
                  <a:schemeClr val="tx1"/>
                </a:solidFill>
                <a:effectLst>
                  <a:outerShdw blurRad="38100" dist="38100" dir="2700000" algn="tl">
                    <a:srgbClr val="FFFFFF"/>
                  </a:outerShdw>
                </a:effectLst>
                <a:uLnTx/>
                <a:uFillTx/>
                <a:latin typeface="仿宋_GB2312" pitchFamily="49" charset="-122"/>
                <a:ea typeface="仿宋_GB2312" pitchFamily="49" charset="-122"/>
                <a:cs typeface="+mn-cs"/>
              </a:rPr>
              <a:t>6x</a:t>
            </a:r>
            <a:r>
              <a:rPr kumimoji="1" lang="zh-CN" altLang="en-US" sz="2000" b="0" i="0" u="none" strike="noStrike" kern="1200" cap="none" spc="0" normalizeH="0" baseline="0" noProof="0">
                <a:ln>
                  <a:noFill/>
                </a:ln>
                <a:solidFill>
                  <a:schemeClr val="tx1"/>
                </a:solidFill>
                <a:effectLst>
                  <a:outerShdw blurRad="38100" dist="38100" dir="2700000" algn="tl">
                    <a:srgbClr val="FFFFFF"/>
                  </a:outerShdw>
                </a:effectLst>
                <a:uLnTx/>
                <a:uFillTx/>
                <a:latin typeface="仿宋_GB2312" pitchFamily="49" charset="-122"/>
                <a:ea typeface="仿宋_GB2312" pitchFamily="49" charset="-122"/>
                <a:cs typeface="+mn-cs"/>
              </a:rPr>
              <a:t>级</a:t>
            </a:r>
            <a:endParaRPr kumimoji="1" lang="zh-CN" altLang="en-US" sz="2400" b="0" i="0" u="none" strike="noStrike" kern="1200" cap="none" spc="0" normalizeH="0" baseline="0" noProof="0">
              <a:ln>
                <a:noFill/>
              </a:ln>
              <a:solidFill>
                <a:schemeClr val="tx1"/>
              </a:solidFill>
              <a:effectLst/>
              <a:uLnTx/>
              <a:uFillTx/>
              <a:latin typeface="仿宋_GB2312" pitchFamily="49" charset="-122"/>
              <a:ea typeface="仿宋_GB2312" pitchFamily="49" charset="-122"/>
              <a:cs typeface="+mn-cs"/>
            </a:endParaRPr>
          </a:p>
        </p:txBody>
      </p:sp>
      <p:sp>
        <p:nvSpPr>
          <p:cNvPr id="67604" name="Rectangle 20"/>
          <p:cNvSpPr>
            <a:spLocks noChangeArrowheads="1"/>
          </p:cNvSpPr>
          <p:nvPr/>
        </p:nvSpPr>
        <p:spPr bwMode="auto">
          <a:xfrm>
            <a:off x="4470400" y="3733800"/>
            <a:ext cx="4092575" cy="822325"/>
          </a:xfrm>
          <a:prstGeom prst="rect">
            <a:avLst/>
          </a:prstGeom>
          <a:noFill/>
          <a:ln>
            <a:noFill/>
          </a:ln>
          <a:effectLst/>
          <a:extLst>
            <a:ext uri="{909E8E84-426E-40DD-AFC4-6F175D3DCCD1}">
              <a14:hiddenFill xmlns:a14="http://schemas.microsoft.com/office/drawing/2010/main">
                <a:gradFill rotWithShape="0">
                  <a:gsLst>
                    <a:gs pos="0">
                      <a:schemeClr val="accent1"/>
                    </a:gs>
                    <a:gs pos="100000">
                      <a:schemeClr val="accent1">
                        <a:gamma/>
                        <a:shade val="46275"/>
                        <a:invGamma/>
                      </a:schemeClr>
                    </a:gs>
                  </a:gsLst>
                  <a:path path="shape">
                    <a:fillToRect l="50000" t="50000" r="50000" b="50000"/>
                  </a:path>
                </a:gra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0" marR="0" lvl="0" indent="0" algn="l" defTabSz="914400" rtl="0" eaLnBrk="0" fontAlgn="base" latinLnBrk="0" hangingPunct="0">
              <a:lnSpc>
                <a:spcPct val="100000"/>
              </a:lnSpc>
              <a:spcBef>
                <a:spcPct val="0"/>
              </a:spcBef>
              <a:spcAft>
                <a:spcPct val="0"/>
              </a:spcAft>
              <a:buClrTx/>
              <a:buSzTx/>
              <a:buFontTx/>
              <a:buNone/>
              <a:defRPr/>
            </a:pPr>
            <a:r>
              <a:rPr kumimoji="1" lang="zh-CN" altLang="en-US" sz="2400" b="0" i="0" u="none" strike="noStrike" kern="1200" cap="none" spc="0" normalizeH="0" baseline="0" noProof="0">
                <a:ln>
                  <a:noFill/>
                </a:ln>
                <a:solidFill>
                  <a:schemeClr val="tx1"/>
                </a:solidFill>
                <a:effectLst>
                  <a:outerShdw blurRad="38100" dist="38100" dir="2700000" algn="tl">
                    <a:srgbClr val="FFFFFF"/>
                  </a:outerShdw>
                </a:effectLst>
                <a:uLnTx/>
                <a:uFillTx/>
                <a:latin typeface="仿宋_GB2312" pitchFamily="49" charset="-122"/>
                <a:ea typeface="仿宋_GB2312" pitchFamily="49" charset="-122"/>
                <a:cs typeface="+mn-cs"/>
              </a:rPr>
              <a:t>公差等级符合标准规定的</a:t>
            </a:r>
            <a:r>
              <a:rPr kumimoji="1" lang="en-US" altLang="zh-CN" sz="2400" b="0" i="0" u="none" strike="noStrike" kern="1200" cap="none" spc="0" normalizeH="0" baseline="0" noProof="0">
                <a:ln>
                  <a:noFill/>
                </a:ln>
                <a:solidFill>
                  <a:schemeClr val="tx1"/>
                </a:solidFill>
                <a:effectLst>
                  <a:outerShdw blurRad="38100" dist="38100" dir="2700000" algn="tl">
                    <a:srgbClr val="FFFFFF"/>
                  </a:outerShdw>
                </a:effectLst>
                <a:uLnTx/>
                <a:uFillTx/>
                <a:latin typeface="仿宋_GB2312" pitchFamily="49" charset="-122"/>
                <a:ea typeface="仿宋_GB2312" pitchFamily="49" charset="-122"/>
                <a:cs typeface="+mn-cs"/>
              </a:rPr>
              <a:t>6x</a:t>
            </a:r>
            <a:r>
              <a:rPr kumimoji="1" lang="zh-CN" altLang="en-US" sz="2400" b="0" i="0" u="none" strike="noStrike" kern="1200" cap="none" spc="0" normalizeH="0" baseline="0" noProof="0">
                <a:ln>
                  <a:noFill/>
                </a:ln>
                <a:solidFill>
                  <a:schemeClr val="tx1"/>
                </a:solidFill>
                <a:effectLst>
                  <a:outerShdw blurRad="38100" dist="38100" dir="2700000" algn="tl">
                    <a:srgbClr val="FFFFFF"/>
                  </a:outerShdw>
                </a:effectLst>
                <a:uLnTx/>
                <a:uFillTx/>
                <a:latin typeface="仿宋_GB2312" pitchFamily="49" charset="-122"/>
                <a:ea typeface="仿宋_GB2312" pitchFamily="49" charset="-122"/>
                <a:cs typeface="+mn-cs"/>
              </a:rPr>
              <a:t>级</a:t>
            </a:r>
            <a:r>
              <a:rPr kumimoji="1" lang="en-US" altLang="zh-CN" sz="2400" b="0" i="0" u="none" strike="noStrike" kern="1200" cap="none" spc="0" normalizeH="0" baseline="0" noProof="0">
                <a:ln>
                  <a:noFill/>
                </a:ln>
                <a:solidFill>
                  <a:schemeClr val="tx1"/>
                </a:solidFill>
                <a:effectLst>
                  <a:outerShdw blurRad="38100" dist="38100" dir="2700000" algn="tl">
                    <a:srgbClr val="FFFFFF"/>
                  </a:outerShdw>
                </a:effectLst>
                <a:uLnTx/>
                <a:uFillTx/>
                <a:latin typeface="仿宋_GB2312" pitchFamily="49" charset="-122"/>
                <a:ea typeface="仿宋_GB2312" pitchFamily="49" charset="-122"/>
                <a:cs typeface="+mn-cs"/>
              </a:rPr>
              <a:t>(</a:t>
            </a:r>
            <a:r>
              <a:rPr kumimoji="1" lang="zh-CN" altLang="en-US" sz="2400" b="0" i="0" u="none" strike="noStrike" kern="1200" cap="none" spc="0" normalizeH="0" baseline="0" noProof="0">
                <a:ln>
                  <a:noFill/>
                </a:ln>
                <a:solidFill>
                  <a:schemeClr val="tx1"/>
                </a:solidFill>
                <a:effectLst>
                  <a:outerShdw blurRad="38100" dist="38100" dir="2700000" algn="tl">
                    <a:srgbClr val="FFFFFF"/>
                  </a:outerShdw>
                </a:effectLst>
                <a:uLnTx/>
                <a:uFillTx/>
                <a:latin typeface="仿宋_GB2312" pitchFamily="49" charset="-122"/>
                <a:ea typeface="仿宋_GB2312" pitchFamily="49" charset="-122"/>
                <a:cs typeface="+mn-cs"/>
              </a:rPr>
              <a:t>相当高级</a:t>
            </a:r>
            <a:r>
              <a:rPr kumimoji="1" lang="en-US" altLang="zh-CN" sz="2400" b="0" i="0" u="none" strike="noStrike" kern="1200" cap="none" spc="0" normalizeH="0" baseline="0" noProof="0">
                <a:ln>
                  <a:noFill/>
                </a:ln>
                <a:solidFill>
                  <a:schemeClr val="tx1"/>
                </a:solidFill>
                <a:effectLst>
                  <a:outerShdw blurRad="38100" dist="38100" dir="2700000" algn="tl">
                    <a:srgbClr val="FFFFFF"/>
                  </a:outerShdw>
                </a:effectLst>
                <a:uLnTx/>
                <a:uFillTx/>
                <a:latin typeface="仿宋_GB2312" pitchFamily="49" charset="-122"/>
                <a:ea typeface="仿宋_GB2312" pitchFamily="49" charset="-122"/>
                <a:cs typeface="+mn-cs"/>
              </a:rPr>
              <a:t>E</a:t>
            </a:r>
            <a:r>
              <a:rPr kumimoji="1" lang="zh-CN" altLang="en-US" sz="2400" b="0" i="0" u="none" strike="noStrike" kern="1200" cap="none" spc="0" normalizeH="0" baseline="0" noProof="0">
                <a:ln>
                  <a:noFill/>
                </a:ln>
                <a:solidFill>
                  <a:schemeClr val="tx1"/>
                </a:solidFill>
                <a:effectLst>
                  <a:outerShdw blurRad="38100" dist="38100" dir="2700000" algn="tl">
                    <a:srgbClr val="FFFFFF"/>
                  </a:outerShdw>
                </a:effectLst>
                <a:uLnTx/>
                <a:uFillTx/>
                <a:latin typeface="仿宋_GB2312" pitchFamily="49" charset="-122"/>
                <a:ea typeface="仿宋_GB2312" pitchFamily="49" charset="-122"/>
                <a:cs typeface="+mn-cs"/>
              </a:rPr>
              <a:t>级）</a:t>
            </a:r>
            <a:endParaRPr kumimoji="1" lang="zh-CN" altLang="en-US" sz="2400" b="0" i="0" u="none" strike="noStrike" kern="1200" cap="none" spc="0" normalizeH="0" baseline="0" noProof="0">
              <a:ln>
                <a:noFill/>
              </a:ln>
              <a:solidFill>
                <a:schemeClr val="tx1"/>
              </a:solidFill>
              <a:effectLst>
                <a:outerShdw blurRad="38100" dist="38100" dir="2700000" algn="tl">
                  <a:srgbClr val="FFFFFF"/>
                </a:outerShdw>
              </a:effectLst>
              <a:uLnTx/>
              <a:uFillTx/>
              <a:latin typeface="仿宋_GB2312" pitchFamily="49" charset="-122"/>
              <a:ea typeface="仿宋_GB2312" pitchFamily="49" charset="-122"/>
              <a:cs typeface="+mn-cs"/>
            </a:endParaRPr>
          </a:p>
        </p:txBody>
      </p:sp>
      <p:sp>
        <p:nvSpPr>
          <p:cNvPr id="67605" name="Line 21"/>
          <p:cNvSpPr/>
          <p:nvPr/>
        </p:nvSpPr>
        <p:spPr>
          <a:xfrm>
            <a:off x="908050" y="5384800"/>
            <a:ext cx="7489825" cy="0"/>
          </a:xfrm>
          <a:prstGeom prst="line">
            <a:avLst/>
          </a:prstGeom>
          <a:ln w="9525" cap="flat" cmpd="sng">
            <a:solidFill>
              <a:srgbClr val="000000"/>
            </a:solidFill>
            <a:prstDash val="solid"/>
            <a:headEnd type="none" w="med" len="med"/>
            <a:tailEnd type="none" w="med" len="med"/>
          </a:ln>
        </p:spPr>
      </p:sp>
      <p:sp>
        <p:nvSpPr>
          <p:cNvPr id="67606" name="Rectangle 22"/>
          <p:cNvSpPr>
            <a:spLocks noChangeArrowheads="1"/>
          </p:cNvSpPr>
          <p:nvPr/>
        </p:nvSpPr>
        <p:spPr bwMode="auto">
          <a:xfrm>
            <a:off x="1169988" y="4684713"/>
            <a:ext cx="717550" cy="519113"/>
          </a:xfrm>
          <a:prstGeom prst="rect">
            <a:avLst/>
          </a:prstGeom>
          <a:noFill/>
          <a:ln>
            <a:noFill/>
          </a:ln>
          <a:effectLst/>
          <a:extLst>
            <a:ext uri="{909E8E84-426E-40DD-AFC4-6F175D3DCCD1}">
              <a14:hiddenFill xmlns:a14="http://schemas.microsoft.com/office/drawing/2010/main">
                <a:gradFill rotWithShape="0">
                  <a:gsLst>
                    <a:gs pos="0">
                      <a:schemeClr val="accent1"/>
                    </a:gs>
                    <a:gs pos="100000">
                      <a:schemeClr val="accent1">
                        <a:gamma/>
                        <a:shade val="46275"/>
                        <a:invGamma/>
                      </a:schemeClr>
                    </a:gs>
                  </a:gsLst>
                  <a:path path="shape">
                    <a:fillToRect l="50000" t="50000" r="50000" b="50000"/>
                  </a:path>
                </a:gra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ctr" defTabSz="914400" rtl="0" eaLnBrk="0" fontAlgn="base" latinLnBrk="0" hangingPunct="0">
              <a:lnSpc>
                <a:spcPct val="100000"/>
              </a:lnSpc>
              <a:spcBef>
                <a:spcPct val="0"/>
              </a:spcBef>
              <a:spcAft>
                <a:spcPct val="0"/>
              </a:spcAft>
              <a:buClrTx/>
              <a:buSzTx/>
              <a:buFontTx/>
              <a:buNone/>
              <a:defRPr/>
            </a:pPr>
            <a:r>
              <a:rPr kumimoji="1" lang="en-US" altLang="zh-CN" sz="2000" b="0" i="0" u="none" strike="noStrike" kern="1200" cap="none" spc="0" normalizeH="0" baseline="0" noProof="0">
                <a:ln>
                  <a:noFill/>
                </a:ln>
                <a:solidFill>
                  <a:schemeClr val="tx1"/>
                </a:solidFill>
                <a:effectLst>
                  <a:outerShdw blurRad="38100" dist="38100" dir="2700000" algn="tl">
                    <a:srgbClr val="FFFFFF"/>
                  </a:outerShdw>
                </a:effectLst>
                <a:uLnTx/>
                <a:uFillTx/>
                <a:latin typeface="仿宋_GB2312" pitchFamily="49" charset="-122"/>
                <a:ea typeface="仿宋_GB2312" pitchFamily="49" charset="-122"/>
                <a:cs typeface="+mn-cs"/>
              </a:rPr>
              <a:t>/P5</a:t>
            </a:r>
            <a:endParaRPr kumimoji="1" lang="en-US" altLang="zh-CN" sz="2000" b="0" i="0" u="none" strike="noStrike" kern="1200" cap="none" spc="0" normalizeH="0" baseline="0" noProof="0">
              <a:ln>
                <a:noFill/>
              </a:ln>
              <a:solidFill>
                <a:schemeClr val="tx1"/>
              </a:solidFill>
              <a:effectLst>
                <a:outerShdw blurRad="38100" dist="38100" dir="2700000" algn="tl">
                  <a:srgbClr val="FFFFFF"/>
                </a:outerShdw>
              </a:effectLst>
              <a:uLnTx/>
              <a:uFillTx/>
              <a:latin typeface="仿宋_GB2312" pitchFamily="49" charset="-122"/>
              <a:ea typeface="仿宋_GB2312" pitchFamily="49" charset="-122"/>
              <a:cs typeface="+mn-cs"/>
            </a:endParaRPr>
          </a:p>
        </p:txBody>
      </p:sp>
      <p:sp>
        <p:nvSpPr>
          <p:cNvPr id="67607" name="Rectangle 23"/>
          <p:cNvSpPr>
            <a:spLocks noChangeArrowheads="1"/>
          </p:cNvSpPr>
          <p:nvPr/>
        </p:nvSpPr>
        <p:spPr bwMode="auto">
          <a:xfrm>
            <a:off x="2855913" y="4613275"/>
            <a:ext cx="720725" cy="519113"/>
          </a:xfrm>
          <a:prstGeom prst="rect">
            <a:avLst/>
          </a:prstGeom>
          <a:noFill/>
          <a:ln>
            <a:noFill/>
          </a:ln>
          <a:effectLst/>
          <a:extLst>
            <a:ext uri="{909E8E84-426E-40DD-AFC4-6F175D3DCCD1}">
              <a14:hiddenFill xmlns:a14="http://schemas.microsoft.com/office/drawing/2010/main">
                <a:gradFill rotWithShape="0">
                  <a:gsLst>
                    <a:gs pos="0">
                      <a:schemeClr val="accent1"/>
                    </a:gs>
                    <a:gs pos="100000">
                      <a:schemeClr val="accent1">
                        <a:gamma/>
                        <a:shade val="46275"/>
                        <a:invGamma/>
                      </a:schemeClr>
                    </a:gs>
                  </a:gsLst>
                  <a:path path="shape">
                    <a:fillToRect l="50000" t="50000" r="50000" b="50000"/>
                  </a:path>
                </a:gra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ctr" defTabSz="914400" rtl="0" eaLnBrk="0" fontAlgn="base" latinLnBrk="0" hangingPunct="0">
              <a:lnSpc>
                <a:spcPct val="100000"/>
              </a:lnSpc>
              <a:spcBef>
                <a:spcPct val="0"/>
              </a:spcBef>
              <a:spcAft>
                <a:spcPct val="0"/>
              </a:spcAft>
              <a:buClrTx/>
              <a:buSzTx/>
              <a:buFontTx/>
              <a:buNone/>
              <a:defRPr/>
            </a:pPr>
            <a:r>
              <a:rPr kumimoji="1" lang="en-US" altLang="zh-CN" sz="2000" b="0" i="0" u="none" strike="noStrike" kern="1200" cap="none" spc="0" normalizeH="0" baseline="0" noProof="0">
                <a:ln>
                  <a:noFill/>
                </a:ln>
                <a:solidFill>
                  <a:schemeClr val="tx1"/>
                </a:solidFill>
                <a:effectLst>
                  <a:outerShdw blurRad="38100" dist="38100" dir="2700000" algn="tl">
                    <a:srgbClr val="FFFFFF"/>
                  </a:outerShdw>
                </a:effectLst>
                <a:uLnTx/>
                <a:uFillTx/>
                <a:latin typeface="仿宋_GB2312" pitchFamily="49" charset="-122"/>
                <a:ea typeface="仿宋_GB2312" pitchFamily="49" charset="-122"/>
                <a:cs typeface="+mn-cs"/>
              </a:rPr>
              <a:t>5</a:t>
            </a:r>
            <a:r>
              <a:rPr kumimoji="1" lang="zh-CN" altLang="en-US" sz="2000" b="0" i="0" u="none" strike="noStrike" kern="1200" cap="none" spc="0" normalizeH="0" baseline="0" noProof="0">
                <a:ln>
                  <a:noFill/>
                </a:ln>
                <a:solidFill>
                  <a:schemeClr val="tx1"/>
                </a:solidFill>
                <a:effectLst>
                  <a:outerShdw blurRad="38100" dist="38100" dir="2700000" algn="tl">
                    <a:srgbClr val="FFFFFF"/>
                  </a:outerShdw>
                </a:effectLst>
                <a:uLnTx/>
                <a:uFillTx/>
                <a:latin typeface="仿宋_GB2312" pitchFamily="49" charset="-122"/>
                <a:ea typeface="仿宋_GB2312" pitchFamily="49" charset="-122"/>
                <a:cs typeface="+mn-cs"/>
              </a:rPr>
              <a:t>级</a:t>
            </a:r>
            <a:endParaRPr kumimoji="1" lang="zh-CN" altLang="en-US" sz="2400" b="0" i="0" u="none" strike="noStrike" kern="1200" cap="none" spc="0" normalizeH="0" baseline="0" noProof="0">
              <a:ln>
                <a:noFill/>
              </a:ln>
              <a:solidFill>
                <a:schemeClr val="tx1"/>
              </a:solidFill>
              <a:effectLst/>
              <a:uLnTx/>
              <a:uFillTx/>
              <a:latin typeface="仿宋_GB2312" pitchFamily="49" charset="-122"/>
              <a:ea typeface="仿宋_GB2312" pitchFamily="49" charset="-122"/>
              <a:cs typeface="+mn-cs"/>
            </a:endParaRPr>
          </a:p>
        </p:txBody>
      </p:sp>
      <p:sp>
        <p:nvSpPr>
          <p:cNvPr id="67608" name="Rectangle 24"/>
          <p:cNvSpPr>
            <a:spLocks noChangeArrowheads="1"/>
          </p:cNvSpPr>
          <p:nvPr/>
        </p:nvSpPr>
        <p:spPr bwMode="auto">
          <a:xfrm>
            <a:off x="4473575" y="4546600"/>
            <a:ext cx="4038600" cy="822325"/>
          </a:xfrm>
          <a:prstGeom prst="rect">
            <a:avLst/>
          </a:prstGeom>
          <a:noFill/>
          <a:ln>
            <a:noFill/>
          </a:ln>
          <a:effectLst/>
          <a:extLst>
            <a:ext uri="{909E8E84-426E-40DD-AFC4-6F175D3DCCD1}">
              <a14:hiddenFill xmlns:a14="http://schemas.microsoft.com/office/drawing/2010/main">
                <a:gradFill rotWithShape="0">
                  <a:gsLst>
                    <a:gs pos="0">
                      <a:schemeClr val="accent1"/>
                    </a:gs>
                    <a:gs pos="100000">
                      <a:schemeClr val="accent1">
                        <a:gamma/>
                        <a:shade val="46275"/>
                        <a:invGamma/>
                      </a:schemeClr>
                    </a:gs>
                  </a:gsLst>
                  <a:path path="shape">
                    <a:fillToRect l="50000" t="50000" r="50000" b="50000"/>
                  </a:path>
                </a:gra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0" marR="0" lvl="0" indent="0" algn="l" defTabSz="914400" rtl="0" eaLnBrk="0" fontAlgn="base" latinLnBrk="0" hangingPunct="0">
              <a:lnSpc>
                <a:spcPct val="100000"/>
              </a:lnSpc>
              <a:spcBef>
                <a:spcPct val="0"/>
              </a:spcBef>
              <a:spcAft>
                <a:spcPct val="0"/>
              </a:spcAft>
              <a:buClrTx/>
              <a:buSzTx/>
              <a:buFontTx/>
              <a:buNone/>
              <a:defRPr/>
            </a:pPr>
            <a:r>
              <a:rPr kumimoji="1" lang="zh-CN" altLang="en-US" sz="2400" b="0" i="0" u="none" strike="noStrike" kern="1200" cap="none" spc="0" normalizeH="0" baseline="0" noProof="0">
                <a:ln>
                  <a:noFill/>
                </a:ln>
                <a:solidFill>
                  <a:schemeClr val="tx1"/>
                </a:solidFill>
                <a:effectLst>
                  <a:outerShdw blurRad="38100" dist="38100" dir="2700000" algn="tl">
                    <a:srgbClr val="FFFFFF"/>
                  </a:outerShdw>
                </a:effectLst>
                <a:uLnTx/>
                <a:uFillTx/>
                <a:latin typeface="仿宋_GB2312" pitchFamily="49" charset="-122"/>
                <a:ea typeface="仿宋_GB2312" pitchFamily="49" charset="-122"/>
                <a:cs typeface="+mn-cs"/>
              </a:rPr>
              <a:t>公差等级符合标准规定的</a:t>
            </a:r>
            <a:r>
              <a:rPr kumimoji="1" lang="en-US" altLang="zh-CN" sz="2400" b="0" i="0" u="none" strike="noStrike" kern="1200" cap="none" spc="0" normalizeH="0" baseline="0" noProof="0">
                <a:ln>
                  <a:noFill/>
                </a:ln>
                <a:solidFill>
                  <a:schemeClr val="tx1"/>
                </a:solidFill>
                <a:effectLst>
                  <a:outerShdw blurRad="38100" dist="38100" dir="2700000" algn="tl">
                    <a:srgbClr val="FFFFFF"/>
                  </a:outerShdw>
                </a:effectLst>
                <a:uLnTx/>
                <a:uFillTx/>
                <a:latin typeface="仿宋_GB2312" pitchFamily="49" charset="-122"/>
                <a:ea typeface="仿宋_GB2312" pitchFamily="49" charset="-122"/>
                <a:cs typeface="+mn-cs"/>
              </a:rPr>
              <a:t>5</a:t>
            </a:r>
            <a:r>
              <a:rPr kumimoji="1" lang="zh-CN" altLang="en-US" sz="2400" b="0" i="0" u="none" strike="noStrike" kern="1200" cap="none" spc="0" normalizeH="0" baseline="0" noProof="0">
                <a:ln>
                  <a:noFill/>
                </a:ln>
                <a:solidFill>
                  <a:schemeClr val="tx1"/>
                </a:solidFill>
                <a:effectLst>
                  <a:outerShdw blurRad="38100" dist="38100" dir="2700000" algn="tl">
                    <a:srgbClr val="FFFFFF"/>
                  </a:outerShdw>
                </a:effectLst>
                <a:uLnTx/>
                <a:uFillTx/>
                <a:latin typeface="仿宋_GB2312" pitchFamily="49" charset="-122"/>
                <a:ea typeface="仿宋_GB2312" pitchFamily="49" charset="-122"/>
                <a:cs typeface="+mn-cs"/>
              </a:rPr>
              <a:t>级</a:t>
            </a:r>
            <a:r>
              <a:rPr kumimoji="1" lang="en-US" altLang="zh-CN" sz="2400" b="0" i="0" u="none" strike="noStrike" kern="1200" cap="none" spc="0" normalizeH="0" baseline="0" noProof="0">
                <a:ln>
                  <a:noFill/>
                </a:ln>
                <a:solidFill>
                  <a:schemeClr val="tx1"/>
                </a:solidFill>
                <a:effectLst>
                  <a:outerShdw blurRad="38100" dist="38100" dir="2700000" algn="tl">
                    <a:srgbClr val="FFFFFF"/>
                  </a:outerShdw>
                </a:effectLst>
                <a:uLnTx/>
                <a:uFillTx/>
                <a:latin typeface="仿宋_GB2312" pitchFamily="49" charset="-122"/>
                <a:ea typeface="仿宋_GB2312" pitchFamily="49" charset="-122"/>
                <a:cs typeface="+mn-cs"/>
              </a:rPr>
              <a:t>(</a:t>
            </a:r>
            <a:r>
              <a:rPr kumimoji="1" lang="zh-CN" altLang="en-US" sz="2400" b="0" i="0" u="none" strike="noStrike" kern="1200" cap="none" spc="0" normalizeH="0" baseline="0" noProof="0">
                <a:ln>
                  <a:noFill/>
                </a:ln>
                <a:solidFill>
                  <a:schemeClr val="tx1"/>
                </a:solidFill>
                <a:effectLst>
                  <a:outerShdw blurRad="38100" dist="38100" dir="2700000" algn="tl">
                    <a:srgbClr val="FFFFFF"/>
                  </a:outerShdw>
                </a:effectLst>
                <a:uLnTx/>
                <a:uFillTx/>
                <a:latin typeface="仿宋_GB2312" pitchFamily="49" charset="-122"/>
                <a:ea typeface="仿宋_GB2312" pitchFamily="49" charset="-122"/>
                <a:cs typeface="+mn-cs"/>
              </a:rPr>
              <a:t>相当精密级</a:t>
            </a:r>
            <a:r>
              <a:rPr kumimoji="1" lang="en-US" altLang="zh-CN" sz="2400" b="0" i="0" u="none" strike="noStrike" kern="1200" cap="none" spc="0" normalizeH="0" baseline="0" noProof="0">
                <a:ln>
                  <a:noFill/>
                </a:ln>
                <a:solidFill>
                  <a:schemeClr val="tx1"/>
                </a:solidFill>
                <a:effectLst>
                  <a:outerShdw blurRad="38100" dist="38100" dir="2700000" algn="tl">
                    <a:srgbClr val="FFFFFF"/>
                  </a:outerShdw>
                </a:effectLst>
                <a:uLnTx/>
                <a:uFillTx/>
                <a:latin typeface="仿宋_GB2312" pitchFamily="49" charset="-122"/>
                <a:ea typeface="仿宋_GB2312" pitchFamily="49" charset="-122"/>
                <a:cs typeface="+mn-cs"/>
              </a:rPr>
              <a:t>D</a:t>
            </a:r>
            <a:r>
              <a:rPr kumimoji="1" lang="zh-CN" altLang="en-US" sz="2400" b="0" i="0" u="none" strike="noStrike" kern="1200" cap="none" spc="0" normalizeH="0" baseline="0" noProof="0">
                <a:ln>
                  <a:noFill/>
                </a:ln>
                <a:solidFill>
                  <a:schemeClr val="tx1"/>
                </a:solidFill>
                <a:effectLst>
                  <a:outerShdw blurRad="38100" dist="38100" dir="2700000" algn="tl">
                    <a:srgbClr val="FFFFFF"/>
                  </a:outerShdw>
                </a:effectLst>
                <a:uLnTx/>
                <a:uFillTx/>
                <a:latin typeface="仿宋_GB2312" pitchFamily="49" charset="-122"/>
                <a:ea typeface="仿宋_GB2312" pitchFamily="49" charset="-122"/>
                <a:cs typeface="+mn-cs"/>
              </a:rPr>
              <a:t>级）</a:t>
            </a:r>
            <a:endParaRPr kumimoji="1" lang="zh-CN" altLang="en-US" sz="2400" b="0" i="0" u="none" strike="noStrike" kern="1200" cap="none" spc="0" normalizeH="0" baseline="0" noProof="0">
              <a:ln>
                <a:noFill/>
              </a:ln>
              <a:solidFill>
                <a:schemeClr val="tx1"/>
              </a:solidFill>
              <a:effectLst>
                <a:outerShdw blurRad="38100" dist="38100" dir="2700000" algn="tl">
                  <a:srgbClr val="FFFFFF"/>
                </a:outerShdw>
              </a:effectLst>
              <a:uLnTx/>
              <a:uFillTx/>
              <a:latin typeface="仿宋_GB2312" pitchFamily="49" charset="-122"/>
              <a:ea typeface="仿宋_GB2312" pitchFamily="49" charset="-122"/>
              <a:cs typeface="+mn-cs"/>
            </a:endParaRPr>
          </a:p>
        </p:txBody>
      </p:sp>
      <p:sp>
        <p:nvSpPr>
          <p:cNvPr id="67609" name="Line 25"/>
          <p:cNvSpPr/>
          <p:nvPr/>
        </p:nvSpPr>
        <p:spPr>
          <a:xfrm>
            <a:off x="908050" y="6261100"/>
            <a:ext cx="7489825" cy="0"/>
          </a:xfrm>
          <a:prstGeom prst="line">
            <a:avLst/>
          </a:prstGeom>
          <a:ln w="9525" cap="flat" cmpd="sng">
            <a:solidFill>
              <a:srgbClr val="000000"/>
            </a:solidFill>
            <a:prstDash val="solid"/>
            <a:headEnd type="none" w="med" len="med"/>
            <a:tailEnd type="none" w="med" len="med"/>
          </a:ln>
        </p:spPr>
      </p:sp>
      <p:sp>
        <p:nvSpPr>
          <p:cNvPr id="67610" name="Rectangle 26"/>
          <p:cNvSpPr>
            <a:spLocks noChangeArrowheads="1"/>
          </p:cNvSpPr>
          <p:nvPr/>
        </p:nvSpPr>
        <p:spPr bwMode="auto">
          <a:xfrm>
            <a:off x="1150938" y="5541963"/>
            <a:ext cx="717550" cy="519113"/>
          </a:xfrm>
          <a:prstGeom prst="rect">
            <a:avLst/>
          </a:prstGeom>
          <a:noFill/>
          <a:ln>
            <a:noFill/>
          </a:ln>
          <a:effectLst/>
          <a:extLst>
            <a:ext uri="{909E8E84-426E-40DD-AFC4-6F175D3DCCD1}">
              <a14:hiddenFill xmlns:a14="http://schemas.microsoft.com/office/drawing/2010/main">
                <a:gradFill rotWithShape="0">
                  <a:gsLst>
                    <a:gs pos="0">
                      <a:schemeClr val="accent1"/>
                    </a:gs>
                    <a:gs pos="100000">
                      <a:schemeClr val="accent1">
                        <a:gamma/>
                        <a:shade val="46275"/>
                        <a:invGamma/>
                      </a:schemeClr>
                    </a:gs>
                  </a:gsLst>
                  <a:path path="shape">
                    <a:fillToRect l="50000" t="50000" r="50000" b="50000"/>
                  </a:path>
                </a:gra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ctr" defTabSz="914400" rtl="0" eaLnBrk="0" fontAlgn="base" latinLnBrk="0" hangingPunct="0">
              <a:lnSpc>
                <a:spcPct val="100000"/>
              </a:lnSpc>
              <a:spcBef>
                <a:spcPct val="0"/>
              </a:spcBef>
              <a:spcAft>
                <a:spcPct val="0"/>
              </a:spcAft>
              <a:buClrTx/>
              <a:buSzTx/>
              <a:buFontTx/>
              <a:buNone/>
              <a:defRPr/>
            </a:pPr>
            <a:r>
              <a:rPr kumimoji="1" lang="en-US" altLang="zh-CN" sz="2000" b="0" i="0" u="none" strike="noStrike" kern="1200" cap="none" spc="0" normalizeH="0" baseline="0" noProof="0">
                <a:ln>
                  <a:noFill/>
                </a:ln>
                <a:solidFill>
                  <a:schemeClr val="tx1"/>
                </a:solidFill>
                <a:effectLst>
                  <a:outerShdw blurRad="38100" dist="38100" dir="2700000" algn="tl">
                    <a:srgbClr val="FFFFFF"/>
                  </a:outerShdw>
                </a:effectLst>
                <a:uLnTx/>
                <a:uFillTx/>
                <a:latin typeface="仿宋_GB2312" pitchFamily="49" charset="-122"/>
                <a:ea typeface="仿宋_GB2312" pitchFamily="49" charset="-122"/>
                <a:cs typeface="+mn-cs"/>
              </a:rPr>
              <a:t>/P4</a:t>
            </a:r>
            <a:endParaRPr kumimoji="1" lang="en-US" altLang="zh-CN" sz="2400" b="0" i="0" u="none" strike="noStrike" kern="1200" cap="none" spc="0" normalizeH="0" baseline="0" noProof="0">
              <a:ln>
                <a:noFill/>
              </a:ln>
              <a:solidFill>
                <a:schemeClr val="tx1"/>
              </a:solidFill>
              <a:effectLst/>
              <a:uLnTx/>
              <a:uFillTx/>
              <a:latin typeface="仿宋_GB2312" pitchFamily="49" charset="-122"/>
              <a:ea typeface="仿宋_GB2312" pitchFamily="49" charset="-122"/>
              <a:cs typeface="+mn-cs"/>
            </a:endParaRPr>
          </a:p>
        </p:txBody>
      </p:sp>
      <p:sp>
        <p:nvSpPr>
          <p:cNvPr id="67611" name="Rectangle 27"/>
          <p:cNvSpPr>
            <a:spLocks noChangeArrowheads="1"/>
          </p:cNvSpPr>
          <p:nvPr/>
        </p:nvSpPr>
        <p:spPr bwMode="auto">
          <a:xfrm>
            <a:off x="2855913" y="5527675"/>
            <a:ext cx="720725" cy="519113"/>
          </a:xfrm>
          <a:prstGeom prst="rect">
            <a:avLst/>
          </a:prstGeom>
          <a:noFill/>
          <a:ln>
            <a:noFill/>
          </a:ln>
          <a:effectLst/>
          <a:extLst>
            <a:ext uri="{909E8E84-426E-40DD-AFC4-6F175D3DCCD1}">
              <a14:hiddenFill xmlns:a14="http://schemas.microsoft.com/office/drawing/2010/main">
                <a:gradFill rotWithShape="0">
                  <a:gsLst>
                    <a:gs pos="0">
                      <a:schemeClr val="accent1"/>
                    </a:gs>
                    <a:gs pos="100000">
                      <a:schemeClr val="accent1">
                        <a:gamma/>
                        <a:shade val="46275"/>
                        <a:invGamma/>
                      </a:schemeClr>
                    </a:gs>
                  </a:gsLst>
                  <a:path path="shape">
                    <a:fillToRect l="50000" t="50000" r="50000" b="50000"/>
                  </a:path>
                </a:gra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ctr" defTabSz="914400" rtl="0" eaLnBrk="0" fontAlgn="base" latinLnBrk="0" hangingPunct="0">
              <a:lnSpc>
                <a:spcPct val="100000"/>
              </a:lnSpc>
              <a:spcBef>
                <a:spcPct val="0"/>
              </a:spcBef>
              <a:spcAft>
                <a:spcPct val="0"/>
              </a:spcAft>
              <a:buClrTx/>
              <a:buSzTx/>
              <a:buFontTx/>
              <a:buNone/>
              <a:defRPr/>
            </a:pPr>
            <a:r>
              <a:rPr kumimoji="1" lang="en-US" altLang="zh-CN" sz="2000" b="0" i="0" u="none" strike="noStrike" kern="1200" cap="none" spc="0" normalizeH="0" baseline="0" noProof="0">
                <a:ln>
                  <a:noFill/>
                </a:ln>
                <a:solidFill>
                  <a:schemeClr val="tx1"/>
                </a:solidFill>
                <a:effectLst>
                  <a:outerShdw blurRad="38100" dist="38100" dir="2700000" algn="tl">
                    <a:srgbClr val="FFFFFF"/>
                  </a:outerShdw>
                </a:effectLst>
                <a:uLnTx/>
                <a:uFillTx/>
                <a:latin typeface="仿宋_GB2312" pitchFamily="49" charset="-122"/>
                <a:ea typeface="仿宋_GB2312" pitchFamily="49" charset="-122"/>
                <a:cs typeface="+mn-cs"/>
              </a:rPr>
              <a:t>4</a:t>
            </a:r>
            <a:r>
              <a:rPr kumimoji="1" lang="zh-CN" altLang="en-US" sz="2000" b="0" i="0" u="none" strike="noStrike" kern="1200" cap="none" spc="0" normalizeH="0" baseline="0" noProof="0">
                <a:ln>
                  <a:noFill/>
                </a:ln>
                <a:solidFill>
                  <a:schemeClr val="tx1"/>
                </a:solidFill>
                <a:effectLst>
                  <a:outerShdw blurRad="38100" dist="38100" dir="2700000" algn="tl">
                    <a:srgbClr val="FFFFFF"/>
                  </a:outerShdw>
                </a:effectLst>
                <a:uLnTx/>
                <a:uFillTx/>
                <a:latin typeface="仿宋_GB2312" pitchFamily="49" charset="-122"/>
                <a:ea typeface="仿宋_GB2312" pitchFamily="49" charset="-122"/>
                <a:cs typeface="+mn-cs"/>
              </a:rPr>
              <a:t>级</a:t>
            </a:r>
            <a:endParaRPr kumimoji="1" lang="zh-CN" altLang="en-US" sz="2400" b="0" i="0" u="none" strike="noStrike" kern="1200" cap="none" spc="0" normalizeH="0" baseline="0" noProof="0">
              <a:ln>
                <a:noFill/>
              </a:ln>
              <a:solidFill>
                <a:schemeClr val="tx1"/>
              </a:solidFill>
              <a:effectLst/>
              <a:uLnTx/>
              <a:uFillTx/>
              <a:latin typeface="仿宋_GB2312" pitchFamily="49" charset="-122"/>
              <a:ea typeface="仿宋_GB2312" pitchFamily="49" charset="-122"/>
              <a:cs typeface="+mn-cs"/>
            </a:endParaRPr>
          </a:p>
        </p:txBody>
      </p:sp>
      <p:sp>
        <p:nvSpPr>
          <p:cNvPr id="67612" name="Rectangle 28"/>
          <p:cNvSpPr>
            <a:spLocks noChangeArrowheads="1"/>
          </p:cNvSpPr>
          <p:nvPr/>
        </p:nvSpPr>
        <p:spPr bwMode="auto">
          <a:xfrm>
            <a:off x="4506913" y="5441950"/>
            <a:ext cx="4210050" cy="822325"/>
          </a:xfrm>
          <a:prstGeom prst="rect">
            <a:avLst/>
          </a:prstGeom>
          <a:noFill/>
          <a:ln>
            <a:noFill/>
          </a:ln>
          <a:effectLst/>
          <a:extLst>
            <a:ext uri="{909E8E84-426E-40DD-AFC4-6F175D3DCCD1}">
              <a14:hiddenFill xmlns:a14="http://schemas.microsoft.com/office/drawing/2010/main">
                <a:gradFill rotWithShape="0">
                  <a:gsLst>
                    <a:gs pos="0">
                      <a:schemeClr val="accent1"/>
                    </a:gs>
                    <a:gs pos="100000">
                      <a:schemeClr val="accent1">
                        <a:gamma/>
                        <a:shade val="46275"/>
                        <a:invGamma/>
                      </a:schemeClr>
                    </a:gs>
                  </a:gsLst>
                  <a:path path="shape">
                    <a:fillToRect l="50000" t="50000" r="50000" b="50000"/>
                  </a:path>
                </a:gra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0" marR="0" lvl="0" indent="0" algn="l" defTabSz="914400" rtl="0" eaLnBrk="0" fontAlgn="base" latinLnBrk="0" hangingPunct="0">
              <a:lnSpc>
                <a:spcPct val="100000"/>
              </a:lnSpc>
              <a:spcBef>
                <a:spcPct val="0"/>
              </a:spcBef>
              <a:spcAft>
                <a:spcPct val="0"/>
              </a:spcAft>
              <a:buClrTx/>
              <a:buSzTx/>
              <a:buFontTx/>
              <a:buNone/>
              <a:defRPr/>
            </a:pPr>
            <a:r>
              <a:rPr kumimoji="1" lang="zh-CN" altLang="en-US" sz="2400" b="0" i="0" u="none" strike="noStrike" kern="1200" cap="none" spc="0" normalizeH="0" baseline="0" noProof="0">
                <a:ln>
                  <a:noFill/>
                </a:ln>
                <a:solidFill>
                  <a:schemeClr val="tx1"/>
                </a:solidFill>
                <a:effectLst>
                  <a:outerShdw blurRad="38100" dist="38100" dir="2700000" algn="tl">
                    <a:srgbClr val="FFFFFF"/>
                  </a:outerShdw>
                </a:effectLst>
                <a:uLnTx/>
                <a:uFillTx/>
                <a:latin typeface="仿宋_GB2312" pitchFamily="49" charset="-122"/>
                <a:ea typeface="仿宋_GB2312" pitchFamily="49" charset="-122"/>
                <a:cs typeface="+mn-cs"/>
              </a:rPr>
              <a:t>公差等级符合标准规定的</a:t>
            </a:r>
            <a:r>
              <a:rPr kumimoji="1" lang="en-US" altLang="zh-CN" sz="2400" b="0" i="0" u="none" strike="noStrike" kern="1200" cap="none" spc="0" normalizeH="0" baseline="0" noProof="0">
                <a:ln>
                  <a:noFill/>
                </a:ln>
                <a:solidFill>
                  <a:schemeClr val="tx1"/>
                </a:solidFill>
                <a:effectLst>
                  <a:outerShdw blurRad="38100" dist="38100" dir="2700000" algn="tl">
                    <a:srgbClr val="FFFFFF"/>
                  </a:outerShdw>
                </a:effectLst>
                <a:uLnTx/>
                <a:uFillTx/>
                <a:latin typeface="仿宋_GB2312" pitchFamily="49" charset="-122"/>
                <a:ea typeface="仿宋_GB2312" pitchFamily="49" charset="-122"/>
                <a:cs typeface="+mn-cs"/>
              </a:rPr>
              <a:t>4</a:t>
            </a:r>
            <a:r>
              <a:rPr kumimoji="1" lang="zh-CN" altLang="en-US" sz="2400" b="0" i="0" u="none" strike="noStrike" kern="1200" cap="none" spc="0" normalizeH="0" baseline="0" noProof="0">
                <a:ln>
                  <a:noFill/>
                </a:ln>
                <a:solidFill>
                  <a:schemeClr val="tx1"/>
                </a:solidFill>
                <a:effectLst>
                  <a:outerShdw blurRad="38100" dist="38100" dir="2700000" algn="tl">
                    <a:srgbClr val="FFFFFF"/>
                  </a:outerShdw>
                </a:effectLst>
                <a:uLnTx/>
                <a:uFillTx/>
                <a:latin typeface="仿宋_GB2312" pitchFamily="49" charset="-122"/>
                <a:ea typeface="仿宋_GB2312" pitchFamily="49" charset="-122"/>
                <a:cs typeface="+mn-cs"/>
              </a:rPr>
              <a:t>级</a:t>
            </a:r>
            <a:r>
              <a:rPr kumimoji="1" lang="en-US" altLang="zh-CN" sz="2400" b="0" i="0" u="none" strike="noStrike" kern="1200" cap="none" spc="0" normalizeH="0" baseline="0" noProof="0">
                <a:ln>
                  <a:noFill/>
                </a:ln>
                <a:solidFill>
                  <a:schemeClr val="tx1"/>
                </a:solidFill>
                <a:effectLst>
                  <a:outerShdw blurRad="38100" dist="38100" dir="2700000" algn="tl">
                    <a:srgbClr val="FFFFFF"/>
                  </a:outerShdw>
                </a:effectLst>
                <a:uLnTx/>
                <a:uFillTx/>
                <a:latin typeface="仿宋_GB2312" pitchFamily="49" charset="-122"/>
                <a:ea typeface="仿宋_GB2312" pitchFamily="49" charset="-122"/>
                <a:cs typeface="+mn-cs"/>
              </a:rPr>
              <a:t>(</a:t>
            </a:r>
            <a:r>
              <a:rPr kumimoji="1" lang="zh-CN" altLang="en-US" sz="2400" b="0" i="0" u="none" strike="noStrike" kern="1200" cap="none" spc="0" normalizeH="0" baseline="0" noProof="0">
                <a:ln>
                  <a:noFill/>
                </a:ln>
                <a:solidFill>
                  <a:schemeClr val="tx1"/>
                </a:solidFill>
                <a:effectLst>
                  <a:outerShdw blurRad="38100" dist="38100" dir="2700000" algn="tl">
                    <a:srgbClr val="FFFFFF"/>
                  </a:outerShdw>
                </a:effectLst>
                <a:uLnTx/>
                <a:uFillTx/>
                <a:latin typeface="仿宋_GB2312" pitchFamily="49" charset="-122"/>
                <a:ea typeface="仿宋_GB2312" pitchFamily="49" charset="-122"/>
                <a:cs typeface="+mn-cs"/>
              </a:rPr>
              <a:t>相当超精密级</a:t>
            </a:r>
            <a:r>
              <a:rPr kumimoji="1" lang="en-US" altLang="zh-CN" sz="2400" b="0" i="0" u="none" strike="noStrike" kern="1200" cap="none" spc="0" normalizeH="0" baseline="0" noProof="0">
                <a:ln>
                  <a:noFill/>
                </a:ln>
                <a:solidFill>
                  <a:schemeClr val="tx1"/>
                </a:solidFill>
                <a:effectLst>
                  <a:outerShdw blurRad="38100" dist="38100" dir="2700000" algn="tl">
                    <a:srgbClr val="FFFFFF"/>
                  </a:outerShdw>
                </a:effectLst>
                <a:uLnTx/>
                <a:uFillTx/>
                <a:latin typeface="仿宋_GB2312" pitchFamily="49" charset="-122"/>
                <a:ea typeface="仿宋_GB2312" pitchFamily="49" charset="-122"/>
                <a:cs typeface="+mn-cs"/>
              </a:rPr>
              <a:t>C</a:t>
            </a:r>
            <a:r>
              <a:rPr kumimoji="1" lang="zh-CN" altLang="en-US" sz="2400" b="0" i="0" u="none" strike="noStrike" kern="1200" cap="none" spc="0" normalizeH="0" baseline="0" noProof="0">
                <a:ln>
                  <a:noFill/>
                </a:ln>
                <a:solidFill>
                  <a:schemeClr val="tx1"/>
                </a:solidFill>
                <a:effectLst>
                  <a:outerShdw blurRad="38100" dist="38100" dir="2700000" algn="tl">
                    <a:srgbClr val="FFFFFF"/>
                  </a:outerShdw>
                </a:effectLst>
                <a:uLnTx/>
                <a:uFillTx/>
                <a:latin typeface="仿宋_GB2312" pitchFamily="49" charset="-122"/>
                <a:ea typeface="仿宋_GB2312" pitchFamily="49" charset="-122"/>
                <a:cs typeface="+mn-cs"/>
              </a:rPr>
              <a:t>级）</a:t>
            </a:r>
            <a:endParaRPr kumimoji="1" lang="zh-CN" altLang="en-US" sz="2400" b="0" i="0" u="none" strike="noStrike" kern="1200" cap="none" spc="0" normalizeH="0" baseline="0" noProof="0">
              <a:ln>
                <a:noFill/>
              </a:ln>
              <a:solidFill>
                <a:schemeClr val="tx1"/>
              </a:solidFill>
              <a:effectLst>
                <a:outerShdw blurRad="38100" dist="38100" dir="2700000" algn="tl">
                  <a:srgbClr val="FFFFFF"/>
                </a:outerShdw>
              </a:effectLst>
              <a:uLnTx/>
              <a:uFillTx/>
              <a:latin typeface="仿宋_GB2312" pitchFamily="49" charset="-122"/>
              <a:ea typeface="仿宋_GB2312" pitchFamily="49" charset="-122"/>
              <a:cs typeface="+mn-cs"/>
            </a:endParaRPr>
          </a:p>
        </p:txBody>
      </p:sp>
      <p:sp>
        <p:nvSpPr>
          <p:cNvPr id="67613" name="Line 29"/>
          <p:cNvSpPr/>
          <p:nvPr/>
        </p:nvSpPr>
        <p:spPr>
          <a:xfrm>
            <a:off x="2203450" y="1522413"/>
            <a:ext cx="0" cy="4725987"/>
          </a:xfrm>
          <a:prstGeom prst="line">
            <a:avLst/>
          </a:prstGeom>
          <a:ln w="9525" cap="flat" cmpd="sng">
            <a:solidFill>
              <a:schemeClr val="tx1"/>
            </a:solidFill>
            <a:prstDash val="solid"/>
            <a:headEnd type="none" w="med" len="med"/>
            <a:tailEnd type="none" w="med" len="med"/>
          </a:ln>
        </p:spPr>
      </p:sp>
      <p:sp>
        <p:nvSpPr>
          <p:cNvPr id="67614" name="Line 30"/>
          <p:cNvSpPr/>
          <p:nvPr/>
        </p:nvSpPr>
        <p:spPr>
          <a:xfrm>
            <a:off x="4191000" y="1522413"/>
            <a:ext cx="0" cy="4725987"/>
          </a:xfrm>
          <a:prstGeom prst="line">
            <a:avLst/>
          </a:prstGeom>
          <a:ln w="9525" cap="flat" cmpd="sng">
            <a:solidFill>
              <a:schemeClr val="tx1"/>
            </a:solidFill>
            <a:prstDash val="solid"/>
            <a:headEnd type="none" w="med" len="med"/>
            <a:tailEnd type="none" w="med" len="med"/>
          </a:ln>
        </p:spPr>
      </p:sp>
      <p:pic>
        <p:nvPicPr>
          <p:cNvPr id="30" name="Picture 148" descr="back1">
            <a:hlinkClick r:id="" action="ppaction://hlinkshowjump?jump=previousslide"/>
          </p:cNvPr>
          <p:cNvPicPr>
            <a:picLocks noChangeAspect="1"/>
          </p:cNvPicPr>
          <p:nvPr/>
        </p:nvPicPr>
        <p:blipFill>
          <a:blip r:embed="rId1"/>
          <a:stretch>
            <a:fillRect/>
          </a:stretch>
        </p:blipFill>
        <p:spPr>
          <a:xfrm>
            <a:off x="8324850" y="6551613"/>
            <a:ext cx="306388" cy="306387"/>
          </a:xfrm>
          <a:prstGeom prst="rect">
            <a:avLst/>
          </a:prstGeom>
          <a:noFill/>
          <a:ln w="9525">
            <a:noFill/>
          </a:ln>
        </p:spPr>
      </p:pic>
      <p:pic>
        <p:nvPicPr>
          <p:cNvPr id="31" name="Picture 149" descr="NEXT1">
            <a:hlinkClick r:id="" action="ppaction://hlinkshowjump?jump=nextslide"/>
          </p:cNvPr>
          <p:cNvPicPr>
            <a:picLocks noChangeAspect="1"/>
          </p:cNvPicPr>
          <p:nvPr/>
        </p:nvPicPr>
        <p:blipFill>
          <a:blip r:embed="rId2"/>
          <a:stretch>
            <a:fillRect/>
          </a:stretch>
        </p:blipFill>
        <p:spPr>
          <a:xfrm>
            <a:off x="8745538" y="6551613"/>
            <a:ext cx="306387" cy="306387"/>
          </a:xfrm>
          <a:prstGeom prst="rect">
            <a:avLst/>
          </a:prstGeom>
          <a:noFill/>
          <a:ln w="9525">
            <a:noFill/>
          </a:ln>
        </p:spPr>
      </p:pic>
      <p:pic>
        <p:nvPicPr>
          <p:cNvPr id="32" name="Picture 150" descr="rewind1">
            <a:hlinkClick r:id="" action="ppaction://hlinkshowjump?jump=firstslide"/>
          </p:cNvPr>
          <p:cNvPicPr>
            <a:picLocks noChangeAspect="1"/>
          </p:cNvPicPr>
          <p:nvPr/>
        </p:nvPicPr>
        <p:blipFill>
          <a:blip r:embed="rId3"/>
          <a:stretch>
            <a:fillRect/>
          </a:stretch>
        </p:blipFill>
        <p:spPr>
          <a:xfrm>
            <a:off x="7875588" y="6551613"/>
            <a:ext cx="306387" cy="306387"/>
          </a:xfrm>
          <a:prstGeom prst="rect">
            <a:avLst/>
          </a:prstGeom>
          <a:noFill/>
          <a:ln w="9525">
            <a:noFill/>
          </a:ln>
        </p:spPr>
      </p:pic>
      <p:sp>
        <p:nvSpPr>
          <p:cNvPr id="30753" name="矩形 1"/>
          <p:cNvSpPr/>
          <p:nvPr/>
        </p:nvSpPr>
        <p:spPr>
          <a:xfrm>
            <a:off x="984250" y="39688"/>
            <a:ext cx="5184775" cy="554037"/>
          </a:xfrm>
          <a:prstGeom prst="rect">
            <a:avLst/>
          </a:prstGeom>
          <a:noFill/>
          <a:ln w="9525">
            <a:noFill/>
          </a:ln>
        </p:spPr>
        <p:txBody>
          <a:bodyPr wrap="none">
            <a:spAutoFit/>
          </a:bodyPr>
          <a:p>
            <a:pPr eaLnBrk="1" hangingPunct="1"/>
            <a:r>
              <a:rPr lang="zh-CN" altLang="en-US" sz="3000" dirty="0">
                <a:solidFill>
                  <a:schemeClr val="bg1"/>
                </a:solidFill>
                <a:latin typeface="黑体" panose="02010609060101010101" pitchFamily="49" charset="-122"/>
                <a:ea typeface="黑体" panose="02010609060101010101" pitchFamily="49" charset="-122"/>
              </a:rPr>
              <a:t>滚动轴承的主要类型及其代号</a:t>
            </a:r>
            <a:endParaRPr lang="zh-CN" altLang="en-US" sz="3000" dirty="0">
              <a:solidFill>
                <a:schemeClr val="bg1"/>
              </a:solidFill>
              <a:latin typeface="黑体" panose="02010609060101010101" pitchFamily="49" charset="-122"/>
              <a:ea typeface="黑体" panose="02010609060101010101" pitchFamily="49" charset="-122"/>
            </a:endParaRPr>
          </a:p>
        </p:txBody>
      </p:sp>
      <p:sp>
        <p:nvSpPr>
          <p:cNvPr id="17420" name="直接连接符 6"/>
          <p:cNvSpPr>
            <a:spLocks noChangeShapeType="1"/>
          </p:cNvSpPr>
          <p:nvPr/>
        </p:nvSpPr>
        <p:spPr bwMode="auto">
          <a:xfrm>
            <a:off x="0" y="765175"/>
            <a:ext cx="9144000" cy="0"/>
          </a:xfrm>
          <a:prstGeom prst="line">
            <a:avLst/>
          </a:prstGeom>
          <a:noFill/>
          <a:ln w="28575">
            <a:solidFill>
              <a:srgbClr val="CC3300"/>
            </a:solidFill>
            <a:miter lim="800000"/>
          </a:ln>
          <a:extLst>
            <a:ext uri="{909E8E84-426E-40DD-AFC4-6F175D3DCCD1}">
              <a14:hiddenFill xmlns:a14="http://schemas.microsoft.com/office/drawing/2010/main">
                <a:noFill/>
              </a14:hiddenFill>
            </a:ext>
          </a:extLst>
        </p:spPr>
        <p:txBody>
          <a:bodyPr/>
          <a:lstStyle/>
          <a:p>
            <a:endParaRPr lang="zh-CN" altLang="en-US"/>
          </a:p>
        </p:txBody>
      </p:sp>
      <p:sp>
        <p:nvSpPr>
          <p:cNvPr id="2" name="Rectangle 4"/>
          <p:cNvSpPr>
            <a:spLocks noChangeArrowheads="1"/>
          </p:cNvSpPr>
          <p:nvPr/>
        </p:nvSpPr>
        <p:spPr bwMode="auto">
          <a:xfrm>
            <a:off x="1882334" y="258831"/>
            <a:ext cx="732790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tIns="36000" bIns="72000" anchor="ctr" anchorCtr="1"/>
          <a:lstStyle>
            <a:lvl1pPr eaLnBrk="0" hangingPunct="0">
              <a:defRPr kumimoji="1" sz="2000">
                <a:solidFill>
                  <a:srgbClr val="000099"/>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rgbClr val="000099"/>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rgbClr val="000099"/>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rgbClr val="000099"/>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lnSpc>
                <a:spcPct val="100000"/>
              </a:lnSpc>
              <a:buFontTx/>
              <a:buNone/>
            </a:pPr>
            <a:r>
              <a:rPr lang="en-US" altLang="zh-CN" sz="3000" dirty="0" smtClean="0">
                <a:solidFill>
                  <a:srgbClr val="CC3300"/>
                </a:solidFill>
                <a:latin typeface="黑体" panose="02010609060101010101" pitchFamily="49" charset="-122"/>
                <a:ea typeface="黑体" panose="02010609060101010101" pitchFamily="49" charset="-122"/>
              </a:rPr>
              <a:t>3.6-2 </a:t>
            </a:r>
            <a:r>
              <a:rPr lang="zh-CN" altLang="en-US" sz="3000" dirty="0">
                <a:solidFill>
                  <a:srgbClr val="CC3300"/>
                </a:solidFill>
                <a:latin typeface="黑体" panose="02010609060101010101" pitchFamily="49" charset="-122"/>
                <a:ea typeface="黑体" panose="02010609060101010101" pitchFamily="49" charset="-122"/>
              </a:rPr>
              <a:t>滚动轴承的主要</a:t>
            </a:r>
            <a:r>
              <a:rPr lang="zh-CN" altLang="en-US" sz="3000" dirty="0" smtClean="0">
                <a:solidFill>
                  <a:srgbClr val="CC3300"/>
                </a:solidFill>
                <a:latin typeface="黑体" panose="02010609060101010101" pitchFamily="49" charset="-122"/>
                <a:ea typeface="黑体" panose="02010609060101010101" pitchFamily="49" charset="-122"/>
              </a:rPr>
              <a:t>类型及代号</a:t>
            </a:r>
            <a:endParaRPr lang="zh-CN" altLang="en-US" sz="3000" dirty="0">
              <a:solidFill>
                <a:srgbClr val="CC3300"/>
              </a:solidFill>
              <a:latin typeface="黑体" panose="02010609060101010101" pitchFamily="49" charset="-122"/>
              <a:ea typeface="黑体" panose="02010609060101010101" pitchFamily="49" charset="-122"/>
            </a:endParaRPr>
          </a:p>
        </p:txBody>
      </p:sp>
    </p:spTree>
  </p:cSld>
  <p:clrMapOvr>
    <a:masterClrMapping/>
  </p:clrMapOvr>
  <p:transition>
    <p:pull dir="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67588"/>
                                        </p:tgtEl>
                                        <p:attrNameLst>
                                          <p:attrName>style.visibility</p:attrName>
                                        </p:attrNameLst>
                                      </p:cBhvr>
                                      <p:to>
                                        <p:strVal val="visible"/>
                                      </p:to>
                                    </p:set>
                                    <p:animEffect transition="in" filter="wipe(left)">
                                      <p:cBhvr>
                                        <p:cTn id="7" dur="500"/>
                                        <p:tgtEl>
                                          <p:spTgt spid="67588"/>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67591"/>
                                        </p:tgtEl>
                                        <p:attrNameLst>
                                          <p:attrName>style.visibility</p:attrName>
                                        </p:attrNameLst>
                                      </p:cBhvr>
                                      <p:to>
                                        <p:strVal val="visible"/>
                                      </p:to>
                                    </p:set>
                                    <p:animEffect transition="in" filter="wipe(left)">
                                      <p:cBhvr>
                                        <p:cTn id="12" dur="500"/>
                                        <p:tgtEl>
                                          <p:spTgt spid="67591"/>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nodeType="clickEffect">
                                  <p:stCondLst>
                                    <p:cond delay="0"/>
                                  </p:stCondLst>
                                  <p:childTnLst>
                                    <p:set>
                                      <p:cBhvr>
                                        <p:cTn id="16" dur="1" fill="hold">
                                          <p:stCondLst>
                                            <p:cond delay="0"/>
                                          </p:stCondLst>
                                        </p:cTn>
                                        <p:tgtEl>
                                          <p:spTgt spid="67613"/>
                                        </p:tgtEl>
                                        <p:attrNameLst>
                                          <p:attrName>style.visibility</p:attrName>
                                        </p:attrNameLst>
                                      </p:cBhvr>
                                      <p:to>
                                        <p:strVal val="visible"/>
                                      </p:to>
                                    </p:set>
                                    <p:animEffect transition="in" filter="wipe(up)">
                                      <p:cBhvr>
                                        <p:cTn id="17" dur="500"/>
                                        <p:tgtEl>
                                          <p:spTgt spid="67613"/>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67592"/>
                                        </p:tgtEl>
                                        <p:attrNameLst>
                                          <p:attrName>style.visibility</p:attrName>
                                        </p:attrNameLst>
                                      </p:cBhvr>
                                      <p:to>
                                        <p:strVal val="visible"/>
                                      </p:to>
                                    </p:set>
                                    <p:animEffect transition="in" filter="wipe(left)">
                                      <p:cBhvr>
                                        <p:cTn id="22" dur="500"/>
                                        <p:tgtEl>
                                          <p:spTgt spid="67592"/>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1" fill="hold" nodeType="clickEffect">
                                  <p:stCondLst>
                                    <p:cond delay="0"/>
                                  </p:stCondLst>
                                  <p:childTnLst>
                                    <p:set>
                                      <p:cBhvr>
                                        <p:cTn id="26" dur="1" fill="hold">
                                          <p:stCondLst>
                                            <p:cond delay="0"/>
                                          </p:stCondLst>
                                        </p:cTn>
                                        <p:tgtEl>
                                          <p:spTgt spid="67614"/>
                                        </p:tgtEl>
                                        <p:attrNameLst>
                                          <p:attrName>style.visibility</p:attrName>
                                        </p:attrNameLst>
                                      </p:cBhvr>
                                      <p:to>
                                        <p:strVal val="visible"/>
                                      </p:to>
                                    </p:set>
                                    <p:animEffect transition="in" filter="wipe(up)">
                                      <p:cBhvr>
                                        <p:cTn id="27" dur="500"/>
                                        <p:tgtEl>
                                          <p:spTgt spid="67614"/>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67593"/>
                                        </p:tgtEl>
                                        <p:attrNameLst>
                                          <p:attrName>style.visibility</p:attrName>
                                        </p:attrNameLst>
                                      </p:cBhvr>
                                      <p:to>
                                        <p:strVal val="visible"/>
                                      </p:to>
                                    </p:set>
                                    <p:animEffect transition="in" filter="wipe(left)">
                                      <p:cBhvr>
                                        <p:cTn id="32" dur="500"/>
                                        <p:tgtEl>
                                          <p:spTgt spid="67593"/>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nodeType="clickEffect">
                                  <p:stCondLst>
                                    <p:cond delay="0"/>
                                  </p:stCondLst>
                                  <p:childTnLst>
                                    <p:set>
                                      <p:cBhvr>
                                        <p:cTn id="36" dur="1" fill="hold">
                                          <p:stCondLst>
                                            <p:cond delay="0"/>
                                          </p:stCondLst>
                                        </p:cTn>
                                        <p:tgtEl>
                                          <p:spTgt spid="67589"/>
                                        </p:tgtEl>
                                        <p:attrNameLst>
                                          <p:attrName>style.visibility</p:attrName>
                                        </p:attrNameLst>
                                      </p:cBhvr>
                                      <p:to>
                                        <p:strVal val="visible"/>
                                      </p:to>
                                    </p:set>
                                    <p:animEffect transition="in" filter="wipe(left)">
                                      <p:cBhvr>
                                        <p:cTn id="37" dur="500"/>
                                        <p:tgtEl>
                                          <p:spTgt spid="67589"/>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67594"/>
                                        </p:tgtEl>
                                        <p:attrNameLst>
                                          <p:attrName>style.visibility</p:attrName>
                                        </p:attrNameLst>
                                      </p:cBhvr>
                                      <p:to>
                                        <p:strVal val="visible"/>
                                      </p:to>
                                    </p:set>
                                    <p:animEffect transition="in" filter="wipe(left)">
                                      <p:cBhvr>
                                        <p:cTn id="42" dur="500"/>
                                        <p:tgtEl>
                                          <p:spTgt spid="67594"/>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grpId="0" nodeType="clickEffect">
                                  <p:stCondLst>
                                    <p:cond delay="0"/>
                                  </p:stCondLst>
                                  <p:childTnLst>
                                    <p:set>
                                      <p:cBhvr>
                                        <p:cTn id="46" dur="1" fill="hold">
                                          <p:stCondLst>
                                            <p:cond delay="0"/>
                                          </p:stCondLst>
                                        </p:cTn>
                                        <p:tgtEl>
                                          <p:spTgt spid="67595"/>
                                        </p:tgtEl>
                                        <p:attrNameLst>
                                          <p:attrName>style.visibility</p:attrName>
                                        </p:attrNameLst>
                                      </p:cBhvr>
                                      <p:to>
                                        <p:strVal val="visible"/>
                                      </p:to>
                                    </p:set>
                                    <p:animEffect transition="in" filter="wipe(left)">
                                      <p:cBhvr>
                                        <p:cTn id="47" dur="500"/>
                                        <p:tgtEl>
                                          <p:spTgt spid="67595"/>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8" fill="hold" grpId="0" nodeType="clickEffect">
                                  <p:stCondLst>
                                    <p:cond delay="0"/>
                                  </p:stCondLst>
                                  <p:childTnLst>
                                    <p:set>
                                      <p:cBhvr>
                                        <p:cTn id="51" dur="1" fill="hold">
                                          <p:stCondLst>
                                            <p:cond delay="0"/>
                                          </p:stCondLst>
                                        </p:cTn>
                                        <p:tgtEl>
                                          <p:spTgt spid="67596"/>
                                        </p:tgtEl>
                                        <p:attrNameLst>
                                          <p:attrName>style.visibility</p:attrName>
                                        </p:attrNameLst>
                                      </p:cBhvr>
                                      <p:to>
                                        <p:strVal val="visible"/>
                                      </p:to>
                                    </p:set>
                                    <p:animEffect transition="in" filter="wipe(left)">
                                      <p:cBhvr>
                                        <p:cTn id="52" dur="500"/>
                                        <p:tgtEl>
                                          <p:spTgt spid="67596"/>
                                        </p:tgtEl>
                                      </p:cBhvr>
                                    </p:animEffect>
                                  </p:childTnLst>
                                </p:cTn>
                              </p:par>
                            </p:childTnLst>
                          </p:cTn>
                        </p:par>
                      </p:childTnLst>
                    </p:cTn>
                  </p:par>
                  <p:par>
                    <p:cTn id="53" fill="hold">
                      <p:stCondLst>
                        <p:cond delay="indefinite"/>
                      </p:stCondLst>
                      <p:childTnLst>
                        <p:par>
                          <p:cTn id="54" fill="hold">
                            <p:stCondLst>
                              <p:cond delay="0"/>
                            </p:stCondLst>
                            <p:childTnLst>
                              <p:par>
                                <p:cTn id="55" presetID="22" presetClass="entr" presetSubtype="8" fill="hold" nodeType="clickEffect">
                                  <p:stCondLst>
                                    <p:cond delay="0"/>
                                  </p:stCondLst>
                                  <p:childTnLst>
                                    <p:set>
                                      <p:cBhvr>
                                        <p:cTn id="56" dur="1" fill="hold">
                                          <p:stCondLst>
                                            <p:cond delay="0"/>
                                          </p:stCondLst>
                                        </p:cTn>
                                        <p:tgtEl>
                                          <p:spTgt spid="67590"/>
                                        </p:tgtEl>
                                        <p:attrNameLst>
                                          <p:attrName>style.visibility</p:attrName>
                                        </p:attrNameLst>
                                      </p:cBhvr>
                                      <p:to>
                                        <p:strVal val="visible"/>
                                      </p:to>
                                    </p:set>
                                    <p:animEffect transition="in" filter="wipe(left)">
                                      <p:cBhvr>
                                        <p:cTn id="57" dur="500"/>
                                        <p:tgtEl>
                                          <p:spTgt spid="67590"/>
                                        </p:tgtEl>
                                      </p:cBhvr>
                                    </p:animEffect>
                                  </p:childTnLst>
                                </p:cTn>
                              </p:par>
                            </p:childTnLst>
                          </p:cTn>
                        </p:par>
                      </p:childTnLst>
                    </p:cTn>
                  </p:par>
                  <p:par>
                    <p:cTn id="58" fill="hold">
                      <p:stCondLst>
                        <p:cond delay="indefinite"/>
                      </p:stCondLst>
                      <p:childTnLst>
                        <p:par>
                          <p:cTn id="59" fill="hold">
                            <p:stCondLst>
                              <p:cond delay="0"/>
                            </p:stCondLst>
                            <p:childTnLst>
                              <p:par>
                                <p:cTn id="60" presetID="22" presetClass="entr" presetSubtype="8" fill="hold" grpId="0" nodeType="clickEffect">
                                  <p:stCondLst>
                                    <p:cond delay="0"/>
                                  </p:stCondLst>
                                  <p:childTnLst>
                                    <p:set>
                                      <p:cBhvr>
                                        <p:cTn id="61" dur="1" fill="hold">
                                          <p:stCondLst>
                                            <p:cond delay="0"/>
                                          </p:stCondLst>
                                        </p:cTn>
                                        <p:tgtEl>
                                          <p:spTgt spid="67598"/>
                                        </p:tgtEl>
                                        <p:attrNameLst>
                                          <p:attrName>style.visibility</p:attrName>
                                        </p:attrNameLst>
                                      </p:cBhvr>
                                      <p:to>
                                        <p:strVal val="visible"/>
                                      </p:to>
                                    </p:set>
                                    <p:animEffect transition="in" filter="wipe(left)">
                                      <p:cBhvr>
                                        <p:cTn id="62" dur="500"/>
                                        <p:tgtEl>
                                          <p:spTgt spid="67598"/>
                                        </p:tgtEl>
                                      </p:cBhvr>
                                    </p:animEffect>
                                  </p:childTnLst>
                                </p:cTn>
                              </p:par>
                            </p:childTnLst>
                          </p:cTn>
                        </p:par>
                      </p:childTnLst>
                    </p:cTn>
                  </p:par>
                  <p:par>
                    <p:cTn id="63" fill="hold">
                      <p:stCondLst>
                        <p:cond delay="indefinite"/>
                      </p:stCondLst>
                      <p:childTnLst>
                        <p:par>
                          <p:cTn id="64" fill="hold">
                            <p:stCondLst>
                              <p:cond delay="0"/>
                            </p:stCondLst>
                            <p:childTnLst>
                              <p:par>
                                <p:cTn id="65" presetID="22" presetClass="entr" presetSubtype="8" fill="hold" grpId="0" nodeType="clickEffect">
                                  <p:stCondLst>
                                    <p:cond delay="0"/>
                                  </p:stCondLst>
                                  <p:childTnLst>
                                    <p:set>
                                      <p:cBhvr>
                                        <p:cTn id="66" dur="1" fill="hold">
                                          <p:stCondLst>
                                            <p:cond delay="0"/>
                                          </p:stCondLst>
                                        </p:cTn>
                                        <p:tgtEl>
                                          <p:spTgt spid="67599"/>
                                        </p:tgtEl>
                                        <p:attrNameLst>
                                          <p:attrName>style.visibility</p:attrName>
                                        </p:attrNameLst>
                                      </p:cBhvr>
                                      <p:to>
                                        <p:strVal val="visible"/>
                                      </p:to>
                                    </p:set>
                                    <p:animEffect transition="in" filter="wipe(left)">
                                      <p:cBhvr>
                                        <p:cTn id="67" dur="500"/>
                                        <p:tgtEl>
                                          <p:spTgt spid="67599"/>
                                        </p:tgtEl>
                                      </p:cBhvr>
                                    </p:animEffect>
                                  </p:childTnLst>
                                </p:cTn>
                              </p:par>
                            </p:childTnLst>
                          </p:cTn>
                        </p:par>
                      </p:childTnLst>
                    </p:cTn>
                  </p:par>
                  <p:par>
                    <p:cTn id="68" fill="hold">
                      <p:stCondLst>
                        <p:cond delay="indefinite"/>
                      </p:stCondLst>
                      <p:childTnLst>
                        <p:par>
                          <p:cTn id="69" fill="hold">
                            <p:stCondLst>
                              <p:cond delay="0"/>
                            </p:stCondLst>
                            <p:childTnLst>
                              <p:par>
                                <p:cTn id="70" presetID="22" presetClass="entr" presetSubtype="8" fill="hold" grpId="0" nodeType="clickEffect">
                                  <p:stCondLst>
                                    <p:cond delay="0"/>
                                  </p:stCondLst>
                                  <p:childTnLst>
                                    <p:set>
                                      <p:cBhvr>
                                        <p:cTn id="71" dur="1" fill="hold">
                                          <p:stCondLst>
                                            <p:cond delay="0"/>
                                          </p:stCondLst>
                                        </p:cTn>
                                        <p:tgtEl>
                                          <p:spTgt spid="67600"/>
                                        </p:tgtEl>
                                        <p:attrNameLst>
                                          <p:attrName>style.visibility</p:attrName>
                                        </p:attrNameLst>
                                      </p:cBhvr>
                                      <p:to>
                                        <p:strVal val="visible"/>
                                      </p:to>
                                    </p:set>
                                    <p:animEffect transition="in" filter="wipe(left)">
                                      <p:cBhvr>
                                        <p:cTn id="72" dur="500"/>
                                        <p:tgtEl>
                                          <p:spTgt spid="67600"/>
                                        </p:tgtEl>
                                      </p:cBhvr>
                                    </p:animEffect>
                                  </p:childTnLst>
                                </p:cTn>
                              </p:par>
                            </p:childTnLst>
                          </p:cTn>
                        </p:par>
                      </p:childTnLst>
                    </p:cTn>
                  </p:par>
                  <p:par>
                    <p:cTn id="73" fill="hold">
                      <p:stCondLst>
                        <p:cond delay="indefinite"/>
                      </p:stCondLst>
                      <p:childTnLst>
                        <p:par>
                          <p:cTn id="74" fill="hold">
                            <p:stCondLst>
                              <p:cond delay="0"/>
                            </p:stCondLst>
                            <p:childTnLst>
                              <p:par>
                                <p:cTn id="75" presetID="22" presetClass="entr" presetSubtype="8" fill="hold" nodeType="clickEffect">
                                  <p:stCondLst>
                                    <p:cond delay="0"/>
                                  </p:stCondLst>
                                  <p:childTnLst>
                                    <p:set>
                                      <p:cBhvr>
                                        <p:cTn id="76" dur="1" fill="hold">
                                          <p:stCondLst>
                                            <p:cond delay="0"/>
                                          </p:stCondLst>
                                        </p:cTn>
                                        <p:tgtEl>
                                          <p:spTgt spid="67597"/>
                                        </p:tgtEl>
                                        <p:attrNameLst>
                                          <p:attrName>style.visibility</p:attrName>
                                        </p:attrNameLst>
                                      </p:cBhvr>
                                      <p:to>
                                        <p:strVal val="visible"/>
                                      </p:to>
                                    </p:set>
                                    <p:animEffect transition="in" filter="wipe(left)">
                                      <p:cBhvr>
                                        <p:cTn id="77" dur="500"/>
                                        <p:tgtEl>
                                          <p:spTgt spid="67597"/>
                                        </p:tgtEl>
                                      </p:cBhvr>
                                    </p:animEffect>
                                  </p:childTnLst>
                                </p:cTn>
                              </p:par>
                            </p:childTnLst>
                          </p:cTn>
                        </p:par>
                      </p:childTnLst>
                    </p:cTn>
                  </p:par>
                  <p:par>
                    <p:cTn id="78" fill="hold">
                      <p:stCondLst>
                        <p:cond delay="indefinite"/>
                      </p:stCondLst>
                      <p:childTnLst>
                        <p:par>
                          <p:cTn id="79" fill="hold">
                            <p:stCondLst>
                              <p:cond delay="0"/>
                            </p:stCondLst>
                            <p:childTnLst>
                              <p:par>
                                <p:cTn id="80" presetID="22" presetClass="entr" presetSubtype="8" fill="hold" grpId="0" nodeType="clickEffect">
                                  <p:stCondLst>
                                    <p:cond delay="0"/>
                                  </p:stCondLst>
                                  <p:childTnLst>
                                    <p:set>
                                      <p:cBhvr>
                                        <p:cTn id="81" dur="1" fill="hold">
                                          <p:stCondLst>
                                            <p:cond delay="0"/>
                                          </p:stCondLst>
                                        </p:cTn>
                                        <p:tgtEl>
                                          <p:spTgt spid="67602"/>
                                        </p:tgtEl>
                                        <p:attrNameLst>
                                          <p:attrName>style.visibility</p:attrName>
                                        </p:attrNameLst>
                                      </p:cBhvr>
                                      <p:to>
                                        <p:strVal val="visible"/>
                                      </p:to>
                                    </p:set>
                                    <p:animEffect transition="in" filter="wipe(left)">
                                      <p:cBhvr>
                                        <p:cTn id="82" dur="500"/>
                                        <p:tgtEl>
                                          <p:spTgt spid="67602"/>
                                        </p:tgtEl>
                                      </p:cBhvr>
                                    </p:animEffect>
                                  </p:childTnLst>
                                </p:cTn>
                              </p:par>
                            </p:childTnLst>
                          </p:cTn>
                        </p:par>
                      </p:childTnLst>
                    </p:cTn>
                  </p:par>
                  <p:par>
                    <p:cTn id="83" fill="hold">
                      <p:stCondLst>
                        <p:cond delay="indefinite"/>
                      </p:stCondLst>
                      <p:childTnLst>
                        <p:par>
                          <p:cTn id="84" fill="hold">
                            <p:stCondLst>
                              <p:cond delay="0"/>
                            </p:stCondLst>
                            <p:childTnLst>
                              <p:par>
                                <p:cTn id="85" presetID="22" presetClass="entr" presetSubtype="8" fill="hold" grpId="0" nodeType="clickEffect">
                                  <p:stCondLst>
                                    <p:cond delay="0"/>
                                  </p:stCondLst>
                                  <p:childTnLst>
                                    <p:set>
                                      <p:cBhvr>
                                        <p:cTn id="86" dur="1" fill="hold">
                                          <p:stCondLst>
                                            <p:cond delay="0"/>
                                          </p:stCondLst>
                                        </p:cTn>
                                        <p:tgtEl>
                                          <p:spTgt spid="67603"/>
                                        </p:tgtEl>
                                        <p:attrNameLst>
                                          <p:attrName>style.visibility</p:attrName>
                                        </p:attrNameLst>
                                      </p:cBhvr>
                                      <p:to>
                                        <p:strVal val="visible"/>
                                      </p:to>
                                    </p:set>
                                    <p:animEffect transition="in" filter="wipe(left)">
                                      <p:cBhvr>
                                        <p:cTn id="87" dur="500"/>
                                        <p:tgtEl>
                                          <p:spTgt spid="67603"/>
                                        </p:tgtEl>
                                      </p:cBhvr>
                                    </p:animEffect>
                                  </p:childTnLst>
                                </p:cTn>
                              </p:par>
                            </p:childTnLst>
                          </p:cTn>
                        </p:par>
                      </p:childTnLst>
                    </p:cTn>
                  </p:par>
                  <p:par>
                    <p:cTn id="88" fill="hold">
                      <p:stCondLst>
                        <p:cond delay="indefinite"/>
                      </p:stCondLst>
                      <p:childTnLst>
                        <p:par>
                          <p:cTn id="89" fill="hold">
                            <p:stCondLst>
                              <p:cond delay="0"/>
                            </p:stCondLst>
                            <p:childTnLst>
                              <p:par>
                                <p:cTn id="90" presetID="22" presetClass="entr" presetSubtype="8" fill="hold" grpId="0" nodeType="clickEffect">
                                  <p:stCondLst>
                                    <p:cond delay="0"/>
                                  </p:stCondLst>
                                  <p:childTnLst>
                                    <p:set>
                                      <p:cBhvr>
                                        <p:cTn id="91" dur="1" fill="hold">
                                          <p:stCondLst>
                                            <p:cond delay="0"/>
                                          </p:stCondLst>
                                        </p:cTn>
                                        <p:tgtEl>
                                          <p:spTgt spid="67604"/>
                                        </p:tgtEl>
                                        <p:attrNameLst>
                                          <p:attrName>style.visibility</p:attrName>
                                        </p:attrNameLst>
                                      </p:cBhvr>
                                      <p:to>
                                        <p:strVal val="visible"/>
                                      </p:to>
                                    </p:set>
                                    <p:animEffect transition="in" filter="wipe(left)">
                                      <p:cBhvr>
                                        <p:cTn id="92" dur="500"/>
                                        <p:tgtEl>
                                          <p:spTgt spid="67604"/>
                                        </p:tgtEl>
                                      </p:cBhvr>
                                    </p:animEffect>
                                  </p:childTnLst>
                                </p:cTn>
                              </p:par>
                            </p:childTnLst>
                          </p:cTn>
                        </p:par>
                      </p:childTnLst>
                    </p:cTn>
                  </p:par>
                  <p:par>
                    <p:cTn id="93" fill="hold">
                      <p:stCondLst>
                        <p:cond delay="indefinite"/>
                      </p:stCondLst>
                      <p:childTnLst>
                        <p:par>
                          <p:cTn id="94" fill="hold">
                            <p:stCondLst>
                              <p:cond delay="0"/>
                            </p:stCondLst>
                            <p:childTnLst>
                              <p:par>
                                <p:cTn id="95" presetID="22" presetClass="entr" presetSubtype="8" fill="hold" nodeType="clickEffect">
                                  <p:stCondLst>
                                    <p:cond delay="0"/>
                                  </p:stCondLst>
                                  <p:childTnLst>
                                    <p:set>
                                      <p:cBhvr>
                                        <p:cTn id="96" dur="1" fill="hold">
                                          <p:stCondLst>
                                            <p:cond delay="0"/>
                                          </p:stCondLst>
                                        </p:cTn>
                                        <p:tgtEl>
                                          <p:spTgt spid="67601"/>
                                        </p:tgtEl>
                                        <p:attrNameLst>
                                          <p:attrName>style.visibility</p:attrName>
                                        </p:attrNameLst>
                                      </p:cBhvr>
                                      <p:to>
                                        <p:strVal val="visible"/>
                                      </p:to>
                                    </p:set>
                                    <p:animEffect transition="in" filter="wipe(left)">
                                      <p:cBhvr>
                                        <p:cTn id="97" dur="500"/>
                                        <p:tgtEl>
                                          <p:spTgt spid="67601"/>
                                        </p:tgtEl>
                                      </p:cBhvr>
                                    </p:animEffect>
                                  </p:childTnLst>
                                </p:cTn>
                              </p:par>
                            </p:childTnLst>
                          </p:cTn>
                        </p:par>
                      </p:childTnLst>
                    </p:cTn>
                  </p:par>
                  <p:par>
                    <p:cTn id="98" fill="hold">
                      <p:stCondLst>
                        <p:cond delay="indefinite"/>
                      </p:stCondLst>
                      <p:childTnLst>
                        <p:par>
                          <p:cTn id="99" fill="hold">
                            <p:stCondLst>
                              <p:cond delay="0"/>
                            </p:stCondLst>
                            <p:childTnLst>
                              <p:par>
                                <p:cTn id="100" presetID="22" presetClass="entr" presetSubtype="8" fill="hold" grpId="0" nodeType="clickEffect">
                                  <p:stCondLst>
                                    <p:cond delay="0"/>
                                  </p:stCondLst>
                                  <p:childTnLst>
                                    <p:set>
                                      <p:cBhvr>
                                        <p:cTn id="101" dur="1" fill="hold">
                                          <p:stCondLst>
                                            <p:cond delay="0"/>
                                          </p:stCondLst>
                                        </p:cTn>
                                        <p:tgtEl>
                                          <p:spTgt spid="67606"/>
                                        </p:tgtEl>
                                        <p:attrNameLst>
                                          <p:attrName>style.visibility</p:attrName>
                                        </p:attrNameLst>
                                      </p:cBhvr>
                                      <p:to>
                                        <p:strVal val="visible"/>
                                      </p:to>
                                    </p:set>
                                    <p:animEffect transition="in" filter="wipe(left)">
                                      <p:cBhvr>
                                        <p:cTn id="102" dur="500"/>
                                        <p:tgtEl>
                                          <p:spTgt spid="67606"/>
                                        </p:tgtEl>
                                      </p:cBhvr>
                                    </p:animEffect>
                                  </p:childTnLst>
                                </p:cTn>
                              </p:par>
                            </p:childTnLst>
                          </p:cTn>
                        </p:par>
                      </p:childTnLst>
                    </p:cTn>
                  </p:par>
                  <p:par>
                    <p:cTn id="103" fill="hold">
                      <p:stCondLst>
                        <p:cond delay="indefinite"/>
                      </p:stCondLst>
                      <p:childTnLst>
                        <p:par>
                          <p:cTn id="104" fill="hold">
                            <p:stCondLst>
                              <p:cond delay="0"/>
                            </p:stCondLst>
                            <p:childTnLst>
                              <p:par>
                                <p:cTn id="105" presetID="22" presetClass="entr" presetSubtype="8" fill="hold" grpId="0" nodeType="clickEffect">
                                  <p:stCondLst>
                                    <p:cond delay="0"/>
                                  </p:stCondLst>
                                  <p:childTnLst>
                                    <p:set>
                                      <p:cBhvr>
                                        <p:cTn id="106" dur="1" fill="hold">
                                          <p:stCondLst>
                                            <p:cond delay="0"/>
                                          </p:stCondLst>
                                        </p:cTn>
                                        <p:tgtEl>
                                          <p:spTgt spid="67607"/>
                                        </p:tgtEl>
                                        <p:attrNameLst>
                                          <p:attrName>style.visibility</p:attrName>
                                        </p:attrNameLst>
                                      </p:cBhvr>
                                      <p:to>
                                        <p:strVal val="visible"/>
                                      </p:to>
                                    </p:set>
                                    <p:animEffect transition="in" filter="wipe(left)">
                                      <p:cBhvr>
                                        <p:cTn id="107" dur="500"/>
                                        <p:tgtEl>
                                          <p:spTgt spid="67607"/>
                                        </p:tgtEl>
                                      </p:cBhvr>
                                    </p:animEffect>
                                  </p:childTnLst>
                                </p:cTn>
                              </p:par>
                            </p:childTnLst>
                          </p:cTn>
                        </p:par>
                      </p:childTnLst>
                    </p:cTn>
                  </p:par>
                  <p:par>
                    <p:cTn id="108" fill="hold">
                      <p:stCondLst>
                        <p:cond delay="indefinite"/>
                      </p:stCondLst>
                      <p:childTnLst>
                        <p:par>
                          <p:cTn id="109" fill="hold">
                            <p:stCondLst>
                              <p:cond delay="0"/>
                            </p:stCondLst>
                            <p:childTnLst>
                              <p:par>
                                <p:cTn id="110" presetID="22" presetClass="entr" presetSubtype="8" fill="hold" grpId="0" nodeType="clickEffect">
                                  <p:stCondLst>
                                    <p:cond delay="0"/>
                                  </p:stCondLst>
                                  <p:childTnLst>
                                    <p:set>
                                      <p:cBhvr>
                                        <p:cTn id="111" dur="1" fill="hold">
                                          <p:stCondLst>
                                            <p:cond delay="0"/>
                                          </p:stCondLst>
                                        </p:cTn>
                                        <p:tgtEl>
                                          <p:spTgt spid="67608"/>
                                        </p:tgtEl>
                                        <p:attrNameLst>
                                          <p:attrName>style.visibility</p:attrName>
                                        </p:attrNameLst>
                                      </p:cBhvr>
                                      <p:to>
                                        <p:strVal val="visible"/>
                                      </p:to>
                                    </p:set>
                                    <p:animEffect transition="in" filter="wipe(left)">
                                      <p:cBhvr>
                                        <p:cTn id="112" dur="500"/>
                                        <p:tgtEl>
                                          <p:spTgt spid="67608"/>
                                        </p:tgtEl>
                                      </p:cBhvr>
                                    </p:animEffect>
                                  </p:childTnLst>
                                </p:cTn>
                              </p:par>
                            </p:childTnLst>
                          </p:cTn>
                        </p:par>
                      </p:childTnLst>
                    </p:cTn>
                  </p:par>
                  <p:par>
                    <p:cTn id="113" fill="hold">
                      <p:stCondLst>
                        <p:cond delay="indefinite"/>
                      </p:stCondLst>
                      <p:childTnLst>
                        <p:par>
                          <p:cTn id="114" fill="hold">
                            <p:stCondLst>
                              <p:cond delay="0"/>
                            </p:stCondLst>
                            <p:childTnLst>
                              <p:par>
                                <p:cTn id="115" presetID="22" presetClass="entr" presetSubtype="8" fill="hold" nodeType="clickEffect">
                                  <p:stCondLst>
                                    <p:cond delay="0"/>
                                  </p:stCondLst>
                                  <p:childTnLst>
                                    <p:set>
                                      <p:cBhvr>
                                        <p:cTn id="116" dur="1" fill="hold">
                                          <p:stCondLst>
                                            <p:cond delay="0"/>
                                          </p:stCondLst>
                                        </p:cTn>
                                        <p:tgtEl>
                                          <p:spTgt spid="67605"/>
                                        </p:tgtEl>
                                        <p:attrNameLst>
                                          <p:attrName>style.visibility</p:attrName>
                                        </p:attrNameLst>
                                      </p:cBhvr>
                                      <p:to>
                                        <p:strVal val="visible"/>
                                      </p:to>
                                    </p:set>
                                    <p:animEffect transition="in" filter="wipe(left)">
                                      <p:cBhvr>
                                        <p:cTn id="117" dur="500"/>
                                        <p:tgtEl>
                                          <p:spTgt spid="67605"/>
                                        </p:tgtEl>
                                      </p:cBhvr>
                                    </p:animEffect>
                                  </p:childTnLst>
                                </p:cTn>
                              </p:par>
                            </p:childTnLst>
                          </p:cTn>
                        </p:par>
                      </p:childTnLst>
                    </p:cTn>
                  </p:par>
                  <p:par>
                    <p:cTn id="118" fill="hold">
                      <p:stCondLst>
                        <p:cond delay="indefinite"/>
                      </p:stCondLst>
                      <p:childTnLst>
                        <p:par>
                          <p:cTn id="119" fill="hold">
                            <p:stCondLst>
                              <p:cond delay="0"/>
                            </p:stCondLst>
                            <p:childTnLst>
                              <p:par>
                                <p:cTn id="120" presetID="22" presetClass="entr" presetSubtype="8" fill="hold" grpId="0" nodeType="clickEffect">
                                  <p:stCondLst>
                                    <p:cond delay="0"/>
                                  </p:stCondLst>
                                  <p:childTnLst>
                                    <p:set>
                                      <p:cBhvr>
                                        <p:cTn id="121" dur="1" fill="hold">
                                          <p:stCondLst>
                                            <p:cond delay="0"/>
                                          </p:stCondLst>
                                        </p:cTn>
                                        <p:tgtEl>
                                          <p:spTgt spid="67610"/>
                                        </p:tgtEl>
                                        <p:attrNameLst>
                                          <p:attrName>style.visibility</p:attrName>
                                        </p:attrNameLst>
                                      </p:cBhvr>
                                      <p:to>
                                        <p:strVal val="visible"/>
                                      </p:to>
                                    </p:set>
                                    <p:animEffect transition="in" filter="wipe(left)">
                                      <p:cBhvr>
                                        <p:cTn id="122" dur="500"/>
                                        <p:tgtEl>
                                          <p:spTgt spid="67610"/>
                                        </p:tgtEl>
                                      </p:cBhvr>
                                    </p:animEffect>
                                  </p:childTnLst>
                                </p:cTn>
                              </p:par>
                            </p:childTnLst>
                          </p:cTn>
                        </p:par>
                      </p:childTnLst>
                    </p:cTn>
                  </p:par>
                  <p:par>
                    <p:cTn id="123" fill="hold">
                      <p:stCondLst>
                        <p:cond delay="indefinite"/>
                      </p:stCondLst>
                      <p:childTnLst>
                        <p:par>
                          <p:cTn id="124" fill="hold">
                            <p:stCondLst>
                              <p:cond delay="0"/>
                            </p:stCondLst>
                            <p:childTnLst>
                              <p:par>
                                <p:cTn id="125" presetID="22" presetClass="entr" presetSubtype="8" fill="hold" grpId="0" nodeType="clickEffect">
                                  <p:stCondLst>
                                    <p:cond delay="0"/>
                                  </p:stCondLst>
                                  <p:childTnLst>
                                    <p:set>
                                      <p:cBhvr>
                                        <p:cTn id="126" dur="1" fill="hold">
                                          <p:stCondLst>
                                            <p:cond delay="0"/>
                                          </p:stCondLst>
                                        </p:cTn>
                                        <p:tgtEl>
                                          <p:spTgt spid="67611"/>
                                        </p:tgtEl>
                                        <p:attrNameLst>
                                          <p:attrName>style.visibility</p:attrName>
                                        </p:attrNameLst>
                                      </p:cBhvr>
                                      <p:to>
                                        <p:strVal val="visible"/>
                                      </p:to>
                                    </p:set>
                                    <p:animEffect transition="in" filter="wipe(left)">
                                      <p:cBhvr>
                                        <p:cTn id="127" dur="500"/>
                                        <p:tgtEl>
                                          <p:spTgt spid="67611"/>
                                        </p:tgtEl>
                                      </p:cBhvr>
                                    </p:animEffect>
                                  </p:childTnLst>
                                </p:cTn>
                              </p:par>
                            </p:childTnLst>
                          </p:cTn>
                        </p:par>
                      </p:childTnLst>
                    </p:cTn>
                  </p:par>
                  <p:par>
                    <p:cTn id="128" fill="hold">
                      <p:stCondLst>
                        <p:cond delay="indefinite"/>
                      </p:stCondLst>
                      <p:childTnLst>
                        <p:par>
                          <p:cTn id="129" fill="hold">
                            <p:stCondLst>
                              <p:cond delay="0"/>
                            </p:stCondLst>
                            <p:childTnLst>
                              <p:par>
                                <p:cTn id="130" presetID="22" presetClass="entr" presetSubtype="8" fill="hold" grpId="0" nodeType="clickEffect">
                                  <p:stCondLst>
                                    <p:cond delay="0"/>
                                  </p:stCondLst>
                                  <p:childTnLst>
                                    <p:set>
                                      <p:cBhvr>
                                        <p:cTn id="131" dur="1" fill="hold">
                                          <p:stCondLst>
                                            <p:cond delay="0"/>
                                          </p:stCondLst>
                                        </p:cTn>
                                        <p:tgtEl>
                                          <p:spTgt spid="67612"/>
                                        </p:tgtEl>
                                        <p:attrNameLst>
                                          <p:attrName>style.visibility</p:attrName>
                                        </p:attrNameLst>
                                      </p:cBhvr>
                                      <p:to>
                                        <p:strVal val="visible"/>
                                      </p:to>
                                    </p:set>
                                    <p:animEffect transition="in" filter="wipe(left)">
                                      <p:cBhvr>
                                        <p:cTn id="132" dur="500"/>
                                        <p:tgtEl>
                                          <p:spTgt spid="67612"/>
                                        </p:tgtEl>
                                      </p:cBhvr>
                                    </p:animEffect>
                                  </p:childTnLst>
                                </p:cTn>
                              </p:par>
                            </p:childTnLst>
                          </p:cTn>
                        </p:par>
                      </p:childTnLst>
                    </p:cTn>
                  </p:par>
                  <p:par>
                    <p:cTn id="133" fill="hold">
                      <p:stCondLst>
                        <p:cond delay="indefinite"/>
                      </p:stCondLst>
                      <p:childTnLst>
                        <p:par>
                          <p:cTn id="134" fill="hold">
                            <p:stCondLst>
                              <p:cond delay="0"/>
                            </p:stCondLst>
                            <p:childTnLst>
                              <p:par>
                                <p:cTn id="135" presetID="22" presetClass="entr" presetSubtype="8" fill="hold" nodeType="clickEffect">
                                  <p:stCondLst>
                                    <p:cond delay="0"/>
                                  </p:stCondLst>
                                  <p:childTnLst>
                                    <p:set>
                                      <p:cBhvr>
                                        <p:cTn id="136" dur="1" fill="hold">
                                          <p:stCondLst>
                                            <p:cond delay="0"/>
                                          </p:stCondLst>
                                        </p:cTn>
                                        <p:tgtEl>
                                          <p:spTgt spid="67609"/>
                                        </p:tgtEl>
                                        <p:attrNameLst>
                                          <p:attrName>style.visibility</p:attrName>
                                        </p:attrNameLst>
                                      </p:cBhvr>
                                      <p:to>
                                        <p:strVal val="visible"/>
                                      </p:to>
                                    </p:set>
                                    <p:animEffect transition="in" filter="wipe(left)">
                                      <p:cBhvr>
                                        <p:cTn id="137" dur="500"/>
                                        <p:tgtEl>
                                          <p:spTgt spid="67609"/>
                                        </p:tgtEl>
                                      </p:cBhvr>
                                    </p:animEffect>
                                  </p:childTnLst>
                                </p:cTn>
                              </p:par>
                            </p:childTnLst>
                          </p:cTn>
                        </p:par>
                        <p:par>
                          <p:cTn id="138" fill="hold">
                            <p:stCondLst>
                              <p:cond delay="500"/>
                            </p:stCondLst>
                            <p:childTnLst>
                              <p:par>
                                <p:cTn id="139" presetID="1" presetClass="entr" presetSubtype="0" fill="hold" nodeType="afterEffect">
                                  <p:stCondLst>
                                    <p:cond delay="0"/>
                                  </p:stCondLst>
                                  <p:childTnLst>
                                    <p:set>
                                      <p:cBhvr>
                                        <p:cTn id="140" dur="1" fill="hold">
                                          <p:stCondLst>
                                            <p:cond delay="499"/>
                                          </p:stCondLst>
                                        </p:cTn>
                                        <p:tgtEl>
                                          <p:spTgt spid="31"/>
                                        </p:tgtEl>
                                        <p:attrNameLst>
                                          <p:attrName>style.visibility</p:attrName>
                                        </p:attrNameLst>
                                      </p:cBhvr>
                                      <p:to>
                                        <p:strVal val="visible"/>
                                      </p:to>
                                    </p:set>
                                  </p:childTnLst>
                                </p:cTn>
                              </p:par>
                            </p:childTnLst>
                          </p:cTn>
                        </p:par>
                        <p:par>
                          <p:cTn id="141" fill="hold">
                            <p:stCondLst>
                              <p:cond delay="1000"/>
                            </p:stCondLst>
                            <p:childTnLst>
                              <p:par>
                                <p:cTn id="142" presetID="1" presetClass="entr" presetSubtype="0" fill="hold" nodeType="afterEffect">
                                  <p:stCondLst>
                                    <p:cond delay="0"/>
                                  </p:stCondLst>
                                  <p:childTnLst>
                                    <p:set>
                                      <p:cBhvr>
                                        <p:cTn id="143" dur="1" fill="hold">
                                          <p:stCondLst>
                                            <p:cond delay="499"/>
                                          </p:stCondLst>
                                        </p:cTn>
                                        <p:tgtEl>
                                          <p:spTgt spid="30"/>
                                        </p:tgtEl>
                                        <p:attrNameLst>
                                          <p:attrName>style.visibility</p:attrName>
                                        </p:attrNameLst>
                                      </p:cBhvr>
                                      <p:to>
                                        <p:strVal val="visible"/>
                                      </p:to>
                                    </p:set>
                                  </p:childTnLst>
                                </p:cTn>
                              </p:par>
                            </p:childTnLst>
                          </p:cTn>
                        </p:par>
                        <p:par>
                          <p:cTn id="144" fill="hold">
                            <p:stCondLst>
                              <p:cond delay="1500"/>
                            </p:stCondLst>
                            <p:childTnLst>
                              <p:par>
                                <p:cTn id="145" presetID="2" presetClass="entr" presetSubtype="8" fill="hold" nodeType="afterEffect">
                                  <p:stCondLst>
                                    <p:cond delay="0"/>
                                  </p:stCondLst>
                                  <p:childTnLst>
                                    <p:set>
                                      <p:cBhvr>
                                        <p:cTn id="146" dur="1" fill="hold">
                                          <p:stCondLst>
                                            <p:cond delay="0"/>
                                          </p:stCondLst>
                                        </p:cTn>
                                        <p:tgtEl>
                                          <p:spTgt spid="32"/>
                                        </p:tgtEl>
                                        <p:attrNameLst>
                                          <p:attrName>style.visibility</p:attrName>
                                        </p:attrNameLst>
                                      </p:cBhvr>
                                      <p:to>
                                        <p:strVal val="visible"/>
                                      </p:to>
                                    </p:set>
                                    <p:anim calcmode="lin" valueType="num">
                                      <p:cBhvr additive="base">
                                        <p:cTn id="147" dur="500" fill="hold"/>
                                        <p:tgtEl>
                                          <p:spTgt spid="32"/>
                                        </p:tgtEl>
                                        <p:attrNameLst>
                                          <p:attrName>ppt_x</p:attrName>
                                        </p:attrNameLst>
                                      </p:cBhvr>
                                      <p:tavLst>
                                        <p:tav tm="0">
                                          <p:val>
                                            <p:strVal val="0-#ppt_w/2"/>
                                          </p:val>
                                        </p:tav>
                                        <p:tav tm="100000">
                                          <p:val>
                                            <p:strVal val="#ppt_x"/>
                                          </p:val>
                                        </p:tav>
                                      </p:tavLst>
                                    </p:anim>
                                    <p:anim calcmode="lin" valueType="num">
                                      <p:cBhvr additive="base">
                                        <p:cTn id="148" dur="500" fill="hold"/>
                                        <p:tgtEl>
                                          <p:spTgt spid="3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7587" grpId="0" build="p"/>
      <p:bldP spid="67591" grpId="0" bldLvl="0" animBg="1"/>
      <p:bldP spid="67592" grpId="0" bldLvl="0" animBg="1"/>
      <p:bldP spid="67593" grpId="0" bldLvl="0" animBg="1"/>
      <p:bldP spid="67594" grpId="0" bldLvl="0" animBg="1"/>
      <p:bldP spid="67595" grpId="0" bldLvl="0" animBg="1"/>
      <p:bldP spid="67596" grpId="0" bldLvl="0" animBg="1"/>
      <p:bldP spid="67598" grpId="0" bldLvl="0" animBg="1"/>
      <p:bldP spid="67599" grpId="0" bldLvl="0" animBg="1"/>
      <p:bldP spid="67600" grpId="0" bldLvl="0" animBg="1"/>
      <p:bldP spid="67602" grpId="0" bldLvl="0" animBg="1"/>
      <p:bldP spid="67603" grpId="0" bldLvl="0" animBg="1"/>
      <p:bldP spid="67604" grpId="0" bldLvl="0" animBg="1"/>
      <p:bldP spid="67606" grpId="0" bldLvl="0" animBg="1"/>
      <p:bldP spid="67607" grpId="0" bldLvl="0" animBg="1"/>
      <p:bldP spid="67608" grpId="0" bldLvl="0" animBg="1"/>
      <p:bldP spid="67610" grpId="0" bldLvl="0" animBg="1"/>
      <p:bldP spid="67611" grpId="0" bldLvl="0" animBg="1"/>
      <p:bldP spid="67612" grpId="0" bldLvl="0" animBg="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Grp="1" noChangeArrowheads="1"/>
          </p:cNvSpPr>
          <p:nvPr>
            <p:ph type="title"/>
          </p:nvPr>
        </p:nvSpPr>
        <p:spPr bwMode="auto">
          <a:xfrm>
            <a:off x="7208838" y="798513"/>
            <a:ext cx="1249362" cy="198437"/>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eaLnBrk="1" hangingPunct="1"/>
            <a:r>
              <a:rPr lang="zh-CN" altLang="en-US" sz="800" smtClean="0">
                <a:solidFill>
                  <a:schemeClr val="bg1"/>
                </a:solidFill>
                <a:latin typeface="华文中宋" panose="02010600040101010101" pitchFamily="2" charset="-122"/>
                <a:ea typeface="华文中宋" panose="02010600040101010101" pitchFamily="2" charset="-122"/>
              </a:rPr>
              <a:t>类型和代号</a:t>
            </a:r>
            <a:r>
              <a:rPr lang="en-US" altLang="zh-CN" sz="800" smtClean="0">
                <a:solidFill>
                  <a:schemeClr val="bg1"/>
                </a:solidFill>
                <a:latin typeface="华文中宋" panose="02010600040101010101" pitchFamily="2" charset="-122"/>
                <a:ea typeface="华文中宋" panose="02010600040101010101" pitchFamily="2" charset="-122"/>
              </a:rPr>
              <a:t>5</a:t>
            </a:r>
            <a:endParaRPr lang="en-US" altLang="zh-CN" sz="800" smtClean="0">
              <a:solidFill>
                <a:schemeClr val="bg1"/>
              </a:solidFill>
              <a:latin typeface="华文中宋" panose="02010600040101010101" pitchFamily="2" charset="-122"/>
              <a:ea typeface="华文中宋" panose="02010600040101010101" pitchFamily="2" charset="-122"/>
            </a:endParaRPr>
          </a:p>
        </p:txBody>
      </p:sp>
      <p:sp>
        <p:nvSpPr>
          <p:cNvPr id="46085" name="Text Box 5"/>
          <p:cNvSpPr txBox="1">
            <a:spLocks noChangeArrowheads="1"/>
          </p:cNvSpPr>
          <p:nvPr/>
        </p:nvSpPr>
        <p:spPr bwMode="auto">
          <a:xfrm>
            <a:off x="241300" y="925789"/>
            <a:ext cx="2621280" cy="5340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57150">
                <a:solidFill>
                  <a:srgbClr val="000000"/>
                </a:solidFill>
                <a:miter lim="800000"/>
                <a:headEnd/>
                <a:tailEnd/>
              </a14:hiddenLine>
            </a:ext>
          </a:extLst>
        </p:spPr>
        <p:txBody>
          <a:bodyPr wrap="none">
            <a:spAutoFit/>
          </a:bodyPr>
          <a:lstStyle>
            <a:lvl1pPr eaLnBrk="0" hangingPunct="0">
              <a:defRPr kumimoji="1" sz="2000">
                <a:solidFill>
                  <a:srgbClr val="000099"/>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rgbClr val="000099"/>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rgbClr val="000099"/>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rgbClr val="000099"/>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buNone/>
            </a:pPr>
            <a:r>
              <a:rPr lang="zh-CN" altLang="en-US" sz="2400" dirty="0">
                <a:solidFill>
                  <a:srgbClr val="C00000"/>
                </a:solidFill>
                <a:latin typeface="黑体" panose="02010609060101010101" pitchFamily="49" charset="-122"/>
                <a:ea typeface="黑体" panose="02010609060101010101" pitchFamily="49" charset="-122"/>
              </a:rPr>
              <a:t>三、轴承代号示例</a:t>
            </a:r>
            <a:endParaRPr lang="zh-CN" altLang="en-US" sz="2400" dirty="0">
              <a:solidFill>
                <a:srgbClr val="C00000"/>
              </a:solidFill>
              <a:latin typeface="黑体" panose="02010609060101010101" pitchFamily="49" charset="-122"/>
              <a:ea typeface="黑体" panose="02010609060101010101" pitchFamily="49" charset="-122"/>
            </a:endParaRPr>
          </a:p>
        </p:txBody>
      </p:sp>
      <p:sp>
        <p:nvSpPr>
          <p:cNvPr id="46086" name="Text Box 6"/>
          <p:cNvSpPr txBox="1">
            <a:spLocks noChangeArrowheads="1"/>
          </p:cNvSpPr>
          <p:nvPr/>
        </p:nvSpPr>
        <p:spPr bwMode="auto">
          <a:xfrm>
            <a:off x="347869" y="1762402"/>
            <a:ext cx="946150" cy="396875"/>
          </a:xfrm>
          <a:prstGeom prst="rect">
            <a:avLst/>
          </a:prstGeom>
          <a:solidFill>
            <a:srgbClr val="FFFF00"/>
          </a:solidFill>
          <a:ln>
            <a:noFill/>
          </a:ln>
        </p:spPr>
        <p:txBody>
          <a:bodyPr wrap="none">
            <a:spAutoFit/>
          </a:bodyPr>
          <a:lstStyle>
            <a:lvl1pPr eaLnBrk="0" hangingPunct="0">
              <a:defRPr kumimoji="1" sz="2000">
                <a:solidFill>
                  <a:srgbClr val="000099"/>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rgbClr val="000099"/>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rgbClr val="000099"/>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rgbClr val="000099"/>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lnSpc>
                <a:spcPct val="100000"/>
              </a:lnSpc>
              <a:buFontTx/>
              <a:buNone/>
            </a:pPr>
            <a:r>
              <a:rPr lang="en-US" altLang="zh-CN" b="1" dirty="0"/>
              <a:t>6407</a:t>
            </a:r>
            <a:r>
              <a:rPr lang="zh-CN" altLang="en-US" b="1" dirty="0"/>
              <a:t>：</a:t>
            </a:r>
            <a:endParaRPr lang="zh-CN" altLang="en-US" b="1" dirty="0"/>
          </a:p>
        </p:txBody>
      </p:sp>
      <p:sp>
        <p:nvSpPr>
          <p:cNvPr id="46087" name="Text Box 7"/>
          <p:cNvSpPr txBox="1">
            <a:spLocks noChangeArrowheads="1"/>
          </p:cNvSpPr>
          <p:nvPr/>
        </p:nvSpPr>
        <p:spPr bwMode="auto">
          <a:xfrm>
            <a:off x="1424057" y="1540979"/>
            <a:ext cx="7322378" cy="830997"/>
          </a:xfrm>
          <a:prstGeom prst="rect">
            <a:avLst/>
          </a:prstGeom>
          <a:noFill/>
          <a:ln w="19050">
            <a:solidFill>
              <a:schemeClr val="tx2">
                <a:lumMod val="60000"/>
                <a:lumOff val="40000"/>
              </a:schemeClr>
            </a:solidFill>
            <a:miter lim="800000"/>
          </a:ln>
          <a:extLst>
            <a:ext uri="{909E8E84-426E-40DD-AFC4-6F175D3DCCD1}">
              <a14:hiddenFill xmlns:a14="http://schemas.microsoft.com/office/drawing/2010/main">
                <a:solidFill>
                  <a:srgbClr val="FFFFFF"/>
                </a:solidFill>
              </a14:hiddenFill>
            </a:ext>
          </a:extLst>
        </p:spPr>
        <p:txBody>
          <a:bodyPr wrap="square">
            <a:spAutoFit/>
          </a:bodyPr>
          <a:lstStyle>
            <a:lvl1pPr eaLnBrk="0" hangingPunct="0">
              <a:defRPr kumimoji="1" sz="2000">
                <a:solidFill>
                  <a:srgbClr val="000099"/>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rgbClr val="000099"/>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rgbClr val="000099"/>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rgbClr val="000099"/>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buFontTx/>
              <a:buNone/>
            </a:pPr>
            <a:r>
              <a:rPr lang="en-US" altLang="zh-CN" dirty="0"/>
              <a:t>6─</a:t>
            </a:r>
            <a:r>
              <a:rPr lang="zh-CN" altLang="en-US" dirty="0"/>
              <a:t>深沟球轴承，</a:t>
            </a:r>
            <a:r>
              <a:rPr lang="en-US" altLang="zh-CN" dirty="0"/>
              <a:t>4─</a:t>
            </a:r>
            <a:r>
              <a:rPr lang="zh-CN" altLang="en-US" dirty="0"/>
              <a:t>系重列，</a:t>
            </a:r>
            <a:r>
              <a:rPr lang="en-US" altLang="zh-CN" dirty="0"/>
              <a:t>07 ─</a:t>
            </a:r>
            <a:r>
              <a:rPr lang="zh-CN" altLang="en-US" dirty="0"/>
              <a:t>内径</a:t>
            </a:r>
            <a:r>
              <a:rPr lang="en-US" altLang="zh-CN" i="1" dirty="0"/>
              <a:t>d</a:t>
            </a:r>
            <a:r>
              <a:rPr lang="en-US" altLang="zh-CN" dirty="0"/>
              <a:t>=35mm</a:t>
            </a:r>
            <a:r>
              <a:rPr lang="zh-CN" altLang="en-US" dirty="0"/>
              <a:t>， 公差等级为</a:t>
            </a:r>
            <a:r>
              <a:rPr lang="en-US" altLang="zh-CN" dirty="0"/>
              <a:t>0</a:t>
            </a:r>
            <a:r>
              <a:rPr lang="zh-CN" altLang="en-US" dirty="0"/>
              <a:t>级，游隙组</a:t>
            </a:r>
            <a:r>
              <a:rPr lang="zh-CN" altLang="en-US" dirty="0" smtClean="0"/>
              <a:t>为</a:t>
            </a:r>
            <a:r>
              <a:rPr lang="en-US" altLang="zh-CN" dirty="0" smtClean="0"/>
              <a:t>N</a:t>
            </a:r>
            <a:r>
              <a:rPr lang="zh-CN" altLang="en-US" dirty="0" smtClean="0"/>
              <a:t>组</a:t>
            </a:r>
            <a:r>
              <a:rPr lang="zh-CN" altLang="en-US" dirty="0"/>
              <a:t>； </a:t>
            </a:r>
            <a:endParaRPr lang="zh-CN" altLang="en-US" dirty="0"/>
          </a:p>
        </p:txBody>
      </p:sp>
      <p:sp>
        <p:nvSpPr>
          <p:cNvPr id="46088" name="Text Box 8"/>
          <p:cNvSpPr txBox="1">
            <a:spLocks noChangeArrowheads="1"/>
          </p:cNvSpPr>
          <p:nvPr/>
        </p:nvSpPr>
        <p:spPr bwMode="auto">
          <a:xfrm>
            <a:off x="129209" y="2633456"/>
            <a:ext cx="1355725" cy="396875"/>
          </a:xfrm>
          <a:prstGeom prst="rect">
            <a:avLst/>
          </a:prstGeom>
          <a:solidFill>
            <a:srgbClr val="FFFF00"/>
          </a:solidFill>
          <a:ln>
            <a:noFill/>
          </a:ln>
        </p:spPr>
        <p:txBody>
          <a:bodyPr wrap="none">
            <a:spAutoFit/>
          </a:bodyPr>
          <a:lstStyle>
            <a:lvl1pPr eaLnBrk="0" hangingPunct="0">
              <a:defRPr kumimoji="1" sz="2000">
                <a:solidFill>
                  <a:srgbClr val="000099"/>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rgbClr val="000099"/>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rgbClr val="000099"/>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rgbClr val="000099"/>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lnSpc>
                <a:spcPct val="100000"/>
              </a:lnSpc>
              <a:buFontTx/>
              <a:buNone/>
            </a:pPr>
            <a:r>
              <a:rPr lang="en-US" altLang="zh-CN" b="1"/>
              <a:t>N206/P5</a:t>
            </a:r>
            <a:r>
              <a:rPr lang="zh-CN" altLang="en-US" b="1"/>
              <a:t>：</a:t>
            </a:r>
            <a:endParaRPr lang="zh-CN" altLang="en-US" b="1"/>
          </a:p>
        </p:txBody>
      </p:sp>
      <p:sp>
        <p:nvSpPr>
          <p:cNvPr id="46089" name="Text Box 9"/>
          <p:cNvSpPr txBox="1">
            <a:spLocks noChangeArrowheads="1"/>
          </p:cNvSpPr>
          <p:nvPr/>
        </p:nvSpPr>
        <p:spPr bwMode="auto">
          <a:xfrm>
            <a:off x="1502535" y="2450205"/>
            <a:ext cx="7323413" cy="829945"/>
          </a:xfrm>
          <a:prstGeom prst="rect">
            <a:avLst/>
          </a:prstGeom>
          <a:noFill/>
          <a:ln w="19050">
            <a:solidFill>
              <a:srgbClr val="00B0F0"/>
            </a:solidFill>
            <a:miter lim="800000"/>
          </a:ln>
          <a:extLst>
            <a:ext uri="{909E8E84-426E-40DD-AFC4-6F175D3DCCD1}">
              <a14:hiddenFill xmlns:a14="http://schemas.microsoft.com/office/drawing/2010/main">
                <a:solidFill>
                  <a:srgbClr val="FFFFFF"/>
                </a:solidFill>
              </a14:hiddenFill>
            </a:ext>
          </a:extLst>
        </p:spPr>
        <p:txBody>
          <a:bodyPr wrap="square">
            <a:spAutoFit/>
          </a:bodyPr>
          <a:lstStyle>
            <a:lvl1pPr eaLnBrk="0" hangingPunct="0">
              <a:defRPr kumimoji="1" sz="2000">
                <a:solidFill>
                  <a:srgbClr val="000099"/>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rgbClr val="000099"/>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rgbClr val="000099"/>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rgbClr val="000099"/>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buFontTx/>
              <a:buNone/>
            </a:pPr>
            <a:r>
              <a:rPr lang="en-US" altLang="zh-CN" dirty="0"/>
              <a:t>N─</a:t>
            </a:r>
            <a:r>
              <a:rPr lang="zh-CN" altLang="en-US" dirty="0"/>
              <a:t>圆柱滚子轴承，</a:t>
            </a:r>
            <a:r>
              <a:rPr lang="en-US" altLang="zh-CN" dirty="0"/>
              <a:t>2─</a:t>
            </a:r>
            <a:r>
              <a:rPr lang="zh-CN" altLang="en-US" dirty="0"/>
              <a:t>轻系列，</a:t>
            </a:r>
            <a:r>
              <a:rPr lang="en-US" altLang="zh-CN" dirty="0"/>
              <a:t>06─</a:t>
            </a:r>
            <a:r>
              <a:rPr lang="zh-CN" altLang="en-US" dirty="0"/>
              <a:t>内径</a:t>
            </a:r>
            <a:r>
              <a:rPr lang="en-US" altLang="zh-CN" i="1" dirty="0"/>
              <a:t>d</a:t>
            </a:r>
            <a:r>
              <a:rPr lang="en-US" altLang="zh-CN" dirty="0"/>
              <a:t>=30mm</a:t>
            </a:r>
            <a:r>
              <a:rPr lang="zh-CN" altLang="en-US" dirty="0"/>
              <a:t>，公差等级为</a:t>
            </a:r>
            <a:endParaRPr lang="zh-CN" altLang="en-US" dirty="0"/>
          </a:p>
          <a:p>
            <a:pPr eaLnBrk="1" hangingPunct="1">
              <a:buFontTx/>
              <a:buNone/>
            </a:pPr>
            <a:r>
              <a:rPr lang="en-US" altLang="zh-CN" dirty="0"/>
              <a:t>5</a:t>
            </a:r>
            <a:r>
              <a:rPr lang="zh-CN" altLang="en-US" dirty="0"/>
              <a:t>级，游隙组为</a:t>
            </a:r>
            <a:r>
              <a:rPr lang="en-US" altLang="zh-CN" dirty="0"/>
              <a:t>N</a:t>
            </a:r>
            <a:r>
              <a:rPr lang="zh-CN" altLang="en-US" dirty="0"/>
              <a:t>组；</a:t>
            </a:r>
            <a:endParaRPr lang="zh-CN" altLang="en-US" dirty="0"/>
          </a:p>
        </p:txBody>
      </p:sp>
      <p:sp>
        <p:nvSpPr>
          <p:cNvPr id="46090" name="Text Box 10"/>
          <p:cNvSpPr txBox="1">
            <a:spLocks noChangeArrowheads="1"/>
          </p:cNvSpPr>
          <p:nvPr/>
        </p:nvSpPr>
        <p:spPr bwMode="auto">
          <a:xfrm>
            <a:off x="139148" y="3607974"/>
            <a:ext cx="1560443" cy="400050"/>
          </a:xfrm>
          <a:prstGeom prst="rect">
            <a:avLst/>
          </a:prstGeom>
          <a:solidFill>
            <a:srgbClr val="FFFF00"/>
          </a:solidFill>
          <a:ln>
            <a:noFill/>
          </a:ln>
        </p:spPr>
        <p:txBody>
          <a:bodyPr wrap="square">
            <a:spAutoFit/>
          </a:bodyPr>
          <a:lstStyle>
            <a:lvl1pPr eaLnBrk="0" hangingPunct="0">
              <a:defRPr kumimoji="1" sz="2000">
                <a:solidFill>
                  <a:srgbClr val="000099"/>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rgbClr val="000099"/>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rgbClr val="000099"/>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rgbClr val="000099"/>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lnSpc>
                <a:spcPct val="100000"/>
              </a:lnSpc>
              <a:buFontTx/>
              <a:buNone/>
            </a:pPr>
            <a:r>
              <a:rPr lang="en-US" altLang="zh-CN" b="1" dirty="0" smtClean="0"/>
              <a:t>7310AC/P5</a:t>
            </a:r>
            <a:r>
              <a:rPr lang="zh-CN" altLang="en-US" b="1" dirty="0"/>
              <a:t>：</a:t>
            </a:r>
            <a:endParaRPr lang="zh-CN" altLang="en-US" b="1" dirty="0"/>
          </a:p>
        </p:txBody>
      </p:sp>
      <p:sp>
        <p:nvSpPr>
          <p:cNvPr id="46091" name="Text Box 11"/>
          <p:cNvSpPr txBox="1">
            <a:spLocks noChangeArrowheads="1"/>
          </p:cNvSpPr>
          <p:nvPr/>
        </p:nvSpPr>
        <p:spPr bwMode="auto">
          <a:xfrm>
            <a:off x="1732585" y="3426308"/>
            <a:ext cx="7073486" cy="830262"/>
          </a:xfrm>
          <a:prstGeom prst="rect">
            <a:avLst/>
          </a:prstGeom>
          <a:noFill/>
          <a:ln w="19050">
            <a:solidFill>
              <a:schemeClr val="tx2">
                <a:lumMod val="60000"/>
                <a:lumOff val="40000"/>
              </a:schemeClr>
            </a:solidFill>
            <a:miter lim="800000"/>
          </a:ln>
          <a:extLst>
            <a:ext uri="{909E8E84-426E-40DD-AFC4-6F175D3DCCD1}">
              <a14:hiddenFill xmlns:a14="http://schemas.microsoft.com/office/drawing/2010/main">
                <a:solidFill>
                  <a:srgbClr val="FFFFFF"/>
                </a:solidFill>
              </a14:hiddenFill>
            </a:ext>
          </a:extLst>
        </p:spPr>
        <p:txBody>
          <a:bodyPr wrap="square">
            <a:spAutoFit/>
          </a:bodyPr>
          <a:lstStyle>
            <a:lvl1pPr eaLnBrk="0" hangingPunct="0">
              <a:defRPr kumimoji="1" sz="2000">
                <a:solidFill>
                  <a:srgbClr val="000099"/>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rgbClr val="000099"/>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rgbClr val="000099"/>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rgbClr val="000099"/>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buFontTx/>
              <a:buNone/>
            </a:pPr>
            <a:r>
              <a:rPr lang="en-US" altLang="zh-CN" dirty="0"/>
              <a:t>7—</a:t>
            </a:r>
            <a:r>
              <a:rPr lang="zh-CN" altLang="en-US" dirty="0"/>
              <a:t>角接触球轴承，</a:t>
            </a:r>
            <a:r>
              <a:rPr lang="en-US" altLang="zh-CN" dirty="0"/>
              <a:t> 3─</a:t>
            </a:r>
            <a:r>
              <a:rPr lang="zh-CN" altLang="en-US" dirty="0"/>
              <a:t>中系重列，</a:t>
            </a:r>
            <a:r>
              <a:rPr lang="en-US" altLang="zh-CN" dirty="0"/>
              <a:t>10 ─</a:t>
            </a:r>
            <a:r>
              <a:rPr lang="zh-CN" altLang="en-US" dirty="0"/>
              <a:t>内径</a:t>
            </a:r>
            <a:r>
              <a:rPr lang="en-US" altLang="zh-CN" i="1" dirty="0"/>
              <a:t>d</a:t>
            </a:r>
            <a:r>
              <a:rPr lang="en-US" altLang="zh-CN" dirty="0"/>
              <a:t>=50mm</a:t>
            </a:r>
            <a:r>
              <a:rPr lang="zh-CN" altLang="en-US" dirty="0"/>
              <a:t>，接触角</a:t>
            </a:r>
            <a:r>
              <a:rPr lang="en-US" altLang="zh-CN" dirty="0"/>
              <a:t>25°,</a:t>
            </a:r>
            <a:r>
              <a:rPr lang="zh-CN" altLang="en-US" dirty="0"/>
              <a:t>公差等级为</a:t>
            </a:r>
            <a:r>
              <a:rPr lang="en-US" altLang="zh-CN" dirty="0"/>
              <a:t>5</a:t>
            </a:r>
            <a:r>
              <a:rPr lang="zh-CN" altLang="en-US" dirty="0"/>
              <a:t>级，游隙组</a:t>
            </a:r>
            <a:r>
              <a:rPr lang="zh-CN" altLang="en-US" dirty="0" smtClean="0"/>
              <a:t>为</a:t>
            </a:r>
            <a:r>
              <a:rPr lang="en-US" altLang="zh-CN" dirty="0" smtClean="0"/>
              <a:t>N</a:t>
            </a:r>
            <a:r>
              <a:rPr lang="zh-CN" altLang="en-US" dirty="0" smtClean="0"/>
              <a:t>组</a:t>
            </a:r>
            <a:r>
              <a:rPr lang="zh-CN" altLang="en-US" dirty="0"/>
              <a:t>。</a:t>
            </a:r>
            <a:endParaRPr lang="zh-CN" altLang="en-US" dirty="0"/>
          </a:p>
        </p:txBody>
      </p:sp>
      <p:sp>
        <p:nvSpPr>
          <p:cNvPr id="46092" name="Text Box 12"/>
          <p:cNvSpPr txBox="1">
            <a:spLocks noChangeArrowheads="1"/>
          </p:cNvSpPr>
          <p:nvPr/>
        </p:nvSpPr>
        <p:spPr bwMode="auto">
          <a:xfrm>
            <a:off x="272844" y="4567306"/>
            <a:ext cx="949670" cy="400110"/>
          </a:xfrm>
          <a:prstGeom prst="rect">
            <a:avLst/>
          </a:prstGeom>
          <a:solidFill>
            <a:srgbClr val="FFFF00"/>
          </a:solidFill>
          <a:ln>
            <a:noFill/>
          </a:ln>
        </p:spPr>
        <p:txBody>
          <a:bodyPr wrap="square">
            <a:spAutoFit/>
          </a:bodyPr>
          <a:lstStyle>
            <a:lvl1pPr eaLnBrk="0" hangingPunct="0">
              <a:defRPr kumimoji="1" sz="2000">
                <a:solidFill>
                  <a:srgbClr val="000099"/>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rgbClr val="000099"/>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rgbClr val="000099"/>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rgbClr val="000099"/>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lnSpc>
                <a:spcPct val="100000"/>
              </a:lnSpc>
              <a:buFontTx/>
              <a:buNone/>
            </a:pPr>
            <a:r>
              <a:rPr lang="en-US" altLang="zh-CN" b="1" dirty="0"/>
              <a:t>30213</a:t>
            </a:r>
            <a:r>
              <a:rPr lang="zh-CN" altLang="en-US" b="1" dirty="0"/>
              <a:t>：</a:t>
            </a:r>
            <a:endParaRPr lang="zh-CN" altLang="en-US" b="1" dirty="0"/>
          </a:p>
        </p:txBody>
      </p:sp>
      <p:sp>
        <p:nvSpPr>
          <p:cNvPr id="46093" name="Text Box 13"/>
          <p:cNvSpPr txBox="1">
            <a:spLocks noChangeArrowheads="1"/>
          </p:cNvSpPr>
          <p:nvPr/>
        </p:nvSpPr>
        <p:spPr bwMode="auto">
          <a:xfrm>
            <a:off x="1609658" y="4423812"/>
            <a:ext cx="7206352" cy="830997"/>
          </a:xfrm>
          <a:prstGeom prst="rect">
            <a:avLst/>
          </a:prstGeom>
          <a:noFill/>
          <a:ln w="19050">
            <a:solidFill>
              <a:srgbClr val="0000FF"/>
            </a:solidFill>
            <a:miter lim="800000"/>
          </a:ln>
          <a:extLst>
            <a:ext uri="{909E8E84-426E-40DD-AFC4-6F175D3DCCD1}">
              <a14:hiddenFill xmlns:a14="http://schemas.microsoft.com/office/drawing/2010/main">
                <a:solidFill>
                  <a:srgbClr val="FFFFFF"/>
                </a:solidFill>
              </a14:hiddenFill>
            </a:ext>
          </a:extLst>
        </p:spPr>
        <p:txBody>
          <a:bodyPr wrap="square">
            <a:spAutoFit/>
          </a:bodyPr>
          <a:lstStyle>
            <a:lvl1pPr eaLnBrk="0" hangingPunct="0">
              <a:defRPr kumimoji="1" sz="2000">
                <a:solidFill>
                  <a:srgbClr val="000099"/>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rgbClr val="000099"/>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rgbClr val="000099"/>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rgbClr val="000099"/>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buFontTx/>
              <a:buNone/>
            </a:pPr>
            <a:r>
              <a:rPr lang="en-US" altLang="zh-CN" dirty="0"/>
              <a:t>3─</a:t>
            </a:r>
            <a:r>
              <a:rPr lang="zh-CN" altLang="en-US" dirty="0"/>
              <a:t>圆锥滚子轴承</a:t>
            </a:r>
            <a:r>
              <a:rPr lang="zh-CN" altLang="en-US" dirty="0" smtClean="0"/>
              <a:t>，</a:t>
            </a:r>
            <a:r>
              <a:rPr lang="en-US" altLang="zh-CN" dirty="0"/>
              <a:t>0─</a:t>
            </a:r>
            <a:r>
              <a:rPr lang="zh-CN" altLang="en-US" dirty="0"/>
              <a:t>正常宽度</a:t>
            </a:r>
            <a:r>
              <a:rPr lang="en-US" altLang="zh-CN" dirty="0"/>
              <a:t>(</a:t>
            </a:r>
            <a:r>
              <a:rPr lang="en-US" altLang="zh-CN" dirty="0">
                <a:solidFill>
                  <a:srgbClr val="CC0000"/>
                </a:solidFill>
              </a:rPr>
              <a:t>0</a:t>
            </a:r>
            <a:r>
              <a:rPr lang="zh-CN" altLang="en-US" dirty="0">
                <a:solidFill>
                  <a:srgbClr val="CC0000"/>
                </a:solidFill>
              </a:rPr>
              <a:t>不可省略</a:t>
            </a:r>
            <a:r>
              <a:rPr lang="en-US" altLang="zh-CN" dirty="0"/>
              <a:t>)</a:t>
            </a:r>
            <a:r>
              <a:rPr lang="zh-CN" altLang="en-US" dirty="0"/>
              <a:t>，</a:t>
            </a:r>
            <a:r>
              <a:rPr lang="en-US" altLang="zh-CN" dirty="0" smtClean="0"/>
              <a:t>2</a:t>
            </a:r>
            <a:r>
              <a:rPr lang="en-US" altLang="zh-CN" dirty="0"/>
              <a:t>─</a:t>
            </a:r>
            <a:r>
              <a:rPr lang="zh-CN" altLang="en-US" dirty="0"/>
              <a:t>轻系列，</a:t>
            </a:r>
            <a:r>
              <a:rPr lang="en-US" altLang="zh-CN" dirty="0"/>
              <a:t>13─</a:t>
            </a:r>
            <a:r>
              <a:rPr lang="zh-CN" altLang="en-US" dirty="0"/>
              <a:t>内径</a:t>
            </a:r>
            <a:r>
              <a:rPr lang="en-US" altLang="zh-CN" i="1" dirty="0"/>
              <a:t>d</a:t>
            </a:r>
            <a:r>
              <a:rPr lang="en-US" altLang="zh-CN" dirty="0"/>
              <a:t>=65mm</a:t>
            </a:r>
            <a:r>
              <a:rPr lang="zh-CN" altLang="en-US" dirty="0" smtClean="0"/>
              <a:t>，公差等级</a:t>
            </a:r>
            <a:r>
              <a:rPr lang="zh-CN" altLang="en-US" dirty="0"/>
              <a:t>为</a:t>
            </a:r>
            <a:r>
              <a:rPr lang="en-US" altLang="zh-CN" dirty="0"/>
              <a:t>0</a:t>
            </a:r>
            <a:r>
              <a:rPr lang="zh-CN" altLang="en-US" dirty="0"/>
              <a:t>级，游隙组</a:t>
            </a:r>
            <a:r>
              <a:rPr lang="zh-CN" altLang="en-US" dirty="0" smtClean="0"/>
              <a:t>为</a:t>
            </a:r>
            <a:r>
              <a:rPr lang="en-US" altLang="zh-CN" dirty="0" smtClean="0"/>
              <a:t>N</a:t>
            </a:r>
            <a:r>
              <a:rPr lang="zh-CN" altLang="en-US" dirty="0" smtClean="0"/>
              <a:t>组</a:t>
            </a:r>
            <a:r>
              <a:rPr lang="zh-CN" altLang="en-US" dirty="0"/>
              <a:t>；</a:t>
            </a:r>
            <a:endParaRPr lang="zh-CN" altLang="en-US" dirty="0"/>
          </a:p>
        </p:txBody>
      </p:sp>
      <p:sp>
        <p:nvSpPr>
          <p:cNvPr id="46094" name="Text Box 14"/>
          <p:cNvSpPr txBox="1">
            <a:spLocks noChangeArrowheads="1"/>
          </p:cNvSpPr>
          <p:nvPr/>
        </p:nvSpPr>
        <p:spPr bwMode="auto">
          <a:xfrm>
            <a:off x="322540" y="5554180"/>
            <a:ext cx="946150" cy="396875"/>
          </a:xfrm>
          <a:prstGeom prst="rect">
            <a:avLst/>
          </a:prstGeom>
          <a:solidFill>
            <a:srgbClr val="FFFF00"/>
          </a:solidFill>
          <a:ln>
            <a:noFill/>
          </a:ln>
        </p:spPr>
        <p:txBody>
          <a:bodyPr wrap="none">
            <a:spAutoFit/>
          </a:bodyPr>
          <a:lstStyle>
            <a:lvl1pPr eaLnBrk="0" hangingPunct="0">
              <a:defRPr kumimoji="1" sz="2000">
                <a:solidFill>
                  <a:srgbClr val="000099"/>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rgbClr val="000099"/>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rgbClr val="000099"/>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rgbClr val="000099"/>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lnSpc>
                <a:spcPct val="100000"/>
              </a:lnSpc>
              <a:buFontTx/>
              <a:buNone/>
            </a:pPr>
            <a:r>
              <a:rPr lang="en-US" altLang="zh-CN" b="1" dirty="0"/>
              <a:t>6203</a:t>
            </a:r>
            <a:r>
              <a:rPr lang="zh-CN" altLang="en-US" b="1" dirty="0"/>
              <a:t>：</a:t>
            </a:r>
            <a:endParaRPr lang="zh-CN" altLang="en-US" b="1" dirty="0"/>
          </a:p>
        </p:txBody>
      </p:sp>
      <p:sp>
        <p:nvSpPr>
          <p:cNvPr id="46095" name="Text Box 15"/>
          <p:cNvSpPr txBox="1">
            <a:spLocks noChangeArrowheads="1"/>
          </p:cNvSpPr>
          <p:nvPr/>
        </p:nvSpPr>
        <p:spPr bwMode="auto">
          <a:xfrm>
            <a:off x="1601650" y="5444919"/>
            <a:ext cx="7194481" cy="830997"/>
          </a:xfrm>
          <a:prstGeom prst="rect">
            <a:avLst/>
          </a:prstGeom>
          <a:noFill/>
          <a:ln w="19050">
            <a:solidFill>
              <a:schemeClr val="tx2">
                <a:lumMod val="60000"/>
                <a:lumOff val="40000"/>
              </a:schemeClr>
            </a:solidFill>
            <a:miter lim="800000"/>
          </a:ln>
          <a:extLst>
            <a:ext uri="{909E8E84-426E-40DD-AFC4-6F175D3DCCD1}">
              <a14:hiddenFill xmlns:a14="http://schemas.microsoft.com/office/drawing/2010/main">
                <a:solidFill>
                  <a:srgbClr val="FFFFFF"/>
                </a:solidFill>
              </a14:hiddenFill>
            </a:ext>
          </a:extLst>
        </p:spPr>
        <p:txBody>
          <a:bodyPr wrap="square">
            <a:spAutoFit/>
          </a:bodyPr>
          <a:lstStyle>
            <a:lvl1pPr eaLnBrk="0" hangingPunct="0">
              <a:defRPr kumimoji="1" sz="2000">
                <a:solidFill>
                  <a:srgbClr val="000099"/>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rgbClr val="000099"/>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rgbClr val="000099"/>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rgbClr val="000099"/>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buFontTx/>
              <a:buNone/>
            </a:pPr>
            <a:r>
              <a:rPr lang="en-US" altLang="zh-CN" dirty="0"/>
              <a:t>6─</a:t>
            </a:r>
            <a:r>
              <a:rPr lang="zh-CN" altLang="en-US" dirty="0"/>
              <a:t>深沟球轴承，</a:t>
            </a:r>
            <a:r>
              <a:rPr lang="en-US" altLang="zh-CN" dirty="0"/>
              <a:t>2─</a:t>
            </a:r>
            <a:r>
              <a:rPr lang="zh-CN" altLang="en-US" dirty="0"/>
              <a:t>轻系列，</a:t>
            </a:r>
            <a:r>
              <a:rPr lang="en-US" altLang="zh-CN" dirty="0"/>
              <a:t>03─</a:t>
            </a:r>
            <a:r>
              <a:rPr lang="zh-CN" altLang="en-US" dirty="0"/>
              <a:t>内径</a:t>
            </a:r>
            <a:r>
              <a:rPr lang="en-US" altLang="zh-CN" i="1" dirty="0"/>
              <a:t>d</a:t>
            </a:r>
            <a:r>
              <a:rPr lang="en-US" altLang="zh-CN" dirty="0"/>
              <a:t>=</a:t>
            </a:r>
            <a:r>
              <a:rPr lang="en-US" altLang="zh-CN" dirty="0">
                <a:solidFill>
                  <a:srgbClr val="CC3300"/>
                </a:solidFill>
              </a:rPr>
              <a:t>17</a:t>
            </a:r>
            <a:r>
              <a:rPr lang="en-US" altLang="zh-CN" dirty="0"/>
              <a:t>mm</a:t>
            </a:r>
            <a:r>
              <a:rPr lang="zh-CN" altLang="en-US" dirty="0"/>
              <a:t>，公差等级为</a:t>
            </a:r>
            <a:r>
              <a:rPr lang="en-US" altLang="zh-CN" dirty="0"/>
              <a:t>0</a:t>
            </a:r>
            <a:r>
              <a:rPr lang="zh-CN" altLang="en-US" dirty="0"/>
              <a:t>级，游隙组</a:t>
            </a:r>
            <a:r>
              <a:rPr lang="zh-CN" altLang="en-US" dirty="0" smtClean="0"/>
              <a:t>为</a:t>
            </a:r>
            <a:r>
              <a:rPr lang="en-US" altLang="zh-CN" dirty="0" smtClean="0"/>
              <a:t>N</a:t>
            </a:r>
            <a:r>
              <a:rPr lang="zh-CN" altLang="en-US" dirty="0" smtClean="0"/>
              <a:t>组</a:t>
            </a:r>
            <a:r>
              <a:rPr lang="zh-CN" altLang="en-US" dirty="0"/>
              <a:t>；</a:t>
            </a:r>
            <a:endParaRPr lang="zh-CN" altLang="en-US" dirty="0"/>
          </a:p>
        </p:txBody>
      </p:sp>
      <p:pic>
        <p:nvPicPr>
          <p:cNvPr id="46097" name="Picture 17" descr="back1">
            <a:hlinkClick r:id="" action="ppaction://hlinkshowjump?jump=previousslide"/>
          </p:cNvPr>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8802688" y="6489700"/>
            <a:ext cx="306387" cy="306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6099" name="Picture 19" descr="rewind1">
            <a:hlinkClick r:id="" action="ppaction://hlinkshowjump?jump=firstslide"/>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353425" y="6489700"/>
            <a:ext cx="306388" cy="306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6100" name="Text Box 20"/>
          <p:cNvSpPr txBox="1">
            <a:spLocks noChangeArrowheads="1"/>
          </p:cNvSpPr>
          <p:nvPr/>
        </p:nvSpPr>
        <p:spPr bwMode="auto">
          <a:xfrm>
            <a:off x="7982778" y="5829162"/>
            <a:ext cx="9271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57150">
                <a:solidFill>
                  <a:srgbClr val="000000"/>
                </a:solidFill>
                <a:miter lim="800000"/>
                <a:headEnd/>
                <a:tailEnd/>
              </a14:hiddenLine>
            </a:ext>
          </a:extLst>
        </p:spPr>
        <p:txBody>
          <a:bodyPr>
            <a:spAutoFit/>
          </a:bodyPr>
          <a:lstStyle>
            <a:lvl1pPr eaLnBrk="0" hangingPunct="0">
              <a:defRPr kumimoji="1" sz="2000">
                <a:solidFill>
                  <a:srgbClr val="000099"/>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rgbClr val="000099"/>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rgbClr val="000099"/>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rgbClr val="000099"/>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9pPr>
          </a:lstStyle>
          <a:p>
            <a:pPr algn="ctr" eaLnBrk="1" hangingPunct="1">
              <a:lnSpc>
                <a:spcPct val="100000"/>
              </a:lnSpc>
              <a:spcBef>
                <a:spcPct val="50000"/>
              </a:spcBef>
              <a:buFontTx/>
              <a:buNone/>
            </a:pPr>
            <a:r>
              <a:rPr lang="en-US" altLang="zh-CN" sz="1800">
                <a:latin typeface="华文中宋" panose="02010600040101010101" pitchFamily="2" charset="-122"/>
              </a:rPr>
              <a:t>  </a:t>
            </a:r>
            <a:endParaRPr lang="en-US" altLang="zh-CN" sz="1800">
              <a:latin typeface="华文中宋" panose="02010600040101010101" pitchFamily="2" charset="-122"/>
            </a:endParaRPr>
          </a:p>
        </p:txBody>
      </p:sp>
      <p:sp>
        <p:nvSpPr>
          <p:cNvPr id="18450" name="直接连接符 6"/>
          <p:cNvSpPr>
            <a:spLocks noChangeShapeType="1"/>
          </p:cNvSpPr>
          <p:nvPr/>
        </p:nvSpPr>
        <p:spPr bwMode="auto">
          <a:xfrm>
            <a:off x="0" y="765175"/>
            <a:ext cx="9144000" cy="0"/>
          </a:xfrm>
          <a:prstGeom prst="line">
            <a:avLst/>
          </a:prstGeom>
          <a:noFill/>
          <a:ln w="28575">
            <a:solidFill>
              <a:srgbClr val="CC3300"/>
            </a:solidFill>
            <a:miter lim="800000"/>
          </a:ln>
          <a:extLst>
            <a:ext uri="{909E8E84-426E-40DD-AFC4-6F175D3DCCD1}">
              <a14:hiddenFill xmlns:a14="http://schemas.microsoft.com/office/drawing/2010/main">
                <a:noFill/>
              </a14:hiddenFill>
            </a:ext>
          </a:extLst>
        </p:spPr>
        <p:txBody>
          <a:bodyPr/>
          <a:lstStyle/>
          <a:p>
            <a:endParaRPr lang="zh-CN" altLang="en-US"/>
          </a:p>
        </p:txBody>
      </p:sp>
      <p:sp>
        <p:nvSpPr>
          <p:cNvPr id="4" name="Rectangle 4"/>
          <p:cNvSpPr>
            <a:spLocks noChangeArrowheads="1"/>
          </p:cNvSpPr>
          <p:nvPr/>
        </p:nvSpPr>
        <p:spPr bwMode="auto">
          <a:xfrm>
            <a:off x="1882334" y="258831"/>
            <a:ext cx="732790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tIns="36000" bIns="72000" anchor="ctr" anchorCtr="1"/>
          <a:lstStyle>
            <a:lvl1pPr eaLnBrk="0" hangingPunct="0">
              <a:defRPr kumimoji="1" sz="2000">
                <a:solidFill>
                  <a:srgbClr val="000099"/>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rgbClr val="000099"/>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rgbClr val="000099"/>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rgbClr val="000099"/>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lnSpc>
                <a:spcPct val="100000"/>
              </a:lnSpc>
              <a:buFontTx/>
              <a:buNone/>
            </a:pPr>
            <a:r>
              <a:rPr lang="en-US" altLang="zh-CN" sz="3000" dirty="0" smtClean="0">
                <a:solidFill>
                  <a:srgbClr val="CC3300"/>
                </a:solidFill>
                <a:latin typeface="黑体" panose="02010609060101010101" pitchFamily="49" charset="-122"/>
                <a:ea typeface="黑体" panose="02010609060101010101" pitchFamily="49" charset="-122"/>
              </a:rPr>
              <a:t>3.6-2 </a:t>
            </a:r>
            <a:r>
              <a:rPr lang="zh-CN" altLang="en-US" sz="3000" dirty="0">
                <a:solidFill>
                  <a:srgbClr val="CC3300"/>
                </a:solidFill>
                <a:latin typeface="黑体" panose="02010609060101010101" pitchFamily="49" charset="-122"/>
                <a:ea typeface="黑体" panose="02010609060101010101" pitchFamily="49" charset="-122"/>
              </a:rPr>
              <a:t>滚动轴承的主要</a:t>
            </a:r>
            <a:r>
              <a:rPr lang="zh-CN" altLang="en-US" sz="3000" dirty="0" smtClean="0">
                <a:solidFill>
                  <a:srgbClr val="CC3300"/>
                </a:solidFill>
                <a:latin typeface="黑体" panose="02010609060101010101" pitchFamily="49" charset="-122"/>
                <a:ea typeface="黑体" panose="02010609060101010101" pitchFamily="49" charset="-122"/>
              </a:rPr>
              <a:t>类型及代号</a:t>
            </a:r>
            <a:endParaRPr lang="zh-CN" altLang="en-US" sz="3000" dirty="0">
              <a:solidFill>
                <a:srgbClr val="CC3300"/>
              </a:solidFill>
              <a:latin typeface="黑体" panose="02010609060101010101" pitchFamily="49" charset="-122"/>
              <a:ea typeface="黑体" panose="02010609060101010101" pitchFamily="49" charset="-122"/>
            </a:endParaRPr>
          </a:p>
        </p:txBody>
      </p:sp>
    </p:spTree>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46085"/>
                                        </p:tgtEl>
                                        <p:attrNameLst>
                                          <p:attrName>style.visibility</p:attrName>
                                        </p:attrNameLst>
                                      </p:cBhvr>
                                      <p:to>
                                        <p:strVal val="visible"/>
                                      </p:to>
                                    </p:set>
                                    <p:animEffect transition="in" filter="wipe(left)">
                                      <p:cBhvr>
                                        <p:cTn id="7" dur="500"/>
                                        <p:tgtEl>
                                          <p:spTgt spid="46085"/>
                                        </p:tgtEl>
                                      </p:cBhvr>
                                    </p:animEffect>
                                  </p:childTnLst>
                                </p:cTn>
                              </p:par>
                            </p:childTnLst>
                          </p:cTn>
                        </p:par>
                        <p:par>
                          <p:cTn id="8" fill="hold">
                            <p:stCondLst>
                              <p:cond delay="500"/>
                            </p:stCondLst>
                            <p:childTnLst>
                              <p:par>
                                <p:cTn id="9" presetID="22" presetClass="entr" presetSubtype="1" fill="hold" grpId="0" nodeType="afterEffect">
                                  <p:stCondLst>
                                    <p:cond delay="0"/>
                                  </p:stCondLst>
                                  <p:childTnLst>
                                    <p:set>
                                      <p:cBhvr>
                                        <p:cTn id="10" dur="1" fill="hold">
                                          <p:stCondLst>
                                            <p:cond delay="0"/>
                                          </p:stCondLst>
                                        </p:cTn>
                                        <p:tgtEl>
                                          <p:spTgt spid="46086"/>
                                        </p:tgtEl>
                                        <p:attrNameLst>
                                          <p:attrName>style.visibility</p:attrName>
                                        </p:attrNameLst>
                                      </p:cBhvr>
                                      <p:to>
                                        <p:strVal val="visible"/>
                                      </p:to>
                                    </p:set>
                                    <p:animEffect transition="in" filter="wipe(up)">
                                      <p:cBhvr>
                                        <p:cTn id="11" dur="500"/>
                                        <p:tgtEl>
                                          <p:spTgt spid="46086"/>
                                        </p:tgtEl>
                                      </p:cBhvr>
                                    </p:animEffect>
                                  </p:childTnLst>
                                </p:cTn>
                              </p:par>
                            </p:childTnLst>
                          </p:cTn>
                        </p:par>
                        <p:par>
                          <p:cTn id="12" fill="hold">
                            <p:stCondLst>
                              <p:cond delay="1000"/>
                            </p:stCondLst>
                            <p:childTnLst>
                              <p:par>
                                <p:cTn id="13" presetID="22" presetClass="entr" presetSubtype="1" fill="hold" grpId="0" nodeType="afterEffect">
                                  <p:stCondLst>
                                    <p:cond delay="0"/>
                                  </p:stCondLst>
                                  <p:childTnLst>
                                    <p:set>
                                      <p:cBhvr>
                                        <p:cTn id="14" dur="1" fill="hold">
                                          <p:stCondLst>
                                            <p:cond delay="0"/>
                                          </p:stCondLst>
                                        </p:cTn>
                                        <p:tgtEl>
                                          <p:spTgt spid="46088"/>
                                        </p:tgtEl>
                                        <p:attrNameLst>
                                          <p:attrName>style.visibility</p:attrName>
                                        </p:attrNameLst>
                                      </p:cBhvr>
                                      <p:to>
                                        <p:strVal val="visible"/>
                                      </p:to>
                                    </p:set>
                                    <p:animEffect transition="in" filter="wipe(up)">
                                      <p:cBhvr>
                                        <p:cTn id="15" dur="500"/>
                                        <p:tgtEl>
                                          <p:spTgt spid="46088"/>
                                        </p:tgtEl>
                                      </p:cBhvr>
                                    </p:animEffect>
                                  </p:childTnLst>
                                </p:cTn>
                              </p:par>
                            </p:childTnLst>
                          </p:cTn>
                        </p:par>
                        <p:par>
                          <p:cTn id="16" fill="hold">
                            <p:stCondLst>
                              <p:cond delay="1500"/>
                            </p:stCondLst>
                            <p:childTnLst>
                              <p:par>
                                <p:cTn id="17" presetID="22" presetClass="entr" presetSubtype="1" fill="hold" grpId="0" nodeType="afterEffect">
                                  <p:stCondLst>
                                    <p:cond delay="0"/>
                                  </p:stCondLst>
                                  <p:childTnLst>
                                    <p:set>
                                      <p:cBhvr>
                                        <p:cTn id="18" dur="1" fill="hold">
                                          <p:stCondLst>
                                            <p:cond delay="0"/>
                                          </p:stCondLst>
                                        </p:cTn>
                                        <p:tgtEl>
                                          <p:spTgt spid="46090"/>
                                        </p:tgtEl>
                                        <p:attrNameLst>
                                          <p:attrName>style.visibility</p:attrName>
                                        </p:attrNameLst>
                                      </p:cBhvr>
                                      <p:to>
                                        <p:strVal val="visible"/>
                                      </p:to>
                                    </p:set>
                                    <p:animEffect transition="in" filter="wipe(up)">
                                      <p:cBhvr>
                                        <p:cTn id="19" dur="500"/>
                                        <p:tgtEl>
                                          <p:spTgt spid="46090"/>
                                        </p:tgtEl>
                                      </p:cBhvr>
                                    </p:animEffect>
                                  </p:childTnLst>
                                </p:cTn>
                              </p:par>
                            </p:childTnLst>
                          </p:cTn>
                        </p:par>
                        <p:par>
                          <p:cTn id="20" fill="hold">
                            <p:stCondLst>
                              <p:cond delay="2000"/>
                            </p:stCondLst>
                            <p:childTnLst>
                              <p:par>
                                <p:cTn id="21" presetID="22" presetClass="entr" presetSubtype="1" fill="hold" grpId="0" nodeType="afterEffect">
                                  <p:stCondLst>
                                    <p:cond delay="0"/>
                                  </p:stCondLst>
                                  <p:childTnLst>
                                    <p:set>
                                      <p:cBhvr>
                                        <p:cTn id="22" dur="1" fill="hold">
                                          <p:stCondLst>
                                            <p:cond delay="0"/>
                                          </p:stCondLst>
                                        </p:cTn>
                                        <p:tgtEl>
                                          <p:spTgt spid="46092"/>
                                        </p:tgtEl>
                                        <p:attrNameLst>
                                          <p:attrName>style.visibility</p:attrName>
                                        </p:attrNameLst>
                                      </p:cBhvr>
                                      <p:to>
                                        <p:strVal val="visible"/>
                                      </p:to>
                                    </p:set>
                                    <p:animEffect transition="in" filter="wipe(up)">
                                      <p:cBhvr>
                                        <p:cTn id="23" dur="500"/>
                                        <p:tgtEl>
                                          <p:spTgt spid="46092"/>
                                        </p:tgtEl>
                                      </p:cBhvr>
                                    </p:animEffect>
                                  </p:childTnLst>
                                </p:cTn>
                              </p:par>
                            </p:childTnLst>
                          </p:cTn>
                        </p:par>
                        <p:par>
                          <p:cTn id="24" fill="hold">
                            <p:stCondLst>
                              <p:cond delay="2500"/>
                            </p:stCondLst>
                            <p:childTnLst>
                              <p:par>
                                <p:cTn id="25" presetID="22" presetClass="entr" presetSubtype="1" fill="hold" grpId="0" nodeType="afterEffect">
                                  <p:stCondLst>
                                    <p:cond delay="0"/>
                                  </p:stCondLst>
                                  <p:childTnLst>
                                    <p:set>
                                      <p:cBhvr>
                                        <p:cTn id="26" dur="1" fill="hold">
                                          <p:stCondLst>
                                            <p:cond delay="0"/>
                                          </p:stCondLst>
                                        </p:cTn>
                                        <p:tgtEl>
                                          <p:spTgt spid="46094"/>
                                        </p:tgtEl>
                                        <p:attrNameLst>
                                          <p:attrName>style.visibility</p:attrName>
                                        </p:attrNameLst>
                                      </p:cBhvr>
                                      <p:to>
                                        <p:strVal val="visible"/>
                                      </p:to>
                                    </p:set>
                                    <p:animEffect transition="in" filter="wipe(up)">
                                      <p:cBhvr>
                                        <p:cTn id="27" dur="500"/>
                                        <p:tgtEl>
                                          <p:spTgt spid="46094"/>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46087"/>
                                        </p:tgtEl>
                                        <p:attrNameLst>
                                          <p:attrName>style.visibility</p:attrName>
                                        </p:attrNameLst>
                                      </p:cBhvr>
                                      <p:to>
                                        <p:strVal val="visible"/>
                                      </p:to>
                                    </p:set>
                                    <p:animEffect transition="in" filter="wipe(left)">
                                      <p:cBhvr>
                                        <p:cTn id="32" dur="500"/>
                                        <p:tgtEl>
                                          <p:spTgt spid="46087"/>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46089"/>
                                        </p:tgtEl>
                                        <p:attrNameLst>
                                          <p:attrName>style.visibility</p:attrName>
                                        </p:attrNameLst>
                                      </p:cBhvr>
                                      <p:to>
                                        <p:strVal val="visible"/>
                                      </p:to>
                                    </p:set>
                                    <p:animEffect transition="in" filter="wipe(left)">
                                      <p:cBhvr>
                                        <p:cTn id="37" dur="500"/>
                                        <p:tgtEl>
                                          <p:spTgt spid="46089"/>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46091"/>
                                        </p:tgtEl>
                                        <p:attrNameLst>
                                          <p:attrName>style.visibility</p:attrName>
                                        </p:attrNameLst>
                                      </p:cBhvr>
                                      <p:to>
                                        <p:strVal val="visible"/>
                                      </p:to>
                                    </p:set>
                                    <p:animEffect transition="in" filter="wipe(left)">
                                      <p:cBhvr>
                                        <p:cTn id="42" dur="500"/>
                                        <p:tgtEl>
                                          <p:spTgt spid="46091"/>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grpId="0" nodeType="clickEffect">
                                  <p:stCondLst>
                                    <p:cond delay="0"/>
                                  </p:stCondLst>
                                  <p:childTnLst>
                                    <p:set>
                                      <p:cBhvr>
                                        <p:cTn id="46" dur="1" fill="hold">
                                          <p:stCondLst>
                                            <p:cond delay="0"/>
                                          </p:stCondLst>
                                        </p:cTn>
                                        <p:tgtEl>
                                          <p:spTgt spid="46093"/>
                                        </p:tgtEl>
                                        <p:attrNameLst>
                                          <p:attrName>style.visibility</p:attrName>
                                        </p:attrNameLst>
                                      </p:cBhvr>
                                      <p:to>
                                        <p:strVal val="visible"/>
                                      </p:to>
                                    </p:set>
                                    <p:animEffect transition="in" filter="wipe(left)">
                                      <p:cBhvr>
                                        <p:cTn id="47" dur="500"/>
                                        <p:tgtEl>
                                          <p:spTgt spid="46093"/>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8" fill="hold" grpId="0" nodeType="clickEffect">
                                  <p:stCondLst>
                                    <p:cond delay="0"/>
                                  </p:stCondLst>
                                  <p:childTnLst>
                                    <p:set>
                                      <p:cBhvr>
                                        <p:cTn id="51" dur="1" fill="hold">
                                          <p:stCondLst>
                                            <p:cond delay="0"/>
                                          </p:stCondLst>
                                        </p:cTn>
                                        <p:tgtEl>
                                          <p:spTgt spid="46095"/>
                                        </p:tgtEl>
                                        <p:attrNameLst>
                                          <p:attrName>style.visibility</p:attrName>
                                        </p:attrNameLst>
                                      </p:cBhvr>
                                      <p:to>
                                        <p:strVal val="visible"/>
                                      </p:to>
                                    </p:set>
                                    <p:animEffect transition="in" filter="wipe(left)">
                                      <p:cBhvr>
                                        <p:cTn id="52" dur="500"/>
                                        <p:tgtEl>
                                          <p:spTgt spid="46095"/>
                                        </p:tgtEl>
                                      </p:cBhvr>
                                    </p:animEffect>
                                  </p:childTnLst>
                                </p:cTn>
                              </p:par>
                            </p:childTnLst>
                          </p:cTn>
                        </p:par>
                        <p:par>
                          <p:cTn id="53" fill="hold">
                            <p:stCondLst>
                              <p:cond delay="500"/>
                            </p:stCondLst>
                            <p:childTnLst>
                              <p:par>
                                <p:cTn id="54" presetID="1" presetClass="entr" presetSubtype="0" fill="hold" nodeType="afterEffect">
                                  <p:stCondLst>
                                    <p:cond delay="0"/>
                                  </p:stCondLst>
                                  <p:childTnLst>
                                    <p:set>
                                      <p:cBhvr>
                                        <p:cTn id="55" dur="1" fill="hold">
                                          <p:stCondLst>
                                            <p:cond delay="499"/>
                                          </p:stCondLst>
                                        </p:cTn>
                                        <p:tgtEl>
                                          <p:spTgt spid="46097"/>
                                        </p:tgtEl>
                                        <p:attrNameLst>
                                          <p:attrName>style.visibility</p:attrName>
                                        </p:attrNameLst>
                                      </p:cBhvr>
                                      <p:to>
                                        <p:strVal val="visible"/>
                                      </p:to>
                                    </p:set>
                                  </p:childTnLst>
                                </p:cTn>
                              </p:par>
                            </p:childTnLst>
                          </p:cTn>
                        </p:par>
                        <p:par>
                          <p:cTn id="56" fill="hold">
                            <p:stCondLst>
                              <p:cond delay="1000"/>
                            </p:stCondLst>
                            <p:childTnLst>
                              <p:par>
                                <p:cTn id="57" presetID="2" presetClass="entr" presetSubtype="8" fill="hold" nodeType="afterEffect">
                                  <p:stCondLst>
                                    <p:cond delay="0"/>
                                  </p:stCondLst>
                                  <p:childTnLst>
                                    <p:set>
                                      <p:cBhvr>
                                        <p:cTn id="58" dur="1" fill="hold">
                                          <p:stCondLst>
                                            <p:cond delay="0"/>
                                          </p:stCondLst>
                                        </p:cTn>
                                        <p:tgtEl>
                                          <p:spTgt spid="46099"/>
                                        </p:tgtEl>
                                        <p:attrNameLst>
                                          <p:attrName>style.visibility</p:attrName>
                                        </p:attrNameLst>
                                      </p:cBhvr>
                                      <p:to>
                                        <p:strVal val="visible"/>
                                      </p:to>
                                    </p:set>
                                    <p:anim calcmode="lin" valueType="num">
                                      <p:cBhvr additive="base">
                                        <p:cTn id="59" dur="500" fill="hold"/>
                                        <p:tgtEl>
                                          <p:spTgt spid="46099"/>
                                        </p:tgtEl>
                                        <p:attrNameLst>
                                          <p:attrName>ppt_x</p:attrName>
                                        </p:attrNameLst>
                                      </p:cBhvr>
                                      <p:tavLst>
                                        <p:tav tm="0">
                                          <p:val>
                                            <p:strVal val="0-#ppt_w/2"/>
                                          </p:val>
                                        </p:tav>
                                        <p:tav tm="100000">
                                          <p:val>
                                            <p:strVal val="#ppt_x"/>
                                          </p:val>
                                        </p:tav>
                                      </p:tavLst>
                                    </p:anim>
                                    <p:anim calcmode="lin" valueType="num">
                                      <p:cBhvr additive="base">
                                        <p:cTn id="60" dur="500" fill="hold"/>
                                        <p:tgtEl>
                                          <p:spTgt spid="46099"/>
                                        </p:tgtEl>
                                        <p:attrNameLst>
                                          <p:attrName>ppt_y</p:attrName>
                                        </p:attrNameLst>
                                      </p:cBhvr>
                                      <p:tavLst>
                                        <p:tav tm="0">
                                          <p:val>
                                            <p:strVal val="#ppt_y"/>
                                          </p:val>
                                        </p:tav>
                                        <p:tav tm="100000">
                                          <p:val>
                                            <p:strVal val="#ppt_y"/>
                                          </p:val>
                                        </p:tav>
                                      </p:tavLst>
                                    </p:anim>
                                  </p:childTnLst>
                                </p:cTn>
                              </p:par>
                            </p:childTnLst>
                          </p:cTn>
                        </p:par>
                      </p:childTnLst>
                    </p:cTn>
                  </p:par>
                  <p:par>
                    <p:cTn id="61" fill="hold">
                      <p:stCondLst>
                        <p:cond delay="indefinite"/>
                      </p:stCondLst>
                      <p:childTnLst>
                        <p:par>
                          <p:cTn id="62" fill="hold">
                            <p:stCondLst>
                              <p:cond delay="0"/>
                            </p:stCondLst>
                            <p:childTnLst>
                              <p:par>
                                <p:cTn id="63" presetID="2" presetClass="entr" presetSubtype="8" fill="hold" grpId="0" nodeType="clickEffect">
                                  <p:stCondLst>
                                    <p:cond delay="0"/>
                                  </p:stCondLst>
                                  <p:childTnLst>
                                    <p:set>
                                      <p:cBhvr>
                                        <p:cTn id="64" dur="1" fill="hold">
                                          <p:stCondLst>
                                            <p:cond delay="0"/>
                                          </p:stCondLst>
                                        </p:cTn>
                                        <p:tgtEl>
                                          <p:spTgt spid="46100"/>
                                        </p:tgtEl>
                                        <p:attrNameLst>
                                          <p:attrName>style.visibility</p:attrName>
                                        </p:attrNameLst>
                                      </p:cBhvr>
                                      <p:to>
                                        <p:strVal val="visible"/>
                                      </p:to>
                                    </p:set>
                                    <p:anim calcmode="lin" valueType="num">
                                      <p:cBhvr additive="base">
                                        <p:cTn id="65" dur="500" fill="hold"/>
                                        <p:tgtEl>
                                          <p:spTgt spid="46100"/>
                                        </p:tgtEl>
                                        <p:attrNameLst>
                                          <p:attrName>ppt_x</p:attrName>
                                        </p:attrNameLst>
                                      </p:cBhvr>
                                      <p:tavLst>
                                        <p:tav tm="0">
                                          <p:val>
                                            <p:strVal val="0-#ppt_w/2"/>
                                          </p:val>
                                        </p:tav>
                                        <p:tav tm="100000">
                                          <p:val>
                                            <p:strVal val="#ppt_x"/>
                                          </p:val>
                                        </p:tav>
                                      </p:tavLst>
                                    </p:anim>
                                    <p:anim calcmode="lin" valueType="num">
                                      <p:cBhvr additive="base">
                                        <p:cTn id="66" dur="500" fill="hold"/>
                                        <p:tgtEl>
                                          <p:spTgt spid="46100"/>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085" grpId="0" autoUpdateAnimBg="0"/>
      <p:bldP spid="46086" grpId="0" animBg="1" autoUpdateAnimBg="0"/>
      <p:bldP spid="46087" grpId="0" animBg="1" autoUpdateAnimBg="0"/>
      <p:bldP spid="46088" grpId="0" animBg="1" autoUpdateAnimBg="0"/>
      <p:bldP spid="46089" grpId="0" bldLvl="0" animBg="1" autoUpdateAnimBg="0"/>
      <p:bldP spid="46090" grpId="0" animBg="1" autoUpdateAnimBg="0"/>
      <p:bldP spid="46091" grpId="0" animBg="1" autoUpdateAnimBg="0"/>
      <p:bldP spid="46092" grpId="0" animBg="1" autoUpdateAnimBg="0"/>
      <p:bldP spid="46093" grpId="0" animBg="1" autoUpdateAnimBg="0"/>
      <p:bldP spid="46094" grpId="0" animBg="1" autoUpdateAnimBg="0"/>
      <p:bldP spid="46095" grpId="0" animBg="1" autoUpdateAnimBg="0"/>
      <p:bldP spid="46100" grpId="0" autoUpdateAnimBg="0"/>
    </p:bldLst>
  </p:timing>
</p:sld>
</file>

<file path=ppt/slides/slide2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p:pic>
        <p:nvPicPr>
          <p:cNvPr id="100" name="图片 99"/>
          <p:cNvPicPr/>
          <p:nvPr/>
        </p:nvPicPr>
        <p:blipFill>
          <a:blip r:embed="rId1"/>
          <a:stretch>
            <a:fillRect/>
          </a:stretch>
        </p:blipFill>
        <p:spPr>
          <a:xfrm>
            <a:off x="675005" y="2951480"/>
            <a:ext cx="7541260" cy="3469005"/>
          </a:xfrm>
          <a:prstGeom prst="rect">
            <a:avLst/>
          </a:prstGeom>
          <a:noFill/>
          <a:ln w="9525">
            <a:noFill/>
          </a:ln>
        </p:spPr>
      </p:pic>
      <p:pic>
        <p:nvPicPr>
          <p:cNvPr id="101" name="图片 100"/>
          <p:cNvPicPr/>
          <p:nvPr/>
        </p:nvPicPr>
        <p:blipFill>
          <a:blip r:embed="rId2"/>
          <a:stretch>
            <a:fillRect/>
          </a:stretch>
        </p:blipFill>
        <p:spPr>
          <a:xfrm>
            <a:off x="685800" y="417830"/>
            <a:ext cx="7166610" cy="2372360"/>
          </a:xfrm>
          <a:prstGeom prst="rect">
            <a:avLst/>
          </a:prstGeom>
          <a:noFill/>
          <a:ln w="9525">
            <a:noFill/>
          </a:ln>
        </p:spPr>
      </p:pic>
    </p:spTree>
  </p:cSld>
  <p:clrMapOvr>
    <a:masterClrMapping/>
  </p:clrMapOvr>
  <p:transition>
    <p:wipe dir="r"/>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ChangeArrowheads="1"/>
          </p:cNvSpPr>
          <p:nvPr>
            <p:ph type="title"/>
          </p:nvPr>
        </p:nvSpPr>
        <p:spPr bwMode="auto">
          <a:xfrm>
            <a:off x="4953000" y="838200"/>
            <a:ext cx="2438400" cy="2286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eaLnBrk="1" hangingPunct="1"/>
            <a:r>
              <a:rPr lang="zh-CN" altLang="en-US" sz="800" smtClean="0">
                <a:solidFill>
                  <a:schemeClr val="bg1"/>
                </a:solidFill>
                <a:latin typeface="华文中宋" panose="02010600040101010101" pitchFamily="2" charset="-122"/>
                <a:ea typeface="华文中宋" panose="02010600040101010101" pitchFamily="2" charset="-122"/>
              </a:rPr>
              <a:t>类型选择</a:t>
            </a:r>
            <a:r>
              <a:rPr lang="en-US" altLang="zh-CN" sz="800" smtClean="0">
                <a:solidFill>
                  <a:schemeClr val="bg1"/>
                </a:solidFill>
                <a:latin typeface="华文中宋" panose="02010600040101010101" pitchFamily="2" charset="-122"/>
                <a:ea typeface="华文中宋" panose="02010600040101010101" pitchFamily="2" charset="-122"/>
              </a:rPr>
              <a:t>1</a:t>
            </a:r>
            <a:endParaRPr lang="en-US" altLang="zh-CN" sz="800" smtClean="0">
              <a:solidFill>
                <a:schemeClr val="bg1"/>
              </a:solidFill>
            </a:endParaRPr>
          </a:p>
        </p:txBody>
      </p:sp>
      <p:sp>
        <p:nvSpPr>
          <p:cNvPr id="16393" name="Text Box 9"/>
          <p:cNvSpPr txBox="1">
            <a:spLocks noChangeArrowheads="1"/>
          </p:cNvSpPr>
          <p:nvPr/>
        </p:nvSpPr>
        <p:spPr bwMode="auto">
          <a:xfrm>
            <a:off x="2987675" y="2282825"/>
            <a:ext cx="2940050" cy="379413"/>
          </a:xfrm>
          <a:prstGeom prst="rect">
            <a:avLst/>
          </a:prstGeom>
          <a:noFill/>
          <a:ln w="12700">
            <a:solidFill>
              <a:srgbClr val="000099"/>
            </a:solidFill>
            <a:miter lim="800000"/>
          </a:ln>
          <a:extLst>
            <a:ext uri="{909E8E84-426E-40DD-AFC4-6F175D3DCCD1}">
              <a14:hiddenFill xmlns:a14="http://schemas.microsoft.com/office/drawing/2010/main">
                <a:solidFill>
                  <a:srgbClr val="FFFFFF"/>
                </a:solidFill>
              </a14:hiddenFill>
            </a:ext>
          </a:extLst>
        </p:spPr>
        <p:txBody>
          <a:bodyPr wrap="none">
            <a:spAutoFit/>
          </a:bodyPr>
          <a:lstStyle>
            <a:lvl1pPr eaLnBrk="0" hangingPunct="0">
              <a:defRPr kumimoji="1" sz="2000">
                <a:solidFill>
                  <a:srgbClr val="000099"/>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rgbClr val="000099"/>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rgbClr val="000099"/>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rgbClr val="000099"/>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lnSpc>
                <a:spcPct val="100000"/>
              </a:lnSpc>
              <a:buFontTx/>
              <a:buNone/>
            </a:pPr>
            <a:r>
              <a:rPr lang="zh-CN" altLang="en-US" sz="1800" dirty="0"/>
              <a:t>选择轴承的类型和直径系列</a:t>
            </a:r>
            <a:endParaRPr lang="zh-CN" altLang="en-US" sz="1800" dirty="0"/>
          </a:p>
        </p:txBody>
      </p:sp>
      <p:grpSp>
        <p:nvGrpSpPr>
          <p:cNvPr id="2" name="Group 57"/>
          <p:cNvGrpSpPr/>
          <p:nvPr/>
        </p:nvGrpSpPr>
        <p:grpSpPr bwMode="auto">
          <a:xfrm>
            <a:off x="2857500" y="2678113"/>
            <a:ext cx="3200400" cy="769937"/>
            <a:chOff x="1800" y="1747"/>
            <a:chExt cx="2016" cy="485"/>
          </a:xfrm>
        </p:grpSpPr>
        <p:sp>
          <p:nvSpPr>
            <p:cNvPr id="19496" name="Text Box 10"/>
            <p:cNvSpPr txBox="1">
              <a:spLocks noChangeArrowheads="1"/>
            </p:cNvSpPr>
            <p:nvPr/>
          </p:nvSpPr>
          <p:spPr bwMode="auto">
            <a:xfrm>
              <a:off x="1800" y="1993"/>
              <a:ext cx="2016" cy="239"/>
            </a:xfrm>
            <a:prstGeom prst="rect">
              <a:avLst/>
            </a:prstGeom>
            <a:noFill/>
            <a:ln w="12700">
              <a:solidFill>
                <a:srgbClr val="000099"/>
              </a:solidFill>
              <a:miter lim="800000"/>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kumimoji="1" sz="2000">
                  <a:solidFill>
                    <a:srgbClr val="000099"/>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rgbClr val="000099"/>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rgbClr val="000099"/>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rgbClr val="000099"/>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9pPr>
            </a:lstStyle>
            <a:p>
              <a:pPr algn="ctr" eaLnBrk="1" hangingPunct="1">
                <a:lnSpc>
                  <a:spcPct val="100000"/>
                </a:lnSpc>
                <a:buFontTx/>
                <a:buNone/>
              </a:pPr>
              <a:r>
                <a:rPr lang="zh-CN" altLang="en-US" sz="1800"/>
                <a:t>按轴径确定轴承内径</a:t>
              </a:r>
              <a:endParaRPr lang="zh-CN" altLang="en-US" sz="1800"/>
            </a:p>
          </p:txBody>
        </p:sp>
        <p:sp>
          <p:nvSpPr>
            <p:cNvPr id="19497" name="Line 14"/>
            <p:cNvSpPr>
              <a:spLocks noChangeShapeType="1"/>
            </p:cNvSpPr>
            <p:nvPr/>
          </p:nvSpPr>
          <p:spPr bwMode="auto">
            <a:xfrm>
              <a:off x="2808" y="1747"/>
              <a:ext cx="0" cy="261"/>
            </a:xfrm>
            <a:prstGeom prst="line">
              <a:avLst/>
            </a:prstGeom>
            <a:noFill/>
            <a:ln w="12700">
              <a:solidFill>
                <a:srgbClr val="000099"/>
              </a:solidFill>
              <a:round/>
              <a:tailEnd type="triangle" w="sm" len="lg"/>
            </a:ln>
            <a:extLst>
              <a:ext uri="{909E8E84-426E-40DD-AFC4-6F175D3DCCD1}">
                <a14:hiddenFill xmlns:a14="http://schemas.microsoft.com/office/drawing/2010/main">
                  <a:noFill/>
                </a14:hiddenFill>
              </a:ext>
            </a:extLst>
          </p:spPr>
          <p:txBody>
            <a:bodyPr wrap="none"/>
            <a:lstStyle/>
            <a:p>
              <a:endParaRPr lang="zh-CN" altLang="en-US"/>
            </a:p>
          </p:txBody>
        </p:sp>
      </p:grpSp>
      <p:sp>
        <p:nvSpPr>
          <p:cNvPr id="16408" name="Line 24"/>
          <p:cNvSpPr>
            <a:spLocks noChangeShapeType="1"/>
          </p:cNvSpPr>
          <p:nvPr/>
        </p:nvSpPr>
        <p:spPr bwMode="auto">
          <a:xfrm>
            <a:off x="1050925" y="2465388"/>
            <a:ext cx="1928813" cy="0"/>
          </a:xfrm>
          <a:prstGeom prst="line">
            <a:avLst/>
          </a:prstGeom>
          <a:noFill/>
          <a:ln w="12700">
            <a:solidFill>
              <a:srgbClr val="000099"/>
            </a:solidFill>
            <a:round/>
            <a:tailEnd type="triangle" w="sm" len="lg"/>
          </a:ln>
          <a:extLst>
            <a:ext uri="{909E8E84-426E-40DD-AFC4-6F175D3DCCD1}">
              <a14:hiddenFill xmlns:a14="http://schemas.microsoft.com/office/drawing/2010/main">
                <a:noFill/>
              </a14:hiddenFill>
            </a:ext>
          </a:extLst>
        </p:spPr>
        <p:txBody>
          <a:bodyPr wrap="none"/>
          <a:lstStyle/>
          <a:p>
            <a:endParaRPr lang="zh-CN" altLang="en-US"/>
          </a:p>
        </p:txBody>
      </p:sp>
      <p:sp>
        <p:nvSpPr>
          <p:cNvPr id="16421" name="Text Box 37"/>
          <p:cNvSpPr txBox="1">
            <a:spLocks noChangeArrowheads="1"/>
          </p:cNvSpPr>
          <p:nvPr/>
        </p:nvSpPr>
        <p:spPr bwMode="auto">
          <a:xfrm>
            <a:off x="430213" y="801688"/>
            <a:ext cx="8078787" cy="830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57150">
                <a:solidFill>
                  <a:srgbClr val="000000"/>
                </a:solidFill>
                <a:miter lim="800000"/>
                <a:headEnd/>
                <a:tailEnd/>
              </a14:hiddenLine>
            </a:ext>
          </a:extLst>
        </p:spPr>
        <p:txBody>
          <a:bodyPr>
            <a:spAutoFit/>
          </a:bodyPr>
          <a:lstStyle>
            <a:lvl1pPr eaLnBrk="0" hangingPunct="0">
              <a:defRPr kumimoji="1" sz="2000">
                <a:solidFill>
                  <a:srgbClr val="000099"/>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rgbClr val="000099"/>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rgbClr val="000099"/>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rgbClr val="000099"/>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buFontTx/>
              <a:buNone/>
            </a:pPr>
            <a:r>
              <a:rPr lang="zh-CN" altLang="en-US" dirty="0"/>
              <a:t>　　滚动轴承是标准零件，在机械设计过程中，应根据使用的要求较合理地选择滚动轴承的类型与规格。</a:t>
            </a:r>
            <a:endParaRPr lang="zh-CN" altLang="en-US" dirty="0"/>
          </a:p>
        </p:txBody>
      </p:sp>
      <p:sp>
        <p:nvSpPr>
          <p:cNvPr id="16422" name="Text Box 38"/>
          <p:cNvSpPr txBox="1">
            <a:spLocks noChangeArrowheads="1"/>
          </p:cNvSpPr>
          <p:nvPr/>
        </p:nvSpPr>
        <p:spPr bwMode="auto">
          <a:xfrm>
            <a:off x="527050" y="1677988"/>
            <a:ext cx="4698722" cy="4985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57150">
                <a:solidFill>
                  <a:srgbClr val="000000"/>
                </a:solidFill>
                <a:miter lim="800000"/>
                <a:headEnd/>
                <a:tailEnd/>
              </a14:hiddenLine>
            </a:ext>
          </a:extLst>
        </p:spPr>
        <p:txBody>
          <a:bodyPr wrap="none">
            <a:spAutoFit/>
          </a:bodyPr>
          <a:lstStyle>
            <a:lvl1pPr eaLnBrk="0" hangingPunct="0">
              <a:defRPr kumimoji="1" sz="2000">
                <a:solidFill>
                  <a:srgbClr val="000099"/>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rgbClr val="000099"/>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rgbClr val="000099"/>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rgbClr val="000099"/>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buNone/>
            </a:pPr>
            <a:r>
              <a:rPr lang="zh-CN" altLang="en-US" sz="2200" dirty="0">
                <a:solidFill>
                  <a:srgbClr val="C00000"/>
                </a:solidFill>
                <a:latin typeface="黑体" panose="02010609060101010101" pitchFamily="49" charset="-122"/>
                <a:ea typeface="黑体" panose="02010609060101010101" pitchFamily="49" charset="-122"/>
              </a:rPr>
              <a:t>一</a:t>
            </a:r>
            <a:r>
              <a:rPr lang="zh-CN" altLang="en-US" sz="2200" dirty="0" smtClean="0">
                <a:solidFill>
                  <a:srgbClr val="C00000"/>
                </a:solidFill>
                <a:latin typeface="黑体" panose="02010609060101010101" pitchFamily="49" charset="-122"/>
                <a:ea typeface="黑体" panose="02010609060101010101" pitchFamily="49" charset="-122"/>
              </a:rPr>
              <a:t>、</a:t>
            </a:r>
            <a:r>
              <a:rPr lang="zh-CN" altLang="en-US" sz="2200" dirty="0">
                <a:solidFill>
                  <a:srgbClr val="C00000"/>
                </a:solidFill>
                <a:latin typeface="黑体" panose="02010609060101010101" pitchFamily="49" charset="-122"/>
                <a:ea typeface="黑体" panose="02010609060101010101" pitchFamily="49" charset="-122"/>
              </a:rPr>
              <a:t>滚动轴承选择的一般过程如下：</a:t>
            </a:r>
            <a:endParaRPr lang="zh-CN" altLang="en-US" sz="2200" dirty="0">
              <a:solidFill>
                <a:srgbClr val="C00000"/>
              </a:solidFill>
              <a:latin typeface="黑体" panose="02010609060101010101" pitchFamily="49" charset="-122"/>
              <a:ea typeface="黑体" panose="02010609060101010101" pitchFamily="49" charset="-122"/>
            </a:endParaRPr>
          </a:p>
        </p:txBody>
      </p:sp>
      <p:grpSp>
        <p:nvGrpSpPr>
          <p:cNvPr id="3" name="Group 56"/>
          <p:cNvGrpSpPr/>
          <p:nvPr/>
        </p:nvGrpSpPr>
        <p:grpSpPr bwMode="auto">
          <a:xfrm>
            <a:off x="4457700" y="3738563"/>
            <a:ext cx="2941638" cy="696912"/>
            <a:chOff x="2808" y="2415"/>
            <a:chExt cx="1853" cy="439"/>
          </a:xfrm>
        </p:grpSpPr>
        <p:sp>
          <p:nvSpPr>
            <p:cNvPr id="19493" name="Text Box 12"/>
            <p:cNvSpPr txBox="1">
              <a:spLocks noChangeArrowheads="1"/>
            </p:cNvSpPr>
            <p:nvPr/>
          </p:nvSpPr>
          <p:spPr bwMode="auto">
            <a:xfrm>
              <a:off x="3097" y="2615"/>
              <a:ext cx="1564" cy="239"/>
            </a:xfrm>
            <a:prstGeom prst="rect">
              <a:avLst/>
            </a:prstGeom>
            <a:noFill/>
            <a:ln w="12700">
              <a:solidFill>
                <a:srgbClr val="000099"/>
              </a:solidFill>
              <a:miter lim="800000"/>
            </a:ln>
            <a:extLst>
              <a:ext uri="{909E8E84-426E-40DD-AFC4-6F175D3DCCD1}">
                <a14:hiddenFill xmlns:a14="http://schemas.microsoft.com/office/drawing/2010/main">
                  <a:solidFill>
                    <a:srgbClr val="FFFFFF"/>
                  </a:solidFill>
                </a14:hiddenFill>
              </a:ext>
            </a:extLst>
          </p:spPr>
          <p:txBody>
            <a:bodyPr wrap="none">
              <a:spAutoFit/>
            </a:bodyPr>
            <a:lstStyle>
              <a:lvl1pPr eaLnBrk="0" hangingPunct="0">
                <a:defRPr kumimoji="1" sz="2000">
                  <a:solidFill>
                    <a:srgbClr val="000099"/>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rgbClr val="000099"/>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rgbClr val="000099"/>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rgbClr val="000099"/>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lnSpc>
                  <a:spcPct val="100000"/>
                </a:lnSpc>
                <a:buFontTx/>
                <a:buNone/>
              </a:pPr>
              <a:r>
                <a:rPr lang="zh-CN" altLang="en-US" sz="1800"/>
                <a:t>对没有严格要求的轴承</a:t>
              </a:r>
              <a:endParaRPr lang="zh-CN" altLang="en-US" sz="1800"/>
            </a:p>
          </p:txBody>
        </p:sp>
        <p:sp>
          <p:nvSpPr>
            <p:cNvPr id="19494" name="Line 16"/>
            <p:cNvSpPr>
              <a:spLocks noChangeShapeType="1"/>
            </p:cNvSpPr>
            <p:nvPr/>
          </p:nvSpPr>
          <p:spPr bwMode="auto">
            <a:xfrm>
              <a:off x="3879" y="2424"/>
              <a:ext cx="0" cy="204"/>
            </a:xfrm>
            <a:prstGeom prst="line">
              <a:avLst/>
            </a:prstGeom>
            <a:noFill/>
            <a:ln w="12700">
              <a:solidFill>
                <a:srgbClr val="000099"/>
              </a:solidFill>
              <a:round/>
              <a:tailEnd type="triangle" w="sm" len="lg"/>
            </a:ln>
            <a:extLst>
              <a:ext uri="{909E8E84-426E-40DD-AFC4-6F175D3DCCD1}">
                <a14:hiddenFill xmlns:a14="http://schemas.microsoft.com/office/drawing/2010/main">
                  <a:noFill/>
                </a14:hiddenFill>
              </a:ext>
            </a:extLst>
          </p:spPr>
          <p:txBody>
            <a:bodyPr wrap="none"/>
            <a:lstStyle/>
            <a:p>
              <a:endParaRPr lang="zh-CN" altLang="en-US"/>
            </a:p>
          </p:txBody>
        </p:sp>
        <p:sp>
          <p:nvSpPr>
            <p:cNvPr id="19495" name="Line 40"/>
            <p:cNvSpPr>
              <a:spLocks noChangeShapeType="1"/>
            </p:cNvSpPr>
            <p:nvPr/>
          </p:nvSpPr>
          <p:spPr bwMode="auto">
            <a:xfrm>
              <a:off x="2808" y="2415"/>
              <a:ext cx="1070" cy="0"/>
            </a:xfrm>
            <a:prstGeom prst="line">
              <a:avLst/>
            </a:prstGeom>
            <a:noFill/>
            <a:ln w="12700">
              <a:solidFill>
                <a:srgbClr val="000099"/>
              </a:solidFill>
              <a:round/>
            </a:ln>
            <a:extLst>
              <a:ext uri="{909E8E84-426E-40DD-AFC4-6F175D3DCCD1}">
                <a14:hiddenFill xmlns:a14="http://schemas.microsoft.com/office/drawing/2010/main">
                  <a:noFill/>
                </a14:hiddenFill>
              </a:ext>
            </a:extLst>
          </p:spPr>
          <p:txBody>
            <a:bodyPr wrap="none"/>
            <a:lstStyle/>
            <a:p>
              <a:endParaRPr lang="zh-CN" altLang="en-US"/>
            </a:p>
          </p:txBody>
        </p:sp>
      </p:grpSp>
      <p:grpSp>
        <p:nvGrpSpPr>
          <p:cNvPr id="4" name="Group 58"/>
          <p:cNvGrpSpPr/>
          <p:nvPr/>
        </p:nvGrpSpPr>
        <p:grpSpPr bwMode="auto">
          <a:xfrm>
            <a:off x="3636963" y="4448175"/>
            <a:ext cx="3762375" cy="1982788"/>
            <a:chOff x="2291" y="2862"/>
            <a:chExt cx="2370" cy="1249"/>
          </a:xfrm>
        </p:grpSpPr>
        <p:sp>
          <p:nvSpPr>
            <p:cNvPr id="19487" name="Text Box 13"/>
            <p:cNvSpPr txBox="1">
              <a:spLocks noChangeArrowheads="1"/>
            </p:cNvSpPr>
            <p:nvPr/>
          </p:nvSpPr>
          <p:spPr bwMode="auto">
            <a:xfrm>
              <a:off x="3097" y="3045"/>
              <a:ext cx="1564" cy="239"/>
            </a:xfrm>
            <a:prstGeom prst="rect">
              <a:avLst/>
            </a:prstGeom>
            <a:noFill/>
            <a:ln w="12700">
              <a:solidFill>
                <a:srgbClr val="000099"/>
              </a:solidFill>
              <a:miter lim="800000"/>
            </a:ln>
            <a:extLst>
              <a:ext uri="{909E8E84-426E-40DD-AFC4-6F175D3DCCD1}">
                <a14:hiddenFill xmlns:a14="http://schemas.microsoft.com/office/drawing/2010/main">
                  <a:solidFill>
                    <a:srgbClr val="FFFFFF"/>
                  </a:solidFill>
                </a14:hiddenFill>
              </a:ext>
            </a:extLst>
          </p:spPr>
          <p:txBody>
            <a:bodyPr wrap="none">
              <a:spAutoFit/>
            </a:bodyPr>
            <a:lstStyle>
              <a:lvl1pPr eaLnBrk="0" hangingPunct="0">
                <a:defRPr kumimoji="1" sz="2000">
                  <a:solidFill>
                    <a:srgbClr val="000099"/>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rgbClr val="000099"/>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rgbClr val="000099"/>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rgbClr val="000099"/>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lnSpc>
                  <a:spcPct val="100000"/>
                </a:lnSpc>
                <a:buFontTx/>
                <a:buNone/>
              </a:pPr>
              <a:r>
                <a:rPr lang="zh-CN" altLang="en-US" sz="1800"/>
                <a:t>可不进行承载能力验算</a:t>
              </a:r>
              <a:endParaRPr lang="zh-CN" altLang="en-US" sz="1800"/>
            </a:p>
          </p:txBody>
        </p:sp>
        <p:sp>
          <p:nvSpPr>
            <p:cNvPr id="19488" name="Line 21"/>
            <p:cNvSpPr>
              <a:spLocks noChangeShapeType="1"/>
            </p:cNvSpPr>
            <p:nvPr/>
          </p:nvSpPr>
          <p:spPr bwMode="auto">
            <a:xfrm>
              <a:off x="3879" y="2862"/>
              <a:ext cx="0" cy="204"/>
            </a:xfrm>
            <a:prstGeom prst="line">
              <a:avLst/>
            </a:prstGeom>
            <a:noFill/>
            <a:ln w="12700">
              <a:solidFill>
                <a:srgbClr val="000099"/>
              </a:solidFill>
              <a:round/>
              <a:tailEnd type="triangle" w="sm" len="lg"/>
            </a:ln>
            <a:extLst>
              <a:ext uri="{909E8E84-426E-40DD-AFC4-6F175D3DCCD1}">
                <a14:hiddenFill xmlns:a14="http://schemas.microsoft.com/office/drawing/2010/main">
                  <a:noFill/>
                </a14:hiddenFill>
              </a:ext>
            </a:extLst>
          </p:spPr>
          <p:txBody>
            <a:bodyPr wrap="none"/>
            <a:lstStyle/>
            <a:p>
              <a:endParaRPr lang="zh-CN" altLang="en-US"/>
            </a:p>
          </p:txBody>
        </p:sp>
        <p:sp>
          <p:nvSpPr>
            <p:cNvPr id="19489" name="AutoShape 25"/>
            <p:cNvSpPr>
              <a:spLocks noChangeArrowheads="1"/>
            </p:cNvSpPr>
            <p:nvPr/>
          </p:nvSpPr>
          <p:spPr bwMode="auto">
            <a:xfrm>
              <a:off x="2291" y="3831"/>
              <a:ext cx="1048" cy="280"/>
            </a:xfrm>
            <a:prstGeom prst="flowChartTerminator">
              <a:avLst/>
            </a:prstGeom>
            <a:noFill/>
            <a:ln w="12700">
              <a:solidFill>
                <a:srgbClr val="000099"/>
              </a:solidFill>
              <a:miter lim="800000"/>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000">
                  <a:solidFill>
                    <a:srgbClr val="000099"/>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rgbClr val="000099"/>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rgbClr val="000099"/>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rgbClr val="000099"/>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9pPr>
            </a:lstStyle>
            <a:p>
              <a:pPr algn="ctr" eaLnBrk="1" hangingPunct="1">
                <a:lnSpc>
                  <a:spcPct val="100000"/>
                </a:lnSpc>
                <a:buFontTx/>
                <a:buNone/>
              </a:pPr>
              <a:r>
                <a:rPr lang="en-US" altLang="zh-CN" sz="1800"/>
                <a:t>END</a:t>
              </a:r>
              <a:endParaRPr lang="en-US" altLang="zh-CN" sz="1800"/>
            </a:p>
          </p:txBody>
        </p:sp>
        <p:sp>
          <p:nvSpPr>
            <p:cNvPr id="19490" name="Line 28"/>
            <p:cNvSpPr>
              <a:spLocks noChangeShapeType="1"/>
            </p:cNvSpPr>
            <p:nvPr/>
          </p:nvSpPr>
          <p:spPr bwMode="auto">
            <a:xfrm flipV="1">
              <a:off x="3879" y="3286"/>
              <a:ext cx="0" cy="376"/>
            </a:xfrm>
            <a:prstGeom prst="line">
              <a:avLst/>
            </a:prstGeom>
            <a:noFill/>
            <a:ln w="12700">
              <a:solidFill>
                <a:srgbClr val="000099"/>
              </a:solidFill>
              <a:round/>
            </a:ln>
            <a:extLst>
              <a:ext uri="{909E8E84-426E-40DD-AFC4-6F175D3DCCD1}">
                <a14:hiddenFill xmlns:a14="http://schemas.microsoft.com/office/drawing/2010/main">
                  <a:noFill/>
                </a14:hiddenFill>
              </a:ext>
            </a:extLst>
          </p:spPr>
          <p:txBody>
            <a:bodyPr wrap="none"/>
            <a:lstStyle/>
            <a:p>
              <a:endParaRPr lang="zh-CN" altLang="en-US"/>
            </a:p>
          </p:txBody>
        </p:sp>
        <p:sp>
          <p:nvSpPr>
            <p:cNvPr id="19491" name="Line 32"/>
            <p:cNvSpPr>
              <a:spLocks noChangeShapeType="1"/>
            </p:cNvSpPr>
            <p:nvPr/>
          </p:nvSpPr>
          <p:spPr bwMode="auto">
            <a:xfrm>
              <a:off x="2821" y="3663"/>
              <a:ext cx="0" cy="176"/>
            </a:xfrm>
            <a:prstGeom prst="line">
              <a:avLst/>
            </a:prstGeom>
            <a:noFill/>
            <a:ln w="12700">
              <a:solidFill>
                <a:srgbClr val="000099"/>
              </a:solidFill>
              <a:round/>
              <a:tailEnd type="triangle" w="sm" len="lg"/>
            </a:ln>
            <a:extLst>
              <a:ext uri="{909E8E84-426E-40DD-AFC4-6F175D3DCCD1}">
                <a14:hiddenFill xmlns:a14="http://schemas.microsoft.com/office/drawing/2010/main">
                  <a:noFill/>
                </a14:hiddenFill>
              </a:ext>
            </a:extLst>
          </p:spPr>
          <p:txBody>
            <a:bodyPr wrap="none"/>
            <a:lstStyle/>
            <a:p>
              <a:endParaRPr lang="zh-CN" altLang="en-US"/>
            </a:p>
          </p:txBody>
        </p:sp>
        <p:sp>
          <p:nvSpPr>
            <p:cNvPr id="19492" name="Line 47"/>
            <p:cNvSpPr>
              <a:spLocks noChangeShapeType="1"/>
            </p:cNvSpPr>
            <p:nvPr/>
          </p:nvSpPr>
          <p:spPr bwMode="auto">
            <a:xfrm>
              <a:off x="2830" y="3661"/>
              <a:ext cx="1054" cy="0"/>
            </a:xfrm>
            <a:prstGeom prst="line">
              <a:avLst/>
            </a:prstGeom>
            <a:noFill/>
            <a:ln w="12700">
              <a:solidFill>
                <a:srgbClr val="000099"/>
              </a:solidFill>
              <a:round/>
            </a:ln>
            <a:extLst>
              <a:ext uri="{909E8E84-426E-40DD-AFC4-6F175D3DCCD1}">
                <a14:hiddenFill xmlns:a14="http://schemas.microsoft.com/office/drawing/2010/main">
                  <a:noFill/>
                </a14:hiddenFill>
              </a:ext>
            </a:extLst>
          </p:spPr>
          <p:txBody>
            <a:bodyPr wrap="none"/>
            <a:lstStyle/>
            <a:p>
              <a:endParaRPr lang="zh-CN" altLang="en-US"/>
            </a:p>
          </p:txBody>
        </p:sp>
      </p:grpSp>
      <p:grpSp>
        <p:nvGrpSpPr>
          <p:cNvPr id="5" name="Group 59"/>
          <p:cNvGrpSpPr/>
          <p:nvPr/>
        </p:nvGrpSpPr>
        <p:grpSpPr bwMode="auto">
          <a:xfrm>
            <a:off x="1585913" y="4432300"/>
            <a:ext cx="2897187" cy="1611313"/>
            <a:chOff x="999" y="2852"/>
            <a:chExt cx="1825" cy="1015"/>
          </a:xfrm>
        </p:grpSpPr>
        <p:sp>
          <p:nvSpPr>
            <p:cNvPr id="19481" name="AutoShape 17"/>
            <p:cNvSpPr>
              <a:spLocks noChangeArrowheads="1"/>
            </p:cNvSpPr>
            <p:nvPr/>
          </p:nvSpPr>
          <p:spPr bwMode="auto">
            <a:xfrm>
              <a:off x="999" y="3016"/>
              <a:ext cx="1536" cy="528"/>
            </a:xfrm>
            <a:prstGeom prst="flowChartDecision">
              <a:avLst/>
            </a:prstGeom>
            <a:noFill/>
            <a:ln w="12700">
              <a:solidFill>
                <a:srgbClr val="000099"/>
              </a:solidFill>
              <a:miter lim="800000"/>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000">
                  <a:solidFill>
                    <a:srgbClr val="000099"/>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rgbClr val="000099"/>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rgbClr val="000099"/>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rgbClr val="000099"/>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9pPr>
            </a:lstStyle>
            <a:p>
              <a:pPr algn="ctr" eaLnBrk="1" hangingPunct="1">
                <a:lnSpc>
                  <a:spcPct val="100000"/>
                </a:lnSpc>
                <a:buFontTx/>
                <a:buNone/>
              </a:pPr>
              <a:r>
                <a:rPr lang="zh-CN" altLang="en-US" sz="1800" dirty="0"/>
                <a:t>进行</a:t>
              </a:r>
              <a:r>
                <a:rPr lang="zh-CN" altLang="en-US" sz="1800" dirty="0" smtClean="0"/>
                <a:t>承载能力</a:t>
              </a:r>
              <a:r>
                <a:rPr lang="zh-CN" altLang="en-US" sz="1800" dirty="0"/>
                <a:t>验算</a:t>
              </a:r>
              <a:endParaRPr lang="zh-CN" altLang="en-US" sz="1800" dirty="0"/>
            </a:p>
          </p:txBody>
        </p:sp>
        <p:sp>
          <p:nvSpPr>
            <p:cNvPr id="19482" name="Line 20"/>
            <p:cNvSpPr>
              <a:spLocks noChangeShapeType="1"/>
            </p:cNvSpPr>
            <p:nvPr/>
          </p:nvSpPr>
          <p:spPr bwMode="auto">
            <a:xfrm flipV="1">
              <a:off x="1767" y="2852"/>
              <a:ext cx="0" cy="193"/>
            </a:xfrm>
            <a:prstGeom prst="line">
              <a:avLst/>
            </a:prstGeom>
            <a:noFill/>
            <a:ln w="12700">
              <a:solidFill>
                <a:srgbClr val="000099"/>
              </a:solidFill>
              <a:round/>
              <a:headEnd type="triangle" w="sm" len="lg"/>
            </a:ln>
            <a:extLst>
              <a:ext uri="{909E8E84-426E-40DD-AFC4-6F175D3DCCD1}">
                <a14:hiddenFill xmlns:a14="http://schemas.microsoft.com/office/drawing/2010/main">
                  <a:noFill/>
                </a14:hiddenFill>
              </a:ext>
            </a:extLst>
          </p:spPr>
          <p:txBody>
            <a:bodyPr wrap="none"/>
            <a:lstStyle/>
            <a:p>
              <a:endParaRPr lang="zh-CN" altLang="en-US"/>
            </a:p>
          </p:txBody>
        </p:sp>
        <p:grpSp>
          <p:nvGrpSpPr>
            <p:cNvPr id="19483" name="Group 51"/>
            <p:cNvGrpSpPr/>
            <p:nvPr/>
          </p:nvGrpSpPr>
          <p:grpSpPr bwMode="auto">
            <a:xfrm>
              <a:off x="1596" y="3544"/>
              <a:ext cx="1228" cy="323"/>
              <a:chOff x="1596" y="3536"/>
              <a:chExt cx="1228" cy="323"/>
            </a:xfrm>
          </p:grpSpPr>
          <p:sp>
            <p:nvSpPr>
              <p:cNvPr id="19484" name="Line 26"/>
              <p:cNvSpPr>
                <a:spLocks noChangeShapeType="1"/>
              </p:cNvSpPr>
              <p:nvPr/>
            </p:nvSpPr>
            <p:spPr bwMode="auto">
              <a:xfrm>
                <a:off x="1767" y="3536"/>
                <a:ext cx="0" cy="128"/>
              </a:xfrm>
              <a:prstGeom prst="line">
                <a:avLst/>
              </a:prstGeom>
              <a:noFill/>
              <a:ln w="12700">
                <a:solidFill>
                  <a:srgbClr val="000099"/>
                </a:solidFill>
                <a:round/>
              </a:ln>
              <a:extLst>
                <a:ext uri="{909E8E84-426E-40DD-AFC4-6F175D3DCCD1}">
                  <a14:hiddenFill xmlns:a14="http://schemas.microsoft.com/office/drawing/2010/main">
                    <a:noFill/>
                  </a14:hiddenFill>
                </a:ext>
              </a:extLst>
            </p:spPr>
            <p:txBody>
              <a:bodyPr wrap="none"/>
              <a:lstStyle/>
              <a:p>
                <a:endParaRPr lang="zh-CN" altLang="en-US"/>
              </a:p>
            </p:txBody>
          </p:sp>
          <p:sp>
            <p:nvSpPr>
              <p:cNvPr id="19485" name="Line 27"/>
              <p:cNvSpPr>
                <a:spLocks noChangeShapeType="1"/>
              </p:cNvSpPr>
              <p:nvPr/>
            </p:nvSpPr>
            <p:spPr bwMode="auto">
              <a:xfrm>
                <a:off x="1768" y="3656"/>
                <a:ext cx="1056" cy="0"/>
              </a:xfrm>
              <a:prstGeom prst="line">
                <a:avLst/>
              </a:prstGeom>
              <a:noFill/>
              <a:ln w="12700">
                <a:solidFill>
                  <a:srgbClr val="000099"/>
                </a:solidFill>
                <a:round/>
              </a:ln>
              <a:extLst>
                <a:ext uri="{909E8E84-426E-40DD-AFC4-6F175D3DCCD1}">
                  <a14:hiddenFill xmlns:a14="http://schemas.microsoft.com/office/drawing/2010/main">
                    <a:noFill/>
                  </a14:hiddenFill>
                </a:ext>
              </a:extLst>
            </p:spPr>
            <p:txBody>
              <a:bodyPr wrap="none"/>
              <a:lstStyle/>
              <a:p>
                <a:endParaRPr lang="zh-CN" altLang="en-US"/>
              </a:p>
            </p:txBody>
          </p:sp>
          <p:sp>
            <p:nvSpPr>
              <p:cNvPr id="19486" name="Text Box 50"/>
              <p:cNvSpPr txBox="1">
                <a:spLocks noChangeArrowheads="1"/>
              </p:cNvSpPr>
              <p:nvPr/>
            </p:nvSpPr>
            <p:spPr bwMode="auto">
              <a:xfrm>
                <a:off x="1596" y="3628"/>
                <a:ext cx="404"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57150">
                    <a:solidFill>
                      <a:srgbClr val="000000"/>
                    </a:solidFill>
                    <a:miter lim="800000"/>
                    <a:headEnd/>
                    <a:tailEnd/>
                  </a14:hiddenLine>
                </a:ext>
              </a:extLst>
            </p:spPr>
            <p:txBody>
              <a:bodyPr wrap="none">
                <a:spAutoFit/>
              </a:bodyPr>
              <a:lstStyle>
                <a:lvl1pPr eaLnBrk="0" hangingPunct="0">
                  <a:defRPr kumimoji="1" sz="2000">
                    <a:solidFill>
                      <a:srgbClr val="000099"/>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rgbClr val="000099"/>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rgbClr val="000099"/>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rgbClr val="000099"/>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9pPr>
              </a:lstStyle>
              <a:p>
                <a:pPr algn="ctr" eaLnBrk="1" hangingPunct="1">
                  <a:lnSpc>
                    <a:spcPct val="100000"/>
                  </a:lnSpc>
                  <a:buFontTx/>
                  <a:buNone/>
                </a:pPr>
                <a:r>
                  <a:rPr lang="zh-CN" altLang="en-US" sz="1800" dirty="0">
                    <a:latin typeface="华文中宋" panose="02010600040101010101" pitchFamily="2" charset="-122"/>
                  </a:rPr>
                  <a:t>合格</a:t>
                </a:r>
                <a:endParaRPr lang="zh-CN" altLang="en-US" sz="1800" dirty="0">
                  <a:latin typeface="华文中宋" panose="02010600040101010101" pitchFamily="2" charset="-122"/>
                </a:endParaRPr>
              </a:p>
            </p:txBody>
          </p:sp>
        </p:grpSp>
      </p:grpSp>
      <p:grpSp>
        <p:nvGrpSpPr>
          <p:cNvPr id="7" name="Group 60"/>
          <p:cNvGrpSpPr/>
          <p:nvPr/>
        </p:nvGrpSpPr>
        <p:grpSpPr bwMode="auto">
          <a:xfrm>
            <a:off x="638175" y="2465388"/>
            <a:ext cx="946150" cy="3054350"/>
            <a:chOff x="402" y="1613"/>
            <a:chExt cx="596" cy="1924"/>
          </a:xfrm>
        </p:grpSpPr>
        <p:sp>
          <p:nvSpPr>
            <p:cNvPr id="19478" name="Line 22"/>
            <p:cNvSpPr>
              <a:spLocks noChangeShapeType="1"/>
            </p:cNvSpPr>
            <p:nvPr/>
          </p:nvSpPr>
          <p:spPr bwMode="auto">
            <a:xfrm flipH="1">
              <a:off x="662" y="3275"/>
              <a:ext cx="336" cy="0"/>
            </a:xfrm>
            <a:prstGeom prst="line">
              <a:avLst/>
            </a:prstGeom>
            <a:noFill/>
            <a:ln w="12700">
              <a:solidFill>
                <a:srgbClr val="000099"/>
              </a:solidFill>
              <a:round/>
            </a:ln>
            <a:extLst>
              <a:ext uri="{909E8E84-426E-40DD-AFC4-6F175D3DCCD1}">
                <a14:hiddenFill xmlns:a14="http://schemas.microsoft.com/office/drawing/2010/main">
                  <a:noFill/>
                </a14:hiddenFill>
              </a:ext>
            </a:extLst>
          </p:spPr>
          <p:txBody>
            <a:bodyPr wrap="none"/>
            <a:lstStyle/>
            <a:p>
              <a:endParaRPr lang="zh-CN" altLang="en-US"/>
            </a:p>
          </p:txBody>
        </p:sp>
        <p:sp>
          <p:nvSpPr>
            <p:cNvPr id="19479" name="Line 23"/>
            <p:cNvSpPr>
              <a:spLocks noChangeShapeType="1"/>
            </p:cNvSpPr>
            <p:nvPr/>
          </p:nvSpPr>
          <p:spPr bwMode="auto">
            <a:xfrm flipV="1">
              <a:off x="664" y="1613"/>
              <a:ext cx="0" cy="1661"/>
            </a:xfrm>
            <a:prstGeom prst="line">
              <a:avLst/>
            </a:prstGeom>
            <a:noFill/>
            <a:ln w="12700">
              <a:solidFill>
                <a:srgbClr val="000099"/>
              </a:solidFill>
              <a:round/>
            </a:ln>
            <a:extLst>
              <a:ext uri="{909E8E84-426E-40DD-AFC4-6F175D3DCCD1}">
                <a14:hiddenFill xmlns:a14="http://schemas.microsoft.com/office/drawing/2010/main">
                  <a:noFill/>
                </a14:hiddenFill>
              </a:ext>
            </a:extLst>
          </p:spPr>
          <p:txBody>
            <a:bodyPr wrap="none"/>
            <a:lstStyle/>
            <a:p>
              <a:endParaRPr lang="zh-CN" altLang="en-US"/>
            </a:p>
          </p:txBody>
        </p:sp>
        <p:sp>
          <p:nvSpPr>
            <p:cNvPr id="19480" name="Text Box 52"/>
            <p:cNvSpPr txBox="1">
              <a:spLocks noChangeArrowheads="1"/>
            </p:cNvSpPr>
            <p:nvPr/>
          </p:nvSpPr>
          <p:spPr bwMode="auto">
            <a:xfrm>
              <a:off x="402" y="3306"/>
              <a:ext cx="548"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57150">
                  <a:solidFill>
                    <a:srgbClr val="000000"/>
                  </a:solidFill>
                  <a:miter lim="800000"/>
                  <a:headEnd/>
                  <a:tailEnd/>
                </a14:hiddenLine>
              </a:ext>
            </a:extLst>
          </p:spPr>
          <p:txBody>
            <a:bodyPr wrap="none">
              <a:spAutoFit/>
            </a:bodyPr>
            <a:lstStyle>
              <a:lvl1pPr eaLnBrk="0" hangingPunct="0">
                <a:defRPr kumimoji="1" sz="2000">
                  <a:solidFill>
                    <a:srgbClr val="000099"/>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rgbClr val="000099"/>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rgbClr val="000099"/>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rgbClr val="000099"/>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9pPr>
            </a:lstStyle>
            <a:p>
              <a:pPr algn="ctr" eaLnBrk="1" hangingPunct="1">
                <a:lnSpc>
                  <a:spcPct val="100000"/>
                </a:lnSpc>
                <a:buFontTx/>
                <a:buNone/>
              </a:pPr>
              <a:r>
                <a:rPr lang="zh-CN" altLang="en-US" sz="1800" dirty="0">
                  <a:solidFill>
                    <a:srgbClr val="FF0000"/>
                  </a:solidFill>
                  <a:latin typeface="华文中宋" panose="02010600040101010101" pitchFamily="2" charset="-122"/>
                </a:rPr>
                <a:t>不合格</a:t>
              </a:r>
              <a:endParaRPr lang="zh-CN" altLang="en-US" sz="1800" dirty="0">
                <a:solidFill>
                  <a:srgbClr val="FF0000"/>
                </a:solidFill>
                <a:latin typeface="华文中宋" panose="02010600040101010101" pitchFamily="2" charset="-122"/>
              </a:endParaRPr>
            </a:p>
          </p:txBody>
        </p:sp>
      </p:grpSp>
      <p:grpSp>
        <p:nvGrpSpPr>
          <p:cNvPr id="8" name="Group 55"/>
          <p:cNvGrpSpPr/>
          <p:nvPr/>
        </p:nvGrpSpPr>
        <p:grpSpPr bwMode="auto">
          <a:xfrm>
            <a:off x="1563688" y="3457575"/>
            <a:ext cx="2941637" cy="977900"/>
            <a:chOff x="985" y="2238"/>
            <a:chExt cx="1853" cy="616"/>
          </a:xfrm>
        </p:grpSpPr>
        <p:sp>
          <p:nvSpPr>
            <p:cNvPr id="19474" name="Text Box 11"/>
            <p:cNvSpPr txBox="1">
              <a:spLocks noChangeArrowheads="1"/>
            </p:cNvSpPr>
            <p:nvPr/>
          </p:nvSpPr>
          <p:spPr bwMode="auto">
            <a:xfrm>
              <a:off x="985" y="2615"/>
              <a:ext cx="1561" cy="239"/>
            </a:xfrm>
            <a:prstGeom prst="rect">
              <a:avLst/>
            </a:prstGeom>
            <a:noFill/>
            <a:ln w="12700">
              <a:solidFill>
                <a:srgbClr val="000099"/>
              </a:solidFill>
              <a:miter lim="800000"/>
            </a:ln>
            <a:extLst>
              <a:ext uri="{909E8E84-426E-40DD-AFC4-6F175D3DCCD1}">
                <a14:hiddenFill xmlns:a14="http://schemas.microsoft.com/office/drawing/2010/main">
                  <a:solidFill>
                    <a:srgbClr val="FFFFFF"/>
                  </a:solidFill>
                </a14:hiddenFill>
              </a:ext>
            </a:extLst>
          </p:spPr>
          <p:txBody>
            <a:bodyPr wrap="none">
              <a:spAutoFit/>
            </a:bodyPr>
            <a:lstStyle>
              <a:lvl1pPr eaLnBrk="0" hangingPunct="0">
                <a:defRPr kumimoji="1" sz="2000">
                  <a:solidFill>
                    <a:srgbClr val="000099"/>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rgbClr val="000099"/>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rgbClr val="000099"/>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rgbClr val="000099"/>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lnSpc>
                  <a:spcPct val="100000"/>
                </a:lnSpc>
                <a:buFontTx/>
                <a:buNone/>
              </a:pPr>
              <a:r>
                <a:rPr lang="zh-CN" altLang="en-US" sz="1800"/>
                <a:t>对有较严格要求的轴承</a:t>
              </a:r>
              <a:endParaRPr lang="zh-CN" altLang="en-US" sz="1800"/>
            </a:p>
          </p:txBody>
        </p:sp>
        <p:sp>
          <p:nvSpPr>
            <p:cNvPr id="19475" name="Line 39"/>
            <p:cNvSpPr>
              <a:spLocks noChangeShapeType="1"/>
            </p:cNvSpPr>
            <p:nvPr/>
          </p:nvSpPr>
          <p:spPr bwMode="auto">
            <a:xfrm>
              <a:off x="1767" y="2426"/>
              <a:ext cx="0" cy="204"/>
            </a:xfrm>
            <a:prstGeom prst="line">
              <a:avLst/>
            </a:prstGeom>
            <a:noFill/>
            <a:ln w="12700">
              <a:solidFill>
                <a:srgbClr val="000099"/>
              </a:solidFill>
              <a:round/>
              <a:tailEnd type="triangle" w="sm" len="lg"/>
            </a:ln>
            <a:extLst>
              <a:ext uri="{909E8E84-426E-40DD-AFC4-6F175D3DCCD1}">
                <a14:hiddenFill xmlns:a14="http://schemas.microsoft.com/office/drawing/2010/main">
                  <a:noFill/>
                </a14:hiddenFill>
              </a:ext>
            </a:extLst>
          </p:spPr>
          <p:txBody>
            <a:bodyPr wrap="none"/>
            <a:lstStyle/>
            <a:p>
              <a:endParaRPr lang="zh-CN" altLang="en-US"/>
            </a:p>
          </p:txBody>
        </p:sp>
        <p:sp>
          <p:nvSpPr>
            <p:cNvPr id="19476" name="Line 41"/>
            <p:cNvSpPr>
              <a:spLocks noChangeShapeType="1"/>
            </p:cNvSpPr>
            <p:nvPr/>
          </p:nvSpPr>
          <p:spPr bwMode="auto">
            <a:xfrm>
              <a:off x="2806" y="2238"/>
              <a:ext cx="0" cy="193"/>
            </a:xfrm>
            <a:prstGeom prst="line">
              <a:avLst/>
            </a:prstGeom>
            <a:noFill/>
            <a:ln w="12700">
              <a:solidFill>
                <a:srgbClr val="000099"/>
              </a:solidFill>
              <a:round/>
              <a:tailEnd type="triangle" w="sm" len="lg"/>
            </a:ln>
            <a:extLst>
              <a:ext uri="{909E8E84-426E-40DD-AFC4-6F175D3DCCD1}">
                <a14:hiddenFill xmlns:a14="http://schemas.microsoft.com/office/drawing/2010/main">
                  <a:noFill/>
                </a14:hiddenFill>
              </a:ext>
            </a:extLst>
          </p:spPr>
          <p:txBody>
            <a:bodyPr wrap="none"/>
            <a:lstStyle/>
            <a:p>
              <a:endParaRPr lang="zh-CN" altLang="en-US"/>
            </a:p>
          </p:txBody>
        </p:sp>
        <p:sp>
          <p:nvSpPr>
            <p:cNvPr id="19477" name="Line 54"/>
            <p:cNvSpPr>
              <a:spLocks noChangeShapeType="1"/>
            </p:cNvSpPr>
            <p:nvPr/>
          </p:nvSpPr>
          <p:spPr bwMode="auto">
            <a:xfrm>
              <a:off x="1768" y="2415"/>
              <a:ext cx="1070" cy="0"/>
            </a:xfrm>
            <a:prstGeom prst="line">
              <a:avLst/>
            </a:prstGeom>
            <a:noFill/>
            <a:ln w="12700">
              <a:solidFill>
                <a:srgbClr val="000099"/>
              </a:solidFill>
              <a:round/>
            </a:ln>
            <a:extLst>
              <a:ext uri="{909E8E84-426E-40DD-AFC4-6F175D3DCCD1}">
                <a14:hiddenFill xmlns:a14="http://schemas.microsoft.com/office/drawing/2010/main">
                  <a:noFill/>
                </a14:hiddenFill>
              </a:ext>
            </a:extLst>
          </p:spPr>
          <p:txBody>
            <a:bodyPr wrap="none"/>
            <a:lstStyle/>
            <a:p>
              <a:endParaRPr lang="zh-CN" altLang="en-US"/>
            </a:p>
          </p:txBody>
        </p:sp>
      </p:grpSp>
      <p:pic>
        <p:nvPicPr>
          <p:cNvPr id="16446" name="Picture 62" descr="NEXT1">
            <a:hlinkClick r:id="" action="ppaction://hlinkshowjump?jump=nextslide"/>
          </p:cNvPr>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8774113" y="6489700"/>
            <a:ext cx="306387" cy="306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6447" name="Picture 63" descr="rewind1">
            <a:hlinkClick r:id="" action="ppaction://hlinkshowjump?jump=firstslide"/>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351838" y="6489700"/>
            <a:ext cx="306387" cy="306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6448" name="Text Box 64"/>
          <p:cNvSpPr txBox="1">
            <a:spLocks noChangeArrowheads="1"/>
          </p:cNvSpPr>
          <p:nvPr/>
        </p:nvSpPr>
        <p:spPr bwMode="auto">
          <a:xfrm>
            <a:off x="7505700" y="5908675"/>
            <a:ext cx="9271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57150">
                <a:solidFill>
                  <a:srgbClr val="000000"/>
                </a:solidFill>
                <a:miter lim="800000"/>
                <a:headEnd/>
                <a:tailEnd/>
              </a14:hiddenLine>
            </a:ext>
          </a:extLst>
        </p:spPr>
        <p:txBody>
          <a:bodyPr>
            <a:spAutoFit/>
          </a:bodyPr>
          <a:lstStyle>
            <a:lvl1pPr eaLnBrk="0" hangingPunct="0">
              <a:defRPr kumimoji="1" sz="2000">
                <a:solidFill>
                  <a:srgbClr val="000099"/>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rgbClr val="000099"/>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rgbClr val="000099"/>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rgbClr val="000099"/>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9pPr>
          </a:lstStyle>
          <a:p>
            <a:pPr algn="ctr" eaLnBrk="1" hangingPunct="1">
              <a:lnSpc>
                <a:spcPct val="100000"/>
              </a:lnSpc>
              <a:spcBef>
                <a:spcPct val="50000"/>
              </a:spcBef>
              <a:buFontTx/>
              <a:buNone/>
            </a:pPr>
            <a:r>
              <a:rPr lang="en-US" altLang="zh-CN" sz="1800">
                <a:latin typeface="华文中宋" panose="02010600040101010101" pitchFamily="2" charset="-122"/>
              </a:rPr>
              <a:t>  </a:t>
            </a:r>
            <a:endParaRPr lang="en-US" altLang="zh-CN" sz="1800">
              <a:latin typeface="华文中宋" panose="02010600040101010101" pitchFamily="2" charset="-122"/>
            </a:endParaRPr>
          </a:p>
        </p:txBody>
      </p:sp>
      <p:sp>
        <p:nvSpPr>
          <p:cNvPr id="19472" name="Rectangle 4"/>
          <p:cNvSpPr>
            <a:spLocks noChangeArrowheads="1"/>
          </p:cNvSpPr>
          <p:nvPr/>
        </p:nvSpPr>
        <p:spPr bwMode="auto">
          <a:xfrm>
            <a:off x="2250108" y="168965"/>
            <a:ext cx="732790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tIns="36000" bIns="72000" anchor="ctr" anchorCtr="1"/>
          <a:lstStyle>
            <a:lvl1pPr eaLnBrk="0" hangingPunct="0">
              <a:defRPr kumimoji="1" sz="2000">
                <a:solidFill>
                  <a:srgbClr val="000099"/>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rgbClr val="000099"/>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rgbClr val="000099"/>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rgbClr val="000099"/>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lnSpc>
                <a:spcPct val="100000"/>
              </a:lnSpc>
              <a:buFontTx/>
              <a:buNone/>
            </a:pPr>
            <a:r>
              <a:rPr lang="en-US" altLang="zh-CN" sz="3000" dirty="0" smtClean="0">
                <a:solidFill>
                  <a:srgbClr val="CC3300"/>
                </a:solidFill>
                <a:latin typeface="黑体" panose="02010609060101010101" pitchFamily="49" charset="-122"/>
                <a:ea typeface="黑体" panose="02010609060101010101" pitchFamily="49" charset="-122"/>
              </a:rPr>
              <a:t>3.6-3 </a:t>
            </a:r>
            <a:r>
              <a:rPr lang="zh-CN" altLang="en-US" sz="3000" dirty="0" smtClean="0">
                <a:solidFill>
                  <a:srgbClr val="CC3300"/>
                </a:solidFill>
                <a:latin typeface="黑体" panose="02010609060101010101" pitchFamily="49" charset="-122"/>
                <a:ea typeface="黑体" panose="02010609060101010101" pitchFamily="49" charset="-122"/>
              </a:rPr>
              <a:t>滚动轴承类型的选择</a:t>
            </a:r>
            <a:endParaRPr lang="zh-CN" altLang="en-US" sz="3000" dirty="0">
              <a:solidFill>
                <a:srgbClr val="CC3300"/>
              </a:solidFill>
              <a:latin typeface="黑体" panose="02010609060101010101" pitchFamily="49" charset="-122"/>
              <a:ea typeface="黑体" panose="02010609060101010101" pitchFamily="49" charset="-122"/>
            </a:endParaRPr>
          </a:p>
        </p:txBody>
      </p:sp>
      <p:sp>
        <p:nvSpPr>
          <p:cNvPr id="19473" name="直接连接符 6"/>
          <p:cNvSpPr>
            <a:spLocks noChangeShapeType="1"/>
          </p:cNvSpPr>
          <p:nvPr/>
        </p:nvSpPr>
        <p:spPr bwMode="auto">
          <a:xfrm>
            <a:off x="0" y="765175"/>
            <a:ext cx="9144000" cy="0"/>
          </a:xfrm>
          <a:prstGeom prst="line">
            <a:avLst/>
          </a:prstGeom>
          <a:noFill/>
          <a:ln w="28575">
            <a:solidFill>
              <a:srgbClr val="CC3300"/>
            </a:solidFill>
            <a:miter lim="800000"/>
          </a:ln>
          <a:extLst>
            <a:ext uri="{909E8E84-426E-40DD-AFC4-6F175D3DCCD1}">
              <a14:hiddenFill xmlns:a14="http://schemas.microsoft.com/office/drawing/2010/main">
                <a:noFill/>
              </a14:hiddenFill>
            </a:ext>
          </a:extLst>
        </p:spPr>
        <p:txBody>
          <a:bodyPr/>
          <a:lstStyle/>
          <a:p>
            <a:endParaRPr lang="zh-CN" altLang="en-US"/>
          </a:p>
        </p:txBody>
      </p:sp>
    </p:spTree>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16421"/>
                                        </p:tgtEl>
                                        <p:attrNameLst>
                                          <p:attrName>style.visibility</p:attrName>
                                        </p:attrNameLst>
                                      </p:cBhvr>
                                      <p:to>
                                        <p:strVal val="visible"/>
                                      </p:to>
                                    </p:set>
                                    <p:animEffect transition="in" filter="wipe(left)">
                                      <p:cBhvr>
                                        <p:cTn id="7" dur="500"/>
                                        <p:tgtEl>
                                          <p:spTgt spid="16421"/>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6422"/>
                                        </p:tgtEl>
                                        <p:attrNameLst>
                                          <p:attrName>style.visibility</p:attrName>
                                        </p:attrNameLst>
                                      </p:cBhvr>
                                      <p:to>
                                        <p:strVal val="visible"/>
                                      </p:to>
                                    </p:set>
                                    <p:animEffect transition="in" filter="wipe(left)">
                                      <p:cBhvr>
                                        <p:cTn id="12" dur="500"/>
                                        <p:tgtEl>
                                          <p:spTgt spid="16422"/>
                                        </p:tgtEl>
                                      </p:cBhvr>
                                    </p:animEffect>
                                  </p:childTnLst>
                                </p:cTn>
                              </p:par>
                            </p:childTnLst>
                          </p:cTn>
                        </p:par>
                        <p:par>
                          <p:cTn id="13" fill="hold">
                            <p:stCondLst>
                              <p:cond delay="500"/>
                            </p:stCondLst>
                            <p:childTnLst>
                              <p:par>
                                <p:cTn id="14" presetID="22" presetClass="entr" presetSubtype="1" fill="hold" grpId="0" nodeType="afterEffect">
                                  <p:stCondLst>
                                    <p:cond delay="0"/>
                                  </p:stCondLst>
                                  <p:childTnLst>
                                    <p:set>
                                      <p:cBhvr>
                                        <p:cTn id="15" dur="1" fill="hold">
                                          <p:stCondLst>
                                            <p:cond delay="0"/>
                                          </p:stCondLst>
                                        </p:cTn>
                                        <p:tgtEl>
                                          <p:spTgt spid="16393"/>
                                        </p:tgtEl>
                                        <p:attrNameLst>
                                          <p:attrName>style.visibility</p:attrName>
                                        </p:attrNameLst>
                                      </p:cBhvr>
                                      <p:to>
                                        <p:strVal val="visible"/>
                                      </p:to>
                                    </p:set>
                                    <p:animEffect transition="in" filter="wipe(up)">
                                      <p:cBhvr>
                                        <p:cTn id="16" dur="500"/>
                                        <p:tgtEl>
                                          <p:spTgt spid="16393"/>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1" fill="hold" nodeType="clickEffect">
                                  <p:stCondLst>
                                    <p:cond delay="0"/>
                                  </p:stCondLst>
                                  <p:childTnLst>
                                    <p:set>
                                      <p:cBhvr>
                                        <p:cTn id="20" dur="1" fill="hold">
                                          <p:stCondLst>
                                            <p:cond delay="0"/>
                                          </p:stCondLst>
                                        </p:cTn>
                                        <p:tgtEl>
                                          <p:spTgt spid="2"/>
                                        </p:tgtEl>
                                        <p:attrNameLst>
                                          <p:attrName>style.visibility</p:attrName>
                                        </p:attrNameLst>
                                      </p:cBhvr>
                                      <p:to>
                                        <p:strVal val="visible"/>
                                      </p:to>
                                    </p:set>
                                    <p:animEffect transition="in" filter="wipe(up)">
                                      <p:cBhvr>
                                        <p:cTn id="21" dur="500"/>
                                        <p:tgtEl>
                                          <p:spTgt spid="2"/>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1" fill="hold" nodeType="clickEffect">
                                  <p:stCondLst>
                                    <p:cond delay="0"/>
                                  </p:stCondLst>
                                  <p:childTnLst>
                                    <p:set>
                                      <p:cBhvr>
                                        <p:cTn id="25" dur="1" fill="hold">
                                          <p:stCondLst>
                                            <p:cond delay="0"/>
                                          </p:stCondLst>
                                        </p:cTn>
                                        <p:tgtEl>
                                          <p:spTgt spid="8"/>
                                        </p:tgtEl>
                                        <p:attrNameLst>
                                          <p:attrName>style.visibility</p:attrName>
                                        </p:attrNameLst>
                                      </p:cBhvr>
                                      <p:to>
                                        <p:strVal val="visible"/>
                                      </p:to>
                                    </p:set>
                                    <p:animEffect transition="in" filter="wipe(up)">
                                      <p:cBhvr>
                                        <p:cTn id="26" dur="500"/>
                                        <p:tgtEl>
                                          <p:spTgt spid="8"/>
                                        </p:tgtEl>
                                      </p:cBhvr>
                                    </p:animEffect>
                                  </p:childTnLst>
                                </p:cTn>
                              </p:par>
                            </p:childTnLst>
                          </p:cTn>
                        </p:par>
                        <p:par>
                          <p:cTn id="27" fill="hold">
                            <p:stCondLst>
                              <p:cond delay="500"/>
                            </p:stCondLst>
                            <p:childTnLst>
                              <p:par>
                                <p:cTn id="28" presetID="22" presetClass="entr" presetSubtype="1" fill="hold" nodeType="afterEffect">
                                  <p:stCondLst>
                                    <p:cond delay="0"/>
                                  </p:stCondLst>
                                  <p:childTnLst>
                                    <p:set>
                                      <p:cBhvr>
                                        <p:cTn id="29" dur="1" fill="hold">
                                          <p:stCondLst>
                                            <p:cond delay="0"/>
                                          </p:stCondLst>
                                        </p:cTn>
                                        <p:tgtEl>
                                          <p:spTgt spid="3"/>
                                        </p:tgtEl>
                                        <p:attrNameLst>
                                          <p:attrName>style.visibility</p:attrName>
                                        </p:attrNameLst>
                                      </p:cBhvr>
                                      <p:to>
                                        <p:strVal val="visible"/>
                                      </p:to>
                                    </p:set>
                                    <p:animEffect transition="in" filter="wipe(up)">
                                      <p:cBhvr>
                                        <p:cTn id="30" dur="500"/>
                                        <p:tgtEl>
                                          <p:spTgt spid="3"/>
                                        </p:tgtEl>
                                      </p:cBhvr>
                                    </p:animEffect>
                                  </p:childTnLst>
                                </p:cTn>
                              </p:par>
                            </p:childTnLst>
                          </p:cTn>
                        </p:par>
                      </p:childTnLst>
                    </p:cTn>
                  </p:par>
                  <p:par>
                    <p:cTn id="31" fill="hold">
                      <p:stCondLst>
                        <p:cond delay="indefinite"/>
                      </p:stCondLst>
                      <p:childTnLst>
                        <p:par>
                          <p:cTn id="32" fill="hold">
                            <p:stCondLst>
                              <p:cond delay="0"/>
                            </p:stCondLst>
                            <p:childTnLst>
                              <p:par>
                                <p:cTn id="33" presetID="22" presetClass="entr" presetSubtype="1" fill="hold" nodeType="clickEffect">
                                  <p:stCondLst>
                                    <p:cond delay="0"/>
                                  </p:stCondLst>
                                  <p:childTnLst>
                                    <p:set>
                                      <p:cBhvr>
                                        <p:cTn id="34" dur="1" fill="hold">
                                          <p:stCondLst>
                                            <p:cond delay="0"/>
                                          </p:stCondLst>
                                        </p:cTn>
                                        <p:tgtEl>
                                          <p:spTgt spid="4"/>
                                        </p:tgtEl>
                                        <p:attrNameLst>
                                          <p:attrName>style.visibility</p:attrName>
                                        </p:attrNameLst>
                                      </p:cBhvr>
                                      <p:to>
                                        <p:strVal val="visible"/>
                                      </p:to>
                                    </p:set>
                                    <p:animEffect transition="in" filter="wipe(up)">
                                      <p:cBhvr>
                                        <p:cTn id="35" dur="500"/>
                                        <p:tgtEl>
                                          <p:spTgt spid="4"/>
                                        </p:tgtEl>
                                      </p:cBhvr>
                                    </p:animEffect>
                                  </p:childTnLst>
                                </p:cTn>
                              </p:par>
                            </p:childTnLst>
                          </p:cTn>
                        </p:par>
                      </p:childTnLst>
                    </p:cTn>
                  </p:par>
                  <p:par>
                    <p:cTn id="36" fill="hold">
                      <p:stCondLst>
                        <p:cond delay="indefinite"/>
                      </p:stCondLst>
                      <p:childTnLst>
                        <p:par>
                          <p:cTn id="37" fill="hold">
                            <p:stCondLst>
                              <p:cond delay="0"/>
                            </p:stCondLst>
                            <p:childTnLst>
                              <p:par>
                                <p:cTn id="38" presetID="22" presetClass="entr" presetSubtype="1" fill="hold" nodeType="clickEffect">
                                  <p:stCondLst>
                                    <p:cond delay="0"/>
                                  </p:stCondLst>
                                  <p:childTnLst>
                                    <p:set>
                                      <p:cBhvr>
                                        <p:cTn id="39" dur="1" fill="hold">
                                          <p:stCondLst>
                                            <p:cond delay="0"/>
                                          </p:stCondLst>
                                        </p:cTn>
                                        <p:tgtEl>
                                          <p:spTgt spid="5"/>
                                        </p:tgtEl>
                                        <p:attrNameLst>
                                          <p:attrName>style.visibility</p:attrName>
                                        </p:attrNameLst>
                                      </p:cBhvr>
                                      <p:to>
                                        <p:strVal val="visible"/>
                                      </p:to>
                                    </p:set>
                                    <p:animEffect transition="in" filter="wipe(up)">
                                      <p:cBhvr>
                                        <p:cTn id="40" dur="500"/>
                                        <p:tgtEl>
                                          <p:spTgt spid="5"/>
                                        </p:tgtEl>
                                      </p:cBhvr>
                                    </p:animEffect>
                                  </p:childTnLst>
                                </p:cTn>
                              </p:par>
                            </p:childTnLst>
                          </p:cTn>
                        </p:par>
                      </p:childTnLst>
                    </p:cTn>
                  </p:par>
                  <p:par>
                    <p:cTn id="41" fill="hold">
                      <p:stCondLst>
                        <p:cond delay="indefinite"/>
                      </p:stCondLst>
                      <p:childTnLst>
                        <p:par>
                          <p:cTn id="42" fill="hold">
                            <p:stCondLst>
                              <p:cond delay="0"/>
                            </p:stCondLst>
                            <p:childTnLst>
                              <p:par>
                                <p:cTn id="43" presetID="22" presetClass="entr" presetSubtype="4" fill="hold" nodeType="clickEffect">
                                  <p:stCondLst>
                                    <p:cond delay="0"/>
                                  </p:stCondLst>
                                  <p:childTnLst>
                                    <p:set>
                                      <p:cBhvr>
                                        <p:cTn id="44" dur="1" fill="hold">
                                          <p:stCondLst>
                                            <p:cond delay="0"/>
                                          </p:stCondLst>
                                        </p:cTn>
                                        <p:tgtEl>
                                          <p:spTgt spid="7"/>
                                        </p:tgtEl>
                                        <p:attrNameLst>
                                          <p:attrName>style.visibility</p:attrName>
                                        </p:attrNameLst>
                                      </p:cBhvr>
                                      <p:to>
                                        <p:strVal val="visible"/>
                                      </p:to>
                                    </p:set>
                                    <p:animEffect transition="in" filter="wipe(down)">
                                      <p:cBhvr>
                                        <p:cTn id="45" dur="500"/>
                                        <p:tgtEl>
                                          <p:spTgt spid="7"/>
                                        </p:tgtEl>
                                      </p:cBhvr>
                                    </p:animEffect>
                                  </p:childTnLst>
                                </p:cTn>
                              </p:par>
                            </p:childTnLst>
                          </p:cTn>
                        </p:par>
                        <p:par>
                          <p:cTn id="46" fill="hold">
                            <p:stCondLst>
                              <p:cond delay="500"/>
                            </p:stCondLst>
                            <p:childTnLst>
                              <p:par>
                                <p:cTn id="47" presetID="22" presetClass="entr" presetSubtype="8" fill="hold" grpId="0" nodeType="afterEffect">
                                  <p:stCondLst>
                                    <p:cond delay="0"/>
                                  </p:stCondLst>
                                  <p:childTnLst>
                                    <p:set>
                                      <p:cBhvr>
                                        <p:cTn id="48" dur="1" fill="hold">
                                          <p:stCondLst>
                                            <p:cond delay="0"/>
                                          </p:stCondLst>
                                        </p:cTn>
                                        <p:tgtEl>
                                          <p:spTgt spid="16408"/>
                                        </p:tgtEl>
                                        <p:attrNameLst>
                                          <p:attrName>style.visibility</p:attrName>
                                        </p:attrNameLst>
                                      </p:cBhvr>
                                      <p:to>
                                        <p:strVal val="visible"/>
                                      </p:to>
                                    </p:set>
                                    <p:animEffect transition="in" filter="wipe(left)">
                                      <p:cBhvr>
                                        <p:cTn id="49" dur="500"/>
                                        <p:tgtEl>
                                          <p:spTgt spid="16408"/>
                                        </p:tgtEl>
                                      </p:cBhvr>
                                    </p:animEffect>
                                  </p:childTnLst>
                                </p:cTn>
                              </p:par>
                            </p:childTnLst>
                          </p:cTn>
                        </p:par>
                        <p:par>
                          <p:cTn id="50" fill="hold">
                            <p:stCondLst>
                              <p:cond delay="1000"/>
                            </p:stCondLst>
                            <p:childTnLst>
                              <p:par>
                                <p:cTn id="51" presetID="1" presetClass="entr" presetSubtype="0" fill="hold" nodeType="afterEffect">
                                  <p:stCondLst>
                                    <p:cond delay="0"/>
                                  </p:stCondLst>
                                  <p:childTnLst>
                                    <p:set>
                                      <p:cBhvr>
                                        <p:cTn id="52" dur="1" fill="hold">
                                          <p:stCondLst>
                                            <p:cond delay="499"/>
                                          </p:stCondLst>
                                        </p:cTn>
                                        <p:tgtEl>
                                          <p:spTgt spid="16446"/>
                                        </p:tgtEl>
                                        <p:attrNameLst>
                                          <p:attrName>style.visibility</p:attrName>
                                        </p:attrNameLst>
                                      </p:cBhvr>
                                      <p:to>
                                        <p:strVal val="visible"/>
                                      </p:to>
                                    </p:set>
                                  </p:childTnLst>
                                </p:cTn>
                              </p:par>
                            </p:childTnLst>
                          </p:cTn>
                        </p:par>
                        <p:par>
                          <p:cTn id="53" fill="hold">
                            <p:stCondLst>
                              <p:cond delay="1500"/>
                            </p:stCondLst>
                            <p:childTnLst>
                              <p:par>
                                <p:cTn id="54" presetID="2" presetClass="entr" presetSubtype="8" fill="hold" nodeType="afterEffect">
                                  <p:stCondLst>
                                    <p:cond delay="0"/>
                                  </p:stCondLst>
                                  <p:childTnLst>
                                    <p:set>
                                      <p:cBhvr>
                                        <p:cTn id="55" dur="1" fill="hold">
                                          <p:stCondLst>
                                            <p:cond delay="0"/>
                                          </p:stCondLst>
                                        </p:cTn>
                                        <p:tgtEl>
                                          <p:spTgt spid="16447"/>
                                        </p:tgtEl>
                                        <p:attrNameLst>
                                          <p:attrName>style.visibility</p:attrName>
                                        </p:attrNameLst>
                                      </p:cBhvr>
                                      <p:to>
                                        <p:strVal val="visible"/>
                                      </p:to>
                                    </p:set>
                                    <p:anim calcmode="lin" valueType="num">
                                      <p:cBhvr additive="base">
                                        <p:cTn id="56" dur="500" fill="hold"/>
                                        <p:tgtEl>
                                          <p:spTgt spid="16447"/>
                                        </p:tgtEl>
                                        <p:attrNameLst>
                                          <p:attrName>ppt_x</p:attrName>
                                        </p:attrNameLst>
                                      </p:cBhvr>
                                      <p:tavLst>
                                        <p:tav tm="0">
                                          <p:val>
                                            <p:strVal val="0-#ppt_w/2"/>
                                          </p:val>
                                        </p:tav>
                                        <p:tav tm="100000">
                                          <p:val>
                                            <p:strVal val="#ppt_x"/>
                                          </p:val>
                                        </p:tav>
                                      </p:tavLst>
                                    </p:anim>
                                    <p:anim calcmode="lin" valueType="num">
                                      <p:cBhvr additive="base">
                                        <p:cTn id="57" dur="500" fill="hold"/>
                                        <p:tgtEl>
                                          <p:spTgt spid="16447"/>
                                        </p:tgtEl>
                                        <p:attrNameLst>
                                          <p:attrName>ppt_y</p:attrName>
                                        </p:attrNameLst>
                                      </p:cBhvr>
                                      <p:tavLst>
                                        <p:tav tm="0">
                                          <p:val>
                                            <p:strVal val="#ppt_y"/>
                                          </p:val>
                                        </p:tav>
                                        <p:tav tm="100000">
                                          <p:val>
                                            <p:strVal val="#ppt_y"/>
                                          </p:val>
                                        </p:tav>
                                      </p:tavLst>
                                    </p:anim>
                                  </p:childTnLst>
                                </p:cTn>
                              </p:par>
                            </p:childTnLst>
                          </p:cTn>
                        </p:par>
                      </p:childTnLst>
                    </p:cTn>
                  </p:par>
                  <p:par>
                    <p:cTn id="58" fill="hold">
                      <p:stCondLst>
                        <p:cond delay="indefinite"/>
                      </p:stCondLst>
                      <p:childTnLst>
                        <p:par>
                          <p:cTn id="59" fill="hold">
                            <p:stCondLst>
                              <p:cond delay="0"/>
                            </p:stCondLst>
                            <p:childTnLst>
                              <p:par>
                                <p:cTn id="60" presetID="2" presetClass="entr" presetSubtype="8" fill="hold" grpId="0" nodeType="clickEffect">
                                  <p:stCondLst>
                                    <p:cond delay="0"/>
                                  </p:stCondLst>
                                  <p:childTnLst>
                                    <p:set>
                                      <p:cBhvr>
                                        <p:cTn id="61" dur="1" fill="hold">
                                          <p:stCondLst>
                                            <p:cond delay="0"/>
                                          </p:stCondLst>
                                        </p:cTn>
                                        <p:tgtEl>
                                          <p:spTgt spid="16448"/>
                                        </p:tgtEl>
                                        <p:attrNameLst>
                                          <p:attrName>style.visibility</p:attrName>
                                        </p:attrNameLst>
                                      </p:cBhvr>
                                      <p:to>
                                        <p:strVal val="visible"/>
                                      </p:to>
                                    </p:set>
                                    <p:anim calcmode="lin" valueType="num">
                                      <p:cBhvr additive="base">
                                        <p:cTn id="62" dur="500" fill="hold"/>
                                        <p:tgtEl>
                                          <p:spTgt spid="16448"/>
                                        </p:tgtEl>
                                        <p:attrNameLst>
                                          <p:attrName>ppt_x</p:attrName>
                                        </p:attrNameLst>
                                      </p:cBhvr>
                                      <p:tavLst>
                                        <p:tav tm="0">
                                          <p:val>
                                            <p:strVal val="0-#ppt_w/2"/>
                                          </p:val>
                                        </p:tav>
                                        <p:tav tm="100000">
                                          <p:val>
                                            <p:strVal val="#ppt_x"/>
                                          </p:val>
                                        </p:tav>
                                      </p:tavLst>
                                    </p:anim>
                                    <p:anim calcmode="lin" valueType="num">
                                      <p:cBhvr additive="base">
                                        <p:cTn id="63" dur="500" fill="hold"/>
                                        <p:tgtEl>
                                          <p:spTgt spid="16448"/>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393" grpId="0" animBg="1" autoUpdateAnimBg="0"/>
      <p:bldP spid="16408" grpId="0" animBg="1"/>
      <p:bldP spid="16421" grpId="0" autoUpdateAnimBg="0"/>
      <p:bldP spid="16422" grpId="0" autoUpdateAnimBg="0"/>
      <p:bldP spid="16448" grpId="0" autoUpdateAnimBg="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noChangeArrowheads="1"/>
          </p:cNvSpPr>
          <p:nvPr>
            <p:ph type="title"/>
          </p:nvPr>
        </p:nvSpPr>
        <p:spPr bwMode="auto">
          <a:xfrm>
            <a:off x="6096000" y="762000"/>
            <a:ext cx="1143000" cy="152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eaLnBrk="1" hangingPunct="1"/>
            <a:r>
              <a:rPr lang="zh-CN" altLang="en-US" sz="800" smtClean="0">
                <a:solidFill>
                  <a:schemeClr val="bg1"/>
                </a:solidFill>
                <a:latin typeface="华文中宋" panose="02010600040101010101" pitchFamily="2" charset="-122"/>
                <a:ea typeface="华文中宋" panose="02010600040101010101" pitchFamily="2" charset="-122"/>
              </a:rPr>
              <a:t>类型选择</a:t>
            </a:r>
            <a:r>
              <a:rPr lang="en-US" altLang="zh-CN" sz="800" smtClean="0">
                <a:solidFill>
                  <a:schemeClr val="bg1"/>
                </a:solidFill>
                <a:latin typeface="华文中宋" panose="02010600040101010101" pitchFamily="2" charset="-122"/>
                <a:ea typeface="华文中宋" panose="02010600040101010101" pitchFamily="2" charset="-122"/>
              </a:rPr>
              <a:t>2</a:t>
            </a:r>
            <a:endParaRPr lang="en-US" altLang="zh-CN" sz="800" smtClean="0">
              <a:solidFill>
                <a:schemeClr val="bg1"/>
              </a:solidFill>
            </a:endParaRPr>
          </a:p>
        </p:txBody>
      </p:sp>
      <p:sp>
        <p:nvSpPr>
          <p:cNvPr id="19466" name="Text Box 10"/>
          <p:cNvSpPr txBox="1">
            <a:spLocks noChangeArrowheads="1"/>
          </p:cNvSpPr>
          <p:nvPr/>
        </p:nvSpPr>
        <p:spPr bwMode="auto">
          <a:xfrm>
            <a:off x="171450" y="800100"/>
            <a:ext cx="8458200" cy="4985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a:solidFill>
                  <a:srgbClr val="000099"/>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rgbClr val="000099"/>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rgbClr val="000099"/>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rgbClr val="000099"/>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buNone/>
            </a:pPr>
            <a:r>
              <a:rPr lang="zh-CN" altLang="en-US" sz="2200" dirty="0" smtClean="0">
                <a:solidFill>
                  <a:srgbClr val="C00000"/>
                </a:solidFill>
                <a:latin typeface="黑体" panose="02010609060101010101" pitchFamily="49" charset="-122"/>
                <a:ea typeface="黑体" panose="02010609060101010101" pitchFamily="49" charset="-122"/>
              </a:rPr>
              <a:t> 二、滚动轴承</a:t>
            </a:r>
            <a:r>
              <a:rPr lang="zh-CN" altLang="en-US" sz="2200" dirty="0">
                <a:solidFill>
                  <a:srgbClr val="C00000"/>
                </a:solidFill>
                <a:latin typeface="黑体" panose="02010609060101010101" pitchFamily="49" charset="-122"/>
                <a:ea typeface="黑体" panose="02010609060101010101" pitchFamily="49" charset="-122"/>
              </a:rPr>
              <a:t>类型选择应考虑的问题</a:t>
            </a:r>
            <a:endParaRPr lang="zh-CN" altLang="en-US" sz="2200" dirty="0">
              <a:solidFill>
                <a:srgbClr val="C00000"/>
              </a:solidFill>
              <a:latin typeface="黑体" panose="02010609060101010101" pitchFamily="49" charset="-122"/>
              <a:ea typeface="黑体" panose="02010609060101010101" pitchFamily="49" charset="-122"/>
            </a:endParaRPr>
          </a:p>
        </p:txBody>
      </p:sp>
      <p:sp>
        <p:nvSpPr>
          <p:cNvPr id="19467" name="Text Box 11"/>
          <p:cNvSpPr txBox="1">
            <a:spLocks noChangeArrowheads="1"/>
          </p:cNvSpPr>
          <p:nvPr/>
        </p:nvSpPr>
        <p:spPr bwMode="auto">
          <a:xfrm>
            <a:off x="381000" y="1260158"/>
            <a:ext cx="2334293"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57150">
                <a:solidFill>
                  <a:srgbClr val="000000"/>
                </a:solidFill>
                <a:miter lim="800000"/>
                <a:headEnd/>
                <a:tailEnd/>
              </a14:hiddenLine>
            </a:ext>
          </a:extLst>
        </p:spPr>
        <p:txBody>
          <a:bodyPr wrap="none">
            <a:spAutoFit/>
          </a:bodyPr>
          <a:lstStyle>
            <a:lvl1pPr eaLnBrk="0" hangingPunct="0">
              <a:defRPr kumimoji="1" sz="2000">
                <a:solidFill>
                  <a:srgbClr val="000099"/>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rgbClr val="000099"/>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rgbClr val="000099"/>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rgbClr val="000099"/>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lnSpc>
                <a:spcPct val="100000"/>
              </a:lnSpc>
              <a:buFontTx/>
              <a:buNone/>
            </a:pPr>
            <a:r>
              <a:rPr lang="en-US" altLang="zh-CN" sz="2200" dirty="0">
                <a:solidFill>
                  <a:srgbClr val="0000FF"/>
                </a:solidFill>
                <a:latin typeface="黑体" panose="02010609060101010101" pitchFamily="49" charset="-122"/>
                <a:ea typeface="黑体" panose="02010609060101010101" pitchFamily="49" charset="-122"/>
              </a:rPr>
              <a:t>1</a:t>
            </a:r>
            <a:r>
              <a:rPr lang="zh-CN" altLang="en-US" sz="2200" dirty="0">
                <a:solidFill>
                  <a:srgbClr val="0000FF"/>
                </a:solidFill>
                <a:latin typeface="黑体" panose="02010609060101010101" pitchFamily="49" charset="-122"/>
                <a:ea typeface="黑体" panose="02010609060101010101" pitchFamily="49" charset="-122"/>
              </a:rPr>
              <a:t>．承受载荷情况</a:t>
            </a:r>
            <a:endParaRPr lang="zh-CN" altLang="en-US" sz="2200" dirty="0">
              <a:solidFill>
                <a:srgbClr val="0000FF"/>
              </a:solidFill>
              <a:latin typeface="黑体" panose="02010609060101010101" pitchFamily="49" charset="-122"/>
              <a:ea typeface="黑体" panose="02010609060101010101" pitchFamily="49" charset="-122"/>
            </a:endParaRPr>
          </a:p>
        </p:txBody>
      </p:sp>
      <p:sp>
        <p:nvSpPr>
          <p:cNvPr id="19469" name="Text Box 13"/>
          <p:cNvSpPr txBox="1">
            <a:spLocks noChangeArrowheads="1"/>
          </p:cNvSpPr>
          <p:nvPr/>
        </p:nvSpPr>
        <p:spPr bwMode="auto">
          <a:xfrm>
            <a:off x="445512" y="5000159"/>
            <a:ext cx="2018501"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57150">
                <a:solidFill>
                  <a:srgbClr val="000000"/>
                </a:solidFill>
                <a:miter lim="800000"/>
                <a:headEnd/>
                <a:tailEnd/>
              </a14:hiddenLine>
            </a:ext>
          </a:extLst>
        </p:spPr>
        <p:txBody>
          <a:bodyPr wrap="none">
            <a:spAutoFit/>
          </a:bodyPr>
          <a:lstStyle>
            <a:lvl1pPr eaLnBrk="0" hangingPunct="0">
              <a:defRPr kumimoji="1" sz="2000">
                <a:solidFill>
                  <a:srgbClr val="000099"/>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rgbClr val="000099"/>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rgbClr val="000099"/>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rgbClr val="000099"/>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lnSpc>
                <a:spcPct val="100000"/>
              </a:lnSpc>
              <a:buNone/>
            </a:pPr>
            <a:r>
              <a:rPr lang="en-US" altLang="zh-CN" sz="2200" dirty="0">
                <a:solidFill>
                  <a:srgbClr val="0000FF"/>
                </a:solidFill>
                <a:latin typeface="黑体" panose="02010609060101010101" pitchFamily="49" charset="-122"/>
                <a:ea typeface="黑体" panose="02010609060101010101" pitchFamily="49" charset="-122"/>
              </a:rPr>
              <a:t>2</a:t>
            </a:r>
            <a:r>
              <a:rPr lang="zh-CN" altLang="en-US" sz="2200" dirty="0">
                <a:solidFill>
                  <a:srgbClr val="0000FF"/>
                </a:solidFill>
                <a:latin typeface="黑体" panose="02010609060101010101" pitchFamily="49" charset="-122"/>
                <a:ea typeface="黑体" panose="02010609060101010101" pitchFamily="49" charset="-122"/>
              </a:rPr>
              <a:t>．尺寸的限制</a:t>
            </a:r>
            <a:endParaRPr lang="zh-CN" altLang="en-US" sz="2200" dirty="0">
              <a:solidFill>
                <a:srgbClr val="0000FF"/>
              </a:solidFill>
              <a:latin typeface="黑体" panose="02010609060101010101" pitchFamily="49" charset="-122"/>
              <a:ea typeface="黑体" panose="02010609060101010101" pitchFamily="49" charset="-122"/>
            </a:endParaRPr>
          </a:p>
        </p:txBody>
      </p:sp>
      <p:sp>
        <p:nvSpPr>
          <p:cNvPr id="19472" name="Text Box 16"/>
          <p:cNvSpPr txBox="1">
            <a:spLocks noChangeArrowheads="1"/>
          </p:cNvSpPr>
          <p:nvPr/>
        </p:nvSpPr>
        <p:spPr bwMode="auto">
          <a:xfrm>
            <a:off x="1298340" y="2726931"/>
            <a:ext cx="7659491" cy="23069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57150">
                <a:solidFill>
                  <a:srgbClr val="000000"/>
                </a:solidFill>
                <a:miter lim="800000"/>
                <a:headEnd/>
                <a:tailEnd/>
              </a14:hiddenLine>
            </a:ext>
          </a:extLst>
        </p:spPr>
        <p:txBody>
          <a:bodyPr wrap="square">
            <a:spAutoFit/>
          </a:bodyPr>
          <a:lstStyle>
            <a:lvl1pPr eaLnBrk="0" hangingPunct="0">
              <a:defRPr kumimoji="1" sz="2000">
                <a:solidFill>
                  <a:srgbClr val="000099"/>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rgbClr val="000099"/>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rgbClr val="000099"/>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rgbClr val="000099"/>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buNone/>
            </a:pPr>
            <a:r>
              <a:rPr lang="zh-CN" altLang="en-US" dirty="0" smtClean="0">
                <a:solidFill>
                  <a:srgbClr val="002060"/>
                </a:solidFill>
                <a:latin typeface="黑体" panose="02010609060101010101" pitchFamily="49" charset="-122"/>
                <a:ea typeface="黑体" panose="02010609060101010101" pitchFamily="49" charset="-122"/>
              </a:rPr>
              <a:t>对于纯</a:t>
            </a:r>
            <a:r>
              <a:rPr lang="zh-CN" altLang="en-US" dirty="0">
                <a:solidFill>
                  <a:srgbClr val="002060"/>
                </a:solidFill>
                <a:latin typeface="黑体" panose="02010609060101010101" pitchFamily="49" charset="-122"/>
                <a:ea typeface="黑体" panose="02010609060101010101" pitchFamily="49" charset="-122"/>
              </a:rPr>
              <a:t>轴向载荷，</a:t>
            </a:r>
            <a:r>
              <a:rPr lang="zh-CN" altLang="en-US" dirty="0" smtClean="0">
                <a:solidFill>
                  <a:srgbClr val="002060"/>
                </a:solidFill>
                <a:latin typeface="黑体" panose="02010609060101010101" pitchFamily="49" charset="-122"/>
                <a:ea typeface="黑体" panose="02010609060101010101" pitchFamily="49" charset="-122"/>
              </a:rPr>
              <a:t>选用推力轴承；</a:t>
            </a:r>
            <a:endParaRPr lang="en-US" altLang="zh-CN" dirty="0" smtClean="0">
              <a:solidFill>
                <a:srgbClr val="002060"/>
              </a:solidFill>
              <a:latin typeface="黑体" panose="02010609060101010101" pitchFamily="49" charset="-122"/>
              <a:ea typeface="黑体" panose="02010609060101010101" pitchFamily="49" charset="-122"/>
            </a:endParaRPr>
          </a:p>
          <a:p>
            <a:pPr eaLnBrk="1" hangingPunct="1">
              <a:buFontTx/>
              <a:buNone/>
            </a:pPr>
            <a:r>
              <a:rPr lang="zh-CN" altLang="en-US" dirty="0" smtClean="0">
                <a:solidFill>
                  <a:srgbClr val="002060"/>
                </a:solidFill>
                <a:latin typeface="黑体" panose="02010609060101010101" pitchFamily="49" charset="-122"/>
                <a:ea typeface="黑体" panose="02010609060101010101" pitchFamily="49" charset="-122"/>
              </a:rPr>
              <a:t>对于纯径向载荷，选向心轴承</a:t>
            </a:r>
            <a:r>
              <a:rPr lang="zh-CN" altLang="en-US" dirty="0">
                <a:solidFill>
                  <a:srgbClr val="002060"/>
                </a:solidFill>
                <a:latin typeface="黑体" panose="02010609060101010101" pitchFamily="49" charset="-122"/>
                <a:ea typeface="黑体" panose="02010609060101010101" pitchFamily="49" charset="-122"/>
              </a:rPr>
              <a:t>用于受径向力</a:t>
            </a:r>
            <a:r>
              <a:rPr lang="zh-CN" altLang="en-US" dirty="0" smtClean="0">
                <a:solidFill>
                  <a:srgbClr val="002060"/>
                </a:solidFill>
                <a:latin typeface="黑体" panose="02010609060101010101" pitchFamily="49" charset="-122"/>
                <a:ea typeface="黑体" panose="02010609060101010101" pitchFamily="49" charset="-122"/>
              </a:rPr>
              <a:t>；可选用深沟球轴承、</a:t>
            </a:r>
            <a:r>
              <a:rPr lang="en-US" altLang="zh-CN" dirty="0" smtClean="0">
                <a:solidFill>
                  <a:srgbClr val="002060"/>
                </a:solidFill>
                <a:latin typeface="黑体" panose="02010609060101010101" pitchFamily="49" charset="-122"/>
                <a:ea typeface="黑体" panose="02010609060101010101" pitchFamily="49" charset="-122"/>
              </a:rPr>
              <a:t> 		</a:t>
            </a:r>
            <a:r>
              <a:rPr lang="zh-CN" altLang="en-US" dirty="0" smtClean="0">
                <a:solidFill>
                  <a:srgbClr val="002060"/>
                </a:solidFill>
                <a:latin typeface="黑体" panose="02010609060101010101" pitchFamily="49" charset="-122"/>
                <a:ea typeface="黑体" panose="02010609060101010101" pitchFamily="49" charset="-122"/>
              </a:rPr>
              <a:t>圆柱滚子轴承或滚针轴承。</a:t>
            </a:r>
            <a:endParaRPr lang="en-US" altLang="zh-CN" dirty="0" smtClean="0">
              <a:solidFill>
                <a:srgbClr val="002060"/>
              </a:solidFill>
              <a:latin typeface="黑体" panose="02010609060101010101" pitchFamily="49" charset="-122"/>
              <a:ea typeface="黑体" panose="02010609060101010101" pitchFamily="49" charset="-122"/>
            </a:endParaRPr>
          </a:p>
          <a:p>
            <a:pPr eaLnBrk="1" hangingPunct="1">
              <a:buFontTx/>
              <a:buNone/>
            </a:pPr>
            <a:r>
              <a:rPr lang="zh-CN" altLang="en-US" dirty="0" smtClean="0">
                <a:solidFill>
                  <a:srgbClr val="002060"/>
                </a:solidFill>
                <a:latin typeface="黑体" panose="02010609060101010101" pitchFamily="49" charset="-122"/>
                <a:ea typeface="黑体" panose="02010609060101010101" pitchFamily="49" charset="-122"/>
              </a:rPr>
              <a:t>径向载荷为主，有不大的轴向载荷时，可选深沟球轴承或接触角不大的角接触球轴承或圆锥滚子轴承；当轴向载荷较大时，选用接触角较大的角接触球轴承或圆锥滚子轴承</a:t>
            </a:r>
            <a:r>
              <a:rPr lang="zh-CN" altLang="en-US" dirty="0" smtClean="0">
                <a:latin typeface="黑体" panose="02010609060101010101" pitchFamily="49" charset="-122"/>
                <a:ea typeface="黑体" panose="02010609060101010101" pitchFamily="49" charset="-122"/>
              </a:rPr>
              <a:t>。</a:t>
            </a:r>
            <a:endParaRPr lang="zh-CN" altLang="en-US" dirty="0">
              <a:latin typeface="黑体" panose="02010609060101010101" pitchFamily="49" charset="-122"/>
              <a:ea typeface="黑体" panose="02010609060101010101" pitchFamily="49" charset="-122"/>
            </a:endParaRPr>
          </a:p>
        </p:txBody>
      </p:sp>
      <p:sp>
        <p:nvSpPr>
          <p:cNvPr id="19473" name="Text Box 17"/>
          <p:cNvSpPr txBox="1">
            <a:spLocks noChangeArrowheads="1"/>
          </p:cNvSpPr>
          <p:nvPr/>
        </p:nvSpPr>
        <p:spPr bwMode="auto">
          <a:xfrm>
            <a:off x="591341" y="1730287"/>
            <a:ext cx="8095007" cy="8661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57150">
                <a:solidFill>
                  <a:srgbClr val="000000"/>
                </a:solidFill>
                <a:miter lim="800000"/>
                <a:headEnd/>
                <a:tailEnd/>
              </a14:hiddenLine>
            </a:ext>
          </a:extLst>
        </p:spPr>
        <p:txBody>
          <a:bodyPr wrap="square">
            <a:spAutoFit/>
          </a:bodyPr>
          <a:lstStyle>
            <a:lvl1pPr eaLnBrk="0" hangingPunct="0">
              <a:defRPr kumimoji="1" sz="2000">
                <a:solidFill>
                  <a:srgbClr val="000099"/>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rgbClr val="000099"/>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rgbClr val="000099"/>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rgbClr val="000099"/>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buFontTx/>
              <a:buNone/>
            </a:pPr>
            <a:r>
              <a:rPr lang="zh-CN" altLang="en-US" sz="2200" dirty="0" smtClean="0">
                <a:solidFill>
                  <a:srgbClr val="FF0000"/>
                </a:solidFill>
                <a:latin typeface="华文中宋" panose="02010600040101010101" pitchFamily="2" charset="-122"/>
              </a:rPr>
              <a:t>大小：</a:t>
            </a:r>
            <a:r>
              <a:rPr lang="zh-CN" altLang="en-US" dirty="0" smtClean="0">
                <a:solidFill>
                  <a:srgbClr val="002060"/>
                </a:solidFill>
                <a:latin typeface="黑体" panose="02010609060101010101" pitchFamily="49" charset="-122"/>
                <a:ea typeface="黑体" panose="02010609060101010101" pitchFamily="49" charset="-122"/>
                <a:cs typeface="黑体" panose="02010609060101010101" pitchFamily="49" charset="-122"/>
              </a:rPr>
              <a:t>滚子轴承</a:t>
            </a:r>
            <a:r>
              <a:rPr lang="zh-CN" altLang="en-US" dirty="0">
                <a:solidFill>
                  <a:srgbClr val="002060"/>
                </a:solidFill>
                <a:latin typeface="黑体" panose="02010609060101010101" pitchFamily="49" charset="-122"/>
                <a:ea typeface="黑体" panose="02010609060101010101" pitchFamily="49" charset="-122"/>
                <a:cs typeface="黑体" panose="02010609060101010101" pitchFamily="49" charset="-122"/>
              </a:rPr>
              <a:t>或尺寸系列较大的轴承能承受较大载荷</a:t>
            </a:r>
            <a:r>
              <a:rPr lang="zh-CN" altLang="en-US" dirty="0" smtClean="0">
                <a:solidFill>
                  <a:srgbClr val="002060"/>
                </a:solidFill>
                <a:latin typeface="黑体" panose="02010609060101010101" pitchFamily="49" charset="-122"/>
                <a:ea typeface="黑体" panose="02010609060101010101" pitchFamily="49" charset="-122"/>
                <a:cs typeface="黑体" panose="02010609060101010101" pitchFamily="49" charset="-122"/>
              </a:rPr>
              <a:t>；</a:t>
            </a:r>
            <a:endParaRPr lang="en-US" altLang="zh-CN" dirty="0" smtClean="0">
              <a:solidFill>
                <a:srgbClr val="002060"/>
              </a:solidFill>
              <a:latin typeface="黑体" panose="02010609060101010101" pitchFamily="49" charset="-122"/>
              <a:ea typeface="黑体" panose="02010609060101010101" pitchFamily="49" charset="-122"/>
              <a:cs typeface="黑体" panose="02010609060101010101" pitchFamily="49" charset="-122"/>
            </a:endParaRPr>
          </a:p>
          <a:p>
            <a:pPr eaLnBrk="1" hangingPunct="1">
              <a:buFontTx/>
              <a:buNone/>
            </a:pPr>
            <a:r>
              <a:rPr lang="en-US" altLang="zh-CN" dirty="0">
                <a:solidFill>
                  <a:srgbClr val="002060"/>
                </a:solidFill>
                <a:latin typeface="黑体" panose="02010609060101010101" pitchFamily="49" charset="-122"/>
                <a:ea typeface="黑体" panose="02010609060101010101" pitchFamily="49" charset="-122"/>
                <a:cs typeface="黑体" panose="02010609060101010101" pitchFamily="49" charset="-122"/>
              </a:rPr>
              <a:t> </a:t>
            </a:r>
            <a:r>
              <a:rPr lang="en-US" altLang="zh-CN" dirty="0" smtClean="0">
                <a:solidFill>
                  <a:srgbClr val="002060"/>
                </a:solidFill>
                <a:latin typeface="黑体" panose="02010609060101010101" pitchFamily="49" charset="-122"/>
                <a:ea typeface="黑体" panose="02010609060101010101" pitchFamily="49" charset="-122"/>
                <a:cs typeface="黑体" panose="02010609060101010101" pitchFamily="49" charset="-122"/>
              </a:rPr>
              <a:t>         </a:t>
            </a:r>
            <a:r>
              <a:rPr lang="zh-CN" altLang="en-US" dirty="0" smtClean="0">
                <a:solidFill>
                  <a:srgbClr val="002060"/>
                </a:solidFill>
                <a:latin typeface="黑体" panose="02010609060101010101" pitchFamily="49" charset="-122"/>
                <a:ea typeface="黑体" panose="02010609060101010101" pitchFamily="49" charset="-122"/>
                <a:cs typeface="黑体" panose="02010609060101010101" pitchFamily="49" charset="-122"/>
              </a:rPr>
              <a:t>球轴承</a:t>
            </a:r>
            <a:r>
              <a:rPr lang="zh-CN" altLang="en-US" dirty="0">
                <a:solidFill>
                  <a:srgbClr val="002060"/>
                </a:solidFill>
                <a:latin typeface="黑体" panose="02010609060101010101" pitchFamily="49" charset="-122"/>
                <a:ea typeface="黑体" panose="02010609060101010101" pitchFamily="49" charset="-122"/>
                <a:cs typeface="黑体" panose="02010609060101010101" pitchFamily="49" charset="-122"/>
              </a:rPr>
              <a:t>或</a:t>
            </a:r>
            <a:r>
              <a:rPr lang="zh-CN" altLang="en-US" dirty="0" smtClean="0">
                <a:solidFill>
                  <a:srgbClr val="002060"/>
                </a:solidFill>
                <a:latin typeface="黑体" panose="02010609060101010101" pitchFamily="49" charset="-122"/>
                <a:ea typeface="黑体" panose="02010609060101010101" pitchFamily="49" charset="-122"/>
                <a:cs typeface="黑体" panose="02010609060101010101" pitchFamily="49" charset="-122"/>
              </a:rPr>
              <a:t>尺寸系列</a:t>
            </a:r>
            <a:r>
              <a:rPr lang="zh-CN" altLang="en-US" dirty="0">
                <a:solidFill>
                  <a:srgbClr val="002060"/>
                </a:solidFill>
                <a:latin typeface="黑体" panose="02010609060101010101" pitchFamily="49" charset="-122"/>
                <a:ea typeface="黑体" panose="02010609060101010101" pitchFamily="49" charset="-122"/>
                <a:cs typeface="黑体" panose="02010609060101010101" pitchFamily="49" charset="-122"/>
              </a:rPr>
              <a:t>较小的轴承则反之。</a:t>
            </a:r>
            <a:endParaRPr lang="zh-CN" altLang="en-US" dirty="0">
              <a:solidFill>
                <a:srgbClr val="002060"/>
              </a:solidFill>
              <a:latin typeface="黑体" panose="02010609060101010101" pitchFamily="49" charset="-122"/>
              <a:ea typeface="黑体" panose="02010609060101010101" pitchFamily="49" charset="-122"/>
              <a:cs typeface="黑体" panose="02010609060101010101" pitchFamily="49" charset="-122"/>
            </a:endParaRPr>
          </a:p>
        </p:txBody>
      </p:sp>
      <p:sp>
        <p:nvSpPr>
          <p:cNvPr id="19474" name="Text Box 18"/>
          <p:cNvSpPr txBox="1">
            <a:spLocks noChangeArrowheads="1"/>
          </p:cNvSpPr>
          <p:nvPr/>
        </p:nvSpPr>
        <p:spPr bwMode="auto">
          <a:xfrm>
            <a:off x="1047712" y="5545483"/>
            <a:ext cx="7520007"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57150">
                <a:solidFill>
                  <a:srgbClr val="000000"/>
                </a:solidFill>
                <a:miter lim="800000"/>
                <a:headEnd/>
                <a:tailEnd/>
              </a14:hiddenLine>
            </a:ext>
          </a:extLst>
        </p:spPr>
        <p:txBody>
          <a:bodyPr wrap="none">
            <a:spAutoFit/>
          </a:bodyPr>
          <a:lstStyle>
            <a:lvl1pPr eaLnBrk="0" hangingPunct="0">
              <a:defRPr kumimoji="1" sz="2000">
                <a:solidFill>
                  <a:srgbClr val="000099"/>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rgbClr val="000099"/>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rgbClr val="000099"/>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rgbClr val="000099"/>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lnSpc>
                <a:spcPct val="100000"/>
              </a:lnSpc>
              <a:buFontTx/>
              <a:buNone/>
            </a:pPr>
            <a:r>
              <a:rPr lang="zh-CN" altLang="en-US" sz="2200" dirty="0">
                <a:solidFill>
                  <a:srgbClr val="002060"/>
                </a:solidFill>
                <a:latin typeface="华文中宋" panose="02010600040101010101" pitchFamily="2" charset="-122"/>
              </a:rPr>
              <a:t>当对轴承的径向尺寸有较的严格限制时，可选用滚针轴承。</a:t>
            </a:r>
            <a:endParaRPr lang="zh-CN" altLang="en-US" sz="2200" dirty="0">
              <a:solidFill>
                <a:srgbClr val="002060"/>
              </a:solidFill>
              <a:latin typeface="华文中宋" panose="02010600040101010101" pitchFamily="2" charset="-122"/>
            </a:endParaRPr>
          </a:p>
        </p:txBody>
      </p:sp>
      <p:sp>
        <p:nvSpPr>
          <p:cNvPr id="20497" name="直接连接符 6"/>
          <p:cNvSpPr>
            <a:spLocks noChangeShapeType="1"/>
          </p:cNvSpPr>
          <p:nvPr/>
        </p:nvSpPr>
        <p:spPr bwMode="auto">
          <a:xfrm>
            <a:off x="0" y="765175"/>
            <a:ext cx="9144000" cy="0"/>
          </a:xfrm>
          <a:prstGeom prst="line">
            <a:avLst/>
          </a:prstGeom>
          <a:noFill/>
          <a:ln w="28575">
            <a:solidFill>
              <a:srgbClr val="CC3300"/>
            </a:solidFill>
            <a:miter lim="800000"/>
          </a:ln>
          <a:extLst>
            <a:ext uri="{909E8E84-426E-40DD-AFC4-6F175D3DCCD1}">
              <a14:hiddenFill xmlns:a14="http://schemas.microsoft.com/office/drawing/2010/main">
                <a:noFill/>
              </a14:hiddenFill>
            </a:ext>
          </a:extLst>
        </p:spPr>
        <p:txBody>
          <a:bodyPr/>
          <a:lstStyle/>
          <a:p>
            <a:endParaRPr lang="zh-CN" altLang="en-US"/>
          </a:p>
        </p:txBody>
      </p:sp>
      <p:sp>
        <p:nvSpPr>
          <p:cNvPr id="2" name="矩形 1"/>
          <p:cNvSpPr/>
          <p:nvPr/>
        </p:nvSpPr>
        <p:spPr>
          <a:xfrm>
            <a:off x="591337" y="2635039"/>
            <a:ext cx="1031051" cy="463845"/>
          </a:xfrm>
          <a:prstGeom prst="rect">
            <a:avLst/>
          </a:prstGeom>
        </p:spPr>
        <p:txBody>
          <a:bodyPr wrap="none">
            <a:spAutoFit/>
          </a:bodyPr>
          <a:lstStyle/>
          <a:p>
            <a:pPr>
              <a:buNone/>
            </a:pPr>
            <a:r>
              <a:rPr lang="zh-CN" altLang="en-US" sz="2200" dirty="0">
                <a:solidFill>
                  <a:srgbClr val="FF0000"/>
                </a:solidFill>
                <a:latin typeface="华文中宋" panose="02010600040101010101" pitchFamily="2" charset="-122"/>
              </a:rPr>
              <a:t>方向：</a:t>
            </a:r>
            <a:endParaRPr lang="zh-CN" altLang="en-US" sz="2200" dirty="0"/>
          </a:p>
        </p:txBody>
      </p:sp>
      <p:sp>
        <p:nvSpPr>
          <p:cNvPr id="3" name="Rectangle 4"/>
          <p:cNvSpPr>
            <a:spLocks noChangeArrowheads="1"/>
          </p:cNvSpPr>
          <p:nvPr/>
        </p:nvSpPr>
        <p:spPr bwMode="auto">
          <a:xfrm>
            <a:off x="2250108" y="168965"/>
            <a:ext cx="732790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tIns="36000" bIns="72000" anchor="ctr" anchorCtr="1"/>
          <a:lstStyle>
            <a:lvl1pPr eaLnBrk="0" hangingPunct="0">
              <a:defRPr kumimoji="1" sz="2000">
                <a:solidFill>
                  <a:srgbClr val="000099"/>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rgbClr val="000099"/>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rgbClr val="000099"/>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rgbClr val="000099"/>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lnSpc>
                <a:spcPct val="100000"/>
              </a:lnSpc>
              <a:buFontTx/>
              <a:buNone/>
            </a:pPr>
            <a:r>
              <a:rPr lang="en-US" altLang="zh-CN" sz="3000" dirty="0" smtClean="0">
                <a:solidFill>
                  <a:srgbClr val="CC3300"/>
                </a:solidFill>
                <a:latin typeface="黑体" panose="02010609060101010101" pitchFamily="49" charset="-122"/>
                <a:ea typeface="黑体" panose="02010609060101010101" pitchFamily="49" charset="-122"/>
              </a:rPr>
              <a:t>3.6-3 </a:t>
            </a:r>
            <a:r>
              <a:rPr lang="zh-CN" altLang="en-US" sz="3000" dirty="0" smtClean="0">
                <a:solidFill>
                  <a:srgbClr val="CC3300"/>
                </a:solidFill>
                <a:latin typeface="黑体" panose="02010609060101010101" pitchFamily="49" charset="-122"/>
                <a:ea typeface="黑体" panose="02010609060101010101" pitchFamily="49" charset="-122"/>
              </a:rPr>
              <a:t>滚动轴承类型的选择</a:t>
            </a:r>
            <a:endParaRPr lang="zh-CN" altLang="en-US" sz="3000" dirty="0">
              <a:solidFill>
                <a:srgbClr val="CC3300"/>
              </a:solidFill>
              <a:latin typeface="黑体" panose="02010609060101010101" pitchFamily="49" charset="-122"/>
              <a:ea typeface="黑体" panose="02010609060101010101" pitchFamily="49" charset="-122"/>
            </a:endParaRPr>
          </a:p>
        </p:txBody>
      </p:sp>
    </p:spTree>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9466"/>
                                        </p:tgtEl>
                                        <p:attrNameLst>
                                          <p:attrName>style.visibility</p:attrName>
                                        </p:attrNameLst>
                                      </p:cBhvr>
                                      <p:to>
                                        <p:strVal val="visible"/>
                                      </p:to>
                                    </p:set>
                                    <p:animEffect transition="in" filter="wipe(left)">
                                      <p:cBhvr>
                                        <p:cTn id="7" dur="500"/>
                                        <p:tgtEl>
                                          <p:spTgt spid="19466"/>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9467"/>
                                        </p:tgtEl>
                                        <p:attrNameLst>
                                          <p:attrName>style.visibility</p:attrName>
                                        </p:attrNameLst>
                                      </p:cBhvr>
                                      <p:to>
                                        <p:strVal val="visible"/>
                                      </p:to>
                                    </p:set>
                                    <p:animEffect transition="in" filter="wipe(left)">
                                      <p:cBhvr>
                                        <p:cTn id="12" dur="500"/>
                                        <p:tgtEl>
                                          <p:spTgt spid="19467"/>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9473"/>
                                        </p:tgtEl>
                                        <p:attrNameLst>
                                          <p:attrName>style.visibility</p:attrName>
                                        </p:attrNameLst>
                                      </p:cBhvr>
                                      <p:to>
                                        <p:strVal val="visible"/>
                                      </p:to>
                                    </p:set>
                                    <p:animEffect transition="in" filter="wipe(left)">
                                      <p:cBhvr>
                                        <p:cTn id="17" dur="500"/>
                                        <p:tgtEl>
                                          <p:spTgt spid="19473"/>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2"/>
                                        </p:tgtEl>
                                        <p:attrNameLst>
                                          <p:attrName>style.visibility</p:attrName>
                                        </p:attrNameLst>
                                      </p:cBhvr>
                                      <p:to>
                                        <p:strVal val="visible"/>
                                      </p:to>
                                    </p:set>
                                    <p:animEffect transition="in" filter="wipe(left)">
                                      <p:cBhvr>
                                        <p:cTn id="22" dur="500"/>
                                        <p:tgtEl>
                                          <p:spTgt spid="2"/>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19472"/>
                                        </p:tgtEl>
                                        <p:attrNameLst>
                                          <p:attrName>style.visibility</p:attrName>
                                        </p:attrNameLst>
                                      </p:cBhvr>
                                      <p:to>
                                        <p:strVal val="visible"/>
                                      </p:to>
                                    </p:set>
                                    <p:animEffect transition="in" filter="wipe(left)">
                                      <p:cBhvr>
                                        <p:cTn id="27" dur="500"/>
                                        <p:tgtEl>
                                          <p:spTgt spid="19472"/>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19469"/>
                                        </p:tgtEl>
                                        <p:attrNameLst>
                                          <p:attrName>style.visibility</p:attrName>
                                        </p:attrNameLst>
                                      </p:cBhvr>
                                      <p:to>
                                        <p:strVal val="visible"/>
                                      </p:to>
                                    </p:set>
                                    <p:animEffect transition="in" filter="wipe(left)">
                                      <p:cBhvr>
                                        <p:cTn id="32" dur="500"/>
                                        <p:tgtEl>
                                          <p:spTgt spid="19469"/>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19474"/>
                                        </p:tgtEl>
                                        <p:attrNameLst>
                                          <p:attrName>style.visibility</p:attrName>
                                        </p:attrNameLst>
                                      </p:cBhvr>
                                      <p:to>
                                        <p:strVal val="visible"/>
                                      </p:to>
                                    </p:set>
                                    <p:animEffect transition="in" filter="wipe(left)">
                                      <p:cBhvr>
                                        <p:cTn id="37" dur="500"/>
                                        <p:tgtEl>
                                          <p:spTgt spid="1947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466" grpId="0" autoUpdateAnimBg="0" rev="1"/>
      <p:bldP spid="19467" grpId="0" autoUpdateAnimBg="0"/>
      <p:bldP spid="19469" grpId="0" autoUpdateAnimBg="0"/>
      <p:bldP spid="19472" grpId="0" autoUpdateAnimBg="0"/>
      <p:bldP spid="19473" grpId="0" autoUpdateAnimBg="0"/>
      <p:bldP spid="19474" grpId="0" autoUpdateAnimBg="0"/>
      <p:bldP spid="2"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noChangeArrowheads="1"/>
          </p:cNvSpPr>
          <p:nvPr>
            <p:ph type="title"/>
          </p:nvPr>
        </p:nvSpPr>
        <p:spPr bwMode="auto">
          <a:xfrm>
            <a:off x="6096000" y="762000"/>
            <a:ext cx="1143000" cy="152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eaLnBrk="1" hangingPunct="1"/>
            <a:r>
              <a:rPr lang="zh-CN" altLang="en-US" sz="800" smtClean="0">
                <a:solidFill>
                  <a:schemeClr val="bg1"/>
                </a:solidFill>
                <a:latin typeface="华文中宋" panose="02010600040101010101" pitchFamily="2" charset="-122"/>
                <a:ea typeface="华文中宋" panose="02010600040101010101" pitchFamily="2" charset="-122"/>
              </a:rPr>
              <a:t>类型选择</a:t>
            </a:r>
            <a:r>
              <a:rPr lang="en-US" altLang="zh-CN" sz="800" smtClean="0">
                <a:solidFill>
                  <a:schemeClr val="bg1"/>
                </a:solidFill>
                <a:latin typeface="华文中宋" panose="02010600040101010101" pitchFamily="2" charset="-122"/>
                <a:ea typeface="华文中宋" panose="02010600040101010101" pitchFamily="2" charset="-122"/>
              </a:rPr>
              <a:t>2</a:t>
            </a:r>
            <a:endParaRPr lang="en-US" altLang="zh-CN" sz="800" smtClean="0">
              <a:solidFill>
                <a:schemeClr val="bg1"/>
              </a:solidFill>
            </a:endParaRPr>
          </a:p>
        </p:txBody>
      </p:sp>
      <p:sp>
        <p:nvSpPr>
          <p:cNvPr id="19466" name="Text Box 10"/>
          <p:cNvSpPr txBox="1">
            <a:spLocks noChangeArrowheads="1"/>
          </p:cNvSpPr>
          <p:nvPr/>
        </p:nvSpPr>
        <p:spPr bwMode="auto">
          <a:xfrm>
            <a:off x="171450" y="800100"/>
            <a:ext cx="8458200" cy="4985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a:solidFill>
                  <a:srgbClr val="000099"/>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rgbClr val="000099"/>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rgbClr val="000099"/>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rgbClr val="000099"/>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buNone/>
            </a:pPr>
            <a:r>
              <a:rPr lang="zh-CN" altLang="en-US" sz="2200" dirty="0" smtClean="0">
                <a:solidFill>
                  <a:srgbClr val="C00000"/>
                </a:solidFill>
                <a:latin typeface="黑体" panose="02010609060101010101" pitchFamily="49" charset="-122"/>
                <a:ea typeface="黑体" panose="02010609060101010101" pitchFamily="49" charset="-122"/>
              </a:rPr>
              <a:t> 二、滚动轴承</a:t>
            </a:r>
            <a:r>
              <a:rPr lang="zh-CN" altLang="en-US" sz="2200" dirty="0">
                <a:solidFill>
                  <a:srgbClr val="C00000"/>
                </a:solidFill>
                <a:latin typeface="黑体" panose="02010609060101010101" pitchFamily="49" charset="-122"/>
                <a:ea typeface="黑体" panose="02010609060101010101" pitchFamily="49" charset="-122"/>
              </a:rPr>
              <a:t>类型选择应考虑的问题</a:t>
            </a:r>
            <a:endParaRPr lang="zh-CN" altLang="en-US" sz="2200" dirty="0">
              <a:solidFill>
                <a:srgbClr val="C00000"/>
              </a:solidFill>
              <a:latin typeface="黑体" panose="02010609060101010101" pitchFamily="49" charset="-122"/>
              <a:ea typeface="黑体" panose="02010609060101010101" pitchFamily="49" charset="-122"/>
            </a:endParaRPr>
          </a:p>
        </p:txBody>
      </p:sp>
      <p:sp>
        <p:nvSpPr>
          <p:cNvPr id="19470" name="Text Box 14"/>
          <p:cNvSpPr txBox="1">
            <a:spLocks noChangeArrowheads="1"/>
          </p:cNvSpPr>
          <p:nvPr>
            <p:custDataLst>
              <p:tags r:id="rId1"/>
            </p:custDataLst>
          </p:nvPr>
        </p:nvSpPr>
        <p:spPr bwMode="auto">
          <a:xfrm>
            <a:off x="412172" y="1452418"/>
            <a:ext cx="2018501"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57150">
                <a:solidFill>
                  <a:srgbClr val="000000"/>
                </a:solidFill>
                <a:miter lim="800000"/>
                <a:headEnd/>
                <a:tailEnd/>
              </a14:hiddenLine>
            </a:ext>
          </a:extLst>
        </p:spPr>
        <p:txBody>
          <a:bodyPr wrap="none">
            <a:spAutoFit/>
          </a:bodyPr>
          <a:lstStyle>
            <a:lvl1pPr eaLnBrk="0" hangingPunct="0">
              <a:defRPr kumimoji="1" sz="2000">
                <a:solidFill>
                  <a:srgbClr val="000099"/>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rgbClr val="000099"/>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rgbClr val="000099"/>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rgbClr val="000099"/>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lnSpc>
                <a:spcPct val="100000"/>
              </a:lnSpc>
              <a:buNone/>
            </a:pPr>
            <a:r>
              <a:rPr lang="en-US" altLang="zh-CN" sz="2200" dirty="0">
                <a:solidFill>
                  <a:srgbClr val="0000FF"/>
                </a:solidFill>
                <a:latin typeface="黑体" panose="02010609060101010101" pitchFamily="49" charset="-122"/>
                <a:ea typeface="黑体" panose="02010609060101010101" pitchFamily="49" charset="-122"/>
              </a:rPr>
              <a:t>3</a:t>
            </a:r>
            <a:r>
              <a:rPr lang="zh-CN" altLang="en-US" sz="2200" dirty="0">
                <a:solidFill>
                  <a:srgbClr val="0000FF"/>
                </a:solidFill>
                <a:latin typeface="黑体" panose="02010609060101010101" pitchFamily="49" charset="-122"/>
                <a:ea typeface="黑体" panose="02010609060101010101" pitchFamily="49" charset="-122"/>
              </a:rPr>
              <a:t>．转速的限制</a:t>
            </a:r>
            <a:endParaRPr lang="zh-CN" altLang="en-US" sz="2200" dirty="0">
              <a:solidFill>
                <a:srgbClr val="0000FF"/>
              </a:solidFill>
              <a:latin typeface="黑体" panose="02010609060101010101" pitchFamily="49" charset="-122"/>
              <a:ea typeface="黑体" panose="02010609060101010101" pitchFamily="49" charset="-122"/>
            </a:endParaRPr>
          </a:p>
        </p:txBody>
      </p:sp>
      <p:sp>
        <p:nvSpPr>
          <p:cNvPr id="19471" name="Text Box 15"/>
          <p:cNvSpPr txBox="1">
            <a:spLocks noChangeArrowheads="1"/>
          </p:cNvSpPr>
          <p:nvPr>
            <p:custDataLst>
              <p:tags r:id="rId2"/>
            </p:custDataLst>
          </p:nvPr>
        </p:nvSpPr>
        <p:spPr bwMode="auto">
          <a:xfrm>
            <a:off x="453736" y="3947190"/>
            <a:ext cx="2018501"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57150">
                <a:solidFill>
                  <a:srgbClr val="000000"/>
                </a:solidFill>
                <a:miter lim="800000"/>
                <a:headEnd/>
                <a:tailEnd/>
              </a14:hiddenLine>
            </a:ext>
          </a:extLst>
        </p:spPr>
        <p:txBody>
          <a:bodyPr wrap="none">
            <a:spAutoFit/>
          </a:bodyPr>
          <a:lstStyle>
            <a:lvl1pPr eaLnBrk="0" hangingPunct="0">
              <a:defRPr kumimoji="1" sz="2000">
                <a:solidFill>
                  <a:srgbClr val="000099"/>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rgbClr val="000099"/>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rgbClr val="000099"/>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rgbClr val="000099"/>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lnSpc>
                <a:spcPct val="100000"/>
              </a:lnSpc>
              <a:buNone/>
            </a:pPr>
            <a:r>
              <a:rPr lang="en-US" altLang="zh-CN" sz="2200" dirty="0">
                <a:solidFill>
                  <a:srgbClr val="0000FF"/>
                </a:solidFill>
                <a:latin typeface="黑体" panose="02010609060101010101" pitchFamily="49" charset="-122"/>
                <a:ea typeface="黑体" panose="02010609060101010101" pitchFamily="49" charset="-122"/>
              </a:rPr>
              <a:t>4</a:t>
            </a:r>
            <a:r>
              <a:rPr lang="zh-CN" altLang="en-US" sz="2200" dirty="0">
                <a:solidFill>
                  <a:srgbClr val="0000FF"/>
                </a:solidFill>
                <a:latin typeface="黑体" panose="02010609060101010101" pitchFamily="49" charset="-122"/>
                <a:ea typeface="黑体" panose="02010609060101010101" pitchFamily="49" charset="-122"/>
              </a:rPr>
              <a:t>．调心性要求</a:t>
            </a:r>
            <a:endParaRPr lang="zh-CN" altLang="en-US" sz="2200" dirty="0">
              <a:solidFill>
                <a:srgbClr val="0000FF"/>
              </a:solidFill>
              <a:latin typeface="黑体" panose="02010609060101010101" pitchFamily="49" charset="-122"/>
              <a:ea typeface="黑体" panose="02010609060101010101" pitchFamily="49" charset="-122"/>
            </a:endParaRPr>
          </a:p>
        </p:txBody>
      </p:sp>
      <p:sp>
        <p:nvSpPr>
          <p:cNvPr id="19475" name="Text Box 19"/>
          <p:cNvSpPr txBox="1">
            <a:spLocks noChangeArrowheads="1"/>
          </p:cNvSpPr>
          <p:nvPr>
            <p:custDataLst>
              <p:tags r:id="rId3"/>
            </p:custDataLst>
          </p:nvPr>
        </p:nvSpPr>
        <p:spPr bwMode="auto">
          <a:xfrm>
            <a:off x="541193" y="1920875"/>
            <a:ext cx="8043863" cy="8703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57150">
                <a:solidFill>
                  <a:srgbClr val="000000"/>
                </a:solidFill>
                <a:miter lim="800000"/>
                <a:headEnd/>
                <a:tailEnd/>
              </a14:hiddenLine>
            </a:ext>
          </a:extLst>
        </p:spPr>
        <p:txBody>
          <a:bodyPr>
            <a:spAutoFit/>
          </a:bodyPr>
          <a:lstStyle>
            <a:lvl1pPr eaLnBrk="0" hangingPunct="0">
              <a:defRPr kumimoji="1" sz="2000">
                <a:solidFill>
                  <a:srgbClr val="000099"/>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rgbClr val="000099"/>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rgbClr val="000099"/>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rgbClr val="000099"/>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buFontTx/>
              <a:buNone/>
            </a:pPr>
            <a:r>
              <a:rPr lang="zh-CN" altLang="en-US" dirty="0">
                <a:latin typeface="华文中宋" panose="02010600040101010101" pitchFamily="2" charset="-122"/>
              </a:rPr>
              <a:t>　　</a:t>
            </a:r>
            <a:r>
              <a:rPr lang="zh-CN" altLang="en-US" sz="2200" dirty="0">
                <a:solidFill>
                  <a:srgbClr val="002060"/>
                </a:solidFill>
                <a:latin typeface="华文中宋" panose="02010600040101010101" pitchFamily="2" charset="-122"/>
              </a:rPr>
              <a:t>球轴承和轻系列的轴承能适应较高的转速，滚子轴承和重系列的轴承则反之；推力轴承的极限转速很低。</a:t>
            </a:r>
            <a:endParaRPr lang="zh-CN" altLang="en-US" sz="2200" dirty="0">
              <a:solidFill>
                <a:srgbClr val="002060"/>
              </a:solidFill>
              <a:latin typeface="华文中宋" panose="02010600040101010101" pitchFamily="2" charset="-122"/>
            </a:endParaRPr>
          </a:p>
        </p:txBody>
      </p:sp>
      <p:sp>
        <p:nvSpPr>
          <p:cNvPr id="20497" name="直接连接符 6"/>
          <p:cNvSpPr>
            <a:spLocks noChangeShapeType="1"/>
          </p:cNvSpPr>
          <p:nvPr/>
        </p:nvSpPr>
        <p:spPr bwMode="auto">
          <a:xfrm>
            <a:off x="0" y="765175"/>
            <a:ext cx="9144000" cy="0"/>
          </a:xfrm>
          <a:prstGeom prst="line">
            <a:avLst/>
          </a:prstGeom>
          <a:noFill/>
          <a:ln w="28575">
            <a:solidFill>
              <a:srgbClr val="CC3300"/>
            </a:solidFill>
            <a:miter lim="800000"/>
          </a:ln>
          <a:extLst>
            <a:ext uri="{909E8E84-426E-40DD-AFC4-6F175D3DCCD1}">
              <a14:hiddenFill xmlns:a14="http://schemas.microsoft.com/office/drawing/2010/main">
                <a:noFill/>
              </a14:hiddenFill>
            </a:ext>
          </a:extLst>
        </p:spPr>
        <p:txBody>
          <a:bodyPr/>
          <a:lstStyle/>
          <a:p>
            <a:endParaRPr lang="zh-CN" altLang="en-US"/>
          </a:p>
        </p:txBody>
      </p:sp>
      <p:sp>
        <p:nvSpPr>
          <p:cNvPr id="2" name="文本框 1"/>
          <p:cNvSpPr txBox="1"/>
          <p:nvPr>
            <p:custDataLst>
              <p:tags r:id="rId4"/>
            </p:custDataLst>
          </p:nvPr>
        </p:nvSpPr>
        <p:spPr>
          <a:xfrm>
            <a:off x="669981" y="2828636"/>
            <a:ext cx="7803573" cy="904863"/>
          </a:xfrm>
          <a:prstGeom prst="rect">
            <a:avLst/>
          </a:prstGeom>
          <a:noFill/>
        </p:spPr>
        <p:txBody>
          <a:bodyPr wrap="square" rtlCol="0">
            <a:spAutoFit/>
          </a:bodyPr>
          <a:lstStyle/>
          <a:p>
            <a:pPr>
              <a:buNone/>
            </a:pPr>
            <a:r>
              <a:rPr lang="zh-CN" altLang="en-US" sz="2200" dirty="0" smtClean="0"/>
              <a:t>      </a:t>
            </a:r>
            <a:r>
              <a:rPr lang="zh-CN" altLang="en-US" sz="2200" dirty="0" smtClean="0">
                <a:solidFill>
                  <a:srgbClr val="002060"/>
                </a:solidFill>
              </a:rPr>
              <a:t>保持架的材料与结构对轴承转速影响极大。实体保持架比冲压保持架允许转速高，青铜实体保持架允许更高的转速。</a:t>
            </a:r>
            <a:endParaRPr lang="zh-CN" altLang="en-US" sz="2200" dirty="0" smtClean="0">
              <a:solidFill>
                <a:srgbClr val="002060"/>
              </a:solidFill>
            </a:endParaRPr>
          </a:p>
        </p:txBody>
      </p:sp>
      <p:sp>
        <p:nvSpPr>
          <p:cNvPr id="3" name="文本框 2"/>
          <p:cNvSpPr txBox="1"/>
          <p:nvPr/>
        </p:nvSpPr>
        <p:spPr>
          <a:xfrm>
            <a:off x="694690" y="4552315"/>
            <a:ext cx="7778750" cy="1308735"/>
          </a:xfrm>
          <a:prstGeom prst="rect">
            <a:avLst/>
          </a:prstGeom>
          <a:noFill/>
        </p:spPr>
        <p:txBody>
          <a:bodyPr wrap="square" rtlCol="0">
            <a:spAutoFit/>
          </a:bodyPr>
          <a:lstStyle/>
          <a:p>
            <a:pPr>
              <a:buNone/>
            </a:pPr>
            <a:r>
              <a:rPr lang="en-US" altLang="zh-CN" dirty="0" smtClean="0">
                <a:solidFill>
                  <a:srgbClr val="002060"/>
                </a:solidFill>
              </a:rPr>
              <a:t>      </a:t>
            </a:r>
            <a:r>
              <a:rPr lang="zh-CN" altLang="en-US" dirty="0" smtClean="0">
                <a:solidFill>
                  <a:srgbClr val="002060"/>
                </a:solidFill>
              </a:rPr>
              <a:t>当</a:t>
            </a:r>
            <a:r>
              <a:rPr lang="zh-CN" altLang="en-US" sz="2200" dirty="0" smtClean="0">
                <a:solidFill>
                  <a:srgbClr val="002060"/>
                </a:solidFill>
              </a:rPr>
              <a:t>轴的中心线与轴承座孔的中心线不重合有角度误差，或因轴受力弯曲或倾斜时，会造成轴承的内、外圈轴线发生偏斜，可选用</a:t>
            </a:r>
            <a:r>
              <a:rPr lang="zh-CN" altLang="en-US" sz="2200" dirty="0" smtClean="0">
                <a:solidFill>
                  <a:srgbClr val="002060"/>
                </a:solidFill>
                <a:latin typeface="华文中宋" panose="02010600040101010101" pitchFamily="2" charset="-122"/>
              </a:rPr>
              <a:t>调</a:t>
            </a:r>
            <a:r>
              <a:rPr lang="zh-CN" altLang="en-US" sz="2200" dirty="0">
                <a:solidFill>
                  <a:srgbClr val="002060"/>
                </a:solidFill>
                <a:latin typeface="华文中宋" panose="02010600040101010101" pitchFamily="2" charset="-122"/>
              </a:rPr>
              <a:t>心球轴承和</a:t>
            </a:r>
            <a:r>
              <a:rPr lang="zh-CN" altLang="en-US" sz="2200" dirty="0" smtClean="0">
                <a:solidFill>
                  <a:srgbClr val="002060"/>
                </a:solidFill>
                <a:latin typeface="华文中宋" panose="02010600040101010101" pitchFamily="2" charset="-122"/>
              </a:rPr>
              <a:t>调心滚子轴承，能</a:t>
            </a:r>
            <a:r>
              <a:rPr lang="zh-CN" altLang="en-US" sz="2200" dirty="0">
                <a:solidFill>
                  <a:srgbClr val="002060"/>
                </a:solidFill>
                <a:latin typeface="华文中宋" panose="02010600040101010101" pitchFamily="2" charset="-122"/>
              </a:rPr>
              <a:t>满足一定的调心要求</a:t>
            </a:r>
            <a:r>
              <a:rPr lang="zh-CN" altLang="en-US" sz="2200" dirty="0" smtClean="0">
                <a:solidFill>
                  <a:srgbClr val="002060"/>
                </a:solidFill>
                <a:latin typeface="华文中宋" panose="02010600040101010101" pitchFamily="2" charset="-122"/>
              </a:rPr>
              <a:t>。</a:t>
            </a:r>
            <a:endParaRPr lang="zh-CN" altLang="en-US" sz="2200" dirty="0" smtClean="0">
              <a:solidFill>
                <a:srgbClr val="002060"/>
              </a:solidFill>
              <a:latin typeface="华文中宋" panose="02010600040101010101" pitchFamily="2" charset="-122"/>
            </a:endParaRPr>
          </a:p>
        </p:txBody>
      </p:sp>
      <p:sp>
        <p:nvSpPr>
          <p:cNvPr id="19472" name="Rectangle 4"/>
          <p:cNvSpPr>
            <a:spLocks noChangeArrowheads="1"/>
          </p:cNvSpPr>
          <p:nvPr/>
        </p:nvSpPr>
        <p:spPr bwMode="auto">
          <a:xfrm>
            <a:off x="2250108" y="168965"/>
            <a:ext cx="732790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tIns="36000" bIns="72000" anchor="ctr" anchorCtr="1"/>
          <a:lstStyle>
            <a:lvl1pPr eaLnBrk="0" hangingPunct="0">
              <a:defRPr kumimoji="1" sz="2000">
                <a:solidFill>
                  <a:srgbClr val="000099"/>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rgbClr val="000099"/>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rgbClr val="000099"/>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rgbClr val="000099"/>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lnSpc>
                <a:spcPct val="100000"/>
              </a:lnSpc>
              <a:buFontTx/>
              <a:buNone/>
            </a:pPr>
            <a:r>
              <a:rPr lang="en-US" altLang="zh-CN" sz="3000" dirty="0" smtClean="0">
                <a:solidFill>
                  <a:srgbClr val="CC3300"/>
                </a:solidFill>
                <a:latin typeface="黑体" panose="02010609060101010101" pitchFamily="49" charset="-122"/>
                <a:ea typeface="黑体" panose="02010609060101010101" pitchFamily="49" charset="-122"/>
              </a:rPr>
              <a:t>3.6-3 </a:t>
            </a:r>
            <a:r>
              <a:rPr lang="zh-CN" altLang="en-US" sz="3000" dirty="0" smtClean="0">
                <a:solidFill>
                  <a:srgbClr val="CC3300"/>
                </a:solidFill>
                <a:latin typeface="黑体" panose="02010609060101010101" pitchFamily="49" charset="-122"/>
                <a:ea typeface="黑体" panose="02010609060101010101" pitchFamily="49" charset="-122"/>
              </a:rPr>
              <a:t>滚动轴承类型的选择</a:t>
            </a:r>
            <a:endParaRPr lang="zh-CN" altLang="en-US" sz="3000" dirty="0">
              <a:solidFill>
                <a:srgbClr val="CC3300"/>
              </a:solidFill>
              <a:latin typeface="黑体" panose="02010609060101010101" pitchFamily="49" charset="-122"/>
              <a:ea typeface="黑体" panose="02010609060101010101" pitchFamily="49" charset="-122"/>
            </a:endParaRPr>
          </a:p>
        </p:txBody>
      </p:sp>
    </p:spTree>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19466"/>
                                        </p:tgtEl>
                                        <p:attrNameLst>
                                          <p:attrName>style.visibility</p:attrName>
                                        </p:attrNameLst>
                                      </p:cBhvr>
                                      <p:to>
                                        <p:strVal val="visible"/>
                                      </p:to>
                                    </p:set>
                                    <p:animEffect transition="in" filter="wipe(left)">
                                      <p:cBhvr>
                                        <p:cTn id="7" dur="500"/>
                                        <p:tgtEl>
                                          <p:spTgt spid="19466"/>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19470"/>
                                        </p:tgtEl>
                                        <p:attrNameLst>
                                          <p:attrName>style.visibility</p:attrName>
                                        </p:attrNameLst>
                                      </p:cBhvr>
                                      <p:to>
                                        <p:strVal val="visible"/>
                                      </p:to>
                                    </p:set>
                                    <p:animEffect transition="in" filter="wipe(left)">
                                      <p:cBhvr>
                                        <p:cTn id="11" dur="500"/>
                                        <p:tgtEl>
                                          <p:spTgt spid="19470"/>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grpId="0" nodeType="clickEffect">
                                  <p:stCondLst>
                                    <p:cond delay="0"/>
                                  </p:stCondLst>
                                  <p:childTnLst>
                                    <p:set>
                                      <p:cBhvr>
                                        <p:cTn id="15" dur="1" fill="hold">
                                          <p:stCondLst>
                                            <p:cond delay="0"/>
                                          </p:stCondLst>
                                        </p:cTn>
                                        <p:tgtEl>
                                          <p:spTgt spid="19475"/>
                                        </p:tgtEl>
                                        <p:attrNameLst>
                                          <p:attrName>style.visibility</p:attrName>
                                        </p:attrNameLst>
                                      </p:cBhvr>
                                      <p:to>
                                        <p:strVal val="visible"/>
                                      </p:to>
                                    </p:set>
                                    <p:animEffect transition="in" filter="wipe(left)">
                                      <p:cBhvr>
                                        <p:cTn id="16" dur="500"/>
                                        <p:tgtEl>
                                          <p:spTgt spid="19475"/>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grpId="0" nodeType="clickEffect">
                                  <p:stCondLst>
                                    <p:cond delay="0"/>
                                  </p:stCondLst>
                                  <p:childTnLst>
                                    <p:set>
                                      <p:cBhvr>
                                        <p:cTn id="20" dur="1" fill="hold">
                                          <p:stCondLst>
                                            <p:cond delay="0"/>
                                          </p:stCondLst>
                                        </p:cTn>
                                        <p:tgtEl>
                                          <p:spTgt spid="2"/>
                                        </p:tgtEl>
                                        <p:attrNameLst>
                                          <p:attrName>style.visibility</p:attrName>
                                        </p:attrNameLst>
                                      </p:cBhvr>
                                      <p:to>
                                        <p:strVal val="visible"/>
                                      </p:to>
                                    </p:set>
                                    <p:animEffect transition="in" filter="wipe(left)">
                                      <p:cBhvr>
                                        <p:cTn id="21" dur="500"/>
                                        <p:tgtEl>
                                          <p:spTgt spid="2"/>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8" fill="hold" grpId="0" nodeType="clickEffect">
                                  <p:stCondLst>
                                    <p:cond delay="0"/>
                                  </p:stCondLst>
                                  <p:childTnLst>
                                    <p:set>
                                      <p:cBhvr>
                                        <p:cTn id="25" dur="1" fill="hold">
                                          <p:stCondLst>
                                            <p:cond delay="0"/>
                                          </p:stCondLst>
                                        </p:cTn>
                                        <p:tgtEl>
                                          <p:spTgt spid="19471"/>
                                        </p:tgtEl>
                                        <p:attrNameLst>
                                          <p:attrName>style.visibility</p:attrName>
                                        </p:attrNameLst>
                                      </p:cBhvr>
                                      <p:to>
                                        <p:strVal val="visible"/>
                                      </p:to>
                                    </p:set>
                                    <p:animEffect transition="in" filter="wipe(left)">
                                      <p:cBhvr>
                                        <p:cTn id="26" dur="500"/>
                                        <p:tgtEl>
                                          <p:spTgt spid="19471"/>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1" fill="hold" grpId="0" nodeType="clickEffect">
                                  <p:stCondLst>
                                    <p:cond delay="0"/>
                                  </p:stCondLst>
                                  <p:childTnLst>
                                    <p:set>
                                      <p:cBhvr>
                                        <p:cTn id="30" dur="1" fill="hold">
                                          <p:stCondLst>
                                            <p:cond delay="0"/>
                                          </p:stCondLst>
                                        </p:cTn>
                                        <p:tgtEl>
                                          <p:spTgt spid="3"/>
                                        </p:tgtEl>
                                        <p:attrNameLst>
                                          <p:attrName>style.visibility</p:attrName>
                                        </p:attrNameLst>
                                      </p:cBhvr>
                                      <p:to>
                                        <p:strVal val="visible"/>
                                      </p:to>
                                    </p:set>
                                    <p:animEffect transition="in" filter="wipe(up)">
                                      <p:cBhvr>
                                        <p:cTn id="31"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466" grpId="0" autoUpdateAnimBg="0" rev="1"/>
      <p:bldP spid="19470" grpId="0" autoUpdateAnimBg="0"/>
      <p:bldP spid="19471" grpId="0" autoUpdateAnimBg="0"/>
      <p:bldP spid="19475" grpId="0" autoUpdateAnimBg="0"/>
      <p:bldP spid="2" grpId="0"/>
      <p:bldP spid="3" grpId="0"/>
    </p:bldLst>
  </p:timing>
</p:sld>
</file>

<file path=ppt/slides/slide3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1506" name="Rectangle 2"/>
          <p:cNvSpPr>
            <a:spLocks noGrp="1" noChangeArrowheads="1"/>
          </p:cNvSpPr>
          <p:nvPr>
            <p:ph type="title"/>
          </p:nvPr>
        </p:nvSpPr>
        <p:spPr bwMode="auto">
          <a:xfrm>
            <a:off x="5181600" y="762000"/>
            <a:ext cx="1828800" cy="2286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eaLnBrk="1" hangingPunct="1"/>
            <a:r>
              <a:rPr lang="zh-CN" altLang="en-US" sz="800" smtClean="0">
                <a:solidFill>
                  <a:schemeClr val="bg1"/>
                </a:solidFill>
                <a:latin typeface="华文中宋" panose="02010600040101010101" pitchFamily="2" charset="-122"/>
                <a:ea typeface="华文中宋" panose="02010600040101010101" pitchFamily="2" charset="-122"/>
              </a:rPr>
              <a:t>工作情况</a:t>
            </a:r>
            <a:r>
              <a:rPr lang="en-US" altLang="zh-CN" sz="800" smtClean="0">
                <a:solidFill>
                  <a:schemeClr val="bg1"/>
                </a:solidFill>
                <a:latin typeface="华文中宋" panose="02010600040101010101" pitchFamily="2" charset="-122"/>
                <a:ea typeface="华文中宋" panose="02010600040101010101" pitchFamily="2" charset="-122"/>
              </a:rPr>
              <a:t>1</a:t>
            </a:r>
            <a:endParaRPr lang="en-US" altLang="zh-CN" sz="800" smtClean="0">
              <a:solidFill>
                <a:schemeClr val="bg1"/>
              </a:solidFill>
            </a:endParaRPr>
          </a:p>
        </p:txBody>
      </p:sp>
      <p:sp>
        <p:nvSpPr>
          <p:cNvPr id="21507" name="Rectangle 9"/>
          <p:cNvSpPr>
            <a:spLocks noChangeArrowheads="1"/>
          </p:cNvSpPr>
          <p:nvPr/>
        </p:nvSpPr>
        <p:spPr bwMode="auto">
          <a:xfrm>
            <a:off x="749300" y="160020"/>
            <a:ext cx="843407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tIns="36000" bIns="72000" anchor="ctr" anchorCtr="1"/>
          <a:lstStyle>
            <a:lvl1pPr eaLnBrk="0" hangingPunct="0">
              <a:defRPr kumimoji="1" sz="2000">
                <a:solidFill>
                  <a:srgbClr val="000099"/>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rgbClr val="000099"/>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rgbClr val="000099"/>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rgbClr val="000099"/>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lnSpc>
                <a:spcPct val="100000"/>
              </a:lnSpc>
              <a:buFontTx/>
              <a:buNone/>
            </a:pPr>
            <a:r>
              <a:rPr lang="en-US" altLang="en-US" sz="3000" dirty="0" smtClean="0">
                <a:solidFill>
                  <a:srgbClr val="CC3300"/>
                </a:solidFill>
                <a:latin typeface="黑体" panose="02010609060101010101" pitchFamily="49" charset="-122"/>
                <a:ea typeface="黑体" panose="02010609060101010101" pitchFamily="49" charset="-122"/>
              </a:rPr>
              <a:t>3.6-4  </a:t>
            </a:r>
            <a:r>
              <a:rPr lang="zh-CN" altLang="en-US" sz="3000" dirty="0" smtClean="0">
                <a:solidFill>
                  <a:srgbClr val="CC3300"/>
                </a:solidFill>
                <a:latin typeface="黑体" panose="02010609060101010101" pitchFamily="49" charset="-122"/>
                <a:ea typeface="黑体" panose="02010609060101010101" pitchFamily="49" charset="-122"/>
              </a:rPr>
              <a:t>滚动轴承的载荷分析、失效和设计准则</a:t>
            </a:r>
            <a:endParaRPr lang="zh-CN" altLang="en-US" sz="3000" dirty="0">
              <a:solidFill>
                <a:srgbClr val="CC3300"/>
              </a:solidFill>
              <a:latin typeface="黑体" panose="02010609060101010101" pitchFamily="49" charset="-122"/>
              <a:ea typeface="黑体" panose="02010609060101010101" pitchFamily="49" charset="-122"/>
            </a:endParaRPr>
          </a:p>
        </p:txBody>
      </p:sp>
      <p:sp>
        <p:nvSpPr>
          <p:cNvPr id="17418" name="Rectangle 10"/>
          <p:cNvSpPr>
            <a:spLocks noChangeArrowheads="1"/>
          </p:cNvSpPr>
          <p:nvPr/>
        </p:nvSpPr>
        <p:spPr bwMode="auto">
          <a:xfrm>
            <a:off x="250190" y="2124075"/>
            <a:ext cx="8376920" cy="16148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2000">
                <a:solidFill>
                  <a:srgbClr val="000099"/>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rgbClr val="000099"/>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rgbClr val="000099"/>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rgbClr val="000099"/>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lnSpc>
                <a:spcPct val="150000"/>
              </a:lnSpc>
              <a:buFontTx/>
              <a:buNone/>
            </a:pPr>
            <a:r>
              <a:rPr lang="zh-CN" altLang="en-US" dirty="0">
                <a:latin typeface="华文中宋" panose="02010600040101010101" pitchFamily="2" charset="-122"/>
              </a:rPr>
              <a:t>　　</a:t>
            </a:r>
            <a:r>
              <a:rPr lang="zh-CN" altLang="en-US" sz="2200" dirty="0">
                <a:solidFill>
                  <a:srgbClr val="002060"/>
                </a:solidFill>
                <a:latin typeface="华文中宋" panose="02010600040101010101" pitchFamily="2" charset="-122"/>
              </a:rPr>
              <a:t>滚动轴承工作时，作用于轴承上的载荷通过滚动体由一个套圈（内圈或外圈）传递各另一个套圈。内外圈相对回转，滚动体即自转又绕轴承中心公转。</a:t>
            </a:r>
            <a:endParaRPr lang="zh-CN" altLang="en-US" sz="2200" dirty="0">
              <a:solidFill>
                <a:srgbClr val="002060"/>
              </a:solidFill>
              <a:latin typeface="华文中宋" panose="02010600040101010101" pitchFamily="2" charset="-122"/>
            </a:endParaRPr>
          </a:p>
        </p:txBody>
      </p:sp>
      <p:sp>
        <p:nvSpPr>
          <p:cNvPr id="27656" name="Rectangle 1"/>
          <p:cNvSpPr>
            <a:spLocks noChangeArrowheads="1"/>
          </p:cNvSpPr>
          <p:nvPr/>
        </p:nvSpPr>
        <p:spPr bwMode="auto">
          <a:xfrm>
            <a:off x="167143" y="935397"/>
            <a:ext cx="4145280" cy="5340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indent="300355" eaLnBrk="0" hangingPunct="0">
              <a:defRPr kumimoji="1" sz="2000">
                <a:solidFill>
                  <a:srgbClr val="000099"/>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rgbClr val="000099"/>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rgbClr val="000099"/>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rgbClr val="000099"/>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9pPr>
          </a:lstStyle>
          <a:p>
            <a:pPr indent="0" eaLnBrk="1" hangingPunct="1">
              <a:buNone/>
            </a:pPr>
            <a:r>
              <a:rPr lang="zh-CN" altLang="en-US" sz="2400" dirty="0">
                <a:solidFill>
                  <a:srgbClr val="C00000"/>
                </a:solidFill>
                <a:latin typeface="黑体" panose="02010609060101010101" pitchFamily="49" charset="-122"/>
                <a:ea typeface="黑体" panose="02010609060101010101" pitchFamily="49" charset="-122"/>
              </a:rPr>
              <a:t>一、滚动轴承的工作情况分析</a:t>
            </a:r>
            <a:endParaRPr lang="zh-CN" altLang="en-US" sz="2400" dirty="0">
              <a:solidFill>
                <a:srgbClr val="C00000"/>
              </a:solidFill>
              <a:latin typeface="黑体" panose="02010609060101010101" pitchFamily="49" charset="-122"/>
              <a:ea typeface="黑体" panose="02010609060101010101" pitchFamily="49" charset="-122"/>
            </a:endParaRPr>
          </a:p>
        </p:txBody>
      </p:sp>
      <p:sp>
        <p:nvSpPr>
          <p:cNvPr id="21518" name="直接连接符 6"/>
          <p:cNvSpPr>
            <a:spLocks noChangeShapeType="1"/>
          </p:cNvSpPr>
          <p:nvPr/>
        </p:nvSpPr>
        <p:spPr bwMode="auto">
          <a:xfrm>
            <a:off x="0" y="765175"/>
            <a:ext cx="9144000" cy="0"/>
          </a:xfrm>
          <a:prstGeom prst="line">
            <a:avLst/>
          </a:prstGeom>
          <a:noFill/>
          <a:ln w="28575">
            <a:solidFill>
              <a:srgbClr val="CC3300"/>
            </a:solidFill>
            <a:miter lim="800000"/>
          </a:ln>
          <a:extLst>
            <a:ext uri="{909E8E84-426E-40DD-AFC4-6F175D3DCCD1}">
              <a14:hiddenFill xmlns:a14="http://schemas.microsoft.com/office/drawing/2010/main">
                <a:noFill/>
              </a14:hiddenFill>
            </a:ext>
          </a:extLst>
        </p:spPr>
        <p:txBody>
          <a:bodyPr/>
          <a:lstStyle/>
          <a:p>
            <a:endParaRPr lang="zh-CN" altLang="en-US"/>
          </a:p>
        </p:txBody>
      </p:sp>
      <p:sp>
        <p:nvSpPr>
          <p:cNvPr id="2" name="文本框 1"/>
          <p:cNvSpPr txBox="1"/>
          <p:nvPr/>
        </p:nvSpPr>
        <p:spPr>
          <a:xfrm>
            <a:off x="310515" y="1529715"/>
            <a:ext cx="6149975" cy="534035"/>
          </a:xfrm>
          <a:prstGeom prst="rect">
            <a:avLst/>
          </a:prstGeom>
          <a:noFill/>
        </p:spPr>
        <p:txBody>
          <a:bodyPr wrap="square" rtlCol="0">
            <a:spAutoFit/>
          </a:bodyPr>
          <a:p>
            <a:pPr indent="0">
              <a:buNone/>
            </a:pPr>
            <a:r>
              <a:rPr lang="en-US" altLang="zh-CN" sz="2400">
                <a:solidFill>
                  <a:srgbClr val="0000FF"/>
                </a:solidFill>
              </a:rPr>
              <a:t>1</a:t>
            </a:r>
            <a:r>
              <a:rPr lang="zh-CN" altLang="en-US" sz="2400">
                <a:solidFill>
                  <a:srgbClr val="0000FF"/>
                </a:solidFill>
              </a:rPr>
              <a:t>、滚动轴承工作时各元件之间的运动关系</a:t>
            </a:r>
            <a:endParaRPr lang="zh-CN" altLang="en-US" sz="2400">
              <a:solidFill>
                <a:srgbClr val="0000FF"/>
              </a:solidFill>
            </a:endParaRPr>
          </a:p>
        </p:txBody>
      </p:sp>
      <p:sp>
        <p:nvSpPr>
          <p:cNvPr id="3" name="文本框 2"/>
          <p:cNvSpPr txBox="1"/>
          <p:nvPr/>
        </p:nvSpPr>
        <p:spPr>
          <a:xfrm>
            <a:off x="310515" y="3903345"/>
            <a:ext cx="6149975" cy="534035"/>
          </a:xfrm>
          <a:prstGeom prst="rect">
            <a:avLst/>
          </a:prstGeom>
          <a:noFill/>
        </p:spPr>
        <p:txBody>
          <a:bodyPr wrap="square" rtlCol="0">
            <a:spAutoFit/>
          </a:bodyPr>
          <a:p>
            <a:pPr indent="0">
              <a:buNone/>
            </a:pPr>
            <a:r>
              <a:rPr lang="en-US" altLang="zh-CN" sz="2400">
                <a:solidFill>
                  <a:srgbClr val="0000FF"/>
                </a:solidFill>
              </a:rPr>
              <a:t>2</a:t>
            </a:r>
            <a:r>
              <a:rPr lang="zh-CN" altLang="en-US" sz="2400">
                <a:solidFill>
                  <a:srgbClr val="0000FF"/>
                </a:solidFill>
              </a:rPr>
              <a:t>、滚动轴承中的载荷分布</a:t>
            </a:r>
            <a:endParaRPr lang="zh-CN" altLang="en-US" sz="2400">
              <a:solidFill>
                <a:srgbClr val="0000FF"/>
              </a:solidFill>
            </a:endParaRPr>
          </a:p>
        </p:txBody>
      </p:sp>
      <p:sp>
        <p:nvSpPr>
          <p:cNvPr id="4" name="Rectangle 10"/>
          <p:cNvSpPr>
            <a:spLocks noChangeArrowheads="1"/>
          </p:cNvSpPr>
          <p:nvPr/>
        </p:nvSpPr>
        <p:spPr bwMode="auto">
          <a:xfrm>
            <a:off x="310515" y="4497705"/>
            <a:ext cx="7935595" cy="11068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2000">
                <a:solidFill>
                  <a:srgbClr val="000099"/>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rgbClr val="000099"/>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rgbClr val="000099"/>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rgbClr val="000099"/>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lnSpc>
                <a:spcPct val="150000"/>
              </a:lnSpc>
              <a:buFontTx/>
              <a:buNone/>
            </a:pPr>
            <a:r>
              <a:rPr lang="zh-CN" altLang="en-US" dirty="0">
                <a:solidFill>
                  <a:srgbClr val="C00000"/>
                </a:solidFill>
                <a:latin typeface="华文中宋" panose="02010600040101010101" pitchFamily="2" charset="-122"/>
              </a:rPr>
              <a:t>　</a:t>
            </a:r>
            <a:r>
              <a:rPr lang="en-US" altLang="zh-CN" dirty="0">
                <a:solidFill>
                  <a:srgbClr val="C00000"/>
                </a:solidFill>
                <a:latin typeface="华文中宋" panose="02010600040101010101" pitchFamily="2" charset="-122"/>
              </a:rPr>
              <a:t>1</a:t>
            </a:r>
            <a:r>
              <a:rPr lang="zh-CN" altLang="en-US" dirty="0">
                <a:solidFill>
                  <a:srgbClr val="C00000"/>
                </a:solidFill>
                <a:latin typeface="华文中宋" panose="02010600040101010101" pitchFamily="2" charset="-122"/>
              </a:rPr>
              <a:t>）　</a:t>
            </a:r>
            <a:r>
              <a:rPr lang="zh-CN" altLang="en-US" sz="2200" dirty="0">
                <a:solidFill>
                  <a:srgbClr val="C00000"/>
                </a:solidFill>
                <a:latin typeface="华文中宋" panose="02010600040101010101" pitchFamily="2" charset="-122"/>
              </a:rPr>
              <a:t>滚动轴承承受通过轴承中心的纯轴向载荷时：</a:t>
            </a:r>
            <a:r>
              <a:rPr lang="zh-CN" altLang="en-US" sz="2200" dirty="0">
                <a:solidFill>
                  <a:srgbClr val="002060"/>
                </a:solidFill>
                <a:latin typeface="华文中宋" panose="02010600040101010101" pitchFamily="2" charset="-122"/>
              </a:rPr>
              <a:t>认为此载荷由各滚动体均匀承受。</a:t>
            </a:r>
            <a:endParaRPr lang="zh-CN" altLang="en-US" sz="2200" dirty="0">
              <a:solidFill>
                <a:srgbClr val="002060"/>
              </a:solidFill>
              <a:latin typeface="华文中宋" panose="02010600040101010101" pitchFamily="2" charset="-122"/>
            </a:endParaRPr>
          </a:p>
        </p:txBody>
      </p:sp>
    </p:spTree>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765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2" presetClass="entr" presetSubtype="8" fill="hold" grpId="0" nodeType="clickEffect">
                                  <p:stCondLst>
                                    <p:cond delay="0"/>
                                  </p:stCondLst>
                                  <p:childTnLst>
                                    <p:set>
                                      <p:cBhvr>
                                        <p:cTn id="10" dur="1" fill="hold">
                                          <p:stCondLst>
                                            <p:cond delay="0"/>
                                          </p:stCondLst>
                                        </p:cTn>
                                        <p:tgtEl>
                                          <p:spTgt spid="2"/>
                                        </p:tgtEl>
                                        <p:attrNameLst>
                                          <p:attrName>style.visibility</p:attrName>
                                        </p:attrNameLst>
                                      </p:cBhvr>
                                      <p:to>
                                        <p:strVal val="visible"/>
                                      </p:to>
                                    </p:set>
                                    <p:animEffect transition="in" filter="wipe(left)">
                                      <p:cBhvr>
                                        <p:cTn id="11" dur="500"/>
                                        <p:tgtEl>
                                          <p:spTgt spid="2"/>
                                        </p:tgtEl>
                                      </p:cBhvr>
                                    </p:animEffect>
                                  </p:childTnLst>
                                </p:cTn>
                              </p:par>
                            </p:childTnLst>
                          </p:cTn>
                        </p:par>
                      </p:childTnLst>
                    </p:cTn>
                  </p:par>
                  <p:par>
                    <p:cTn id="12" fill="hold">
                      <p:stCondLst>
                        <p:cond delay="indefinite"/>
                      </p:stCondLst>
                      <p:childTnLst>
                        <p:par>
                          <p:cTn id="13" fill="hold">
                            <p:stCondLst>
                              <p:cond delay="0"/>
                            </p:stCondLst>
                            <p:childTnLst>
                              <p:par>
                                <p:cTn id="14" presetID="18" presetClass="entr" presetSubtype="6" fill="hold" grpId="0" nodeType="clickEffect">
                                  <p:stCondLst>
                                    <p:cond delay="0"/>
                                  </p:stCondLst>
                                  <p:childTnLst>
                                    <p:set>
                                      <p:cBhvr>
                                        <p:cTn id="15" dur="1" fill="hold">
                                          <p:stCondLst>
                                            <p:cond delay="0"/>
                                          </p:stCondLst>
                                        </p:cTn>
                                        <p:tgtEl>
                                          <p:spTgt spid="17418"/>
                                        </p:tgtEl>
                                        <p:attrNameLst>
                                          <p:attrName>style.visibility</p:attrName>
                                        </p:attrNameLst>
                                      </p:cBhvr>
                                      <p:to>
                                        <p:strVal val="visible"/>
                                      </p:to>
                                    </p:set>
                                    <p:animEffect transition="in" filter="strips(downRight)">
                                      <p:cBhvr>
                                        <p:cTn id="16" dur="500"/>
                                        <p:tgtEl>
                                          <p:spTgt spid="17418"/>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grpId="0" nodeType="clickEffect">
                                  <p:stCondLst>
                                    <p:cond delay="0"/>
                                  </p:stCondLst>
                                  <p:childTnLst>
                                    <p:set>
                                      <p:cBhvr>
                                        <p:cTn id="20" dur="1" fill="hold">
                                          <p:stCondLst>
                                            <p:cond delay="0"/>
                                          </p:stCondLst>
                                        </p:cTn>
                                        <p:tgtEl>
                                          <p:spTgt spid="3"/>
                                        </p:tgtEl>
                                        <p:attrNameLst>
                                          <p:attrName>style.visibility</p:attrName>
                                        </p:attrNameLst>
                                      </p:cBhvr>
                                      <p:to>
                                        <p:strVal val="visible"/>
                                      </p:to>
                                    </p:set>
                                    <p:animEffect transition="in" filter="wipe(left)">
                                      <p:cBhvr>
                                        <p:cTn id="21" dur="500"/>
                                        <p:tgtEl>
                                          <p:spTgt spid="3"/>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8" fill="hold" grpId="0" nodeType="clickEffect">
                                  <p:stCondLst>
                                    <p:cond delay="0"/>
                                  </p:stCondLst>
                                  <p:childTnLst>
                                    <p:set>
                                      <p:cBhvr>
                                        <p:cTn id="25" dur="1" fill="hold">
                                          <p:stCondLst>
                                            <p:cond delay="0"/>
                                          </p:stCondLst>
                                        </p:cTn>
                                        <p:tgtEl>
                                          <p:spTgt spid="4"/>
                                        </p:tgtEl>
                                        <p:attrNameLst>
                                          <p:attrName>style.visibility</p:attrName>
                                        </p:attrNameLst>
                                      </p:cBhvr>
                                      <p:to>
                                        <p:strVal val="visible"/>
                                      </p:to>
                                    </p:set>
                                    <p:animEffect transition="in" filter="wipe(left)">
                                      <p:cBhvr>
                                        <p:cTn id="26"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418" grpId="0" autoUpdateAnimBg="0"/>
      <p:bldP spid="27656" grpId="0"/>
      <p:bldP spid="4" grpId="0" autoUpdateAnimBg="0"/>
      <p:bldP spid="3" grpId="0"/>
      <p:bldP spid="2" grpId="0"/>
    </p:bldLst>
  </p:timing>
</p:sld>
</file>

<file path=ppt/slides/slide3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1506" name="Rectangle 2"/>
          <p:cNvSpPr>
            <a:spLocks noGrp="1" noChangeArrowheads="1"/>
          </p:cNvSpPr>
          <p:nvPr>
            <p:ph type="title"/>
          </p:nvPr>
        </p:nvSpPr>
        <p:spPr bwMode="auto">
          <a:xfrm>
            <a:off x="5181600" y="762000"/>
            <a:ext cx="1828800" cy="2286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eaLnBrk="1" hangingPunct="1"/>
            <a:r>
              <a:rPr lang="zh-CN" altLang="en-US" sz="800" smtClean="0">
                <a:solidFill>
                  <a:schemeClr val="bg1"/>
                </a:solidFill>
                <a:latin typeface="华文中宋" panose="02010600040101010101" pitchFamily="2" charset="-122"/>
                <a:ea typeface="华文中宋" panose="02010600040101010101" pitchFamily="2" charset="-122"/>
              </a:rPr>
              <a:t>工作情况</a:t>
            </a:r>
            <a:r>
              <a:rPr lang="en-US" altLang="zh-CN" sz="800" smtClean="0">
                <a:solidFill>
                  <a:schemeClr val="bg1"/>
                </a:solidFill>
                <a:latin typeface="华文中宋" panose="02010600040101010101" pitchFamily="2" charset="-122"/>
                <a:ea typeface="华文中宋" panose="02010600040101010101" pitchFamily="2" charset="-122"/>
              </a:rPr>
              <a:t>1</a:t>
            </a:r>
            <a:endParaRPr lang="en-US" altLang="zh-CN" sz="800" smtClean="0">
              <a:solidFill>
                <a:schemeClr val="bg1"/>
              </a:solidFill>
            </a:endParaRPr>
          </a:p>
        </p:txBody>
      </p:sp>
      <p:sp>
        <p:nvSpPr>
          <p:cNvPr id="21507" name="Rectangle 9"/>
          <p:cNvSpPr>
            <a:spLocks noChangeArrowheads="1"/>
          </p:cNvSpPr>
          <p:nvPr/>
        </p:nvSpPr>
        <p:spPr bwMode="auto">
          <a:xfrm>
            <a:off x="749300" y="160020"/>
            <a:ext cx="843407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tIns="36000" bIns="72000" anchor="ctr" anchorCtr="1"/>
          <a:lstStyle>
            <a:lvl1pPr eaLnBrk="0" hangingPunct="0">
              <a:defRPr kumimoji="1" sz="2000">
                <a:solidFill>
                  <a:srgbClr val="000099"/>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rgbClr val="000099"/>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rgbClr val="000099"/>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rgbClr val="000099"/>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lnSpc>
                <a:spcPct val="100000"/>
              </a:lnSpc>
              <a:buFontTx/>
              <a:buNone/>
            </a:pPr>
            <a:r>
              <a:rPr lang="en-US" altLang="en-US" sz="3000" dirty="0" smtClean="0">
                <a:solidFill>
                  <a:srgbClr val="CC3300"/>
                </a:solidFill>
                <a:latin typeface="黑体" panose="02010609060101010101" pitchFamily="49" charset="-122"/>
                <a:ea typeface="黑体" panose="02010609060101010101" pitchFamily="49" charset="-122"/>
              </a:rPr>
              <a:t>3.6-4  </a:t>
            </a:r>
            <a:r>
              <a:rPr lang="zh-CN" altLang="en-US" sz="3000" dirty="0" smtClean="0">
                <a:solidFill>
                  <a:srgbClr val="CC3300"/>
                </a:solidFill>
                <a:latin typeface="黑体" panose="02010609060101010101" pitchFamily="49" charset="-122"/>
                <a:ea typeface="黑体" panose="02010609060101010101" pitchFamily="49" charset="-122"/>
              </a:rPr>
              <a:t>滚动轴承的载荷分析、失效和设计准则</a:t>
            </a:r>
            <a:endParaRPr lang="zh-CN" altLang="en-US" sz="3000" dirty="0">
              <a:solidFill>
                <a:srgbClr val="CC3300"/>
              </a:solidFill>
              <a:latin typeface="黑体" panose="02010609060101010101" pitchFamily="49" charset="-122"/>
              <a:ea typeface="黑体" panose="02010609060101010101" pitchFamily="49" charset="-122"/>
            </a:endParaRPr>
          </a:p>
        </p:txBody>
      </p:sp>
      <p:sp>
        <p:nvSpPr>
          <p:cNvPr id="17418" name="Rectangle 10"/>
          <p:cNvSpPr>
            <a:spLocks noChangeArrowheads="1"/>
          </p:cNvSpPr>
          <p:nvPr/>
        </p:nvSpPr>
        <p:spPr bwMode="auto">
          <a:xfrm>
            <a:off x="477051" y="1561356"/>
            <a:ext cx="5466521" cy="36461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2000">
                <a:solidFill>
                  <a:srgbClr val="000099"/>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rgbClr val="000099"/>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rgbClr val="000099"/>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rgbClr val="000099"/>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lnSpc>
                <a:spcPct val="150000"/>
              </a:lnSpc>
              <a:buFontTx/>
              <a:buNone/>
            </a:pPr>
            <a:r>
              <a:rPr lang="zh-CN" altLang="en-US" dirty="0">
                <a:latin typeface="华文中宋" panose="02010600040101010101" pitchFamily="2" charset="-122"/>
              </a:rPr>
              <a:t>　　</a:t>
            </a:r>
            <a:r>
              <a:rPr lang="zh-CN" altLang="en-US" sz="2200" dirty="0">
                <a:solidFill>
                  <a:srgbClr val="002060"/>
                </a:solidFill>
                <a:latin typeface="华文中宋" panose="02010600040101010101" pitchFamily="2" charset="-122"/>
              </a:rPr>
              <a:t>滚动轴承工作时，并非所有滚动体都同时受载。</a:t>
            </a:r>
            <a:endParaRPr lang="zh-CN" altLang="en-US" sz="2200" dirty="0">
              <a:solidFill>
                <a:srgbClr val="002060"/>
              </a:solidFill>
              <a:latin typeface="华文中宋" panose="02010600040101010101" pitchFamily="2" charset="-122"/>
            </a:endParaRPr>
          </a:p>
          <a:p>
            <a:pPr eaLnBrk="1" hangingPunct="1">
              <a:lnSpc>
                <a:spcPct val="150000"/>
              </a:lnSpc>
              <a:buFontTx/>
              <a:buNone/>
            </a:pPr>
            <a:r>
              <a:rPr lang="zh-CN" altLang="en-US" sz="2200" dirty="0">
                <a:solidFill>
                  <a:srgbClr val="002060"/>
                </a:solidFill>
                <a:latin typeface="华文中宋" panose="02010600040101010101" pitchFamily="2" charset="-122"/>
              </a:rPr>
              <a:t>      滚动体同时受载的程度与轴承所受的径向力有关，一般以控制约半圈滚动体同时受载为宜（如右图所示）。</a:t>
            </a:r>
            <a:r>
              <a:rPr lang="zh-CN" altLang="en-US" sz="2200" dirty="0">
                <a:solidFill>
                  <a:srgbClr val="002060"/>
                </a:solidFill>
              </a:rPr>
              <a:t>接触载荷在处于</a:t>
            </a:r>
            <a:r>
              <a:rPr lang="en-US" altLang="zh-CN" sz="2200" b="1" i="1" dirty="0">
                <a:solidFill>
                  <a:srgbClr val="002060"/>
                </a:solidFill>
              </a:rPr>
              <a:t>F</a:t>
            </a:r>
            <a:r>
              <a:rPr lang="en-US" altLang="zh-CN" sz="2200" baseline="-25000" dirty="0">
                <a:solidFill>
                  <a:srgbClr val="002060"/>
                </a:solidFill>
              </a:rPr>
              <a:t>r</a:t>
            </a:r>
            <a:r>
              <a:rPr lang="zh-CN" altLang="en-US" sz="2200" dirty="0">
                <a:solidFill>
                  <a:srgbClr val="002060"/>
                </a:solidFill>
              </a:rPr>
              <a:t>作用线上的接触点处最大，向两边逐渐减小</a:t>
            </a:r>
            <a:r>
              <a:rPr lang="zh-CN" altLang="en-US" sz="2200" dirty="0" smtClean="0">
                <a:solidFill>
                  <a:srgbClr val="002060"/>
                </a:solidFill>
              </a:rPr>
              <a:t>。</a:t>
            </a:r>
            <a:endParaRPr lang="zh-CN" altLang="en-US" sz="2200" dirty="0" smtClean="0">
              <a:solidFill>
                <a:srgbClr val="002060"/>
              </a:solidFill>
              <a:latin typeface="华文中宋" panose="02010600040101010101" pitchFamily="2" charset="-122"/>
            </a:endParaRPr>
          </a:p>
        </p:txBody>
      </p:sp>
      <p:sp>
        <p:nvSpPr>
          <p:cNvPr id="21518" name="直接连接符 6"/>
          <p:cNvSpPr>
            <a:spLocks noChangeShapeType="1"/>
          </p:cNvSpPr>
          <p:nvPr/>
        </p:nvSpPr>
        <p:spPr bwMode="auto">
          <a:xfrm>
            <a:off x="0" y="765175"/>
            <a:ext cx="9144000" cy="0"/>
          </a:xfrm>
          <a:prstGeom prst="line">
            <a:avLst/>
          </a:prstGeom>
          <a:noFill/>
          <a:ln w="28575">
            <a:solidFill>
              <a:srgbClr val="CC3300"/>
            </a:solidFill>
            <a:miter lim="800000"/>
          </a:ln>
          <a:extLst>
            <a:ext uri="{909E8E84-426E-40DD-AFC4-6F175D3DCCD1}">
              <a14:hiddenFill xmlns:a14="http://schemas.microsoft.com/office/drawing/2010/main">
                <a:noFill/>
              </a14:hiddenFill>
            </a:ext>
          </a:extLst>
        </p:spPr>
        <p:txBody>
          <a:bodyPr/>
          <a:lstStyle/>
          <a:p>
            <a:endParaRPr lang="zh-CN" altLang="en-US"/>
          </a:p>
        </p:txBody>
      </p:sp>
      <p:pic>
        <p:nvPicPr>
          <p:cNvPr id="15" name="Picture 19" descr="T13-8b"/>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6337232" y="2392017"/>
            <a:ext cx="2481262" cy="3032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Rectangle 10"/>
          <p:cNvSpPr>
            <a:spLocks noChangeArrowheads="1"/>
          </p:cNvSpPr>
          <p:nvPr/>
        </p:nvSpPr>
        <p:spPr bwMode="auto">
          <a:xfrm>
            <a:off x="237490" y="864870"/>
            <a:ext cx="7935595" cy="5988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2000">
                <a:solidFill>
                  <a:srgbClr val="000099"/>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rgbClr val="000099"/>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rgbClr val="000099"/>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rgbClr val="000099"/>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lnSpc>
                <a:spcPct val="150000"/>
              </a:lnSpc>
              <a:buFontTx/>
              <a:buNone/>
            </a:pPr>
            <a:r>
              <a:rPr lang="en-US" dirty="0">
                <a:solidFill>
                  <a:srgbClr val="C00000"/>
                </a:solidFill>
                <a:latin typeface="华文中宋" panose="02010600040101010101" pitchFamily="2" charset="-122"/>
              </a:rPr>
              <a:t>2</a:t>
            </a:r>
            <a:r>
              <a:rPr lang="zh-CN" altLang="en-US" dirty="0">
                <a:solidFill>
                  <a:srgbClr val="C00000"/>
                </a:solidFill>
                <a:latin typeface="华文中宋" panose="02010600040101010101" pitchFamily="2" charset="-122"/>
              </a:rPr>
              <a:t>）　</a:t>
            </a:r>
            <a:r>
              <a:rPr lang="zh-CN" altLang="en-US" sz="2200" dirty="0">
                <a:solidFill>
                  <a:srgbClr val="C00000"/>
                </a:solidFill>
                <a:latin typeface="华文中宋" panose="02010600040101010101" pitchFamily="2" charset="-122"/>
              </a:rPr>
              <a:t>滚动轴承承受径向载荷时：</a:t>
            </a:r>
            <a:endParaRPr lang="zh-CN" altLang="en-US" sz="2200" dirty="0">
              <a:latin typeface="华文中宋" panose="02010600040101010101" pitchFamily="2" charset="-122"/>
            </a:endParaRPr>
          </a:p>
        </p:txBody>
      </p:sp>
    </p:spTree>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ntr" presetSubtype="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strips(downRight)">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8" presetClass="entr" presetSubtype="6" fill="hold" grpId="0" nodeType="clickEffect">
                                  <p:stCondLst>
                                    <p:cond delay="0"/>
                                  </p:stCondLst>
                                  <p:childTnLst>
                                    <p:set>
                                      <p:cBhvr>
                                        <p:cTn id="11" dur="1" fill="hold">
                                          <p:stCondLst>
                                            <p:cond delay="0"/>
                                          </p:stCondLst>
                                        </p:cTn>
                                        <p:tgtEl>
                                          <p:spTgt spid="17418"/>
                                        </p:tgtEl>
                                        <p:attrNameLst>
                                          <p:attrName>style.visibility</p:attrName>
                                        </p:attrNameLst>
                                      </p:cBhvr>
                                      <p:to>
                                        <p:strVal val="visible"/>
                                      </p:to>
                                    </p:set>
                                    <p:animEffect transition="in" filter="strips(downRight)">
                                      <p:cBhvr>
                                        <p:cTn id="12" dur="500"/>
                                        <p:tgtEl>
                                          <p:spTgt spid="17418"/>
                                        </p:tgtEl>
                                      </p:cBhvr>
                                    </p:animEffect>
                                  </p:childTnLst>
                                </p:cTn>
                              </p:par>
                            </p:childTnLst>
                          </p:cTn>
                        </p:par>
                        <p:par>
                          <p:cTn id="13" fill="hold">
                            <p:stCondLst>
                              <p:cond delay="500"/>
                            </p:stCondLst>
                            <p:childTnLst>
                              <p:par>
                                <p:cTn id="14" presetID="9" presetClass="entr" presetSubtype="0" fill="hold" nodeType="afterEffect">
                                  <p:stCondLst>
                                    <p:cond delay="0"/>
                                  </p:stCondLst>
                                  <p:childTnLst>
                                    <p:set>
                                      <p:cBhvr>
                                        <p:cTn id="15" dur="1" fill="hold">
                                          <p:stCondLst>
                                            <p:cond delay="0"/>
                                          </p:stCondLst>
                                        </p:cTn>
                                        <p:tgtEl>
                                          <p:spTgt spid="15"/>
                                        </p:tgtEl>
                                        <p:attrNameLst>
                                          <p:attrName>style.visibility</p:attrName>
                                        </p:attrNameLst>
                                      </p:cBhvr>
                                      <p:to>
                                        <p:strVal val="visible"/>
                                      </p:to>
                                    </p:set>
                                    <p:animEffect transition="in" filter="dissolve">
                                      <p:cBhvr>
                                        <p:cTn id="16"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418" grpId="0" autoUpdateAnimBg="0"/>
      <p:bldP spid="4" grpId="0" autoUpdateAnimBg="0"/>
    </p:bldLst>
  </p:timing>
</p:sld>
</file>

<file path=ppt/slides/slide3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2530" name="Rectangle 2"/>
          <p:cNvSpPr>
            <a:spLocks noGrp="1" noChangeArrowheads="1"/>
          </p:cNvSpPr>
          <p:nvPr>
            <p:ph type="title"/>
          </p:nvPr>
        </p:nvSpPr>
        <p:spPr bwMode="auto">
          <a:xfrm>
            <a:off x="5181600" y="762000"/>
            <a:ext cx="1828800" cy="2286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eaLnBrk="1" hangingPunct="1"/>
            <a:r>
              <a:rPr lang="zh-CN" altLang="en-US" sz="800" smtClean="0">
                <a:solidFill>
                  <a:schemeClr val="bg1"/>
                </a:solidFill>
                <a:latin typeface="华文中宋" panose="02010600040101010101" pitchFamily="2" charset="-122"/>
                <a:ea typeface="华文中宋" panose="02010600040101010101" pitchFamily="2" charset="-122"/>
              </a:rPr>
              <a:t>工作情况</a:t>
            </a:r>
            <a:r>
              <a:rPr lang="en-US" altLang="zh-CN" sz="800" smtClean="0">
                <a:solidFill>
                  <a:schemeClr val="bg1"/>
                </a:solidFill>
                <a:latin typeface="华文中宋" panose="02010600040101010101" pitchFamily="2" charset="-122"/>
                <a:ea typeface="华文中宋" panose="02010600040101010101" pitchFamily="2" charset="-122"/>
              </a:rPr>
              <a:t>1</a:t>
            </a:r>
            <a:endParaRPr lang="en-US" altLang="zh-CN" sz="800" smtClean="0">
              <a:solidFill>
                <a:schemeClr val="bg1"/>
              </a:solidFill>
            </a:endParaRPr>
          </a:p>
        </p:txBody>
      </p:sp>
      <p:sp>
        <p:nvSpPr>
          <p:cNvPr id="28678" name="矩形 17"/>
          <p:cNvSpPr>
            <a:spLocks noChangeArrowheads="1"/>
          </p:cNvSpPr>
          <p:nvPr/>
        </p:nvSpPr>
        <p:spPr bwMode="auto">
          <a:xfrm>
            <a:off x="119380" y="789940"/>
            <a:ext cx="8842375" cy="9029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2000">
                <a:solidFill>
                  <a:srgbClr val="000099"/>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rgbClr val="000099"/>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rgbClr val="000099"/>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rgbClr val="000099"/>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buNone/>
            </a:pPr>
            <a:r>
              <a:rPr lang="en-US" altLang="zh-CN" sz="2200" dirty="0">
                <a:solidFill>
                  <a:srgbClr val="C00000"/>
                </a:solidFill>
                <a:latin typeface="黑体" panose="02010609060101010101" pitchFamily="49" charset="-122"/>
                <a:ea typeface="黑体" panose="02010609060101010101" pitchFamily="49" charset="-122"/>
              </a:rPr>
              <a:t>3</a:t>
            </a:r>
            <a:r>
              <a:rPr lang="zh-CN" altLang="en-US" sz="2200" dirty="0">
                <a:solidFill>
                  <a:srgbClr val="C00000"/>
                </a:solidFill>
                <a:latin typeface="黑体" panose="02010609060101010101" pitchFamily="49" charset="-122"/>
                <a:ea typeface="黑体" panose="02010609060101010101" pitchFamily="49" charset="-122"/>
              </a:rPr>
              <a:t>）对于同时承受径向载荷和轴向载荷的角接触轴承和圆锥滚子轴承：</a:t>
            </a:r>
            <a:r>
              <a:rPr lang="zh-CN" altLang="en-US" sz="2200" dirty="0">
                <a:solidFill>
                  <a:schemeClr val="accent4">
                    <a:lumMod val="75000"/>
                  </a:schemeClr>
                </a:solidFill>
                <a:latin typeface="黑体" panose="02010609060101010101" pitchFamily="49" charset="-122"/>
                <a:ea typeface="黑体" panose="02010609060101010101" pitchFamily="49" charset="-122"/>
              </a:rPr>
              <a:t>内部载荷分布情况比较复杂。</a:t>
            </a:r>
            <a:endParaRPr lang="zh-CN" altLang="en-US" sz="2200" dirty="0">
              <a:solidFill>
                <a:schemeClr val="accent4">
                  <a:lumMod val="75000"/>
                </a:schemeClr>
              </a:solidFill>
              <a:latin typeface="黑体" panose="02010609060101010101" pitchFamily="49" charset="-122"/>
              <a:ea typeface="黑体" panose="02010609060101010101" pitchFamily="49" charset="-122"/>
            </a:endParaRPr>
          </a:p>
        </p:txBody>
      </p:sp>
      <p:pic>
        <p:nvPicPr>
          <p:cNvPr id="28682" name="Picture 11"/>
          <p:cNvPicPr>
            <a:picLocks noChangeAspect="1" noChangeArrowheads="1"/>
          </p:cNvPicPr>
          <p:nvPr/>
        </p:nvPicPr>
        <p:blipFill rotWithShape="1">
          <a:blip r:embed="rId1" cstate="print">
            <a:extLst>
              <a:ext uri="{28A0092B-C50C-407E-A947-70E740481C1C}">
                <a14:useLocalDpi xmlns:a14="http://schemas.microsoft.com/office/drawing/2010/main" val="0"/>
              </a:ext>
            </a:extLst>
          </a:blip>
          <a:srcRect b="10099"/>
          <a:stretch>
            <a:fillRect/>
          </a:stretch>
        </p:blipFill>
        <p:spPr bwMode="auto">
          <a:xfrm>
            <a:off x="1732915" y="1749425"/>
            <a:ext cx="5940425" cy="3482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 name="直接连接符 6"/>
          <p:cNvSpPr>
            <a:spLocks noChangeShapeType="1"/>
          </p:cNvSpPr>
          <p:nvPr/>
        </p:nvSpPr>
        <p:spPr bwMode="auto">
          <a:xfrm>
            <a:off x="0" y="765175"/>
            <a:ext cx="9144000" cy="0"/>
          </a:xfrm>
          <a:prstGeom prst="line">
            <a:avLst/>
          </a:prstGeom>
          <a:noFill/>
          <a:ln w="28575">
            <a:solidFill>
              <a:srgbClr val="CC3300"/>
            </a:solidFill>
            <a:miter lim="800000"/>
          </a:ln>
          <a:extLst>
            <a:ext uri="{909E8E84-426E-40DD-AFC4-6F175D3DCCD1}">
              <a14:hiddenFill xmlns:a14="http://schemas.microsoft.com/office/drawing/2010/main">
                <a:noFill/>
              </a14:hiddenFill>
            </a:ext>
          </a:extLst>
        </p:spPr>
        <p:txBody>
          <a:bodyPr/>
          <a:lstStyle/>
          <a:p>
            <a:endParaRPr lang="zh-CN" altLang="en-US"/>
          </a:p>
        </p:txBody>
      </p:sp>
      <p:sp>
        <p:nvSpPr>
          <p:cNvPr id="28680" name="矩形 20"/>
          <p:cNvSpPr>
            <a:spLocks noChangeArrowheads="1"/>
          </p:cNvSpPr>
          <p:nvPr/>
        </p:nvSpPr>
        <p:spPr bwMode="auto">
          <a:xfrm>
            <a:off x="98" y="3418343"/>
            <a:ext cx="27305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000">
                <a:solidFill>
                  <a:srgbClr val="000099"/>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rgbClr val="000099"/>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rgbClr val="000099"/>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rgbClr val="000099"/>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buFontTx/>
              <a:buNone/>
            </a:pPr>
            <a:r>
              <a:rPr lang="en-US" altLang="zh-CN" sz="1800" dirty="0"/>
              <a:t>a) </a:t>
            </a:r>
            <a:r>
              <a:rPr lang="zh-CN" altLang="en-US" sz="1800" dirty="0"/>
              <a:t>圆锥滚子轴承受力分解</a:t>
            </a:r>
            <a:endParaRPr lang="zh-CN" altLang="en-US" sz="1800" dirty="0"/>
          </a:p>
        </p:txBody>
      </p:sp>
      <p:sp>
        <p:nvSpPr>
          <p:cNvPr id="10" name="文本框 9"/>
          <p:cNvSpPr txBox="1"/>
          <p:nvPr/>
        </p:nvSpPr>
        <p:spPr>
          <a:xfrm>
            <a:off x="4746625" y="1263374"/>
            <a:ext cx="3816626" cy="429413"/>
          </a:xfrm>
          <a:prstGeom prst="rect">
            <a:avLst/>
          </a:prstGeom>
          <a:noFill/>
        </p:spPr>
        <p:txBody>
          <a:bodyPr wrap="square" rtlCol="0">
            <a:spAutoFit/>
          </a:bodyPr>
          <a:lstStyle/>
          <a:p>
            <a:pPr>
              <a:buNone/>
            </a:pPr>
            <a:r>
              <a:rPr lang="zh-CN" altLang="en-US" dirty="0" smtClean="0"/>
              <a:t>圆锥滚子轴承</a:t>
            </a:r>
            <a:endParaRPr lang="zh-CN" altLang="en-US" dirty="0"/>
          </a:p>
        </p:txBody>
      </p:sp>
      <p:sp>
        <p:nvSpPr>
          <p:cNvPr id="21507" name="Rectangle 9"/>
          <p:cNvSpPr>
            <a:spLocks noChangeArrowheads="1"/>
          </p:cNvSpPr>
          <p:nvPr/>
        </p:nvSpPr>
        <p:spPr bwMode="auto">
          <a:xfrm>
            <a:off x="749300" y="160020"/>
            <a:ext cx="843407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tIns="36000" bIns="72000" anchor="ctr" anchorCtr="1"/>
          <a:lstStyle>
            <a:lvl1pPr eaLnBrk="0" hangingPunct="0">
              <a:defRPr kumimoji="1" sz="2000">
                <a:solidFill>
                  <a:srgbClr val="000099"/>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rgbClr val="000099"/>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rgbClr val="000099"/>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rgbClr val="000099"/>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lnSpc>
                <a:spcPct val="100000"/>
              </a:lnSpc>
              <a:buFontTx/>
              <a:buNone/>
            </a:pPr>
            <a:r>
              <a:rPr lang="en-US" altLang="en-US" sz="3000" dirty="0" smtClean="0">
                <a:solidFill>
                  <a:srgbClr val="CC3300"/>
                </a:solidFill>
                <a:latin typeface="黑体" panose="02010609060101010101" pitchFamily="49" charset="-122"/>
                <a:ea typeface="黑体" panose="02010609060101010101" pitchFamily="49" charset="-122"/>
              </a:rPr>
              <a:t>3.6-4 </a:t>
            </a:r>
            <a:r>
              <a:rPr lang="zh-CN" altLang="en-US" sz="3000" dirty="0" smtClean="0">
                <a:solidFill>
                  <a:srgbClr val="CC3300"/>
                </a:solidFill>
                <a:latin typeface="黑体" panose="02010609060101010101" pitchFamily="49" charset="-122"/>
                <a:ea typeface="黑体" panose="02010609060101010101" pitchFamily="49" charset="-122"/>
              </a:rPr>
              <a:t>滚动轴承的载荷分析、失效和设计准则</a:t>
            </a:r>
            <a:endParaRPr lang="zh-CN" altLang="en-US" sz="3000" dirty="0">
              <a:solidFill>
                <a:srgbClr val="CC3300"/>
              </a:solidFill>
              <a:latin typeface="黑体" panose="02010609060101010101" pitchFamily="49" charset="-122"/>
              <a:ea typeface="黑体" panose="02010609060101010101" pitchFamily="49" charset="-122"/>
            </a:endParaRPr>
          </a:p>
        </p:txBody>
      </p:sp>
      <p:sp>
        <p:nvSpPr>
          <p:cNvPr id="28681" name="矩形 21"/>
          <p:cNvSpPr>
            <a:spLocks noChangeArrowheads="1"/>
          </p:cNvSpPr>
          <p:nvPr/>
        </p:nvSpPr>
        <p:spPr bwMode="auto">
          <a:xfrm>
            <a:off x="5181351" y="5070489"/>
            <a:ext cx="3498850" cy="430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000">
                <a:solidFill>
                  <a:srgbClr val="000099"/>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rgbClr val="000099"/>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rgbClr val="000099"/>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rgbClr val="000099"/>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buFontTx/>
              <a:buNone/>
            </a:pPr>
            <a:r>
              <a:rPr lang="en-US" altLang="zh-CN" dirty="0"/>
              <a:t> </a:t>
            </a:r>
            <a:r>
              <a:rPr lang="en-US" altLang="zh-CN" sz="1800" dirty="0"/>
              <a:t>b) </a:t>
            </a:r>
            <a:r>
              <a:rPr lang="zh-CN" altLang="en-US" sz="1800" dirty="0"/>
              <a:t>圆锥滚子轴承径向力平衡分析</a:t>
            </a:r>
            <a:endParaRPr lang="zh-CN" altLang="en-US" sz="1800" dirty="0"/>
          </a:p>
        </p:txBody>
      </p:sp>
      <p:sp>
        <p:nvSpPr>
          <p:cNvPr id="4" name="文本框 3"/>
          <p:cNvSpPr txBox="1"/>
          <p:nvPr/>
        </p:nvSpPr>
        <p:spPr>
          <a:xfrm>
            <a:off x="119380" y="4527550"/>
            <a:ext cx="4976495" cy="2416810"/>
          </a:xfrm>
          <a:prstGeom prst="rect">
            <a:avLst/>
          </a:prstGeom>
          <a:noFill/>
        </p:spPr>
        <p:txBody>
          <a:bodyPr wrap="square" rtlCol="0">
            <a:noAutofit/>
          </a:bodyPr>
          <a:p>
            <a:pPr indent="0">
              <a:buNone/>
            </a:pPr>
            <a:r>
              <a:rPr lang="zh-CN" altLang="en-US">
                <a:solidFill>
                  <a:schemeClr val="accent5">
                    <a:lumMod val="10000"/>
                  </a:schemeClr>
                </a:solidFill>
              </a:rPr>
              <a:t>因存在接触角</a:t>
            </a:r>
            <a:r>
              <a:rPr lang="zh-CN" altLang="en-US">
                <a:solidFill>
                  <a:schemeClr val="accent5">
                    <a:lumMod val="10000"/>
                  </a:schemeClr>
                </a:solidFill>
                <a:latin typeface="Arial" panose="020B0604020202020204" pitchFamily="34" charset="0"/>
                <a:cs typeface="Arial" panose="020B0604020202020204" pitchFamily="34" charset="0"/>
              </a:rPr>
              <a:t>β</a:t>
            </a:r>
            <a:r>
              <a:rPr lang="zh-CN" altLang="en-US">
                <a:solidFill>
                  <a:schemeClr val="accent5">
                    <a:lumMod val="10000"/>
                  </a:schemeClr>
                </a:solidFill>
              </a:rPr>
              <a:t>，各滚动体的反力</a:t>
            </a:r>
            <a:r>
              <a:rPr lang="en-US" altLang="zh-CN">
                <a:solidFill>
                  <a:srgbClr val="FF0000"/>
                </a:solidFill>
              </a:rPr>
              <a:t>F</a:t>
            </a:r>
            <a:r>
              <a:rPr lang="en-US" altLang="zh-CN" baseline="-25000">
                <a:solidFill>
                  <a:srgbClr val="FF0000"/>
                </a:solidFill>
              </a:rPr>
              <a:t>i</a:t>
            </a:r>
            <a:r>
              <a:rPr lang="zh-CN" altLang="en-US">
                <a:solidFill>
                  <a:schemeClr val="accent5">
                    <a:lumMod val="10000"/>
                  </a:schemeClr>
                </a:solidFill>
              </a:rPr>
              <a:t>并不指向半径方向，它可分解为一个径向分力</a:t>
            </a:r>
            <a:r>
              <a:rPr lang="en-US" altLang="zh-CN">
                <a:solidFill>
                  <a:srgbClr val="FF0000"/>
                </a:solidFill>
              </a:rPr>
              <a:t>F</a:t>
            </a:r>
            <a:r>
              <a:rPr lang="en-US" altLang="zh-CN" baseline="-25000">
                <a:solidFill>
                  <a:srgbClr val="FF0000"/>
                </a:solidFill>
              </a:rPr>
              <a:t>Ni</a:t>
            </a:r>
            <a:r>
              <a:rPr lang="zh-CN" altLang="en-US">
                <a:solidFill>
                  <a:schemeClr val="accent5">
                    <a:lumMod val="10000"/>
                  </a:schemeClr>
                </a:solidFill>
              </a:rPr>
              <a:t>和轴向分力</a:t>
            </a:r>
            <a:r>
              <a:rPr lang="en-US" altLang="zh-CN">
                <a:solidFill>
                  <a:srgbClr val="FF0000"/>
                </a:solidFill>
              </a:rPr>
              <a:t>F</a:t>
            </a:r>
            <a:r>
              <a:rPr lang="en-US" altLang="zh-CN" baseline="-25000">
                <a:solidFill>
                  <a:srgbClr val="FF0000"/>
                </a:solidFill>
              </a:rPr>
              <a:t>si</a:t>
            </a:r>
            <a:r>
              <a:rPr lang="zh-CN" altLang="en-US">
                <a:solidFill>
                  <a:schemeClr val="accent5">
                    <a:lumMod val="10000"/>
                  </a:schemeClr>
                </a:solidFill>
              </a:rPr>
              <a:t>。所以径向分力的向量和与径向载荷</a:t>
            </a:r>
            <a:r>
              <a:rPr lang="en-US" altLang="zh-CN">
                <a:solidFill>
                  <a:srgbClr val="FF0000"/>
                </a:solidFill>
              </a:rPr>
              <a:t>F</a:t>
            </a:r>
            <a:r>
              <a:rPr lang="en-US" altLang="zh-CN" baseline="-25000">
                <a:solidFill>
                  <a:srgbClr val="FF0000"/>
                </a:solidFill>
              </a:rPr>
              <a:t>r</a:t>
            </a:r>
            <a:r>
              <a:rPr lang="zh-CN" altLang="en-US">
                <a:solidFill>
                  <a:schemeClr val="accent5">
                    <a:lumMod val="10000"/>
                  </a:schemeClr>
                </a:solidFill>
              </a:rPr>
              <a:t>相平衡；所有的轴向分力之和组成轴承的派生轴向力</a:t>
            </a:r>
            <a:r>
              <a:rPr lang="en-US" altLang="zh-CN">
                <a:solidFill>
                  <a:srgbClr val="FF0000"/>
                </a:solidFill>
              </a:rPr>
              <a:t>F</a:t>
            </a:r>
            <a:r>
              <a:rPr lang="en-US" altLang="zh-CN" baseline="-25000">
                <a:solidFill>
                  <a:srgbClr val="FF0000"/>
                </a:solidFill>
              </a:rPr>
              <a:t>s</a:t>
            </a:r>
            <a:endParaRPr lang="en-US" altLang="zh-CN" baseline="-25000">
              <a:solidFill>
                <a:srgbClr val="FF0000"/>
              </a:solidFill>
            </a:endParaRPr>
          </a:p>
        </p:txBody>
      </p:sp>
      <p:sp>
        <p:nvSpPr>
          <p:cNvPr id="5" name="文本框 4"/>
          <p:cNvSpPr txBox="1"/>
          <p:nvPr/>
        </p:nvSpPr>
        <p:spPr>
          <a:xfrm>
            <a:off x="3054985" y="3707130"/>
            <a:ext cx="296545" cy="401955"/>
          </a:xfrm>
          <a:prstGeom prst="rect">
            <a:avLst/>
          </a:prstGeom>
          <a:noFill/>
        </p:spPr>
        <p:txBody>
          <a:bodyPr wrap="none" rtlCol="0" anchor="t">
            <a:noAutofit/>
          </a:bodyPr>
          <a:p>
            <a:pPr indent="0">
              <a:buNone/>
            </a:pPr>
            <a:r>
              <a:rPr lang="zh-CN" altLang="en-US">
                <a:solidFill>
                  <a:srgbClr val="FF0000"/>
                </a:solidFill>
                <a:latin typeface="Arial" panose="020B0604020202020204" pitchFamily="34" charset="0"/>
                <a:cs typeface="Arial" panose="020B0604020202020204" pitchFamily="34" charset="0"/>
              </a:rPr>
              <a:t>β</a:t>
            </a:r>
            <a:endParaRPr lang="zh-CN" altLang="en-US">
              <a:solidFill>
                <a:srgbClr val="FF0000"/>
              </a:solidFill>
              <a:latin typeface="Arial" panose="020B0604020202020204" pitchFamily="34" charset="0"/>
              <a:cs typeface="Arial" panose="020B0604020202020204" pitchFamily="34" charset="0"/>
            </a:endParaRPr>
          </a:p>
        </p:txBody>
      </p:sp>
      <p:cxnSp>
        <p:nvCxnSpPr>
          <p:cNvPr id="7" name="直接连接符 6"/>
          <p:cNvCxnSpPr/>
          <p:nvPr/>
        </p:nvCxnSpPr>
        <p:spPr>
          <a:xfrm flipH="1">
            <a:off x="2976880" y="3449955"/>
            <a:ext cx="239395" cy="870585"/>
          </a:xfrm>
          <a:prstGeom prst="line">
            <a:avLst/>
          </a:prstGeom>
          <a:noFill/>
          <a:ln w="9525" cap="flat" cmpd="sng" algn="ctr">
            <a:solidFill>
              <a:srgbClr val="FF0000"/>
            </a:solidFill>
            <a:prstDash val="solid"/>
            <a:round/>
            <a:headEnd type="none" w="med" len="med"/>
            <a:tailEnd type="none" w="med" len="med"/>
          </a:ln>
        </p:spPr>
      </p:cxnSp>
      <p:cxnSp>
        <p:nvCxnSpPr>
          <p:cNvPr id="9" name="直接连接符 8"/>
          <p:cNvCxnSpPr/>
          <p:nvPr/>
        </p:nvCxnSpPr>
        <p:spPr>
          <a:xfrm>
            <a:off x="3303905" y="3460750"/>
            <a:ext cx="32385" cy="1034415"/>
          </a:xfrm>
          <a:prstGeom prst="line">
            <a:avLst/>
          </a:prstGeom>
          <a:noFill/>
          <a:ln w="9525" cap="flat" cmpd="sng" algn="ctr">
            <a:solidFill>
              <a:srgbClr val="FF0000"/>
            </a:solidFill>
            <a:prstDash val="solid"/>
            <a:round/>
            <a:headEnd type="none" w="med" len="med"/>
            <a:tailEnd type="none" w="med" len="med"/>
          </a:ln>
        </p:spPr>
      </p:cxnSp>
    </p:spTree>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867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868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22" presetClass="entr" presetSubtype="8" fill="hold" grpId="0" nodeType="clickEffect">
                                  <p:stCondLst>
                                    <p:cond delay="0"/>
                                  </p:stCondLst>
                                  <p:childTnLst>
                                    <p:set>
                                      <p:cBhvr>
                                        <p:cTn id="14" dur="1" fill="hold">
                                          <p:stCondLst>
                                            <p:cond delay="0"/>
                                          </p:stCondLst>
                                        </p:cTn>
                                        <p:tgtEl>
                                          <p:spTgt spid="10"/>
                                        </p:tgtEl>
                                        <p:attrNameLst>
                                          <p:attrName>style.visibility</p:attrName>
                                        </p:attrNameLst>
                                      </p:cBhvr>
                                      <p:to>
                                        <p:strVal val="visible"/>
                                      </p:to>
                                    </p:set>
                                    <p:animEffect transition="in" filter="wipe(left)">
                                      <p:cBhvr>
                                        <p:cTn id="15" dur="500"/>
                                        <p:tgtEl>
                                          <p:spTgt spid="10"/>
                                        </p:tgtEl>
                                      </p:cBhvr>
                                    </p:animEffec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grpId="0" nodeType="clickEffect">
                                  <p:stCondLst>
                                    <p:cond delay="0"/>
                                  </p:stCondLst>
                                  <p:childTnLst>
                                    <p:set>
                                      <p:cBhvr>
                                        <p:cTn id="19" dur="1" fill="hold">
                                          <p:stCondLst>
                                            <p:cond delay="0"/>
                                          </p:stCondLst>
                                        </p:cTn>
                                        <p:tgtEl>
                                          <p:spTgt spid="28680"/>
                                        </p:tgtEl>
                                        <p:attrNameLst>
                                          <p:attrName>style.visibility</p:attrName>
                                        </p:attrNameLst>
                                      </p:cBhvr>
                                      <p:to>
                                        <p:strVal val="visible"/>
                                      </p:to>
                                    </p:set>
                                  </p:childTnLst>
                                </p:cTn>
                              </p:par>
                            </p:childTnLst>
                          </p:cTn>
                        </p:par>
                        <p:par>
                          <p:cTn id="20" fill="hold">
                            <p:stCondLst>
                              <p:cond delay="0"/>
                            </p:stCondLst>
                            <p:childTnLst>
                              <p:par>
                                <p:cTn id="21" presetID="1" presetClass="entr" presetSubtype="0" fill="hold" grpId="0" nodeType="afterEffect">
                                  <p:stCondLst>
                                    <p:cond delay="0"/>
                                  </p:stCondLst>
                                  <p:childTnLst>
                                    <p:set>
                                      <p:cBhvr>
                                        <p:cTn id="22" dur="1" fill="hold">
                                          <p:stCondLst>
                                            <p:cond delay="0"/>
                                          </p:stCondLst>
                                        </p:cTn>
                                        <p:tgtEl>
                                          <p:spTgt spid="28681"/>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22" presetClass="entr" presetSubtype="4" fill="hold" nodeType="clickEffect">
                                  <p:stCondLst>
                                    <p:cond delay="0"/>
                                  </p:stCondLst>
                                  <p:childTnLst>
                                    <p:set>
                                      <p:cBhvr>
                                        <p:cTn id="26" dur="1" fill="hold">
                                          <p:stCondLst>
                                            <p:cond delay="0"/>
                                          </p:stCondLst>
                                        </p:cTn>
                                        <p:tgtEl>
                                          <p:spTgt spid="7"/>
                                        </p:tgtEl>
                                        <p:attrNameLst>
                                          <p:attrName>style.visibility</p:attrName>
                                        </p:attrNameLst>
                                      </p:cBhvr>
                                      <p:to>
                                        <p:strVal val="visible"/>
                                      </p:to>
                                    </p:set>
                                    <p:animEffect transition="in" filter="wipe(down)">
                                      <p:cBhvr>
                                        <p:cTn id="27" dur="500"/>
                                        <p:tgtEl>
                                          <p:spTgt spid="7"/>
                                        </p:tgtEl>
                                      </p:cBhvr>
                                    </p:animEffect>
                                  </p:childTnLst>
                                </p:cTn>
                              </p:par>
                              <p:par>
                                <p:cTn id="28" presetID="22" presetClass="entr" presetSubtype="4" fill="hold" nodeType="withEffect">
                                  <p:stCondLst>
                                    <p:cond delay="0"/>
                                  </p:stCondLst>
                                  <p:childTnLst>
                                    <p:set>
                                      <p:cBhvr>
                                        <p:cTn id="29" dur="1" fill="hold">
                                          <p:stCondLst>
                                            <p:cond delay="0"/>
                                          </p:stCondLst>
                                        </p:cTn>
                                        <p:tgtEl>
                                          <p:spTgt spid="9"/>
                                        </p:tgtEl>
                                        <p:attrNameLst>
                                          <p:attrName>style.visibility</p:attrName>
                                        </p:attrNameLst>
                                      </p:cBhvr>
                                      <p:to>
                                        <p:strVal val="visible"/>
                                      </p:to>
                                    </p:set>
                                    <p:animEffect transition="in" filter="wipe(down)">
                                      <p:cBhvr>
                                        <p:cTn id="30" dur="500"/>
                                        <p:tgtEl>
                                          <p:spTgt spid="9"/>
                                        </p:tgtEl>
                                      </p:cBhvr>
                                    </p:animEffect>
                                  </p:childTnLst>
                                </p:cTn>
                              </p:par>
                              <p:par>
                                <p:cTn id="31" presetID="22" presetClass="entr" presetSubtype="4" fill="hold" grpId="0" nodeType="withEffect">
                                  <p:stCondLst>
                                    <p:cond delay="0"/>
                                  </p:stCondLst>
                                  <p:childTnLst>
                                    <p:set>
                                      <p:cBhvr>
                                        <p:cTn id="32" dur="1" fill="hold">
                                          <p:stCondLst>
                                            <p:cond delay="0"/>
                                          </p:stCondLst>
                                        </p:cTn>
                                        <p:tgtEl>
                                          <p:spTgt spid="5"/>
                                        </p:tgtEl>
                                        <p:attrNameLst>
                                          <p:attrName>style.visibility</p:attrName>
                                        </p:attrNameLst>
                                      </p:cBhvr>
                                      <p:to>
                                        <p:strVal val="visible"/>
                                      </p:to>
                                    </p:set>
                                    <p:animEffect transition="in" filter="wipe(down)">
                                      <p:cBhvr>
                                        <p:cTn id="33" dur="500"/>
                                        <p:tgtEl>
                                          <p:spTgt spid="5"/>
                                        </p:tgtEl>
                                      </p:cBhvr>
                                    </p:animEffect>
                                  </p:childTnLst>
                                </p:cTn>
                              </p:par>
                            </p:childTnLst>
                          </p:cTn>
                        </p:par>
                      </p:childTnLst>
                    </p:cTn>
                  </p:par>
                  <p:par>
                    <p:cTn id="34" fill="hold">
                      <p:stCondLst>
                        <p:cond delay="indefinite"/>
                      </p:stCondLst>
                      <p:childTnLst>
                        <p:par>
                          <p:cTn id="35" fill="hold">
                            <p:stCondLst>
                              <p:cond delay="0"/>
                            </p:stCondLst>
                            <p:childTnLst>
                              <p:par>
                                <p:cTn id="36" presetID="22" presetClass="entr" presetSubtype="1" fill="hold" grpId="0" nodeType="clickEffect">
                                  <p:stCondLst>
                                    <p:cond delay="0"/>
                                  </p:stCondLst>
                                  <p:childTnLst>
                                    <p:set>
                                      <p:cBhvr>
                                        <p:cTn id="37" dur="1" fill="hold">
                                          <p:stCondLst>
                                            <p:cond delay="0"/>
                                          </p:stCondLst>
                                        </p:cTn>
                                        <p:tgtEl>
                                          <p:spTgt spid="4"/>
                                        </p:tgtEl>
                                        <p:attrNameLst>
                                          <p:attrName>style.visibility</p:attrName>
                                        </p:attrNameLst>
                                      </p:cBhvr>
                                      <p:to>
                                        <p:strVal val="visible"/>
                                      </p:to>
                                    </p:set>
                                    <p:animEffect transition="in" filter="wipe(up)">
                                      <p:cBhvr>
                                        <p:cTn id="38"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678" grpId="0"/>
      <p:bldP spid="28681" grpId="0"/>
      <p:bldP spid="28680" grpId="0"/>
      <p:bldP spid="10" grpId="0"/>
      <p:bldP spid="4" grpId="0"/>
      <p:bldP spid="5" grpId="0"/>
    </p:bldLst>
  </p:timing>
</p:sld>
</file>

<file path=ppt/slides/slide3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2530" name="Rectangle 2"/>
          <p:cNvSpPr>
            <a:spLocks noGrp="1" noChangeArrowheads="1"/>
          </p:cNvSpPr>
          <p:nvPr>
            <p:ph type="title"/>
          </p:nvPr>
        </p:nvSpPr>
        <p:spPr bwMode="auto">
          <a:xfrm>
            <a:off x="5181600" y="762000"/>
            <a:ext cx="1828800" cy="2286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eaLnBrk="1" hangingPunct="1"/>
            <a:r>
              <a:rPr lang="zh-CN" altLang="en-US" sz="800" smtClean="0">
                <a:solidFill>
                  <a:schemeClr val="bg1"/>
                </a:solidFill>
                <a:latin typeface="华文中宋" panose="02010600040101010101" pitchFamily="2" charset="-122"/>
                <a:ea typeface="华文中宋" panose="02010600040101010101" pitchFamily="2" charset="-122"/>
              </a:rPr>
              <a:t>工作情况</a:t>
            </a:r>
            <a:r>
              <a:rPr lang="en-US" altLang="zh-CN" sz="800" smtClean="0">
                <a:solidFill>
                  <a:schemeClr val="bg1"/>
                </a:solidFill>
                <a:latin typeface="华文中宋" panose="02010600040101010101" pitchFamily="2" charset="-122"/>
                <a:ea typeface="华文中宋" panose="02010600040101010101" pitchFamily="2" charset="-122"/>
              </a:rPr>
              <a:t>1</a:t>
            </a:r>
            <a:endParaRPr lang="en-US" altLang="zh-CN" sz="800" smtClean="0">
              <a:solidFill>
                <a:schemeClr val="bg1"/>
              </a:solidFill>
            </a:endParaRPr>
          </a:p>
        </p:txBody>
      </p:sp>
      <p:pic>
        <p:nvPicPr>
          <p:cNvPr id="17517" name="Picture 109" descr="NEXT1">
            <a:hlinkClick r:id="" action="ppaction://hlinkshowjump?jump=nextslide"/>
          </p:cNvPr>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8774113" y="6489700"/>
            <a:ext cx="306387" cy="306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7518" name="Picture 110" descr="rewind1">
            <a:hlinkClick r:id="" action="ppaction://hlinkshowjump?jump=firstslide"/>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351838" y="6489700"/>
            <a:ext cx="306387" cy="306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8679" name="矩形 18"/>
          <p:cNvSpPr>
            <a:spLocks noChangeArrowheads="1"/>
          </p:cNvSpPr>
          <p:nvPr/>
        </p:nvSpPr>
        <p:spPr bwMode="auto">
          <a:xfrm>
            <a:off x="346765" y="1053161"/>
            <a:ext cx="8628270" cy="15297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2000">
                <a:solidFill>
                  <a:srgbClr val="000099"/>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rgbClr val="000099"/>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rgbClr val="000099"/>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rgbClr val="000099"/>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lnSpc>
                <a:spcPct val="130000"/>
              </a:lnSpc>
              <a:buFontTx/>
              <a:buNone/>
            </a:pPr>
            <a:r>
              <a:rPr lang="en-US" altLang="zh-CN" sz="2400" dirty="0" smtClean="0">
                <a:solidFill>
                  <a:srgbClr val="0000B2"/>
                </a:solidFill>
              </a:rPr>
              <a:t>       </a:t>
            </a:r>
            <a:r>
              <a:rPr lang="zh-CN" sz="2400" dirty="0" smtClean="0">
                <a:solidFill>
                  <a:srgbClr val="0000B2"/>
                </a:solidFill>
              </a:rPr>
              <a:t>在复合载荷作用下，可能是半圈、多半圈或整圈滚动体承受载荷，它与轴向载荷</a:t>
            </a:r>
            <a:r>
              <a:rPr lang="en-US" altLang="zh-CN" sz="2400" dirty="0" smtClean="0">
                <a:solidFill>
                  <a:srgbClr val="0000B2"/>
                </a:solidFill>
              </a:rPr>
              <a:t>Fa</a:t>
            </a:r>
            <a:r>
              <a:rPr lang="zh-CN" altLang="en-US" sz="2400" dirty="0" smtClean="0">
                <a:solidFill>
                  <a:srgbClr val="0000B2"/>
                </a:solidFill>
              </a:rPr>
              <a:t>和径向载荷</a:t>
            </a:r>
            <a:r>
              <a:rPr lang="en-US" altLang="zh-CN" sz="2400" dirty="0" smtClean="0">
                <a:solidFill>
                  <a:srgbClr val="0000B2"/>
                </a:solidFill>
              </a:rPr>
              <a:t>Fr </a:t>
            </a:r>
            <a:r>
              <a:rPr lang="zh-CN" altLang="en-US" sz="2400" dirty="0" smtClean="0">
                <a:solidFill>
                  <a:srgbClr val="0000B2"/>
                </a:solidFill>
              </a:rPr>
              <a:t>的比值有关。为了保持至少</a:t>
            </a:r>
            <a:r>
              <a:rPr lang="zh-CN" altLang="en-US" sz="2400" dirty="0" smtClean="0">
                <a:solidFill>
                  <a:srgbClr val="FF0000"/>
                </a:solidFill>
              </a:rPr>
              <a:t>有半圈滚动体承受载荷</a:t>
            </a:r>
            <a:r>
              <a:rPr lang="zh-CN" altLang="en-US" sz="2400" dirty="0" smtClean="0">
                <a:solidFill>
                  <a:srgbClr val="0000B2"/>
                </a:solidFill>
              </a:rPr>
              <a:t>，则有：</a:t>
            </a:r>
            <a:endParaRPr lang="zh-CN" altLang="en-US" sz="2400" dirty="0" smtClean="0">
              <a:solidFill>
                <a:srgbClr val="0000B2"/>
              </a:solidFill>
            </a:endParaRPr>
          </a:p>
        </p:txBody>
      </p:sp>
      <p:pic>
        <p:nvPicPr>
          <p:cNvPr id="28682" name="Picture 11"/>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712679" y="3734062"/>
            <a:ext cx="4943475" cy="3224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 name="直接连接符 6"/>
          <p:cNvSpPr>
            <a:spLocks noChangeShapeType="1"/>
          </p:cNvSpPr>
          <p:nvPr/>
        </p:nvSpPr>
        <p:spPr bwMode="auto">
          <a:xfrm>
            <a:off x="0" y="765175"/>
            <a:ext cx="9144000" cy="0"/>
          </a:xfrm>
          <a:prstGeom prst="line">
            <a:avLst/>
          </a:prstGeom>
          <a:noFill/>
          <a:ln w="28575">
            <a:solidFill>
              <a:srgbClr val="CC3300"/>
            </a:solidFill>
            <a:miter lim="800000"/>
          </a:ln>
          <a:extLst>
            <a:ext uri="{909E8E84-426E-40DD-AFC4-6F175D3DCCD1}">
              <a14:hiddenFill xmlns:a14="http://schemas.microsoft.com/office/drawing/2010/main">
                <a:noFill/>
              </a14:hiddenFill>
            </a:ext>
          </a:extLst>
        </p:spPr>
        <p:txBody>
          <a:bodyPr/>
          <a:lstStyle/>
          <a:p>
            <a:endParaRPr lang="zh-CN" altLang="en-US"/>
          </a:p>
        </p:txBody>
      </p:sp>
      <p:sp>
        <p:nvSpPr>
          <p:cNvPr id="21507" name="Rectangle 9"/>
          <p:cNvSpPr>
            <a:spLocks noChangeArrowheads="1"/>
          </p:cNvSpPr>
          <p:nvPr/>
        </p:nvSpPr>
        <p:spPr bwMode="auto">
          <a:xfrm>
            <a:off x="749300" y="160020"/>
            <a:ext cx="843407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tIns="36000" bIns="72000" anchor="ctr" anchorCtr="1"/>
          <a:lstStyle>
            <a:lvl1pPr eaLnBrk="0" hangingPunct="0">
              <a:defRPr kumimoji="1" sz="2000">
                <a:solidFill>
                  <a:srgbClr val="000099"/>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rgbClr val="000099"/>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rgbClr val="000099"/>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rgbClr val="000099"/>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lnSpc>
                <a:spcPct val="100000"/>
              </a:lnSpc>
              <a:buFontTx/>
              <a:buNone/>
            </a:pPr>
            <a:r>
              <a:rPr lang="en-US" altLang="en-US" sz="3000" dirty="0" smtClean="0">
                <a:solidFill>
                  <a:srgbClr val="CC3300"/>
                </a:solidFill>
                <a:latin typeface="黑体" panose="02010609060101010101" pitchFamily="49" charset="-122"/>
                <a:ea typeface="黑体" panose="02010609060101010101" pitchFamily="49" charset="-122"/>
              </a:rPr>
              <a:t>3.6-4  </a:t>
            </a:r>
            <a:r>
              <a:rPr lang="zh-CN" altLang="en-US" sz="3000" dirty="0" smtClean="0">
                <a:solidFill>
                  <a:srgbClr val="CC3300"/>
                </a:solidFill>
                <a:latin typeface="黑体" panose="02010609060101010101" pitchFamily="49" charset="-122"/>
                <a:ea typeface="黑体" panose="02010609060101010101" pitchFamily="49" charset="-122"/>
              </a:rPr>
              <a:t>滚动轴承的载荷分析、失效和设计准则</a:t>
            </a:r>
            <a:endParaRPr lang="zh-CN" altLang="en-US" sz="3000" dirty="0">
              <a:solidFill>
                <a:srgbClr val="CC3300"/>
              </a:solidFill>
              <a:latin typeface="黑体" panose="02010609060101010101" pitchFamily="49" charset="-122"/>
              <a:ea typeface="黑体" panose="02010609060101010101" pitchFamily="49" charset="-122"/>
            </a:endParaRPr>
          </a:p>
        </p:txBody>
      </p:sp>
      <p:sp>
        <p:nvSpPr>
          <p:cNvPr id="2" name="文本框 1"/>
          <p:cNvSpPr txBox="1"/>
          <p:nvPr/>
        </p:nvSpPr>
        <p:spPr>
          <a:xfrm>
            <a:off x="937895" y="2547620"/>
            <a:ext cx="1821815" cy="534035"/>
          </a:xfrm>
          <a:prstGeom prst="rect">
            <a:avLst/>
          </a:prstGeom>
          <a:noFill/>
        </p:spPr>
        <p:txBody>
          <a:bodyPr wrap="square" rtlCol="0">
            <a:spAutoFit/>
          </a:bodyPr>
          <a:p>
            <a:pPr indent="0">
              <a:buNone/>
            </a:pPr>
            <a:r>
              <a:rPr lang="zh-CN" altLang="en-US" sz="2400"/>
              <a:t>对球轴承</a:t>
            </a:r>
            <a:r>
              <a:rPr lang="en-US" altLang="zh-CN" sz="2400"/>
              <a:t>   </a:t>
            </a:r>
            <a:endParaRPr lang="en-US" altLang="zh-CN" sz="2400"/>
          </a:p>
        </p:txBody>
      </p:sp>
      <p:sp>
        <p:nvSpPr>
          <p:cNvPr id="3" name="文本框 2"/>
          <p:cNvSpPr txBox="1"/>
          <p:nvPr/>
        </p:nvSpPr>
        <p:spPr>
          <a:xfrm>
            <a:off x="779145" y="3145155"/>
            <a:ext cx="1821815" cy="534035"/>
          </a:xfrm>
          <a:prstGeom prst="rect">
            <a:avLst/>
          </a:prstGeom>
          <a:noFill/>
        </p:spPr>
        <p:txBody>
          <a:bodyPr wrap="square" rtlCol="0">
            <a:spAutoFit/>
          </a:bodyPr>
          <a:p>
            <a:pPr indent="0">
              <a:buNone/>
            </a:pPr>
            <a:r>
              <a:rPr lang="zh-CN" altLang="en-US" sz="2400"/>
              <a:t>对滚子轴承</a:t>
            </a:r>
            <a:r>
              <a:rPr lang="en-US" altLang="zh-CN" sz="2400"/>
              <a:t> </a:t>
            </a:r>
            <a:r>
              <a:rPr lang="en-US" altLang="zh-CN"/>
              <a:t>  </a:t>
            </a:r>
            <a:endParaRPr lang="en-US" altLang="zh-CN"/>
          </a:p>
        </p:txBody>
      </p:sp>
      <mc:AlternateContent xmlns:mc="http://schemas.openxmlformats.org/markup-compatibility/2006">
        <mc:Choice xmlns:a14="http://schemas.microsoft.com/office/drawing/2010/main" Requires="a14">
          <p:sp>
            <p:nvSpPr>
              <p:cNvPr id="4" name="文本框 3"/>
              <p:cNvSpPr txBox="1"/>
              <p:nvPr/>
            </p:nvSpPr>
            <p:spPr>
              <a:xfrm>
                <a:off x="2651760" y="2628265"/>
                <a:ext cx="2349500" cy="460375"/>
              </a:xfrm>
              <a:prstGeom prst="rect">
                <a:avLst/>
              </a:prstGeom>
              <a:noFill/>
            </p:spPr>
            <p:txBody>
              <a:bodyPr wrap="square" rtlCol="0" anchor="t">
                <a:spAutoFit/>
              </a:bodyPr>
              <a:p>
                <a:pPr indent="0" algn="l">
                  <a:buNone/>
                </a:pPr>
                <a14:m>
                  <m:oMathPara xmlns:m="http://schemas.openxmlformats.org/officeDocument/2006/math">
                    <m:oMathParaPr>
                      <m:jc m:val="centerGroup"/>
                    </m:oMathParaPr>
                    <m:oMath xmlns:m="http://schemas.openxmlformats.org/officeDocument/2006/math">
                      <m:f>
                        <m:fPr>
                          <m:type m:val="lin"/>
                          <m:ctrlPr>
                            <a:rPr lang="en-US" altLang="zh-CN" i="1">
                              <a:latin typeface="Cambria Math" panose="02040503050406030204" pitchFamily="18" charset="0"/>
                              <a:cs typeface="Cambria Math" panose="02040503050406030204" pitchFamily="18" charset="0"/>
                            </a:rPr>
                          </m:ctrlPr>
                        </m:fPr>
                        <m:num>
                          <m:sSub>
                            <m:sSubPr>
                              <m:ctrlPr>
                                <a:rPr lang="en-US" altLang="zh-CN" i="1">
                                  <a:latin typeface="Cambria Math" panose="02040503050406030204" pitchFamily="18" charset="0"/>
                                  <a:cs typeface="Cambria Math" panose="02040503050406030204" pitchFamily="18" charset="0"/>
                                </a:rPr>
                              </m:ctrlPr>
                            </m:sSubPr>
                            <m:e>
                              <m:r>
                                <a:rPr lang="en-US" altLang="zh-CN" i="1">
                                  <a:latin typeface="Cambria Math" panose="02040503050406030204" pitchFamily="18" charset="0"/>
                                  <a:cs typeface="Cambria Math" panose="02040503050406030204" pitchFamily="18" charset="0"/>
                                </a:rPr>
                                <m:t>𝐹</m:t>
                              </m:r>
                            </m:e>
                            <m:sub>
                              <m:r>
                                <a:rPr lang="en-US" altLang="zh-CN" i="1">
                                  <a:latin typeface="Cambria Math" panose="02040503050406030204" pitchFamily="18" charset="0"/>
                                  <a:cs typeface="Cambria Math" panose="02040503050406030204" pitchFamily="18" charset="0"/>
                                </a:rPr>
                                <m:t>𝑎</m:t>
                              </m:r>
                            </m:sub>
                          </m:sSub>
                        </m:num>
                        <m:den>
                          <m:sSub>
                            <m:sSubPr>
                              <m:ctrlPr>
                                <a:rPr lang="en-US" altLang="zh-CN" i="1">
                                  <a:latin typeface="Cambria Math" panose="02040503050406030204" pitchFamily="18" charset="0"/>
                                  <a:cs typeface="Cambria Math" panose="02040503050406030204" pitchFamily="18" charset="0"/>
                                </a:rPr>
                              </m:ctrlPr>
                            </m:sSubPr>
                            <m:e>
                              <m:r>
                                <a:rPr lang="en-US" altLang="zh-CN" i="1">
                                  <a:latin typeface="Cambria Math" panose="02040503050406030204" pitchFamily="18" charset="0"/>
                                  <a:cs typeface="Cambria Math" panose="02040503050406030204" pitchFamily="18" charset="0"/>
                                </a:rPr>
                                <m:t>𝐹</m:t>
                              </m:r>
                            </m:e>
                            <m:sub>
                              <m:r>
                                <a:rPr lang="en-US" altLang="zh-CN" i="1">
                                  <a:latin typeface="Cambria Math" panose="02040503050406030204" pitchFamily="18" charset="0"/>
                                  <a:cs typeface="Cambria Math" panose="02040503050406030204" pitchFamily="18" charset="0"/>
                                </a:rPr>
                                <m:t>𝑟</m:t>
                              </m:r>
                            </m:sub>
                          </m:sSub>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1</m:t>
                          </m:r>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22</m:t>
                          </m:r>
                          <m:r>
                            <a:rPr lang="en-US" altLang="zh-CN" i="1">
                              <a:latin typeface="Cambria Math" panose="02040503050406030204" pitchFamily="18" charset="0"/>
                              <a:cs typeface="Cambria Math" panose="02040503050406030204" pitchFamily="18" charset="0"/>
                            </a:rPr>
                            <m:t>𝑡𝑎𝑛</m:t>
                          </m:r>
                          <m:r>
                            <a:rPr lang="en-US" altLang="zh-CN" i="1">
                              <a:latin typeface="Cambria Math" panose="02040503050406030204" pitchFamily="18" charset="0"/>
                              <a:cs typeface="Cambria Math" panose="02040503050406030204" pitchFamily="18" charset="0"/>
                            </a:rPr>
                            <m:t>𝛼</m:t>
                          </m:r>
                        </m:den>
                      </m:f>
                    </m:oMath>
                  </m:oMathPara>
                </a14:m>
                <a:endParaRPr lang="zh-CN" altLang="en-US"/>
              </a:p>
            </p:txBody>
          </p:sp>
        </mc:Choice>
        <mc:Fallback>
          <p:sp>
            <p:nvSpPr>
              <p:cNvPr id="4" name="文本框 3"/>
              <p:cNvSpPr txBox="1">
                <a:spLocks noRot="1" noChangeAspect="1" noMove="1" noResize="1" noEditPoints="1" noAdjustHandles="1" noChangeArrowheads="1" noChangeShapeType="1" noTextEdit="1"/>
              </p:cNvSpPr>
              <p:nvPr/>
            </p:nvSpPr>
            <p:spPr>
              <a:xfrm>
                <a:off x="2651760" y="2628265"/>
                <a:ext cx="2349500" cy="460375"/>
              </a:xfrm>
              <a:prstGeom prst="rect">
                <a:avLst/>
              </a:prstGeom>
              <a:blipFill rotWithShape="1">
                <a:blip r:embed="rId4"/>
                <a:stretch>
                  <a:fillRect/>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5" name="文本框 4"/>
              <p:cNvSpPr txBox="1"/>
              <p:nvPr/>
            </p:nvSpPr>
            <p:spPr>
              <a:xfrm>
                <a:off x="2810510" y="3194685"/>
                <a:ext cx="1732915" cy="460375"/>
              </a:xfrm>
              <a:prstGeom prst="rect">
                <a:avLst/>
              </a:prstGeom>
              <a:noFill/>
            </p:spPr>
            <p:txBody>
              <a:bodyPr wrap="square" rtlCol="0" anchor="t">
                <a:spAutoFit/>
              </a:bodyPr>
              <a:p>
                <a:pPr indent="0" algn="l">
                  <a:buNone/>
                </a:pPr>
                <a14:m>
                  <m:oMathPara xmlns:m="http://schemas.openxmlformats.org/officeDocument/2006/math">
                    <m:oMathParaPr>
                      <m:jc m:val="centerGroup"/>
                    </m:oMathParaPr>
                    <m:oMath xmlns:m="http://schemas.openxmlformats.org/officeDocument/2006/math">
                      <m:f>
                        <m:fPr>
                          <m:type m:val="lin"/>
                          <m:ctrlPr>
                            <a:rPr lang="en-US" altLang="zh-CN" i="1">
                              <a:latin typeface="Cambria Math" panose="02040503050406030204" pitchFamily="18" charset="0"/>
                              <a:cs typeface="Cambria Math" panose="02040503050406030204" pitchFamily="18" charset="0"/>
                            </a:rPr>
                          </m:ctrlPr>
                        </m:fPr>
                        <m:num>
                          <m:sSub>
                            <m:sSubPr>
                              <m:ctrlPr>
                                <a:rPr lang="en-US" altLang="zh-CN" i="1">
                                  <a:latin typeface="Cambria Math" panose="02040503050406030204" pitchFamily="18" charset="0"/>
                                  <a:cs typeface="Cambria Math" panose="02040503050406030204" pitchFamily="18" charset="0"/>
                                </a:rPr>
                              </m:ctrlPr>
                            </m:sSubPr>
                            <m:e>
                              <m:r>
                                <a:rPr lang="en-US" altLang="zh-CN" i="1">
                                  <a:latin typeface="Cambria Math" panose="02040503050406030204" pitchFamily="18" charset="0"/>
                                  <a:cs typeface="Cambria Math" panose="02040503050406030204" pitchFamily="18" charset="0"/>
                                </a:rPr>
                                <m:t>𝐹</m:t>
                              </m:r>
                            </m:e>
                            <m:sub>
                              <m:r>
                                <a:rPr lang="en-US" altLang="zh-CN" i="1">
                                  <a:latin typeface="Cambria Math" panose="02040503050406030204" pitchFamily="18" charset="0"/>
                                  <a:cs typeface="Cambria Math" panose="02040503050406030204" pitchFamily="18" charset="0"/>
                                </a:rPr>
                                <m:t>𝑎</m:t>
                              </m:r>
                            </m:sub>
                          </m:sSub>
                        </m:num>
                        <m:den>
                          <m:sSub>
                            <m:sSubPr>
                              <m:ctrlPr>
                                <a:rPr lang="en-US" altLang="zh-CN" i="1">
                                  <a:latin typeface="Cambria Math" panose="02040503050406030204" pitchFamily="18" charset="0"/>
                                  <a:cs typeface="Cambria Math" panose="02040503050406030204" pitchFamily="18" charset="0"/>
                                </a:rPr>
                              </m:ctrlPr>
                            </m:sSubPr>
                            <m:e>
                              <m:r>
                                <a:rPr lang="en-US" altLang="zh-CN" i="1">
                                  <a:latin typeface="Cambria Math" panose="02040503050406030204" pitchFamily="18" charset="0"/>
                                  <a:cs typeface="Cambria Math" panose="02040503050406030204" pitchFamily="18" charset="0"/>
                                </a:rPr>
                                <m:t>𝐹</m:t>
                              </m:r>
                            </m:e>
                            <m:sub>
                              <m:r>
                                <a:rPr lang="en-US" altLang="zh-CN" i="1">
                                  <a:latin typeface="Cambria Math" panose="02040503050406030204" pitchFamily="18" charset="0"/>
                                  <a:cs typeface="Cambria Math" panose="02040503050406030204" pitchFamily="18" charset="0"/>
                                </a:rPr>
                                <m:t>𝑟</m:t>
                              </m:r>
                            </m:sub>
                          </m:sSub>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1</m:t>
                          </m:r>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26</m:t>
                          </m:r>
                          <m:r>
                            <a:rPr lang="en-US" altLang="zh-CN" i="1">
                              <a:latin typeface="Cambria Math" panose="02040503050406030204" pitchFamily="18" charset="0"/>
                              <a:cs typeface="Cambria Math" panose="02040503050406030204" pitchFamily="18" charset="0"/>
                            </a:rPr>
                            <m:t>𝑡𝑎𝑛</m:t>
                          </m:r>
                          <m:r>
                            <a:rPr lang="en-US" altLang="zh-CN" i="1">
                              <a:latin typeface="Cambria Math" panose="02040503050406030204" pitchFamily="18" charset="0"/>
                              <a:cs typeface="Cambria Math" panose="02040503050406030204" pitchFamily="18" charset="0"/>
                            </a:rPr>
                            <m:t>𝛼</m:t>
                          </m:r>
                        </m:den>
                      </m:f>
                    </m:oMath>
                  </m:oMathPara>
                </a14:m>
                <a:endParaRPr lang="zh-CN" altLang="en-US"/>
              </a:p>
            </p:txBody>
          </p:sp>
        </mc:Choice>
        <mc:Fallback>
          <p:sp>
            <p:nvSpPr>
              <p:cNvPr id="5" name="文本框 4"/>
              <p:cNvSpPr txBox="1">
                <a:spLocks noRot="1" noChangeAspect="1" noMove="1" noResize="1" noEditPoints="1" noAdjustHandles="1" noChangeArrowheads="1" noChangeShapeType="1" noTextEdit="1"/>
              </p:cNvSpPr>
              <p:nvPr/>
            </p:nvSpPr>
            <p:spPr>
              <a:xfrm>
                <a:off x="2810510" y="3194685"/>
                <a:ext cx="1732915" cy="460375"/>
              </a:xfrm>
              <a:prstGeom prst="rect">
                <a:avLst/>
              </a:prstGeom>
              <a:blipFill rotWithShape="1">
                <a:blip r:embed="rId5"/>
                <a:stretch>
                  <a:fillRect r="-22353"/>
                </a:stretch>
              </a:blipFill>
            </p:spPr>
            <p:txBody>
              <a:bodyPr/>
              <a:lstStyle/>
              <a:p>
                <a:r>
                  <a:rPr lang="zh-CN" altLang="en-US">
                    <a:noFill/>
                  </a:rPr>
                  <a:t> </a:t>
                </a:r>
              </a:p>
            </p:txBody>
          </p:sp>
        </mc:Fallback>
      </mc:AlternateContent>
      <p:graphicFrame>
        <p:nvGraphicFramePr>
          <p:cNvPr id="6" name="对象 5">
            <a:hlinkClick r:id="" action="ppaction://ole?verb="/>
          </p:cNvPr>
          <p:cNvGraphicFramePr>
            <a:graphicFrameLocks noChangeAspect="1"/>
          </p:cNvGraphicFramePr>
          <p:nvPr/>
        </p:nvGraphicFramePr>
        <p:xfrm>
          <a:off x="5735320" y="3005455"/>
          <a:ext cx="1991360" cy="388620"/>
        </p:xfrm>
        <a:graphic>
          <a:graphicData uri="http://schemas.openxmlformats.org/presentationml/2006/ole">
            <mc:AlternateContent xmlns:mc="http://schemas.openxmlformats.org/markup-compatibility/2006">
              <mc:Choice xmlns:v="urn:schemas-microsoft-com:vml" Requires="v">
                <p:oleObj spid="_x0000_s1025" name="" r:id="rId6" imgW="1041400" imgH="203200" progId="Equation.KSEE3">
                  <p:embed/>
                </p:oleObj>
              </mc:Choice>
              <mc:Fallback>
                <p:oleObj name="" r:id="rId6" imgW="1041400" imgH="203200" progId="Equation.KSEE3">
                  <p:embed/>
                  <p:pic>
                    <p:nvPicPr>
                      <p:cNvPr id="0" name="图片 1024"/>
                      <p:cNvPicPr/>
                      <p:nvPr/>
                    </p:nvPicPr>
                    <p:blipFill>
                      <a:blip r:embed="rId7"/>
                      <a:stretch>
                        <a:fillRect/>
                      </a:stretch>
                    </p:blipFill>
                    <p:spPr>
                      <a:xfrm>
                        <a:off x="5735320" y="3005455"/>
                        <a:ext cx="1991360" cy="388620"/>
                      </a:xfrm>
                      <a:prstGeom prst="rect">
                        <a:avLst/>
                      </a:prstGeom>
                    </p:spPr>
                  </p:pic>
                </p:oleObj>
              </mc:Fallback>
            </mc:AlternateContent>
          </a:graphicData>
        </a:graphic>
      </p:graphicFrame>
    </p:spTree>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afterEffect">
                                  <p:stCondLst>
                                    <p:cond delay="0"/>
                                  </p:stCondLst>
                                  <p:childTnLst>
                                    <p:set>
                                      <p:cBhvr>
                                        <p:cTn id="6" dur="1" fill="hold">
                                          <p:stCondLst>
                                            <p:cond delay="499"/>
                                          </p:stCondLst>
                                        </p:cTn>
                                        <p:tgtEl>
                                          <p:spTgt spid="17517"/>
                                        </p:tgtEl>
                                        <p:attrNameLst>
                                          <p:attrName>style.visibility</p:attrName>
                                        </p:attrNameLst>
                                      </p:cBhvr>
                                      <p:to>
                                        <p:strVal val="visible"/>
                                      </p:to>
                                    </p:set>
                                  </p:childTnLst>
                                </p:cTn>
                              </p:par>
                            </p:childTnLst>
                          </p:cTn>
                        </p:par>
                        <p:par>
                          <p:cTn id="7" fill="hold">
                            <p:stCondLst>
                              <p:cond delay="500"/>
                            </p:stCondLst>
                            <p:childTnLst>
                              <p:par>
                                <p:cTn id="8" presetID="2" presetClass="entr" presetSubtype="8" fill="hold" nodeType="afterEffect">
                                  <p:stCondLst>
                                    <p:cond delay="0"/>
                                  </p:stCondLst>
                                  <p:childTnLst>
                                    <p:set>
                                      <p:cBhvr>
                                        <p:cTn id="9" dur="1" fill="hold">
                                          <p:stCondLst>
                                            <p:cond delay="0"/>
                                          </p:stCondLst>
                                        </p:cTn>
                                        <p:tgtEl>
                                          <p:spTgt spid="17518"/>
                                        </p:tgtEl>
                                        <p:attrNameLst>
                                          <p:attrName>style.visibility</p:attrName>
                                        </p:attrNameLst>
                                      </p:cBhvr>
                                      <p:to>
                                        <p:strVal val="visible"/>
                                      </p:to>
                                    </p:set>
                                    <p:anim calcmode="lin" valueType="num">
                                      <p:cBhvr additive="base">
                                        <p:cTn id="10" dur="500" fill="hold"/>
                                        <p:tgtEl>
                                          <p:spTgt spid="17518"/>
                                        </p:tgtEl>
                                        <p:attrNameLst>
                                          <p:attrName>ppt_x</p:attrName>
                                        </p:attrNameLst>
                                      </p:cBhvr>
                                      <p:tavLst>
                                        <p:tav tm="0">
                                          <p:val>
                                            <p:strVal val="0-#ppt_w/2"/>
                                          </p:val>
                                        </p:tav>
                                        <p:tav tm="100000">
                                          <p:val>
                                            <p:strVal val="#ppt_x"/>
                                          </p:val>
                                        </p:tav>
                                      </p:tavLst>
                                    </p:anim>
                                    <p:anim calcmode="lin" valueType="num">
                                      <p:cBhvr additive="base">
                                        <p:cTn id="11" dur="500" fill="hold"/>
                                        <p:tgtEl>
                                          <p:spTgt spid="17518"/>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1506" name="Rectangle 2"/>
          <p:cNvSpPr>
            <a:spLocks noGrp="1" noChangeArrowheads="1"/>
          </p:cNvSpPr>
          <p:nvPr>
            <p:ph type="title"/>
          </p:nvPr>
        </p:nvSpPr>
        <p:spPr bwMode="auto">
          <a:xfrm>
            <a:off x="5181600" y="762000"/>
            <a:ext cx="1828800" cy="2286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eaLnBrk="1" hangingPunct="1"/>
            <a:r>
              <a:rPr lang="zh-CN" altLang="en-US" sz="800" smtClean="0">
                <a:solidFill>
                  <a:schemeClr val="bg1"/>
                </a:solidFill>
                <a:latin typeface="华文中宋" panose="02010600040101010101" pitchFamily="2" charset="-122"/>
                <a:ea typeface="华文中宋" panose="02010600040101010101" pitchFamily="2" charset="-122"/>
              </a:rPr>
              <a:t>工作情况</a:t>
            </a:r>
            <a:r>
              <a:rPr lang="en-US" altLang="zh-CN" sz="800" smtClean="0">
                <a:solidFill>
                  <a:schemeClr val="bg1"/>
                </a:solidFill>
                <a:latin typeface="华文中宋" panose="02010600040101010101" pitchFamily="2" charset="-122"/>
                <a:ea typeface="华文中宋" panose="02010600040101010101" pitchFamily="2" charset="-122"/>
              </a:rPr>
              <a:t>1</a:t>
            </a:r>
            <a:endParaRPr lang="en-US" altLang="zh-CN" sz="800" smtClean="0">
              <a:solidFill>
                <a:schemeClr val="bg1"/>
              </a:solidFill>
            </a:endParaRPr>
          </a:p>
        </p:txBody>
      </p:sp>
      <p:sp>
        <p:nvSpPr>
          <p:cNvPr id="17429" name="Text Box 21"/>
          <p:cNvSpPr txBox="1">
            <a:spLocks noChangeArrowheads="1"/>
          </p:cNvSpPr>
          <p:nvPr/>
        </p:nvSpPr>
        <p:spPr bwMode="auto">
          <a:xfrm>
            <a:off x="195580" y="1405890"/>
            <a:ext cx="8580755"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57150">
                <a:solidFill>
                  <a:srgbClr val="000000"/>
                </a:solidFill>
                <a:miter lim="800000"/>
                <a:headEnd/>
                <a:tailEnd/>
              </a14:hiddenLine>
            </a:ext>
          </a:extLst>
        </p:spPr>
        <p:txBody>
          <a:bodyPr wrap="square">
            <a:spAutoFit/>
          </a:bodyPr>
          <a:lstStyle>
            <a:lvl1pPr eaLnBrk="0" hangingPunct="0">
              <a:defRPr kumimoji="1" sz="2000">
                <a:solidFill>
                  <a:srgbClr val="000099"/>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rgbClr val="000099"/>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rgbClr val="000099"/>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rgbClr val="000099"/>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buFontTx/>
              <a:buNone/>
            </a:pPr>
            <a:r>
              <a:rPr lang="zh-CN" altLang="en-US" dirty="0">
                <a:latin typeface="华文中宋" panose="02010600040101010101" pitchFamily="2" charset="-122"/>
              </a:rPr>
              <a:t>　　</a:t>
            </a:r>
            <a:r>
              <a:rPr lang="zh-CN" altLang="en-US" dirty="0">
                <a:solidFill>
                  <a:srgbClr val="002060"/>
                </a:solidFill>
                <a:latin typeface="华文中宋" panose="02010600040101010101" pitchFamily="2" charset="-122"/>
              </a:rPr>
              <a:t>工作时，轴承各个元件上载荷及产生的应力</a:t>
            </a:r>
            <a:r>
              <a:rPr lang="zh-CN" altLang="en-US" dirty="0" smtClean="0">
                <a:solidFill>
                  <a:srgbClr val="002060"/>
                </a:solidFill>
                <a:latin typeface="华文中宋" panose="02010600040101010101" pitchFamily="2" charset="-122"/>
              </a:rPr>
              <a:t>是周期性地不稳定变化的。</a:t>
            </a:r>
            <a:endParaRPr lang="zh-CN" altLang="en-US" dirty="0">
              <a:latin typeface="华文中宋" panose="02010600040101010101" pitchFamily="2" charset="-122"/>
            </a:endParaRPr>
          </a:p>
        </p:txBody>
      </p:sp>
      <p:sp>
        <p:nvSpPr>
          <p:cNvPr id="27657" name="Rectangle 1"/>
          <p:cNvSpPr>
            <a:spLocks noChangeArrowheads="1"/>
          </p:cNvSpPr>
          <p:nvPr/>
        </p:nvSpPr>
        <p:spPr bwMode="auto">
          <a:xfrm>
            <a:off x="213139" y="923784"/>
            <a:ext cx="4416594" cy="4446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indent="300355" eaLnBrk="0" hangingPunct="0">
              <a:defRPr kumimoji="1" sz="2000">
                <a:solidFill>
                  <a:srgbClr val="000099"/>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rgbClr val="000099"/>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rgbClr val="000099"/>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rgbClr val="000099"/>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9pPr>
          </a:lstStyle>
          <a:p>
            <a:pPr indent="0" eaLnBrk="1" hangingPunct="1">
              <a:buNone/>
            </a:pPr>
            <a:r>
              <a:rPr lang="zh-CN" altLang="en-US" sz="2200" dirty="0">
                <a:solidFill>
                  <a:srgbClr val="C00000"/>
                </a:solidFill>
                <a:latin typeface="黑体" panose="02010609060101010101" pitchFamily="49" charset="-122"/>
                <a:ea typeface="黑体" panose="02010609060101010101" pitchFamily="49" charset="-122"/>
              </a:rPr>
              <a:t>二、轴承元件上的载荷及应力分析</a:t>
            </a:r>
            <a:endParaRPr lang="zh-CN" altLang="en-US" sz="2200" dirty="0">
              <a:solidFill>
                <a:srgbClr val="C00000"/>
              </a:solidFill>
              <a:latin typeface="黑体" panose="02010609060101010101" pitchFamily="49" charset="-122"/>
              <a:ea typeface="黑体" panose="02010609060101010101" pitchFamily="49" charset="-122"/>
            </a:endParaRPr>
          </a:p>
        </p:txBody>
      </p:sp>
      <p:sp>
        <p:nvSpPr>
          <p:cNvPr id="27658" name="矩形 20"/>
          <p:cNvSpPr>
            <a:spLocks noChangeArrowheads="1"/>
          </p:cNvSpPr>
          <p:nvPr/>
        </p:nvSpPr>
        <p:spPr bwMode="auto">
          <a:xfrm>
            <a:off x="516999" y="5880072"/>
            <a:ext cx="4069080" cy="423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000">
                <a:solidFill>
                  <a:srgbClr val="000099"/>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rgbClr val="000099"/>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rgbClr val="000099"/>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rgbClr val="000099"/>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buFontTx/>
              <a:buNone/>
            </a:pPr>
            <a:r>
              <a:rPr lang="zh-CN" altLang="en-US" sz="1800" dirty="0"/>
              <a:t>滚动体和轴承内圈上某点的载荷及应力</a:t>
            </a:r>
            <a:endParaRPr lang="zh-CN" altLang="en-US" sz="1800" dirty="0"/>
          </a:p>
        </p:txBody>
      </p:sp>
      <p:sp>
        <p:nvSpPr>
          <p:cNvPr id="27659" name="矩形 21"/>
          <p:cNvSpPr>
            <a:spLocks noChangeArrowheads="1"/>
          </p:cNvSpPr>
          <p:nvPr/>
        </p:nvSpPr>
        <p:spPr bwMode="auto">
          <a:xfrm>
            <a:off x="5486277" y="5938409"/>
            <a:ext cx="2926080" cy="423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000">
                <a:solidFill>
                  <a:srgbClr val="000099"/>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rgbClr val="000099"/>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rgbClr val="000099"/>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rgbClr val="000099"/>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buFontTx/>
              <a:buNone/>
            </a:pPr>
            <a:r>
              <a:rPr lang="zh-CN" altLang="en-US" sz="1800" dirty="0"/>
              <a:t>轴承外圈上某点载荷及应力</a:t>
            </a:r>
            <a:endParaRPr lang="zh-CN" altLang="en-US" sz="1800" dirty="0"/>
          </a:p>
        </p:txBody>
      </p:sp>
      <p:pic>
        <p:nvPicPr>
          <p:cNvPr id="27661" name="图片 14"/>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392805" y="3429316"/>
            <a:ext cx="8479608" cy="23093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1518" name="直接连接符 6"/>
          <p:cNvSpPr>
            <a:spLocks noChangeShapeType="1"/>
          </p:cNvSpPr>
          <p:nvPr/>
        </p:nvSpPr>
        <p:spPr bwMode="auto">
          <a:xfrm>
            <a:off x="0" y="765175"/>
            <a:ext cx="9144000" cy="0"/>
          </a:xfrm>
          <a:prstGeom prst="line">
            <a:avLst/>
          </a:prstGeom>
          <a:noFill/>
          <a:ln w="28575">
            <a:solidFill>
              <a:srgbClr val="CC3300"/>
            </a:solidFill>
            <a:miter lim="800000"/>
          </a:ln>
          <a:extLst>
            <a:ext uri="{909E8E84-426E-40DD-AFC4-6F175D3DCCD1}">
              <a14:hiddenFill xmlns:a14="http://schemas.microsoft.com/office/drawing/2010/main">
                <a:noFill/>
              </a14:hiddenFill>
            </a:ext>
          </a:extLst>
        </p:spPr>
        <p:txBody>
          <a:bodyPr/>
          <a:lstStyle/>
          <a:p>
            <a:endParaRPr lang="zh-CN" altLang="en-US"/>
          </a:p>
        </p:txBody>
      </p:sp>
      <p:sp>
        <p:nvSpPr>
          <p:cNvPr id="2" name="文本框 1"/>
          <p:cNvSpPr txBox="1"/>
          <p:nvPr/>
        </p:nvSpPr>
        <p:spPr>
          <a:xfrm>
            <a:off x="516835" y="1866486"/>
            <a:ext cx="8259417" cy="1605280"/>
          </a:xfrm>
          <a:prstGeom prst="rect">
            <a:avLst/>
          </a:prstGeom>
          <a:noFill/>
        </p:spPr>
        <p:txBody>
          <a:bodyPr wrap="square" rtlCol="0">
            <a:spAutoFit/>
          </a:bodyPr>
          <a:lstStyle/>
          <a:p>
            <a:pPr>
              <a:buNone/>
            </a:pPr>
            <a:r>
              <a:rPr lang="en-US" altLang="zh-CN" sz="2200" dirty="0" smtClean="0"/>
              <a:t>   </a:t>
            </a:r>
            <a:r>
              <a:rPr lang="en-US" altLang="zh-CN" dirty="0" smtClean="0"/>
              <a:t> </a:t>
            </a:r>
            <a:r>
              <a:rPr lang="zh-CN" altLang="en-US" dirty="0" smtClean="0">
                <a:solidFill>
                  <a:srgbClr val="002060"/>
                </a:solidFill>
              </a:rPr>
              <a:t>轴承工作时，假设内旋转、外圈固定，在承载区的</a:t>
            </a:r>
            <a:r>
              <a:rPr lang="zh-CN" altLang="en-US" dirty="0" smtClean="0">
                <a:solidFill>
                  <a:srgbClr val="FF0000"/>
                </a:solidFill>
              </a:rPr>
              <a:t>内圈上某一点</a:t>
            </a:r>
            <a:r>
              <a:rPr lang="zh-CN" altLang="en-US" dirty="0" smtClean="0">
                <a:solidFill>
                  <a:srgbClr val="002060"/>
                </a:solidFill>
              </a:rPr>
              <a:t>与滚动体接触一次就受一次载荷作用，内圈上该点的载荷和接触应力是</a:t>
            </a:r>
            <a:r>
              <a:rPr lang="zh-CN" altLang="en-US" dirty="0" smtClean="0">
                <a:solidFill>
                  <a:srgbClr val="FF0000"/>
                </a:solidFill>
              </a:rPr>
              <a:t>周期性不稳定变化</a:t>
            </a:r>
            <a:r>
              <a:rPr lang="zh-CN" altLang="en-US" dirty="0" smtClean="0">
                <a:solidFill>
                  <a:srgbClr val="002060"/>
                </a:solidFill>
              </a:rPr>
              <a:t>；</a:t>
            </a:r>
            <a:r>
              <a:rPr lang="zh-CN" altLang="en-US" dirty="0" smtClean="0">
                <a:solidFill>
                  <a:srgbClr val="002060"/>
                </a:solidFill>
              </a:rPr>
              <a:t>对于固定的外圈上某一定点，当一个滚动体滚过时，承受一次载荷，其大小是不变的，即承受稳定的脉动循环载荷的作用。</a:t>
            </a:r>
            <a:endParaRPr lang="zh-CN" altLang="en-US" dirty="0" smtClean="0">
              <a:solidFill>
                <a:srgbClr val="002060"/>
              </a:solidFill>
            </a:endParaRPr>
          </a:p>
        </p:txBody>
      </p:sp>
      <p:sp>
        <p:nvSpPr>
          <p:cNvPr id="3" name="Rectangle 9"/>
          <p:cNvSpPr>
            <a:spLocks noChangeArrowheads="1"/>
          </p:cNvSpPr>
          <p:nvPr/>
        </p:nvSpPr>
        <p:spPr bwMode="auto">
          <a:xfrm>
            <a:off x="739775" y="160020"/>
            <a:ext cx="843407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tIns="36000" bIns="72000" anchor="ctr" anchorCtr="1"/>
          <a:lstStyle>
            <a:lvl1pPr eaLnBrk="0" hangingPunct="0">
              <a:defRPr kumimoji="1" sz="2000">
                <a:solidFill>
                  <a:srgbClr val="000099"/>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rgbClr val="000099"/>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rgbClr val="000099"/>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rgbClr val="000099"/>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lnSpc>
                <a:spcPct val="100000"/>
              </a:lnSpc>
              <a:buFontTx/>
              <a:buNone/>
            </a:pPr>
            <a:r>
              <a:rPr lang="en-US" altLang="en-US" sz="3000" dirty="0" smtClean="0">
                <a:solidFill>
                  <a:srgbClr val="CC3300"/>
                </a:solidFill>
                <a:latin typeface="黑体" panose="02010609060101010101" pitchFamily="49" charset="-122"/>
                <a:ea typeface="黑体" panose="02010609060101010101" pitchFamily="49" charset="-122"/>
              </a:rPr>
              <a:t>3.6-4  </a:t>
            </a:r>
            <a:r>
              <a:rPr lang="zh-CN" altLang="en-US" sz="3000" dirty="0" smtClean="0">
                <a:solidFill>
                  <a:srgbClr val="CC3300"/>
                </a:solidFill>
                <a:latin typeface="黑体" panose="02010609060101010101" pitchFamily="49" charset="-122"/>
                <a:ea typeface="黑体" panose="02010609060101010101" pitchFamily="49" charset="-122"/>
              </a:rPr>
              <a:t>滚动轴承的载荷分析、失效和设计准则</a:t>
            </a:r>
            <a:endParaRPr lang="zh-CN" altLang="en-US" sz="3000" dirty="0">
              <a:solidFill>
                <a:srgbClr val="CC3300"/>
              </a:solidFill>
              <a:latin typeface="黑体" panose="02010609060101010101" pitchFamily="49" charset="-122"/>
              <a:ea typeface="黑体" panose="02010609060101010101" pitchFamily="49" charset="-122"/>
            </a:endParaRPr>
          </a:p>
        </p:txBody>
      </p:sp>
    </p:spTree>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765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742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22" presetClass="entr" presetSubtype="4" fill="hold" grpId="0" nodeType="clickEffect">
                                  <p:stCondLst>
                                    <p:cond delay="0"/>
                                  </p:stCondLst>
                                  <p:childTnLst>
                                    <p:set>
                                      <p:cBhvr>
                                        <p:cTn id="14" dur="1" fill="hold">
                                          <p:stCondLst>
                                            <p:cond delay="0"/>
                                          </p:stCondLst>
                                        </p:cTn>
                                        <p:tgtEl>
                                          <p:spTgt spid="2"/>
                                        </p:tgtEl>
                                        <p:attrNameLst>
                                          <p:attrName>style.visibility</p:attrName>
                                        </p:attrNameLst>
                                      </p:cBhvr>
                                      <p:to>
                                        <p:strVal val="visible"/>
                                      </p:to>
                                    </p:set>
                                    <p:animEffect transition="in" filter="wipe(down)">
                                      <p:cBhvr>
                                        <p:cTn id="15" dur="500"/>
                                        <p:tgtEl>
                                          <p:spTgt spid="2"/>
                                        </p:tgtEl>
                                      </p:cBhvr>
                                    </p:animEffec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nodeType="clickEffect">
                                  <p:stCondLst>
                                    <p:cond delay="0"/>
                                  </p:stCondLst>
                                  <p:childTnLst>
                                    <p:set>
                                      <p:cBhvr>
                                        <p:cTn id="19" dur="1" fill="hold">
                                          <p:stCondLst>
                                            <p:cond delay="0"/>
                                          </p:stCondLst>
                                        </p:cTn>
                                        <p:tgtEl>
                                          <p:spTgt spid="27661"/>
                                        </p:tgtEl>
                                        <p:attrNameLst>
                                          <p:attrName>style.visibility</p:attrName>
                                        </p:attrNameLst>
                                      </p:cBhvr>
                                      <p:to>
                                        <p:strVal val="visible"/>
                                      </p:to>
                                    </p:set>
                                  </p:childTnLst>
                                </p:cTn>
                              </p:par>
                            </p:childTnLst>
                          </p:cTn>
                        </p:par>
                        <p:par>
                          <p:cTn id="20" fill="hold">
                            <p:stCondLst>
                              <p:cond delay="0"/>
                            </p:stCondLst>
                            <p:childTnLst>
                              <p:par>
                                <p:cTn id="21" presetID="1" presetClass="entr" presetSubtype="0" fill="hold" grpId="0" nodeType="afterEffect">
                                  <p:stCondLst>
                                    <p:cond delay="0"/>
                                  </p:stCondLst>
                                  <p:childTnLst>
                                    <p:set>
                                      <p:cBhvr>
                                        <p:cTn id="22" dur="1" fill="hold">
                                          <p:stCondLst>
                                            <p:cond delay="0"/>
                                          </p:stCondLst>
                                        </p:cTn>
                                        <p:tgtEl>
                                          <p:spTgt spid="27658"/>
                                        </p:tgtEl>
                                        <p:attrNameLst>
                                          <p:attrName>style.visibility</p:attrName>
                                        </p:attrNameLst>
                                      </p:cBhvr>
                                      <p:to>
                                        <p:strVal val="visible"/>
                                      </p:to>
                                    </p:set>
                                  </p:childTnLst>
                                </p:cTn>
                              </p:par>
                            </p:childTnLst>
                          </p:cTn>
                        </p:par>
                        <p:par>
                          <p:cTn id="23" fill="hold">
                            <p:stCondLst>
                              <p:cond delay="0"/>
                            </p:stCondLst>
                            <p:childTnLst>
                              <p:par>
                                <p:cTn id="24" presetID="1" presetClass="entr" presetSubtype="0" fill="hold" grpId="0" nodeType="afterEffect">
                                  <p:stCondLst>
                                    <p:cond delay="0"/>
                                  </p:stCondLst>
                                  <p:childTnLst>
                                    <p:set>
                                      <p:cBhvr>
                                        <p:cTn id="25" dur="1" fill="hold">
                                          <p:stCondLst>
                                            <p:cond delay="0"/>
                                          </p:stCondLst>
                                        </p:cTn>
                                        <p:tgtEl>
                                          <p:spTgt spid="2765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429" grpId="0"/>
      <p:bldP spid="27657" grpId="0"/>
      <p:bldP spid="27658" grpId="0"/>
      <p:bldP spid="27659" grpId="0"/>
      <p:bldP spid="2" grpId="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10"/>
          <p:cNvSpPr>
            <a:spLocks noGrp="1" noChangeArrowheads="1"/>
          </p:cNvSpPr>
          <p:nvPr>
            <p:ph type="title"/>
          </p:nvPr>
        </p:nvSpPr>
        <p:spPr bwMode="auto">
          <a:xfrm>
            <a:off x="5689600" y="711200"/>
            <a:ext cx="1854200" cy="177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eaLnBrk="1" hangingPunct="1"/>
            <a:r>
              <a:rPr lang="zh-CN" altLang="en-US" sz="800" smtClean="0">
                <a:solidFill>
                  <a:schemeClr val="bg1"/>
                </a:solidFill>
                <a:latin typeface="华文中宋" panose="02010600040101010101" pitchFamily="2" charset="-122"/>
                <a:ea typeface="华文中宋" panose="02010600040101010101" pitchFamily="2" charset="-122"/>
              </a:rPr>
              <a:t>滚动轴承尺寸的选择</a:t>
            </a:r>
            <a:r>
              <a:rPr lang="en-US" altLang="zh-CN" sz="800" smtClean="0">
                <a:solidFill>
                  <a:schemeClr val="bg1"/>
                </a:solidFill>
                <a:latin typeface="华文中宋" panose="02010600040101010101" pitchFamily="2" charset="-122"/>
                <a:ea typeface="华文中宋" panose="02010600040101010101" pitchFamily="2" charset="-122"/>
              </a:rPr>
              <a:t>2</a:t>
            </a:r>
            <a:endParaRPr lang="en-US" altLang="zh-CN" sz="800" smtClean="0">
              <a:solidFill>
                <a:schemeClr val="bg1"/>
              </a:solidFill>
              <a:latin typeface="华文中宋" panose="02010600040101010101" pitchFamily="2" charset="-122"/>
              <a:ea typeface="华文中宋" panose="02010600040101010101" pitchFamily="2" charset="-122"/>
            </a:endParaRPr>
          </a:p>
        </p:txBody>
      </p:sp>
      <p:sp>
        <p:nvSpPr>
          <p:cNvPr id="29699" name="Text Box 34"/>
          <p:cNvSpPr txBox="1">
            <a:spLocks noChangeArrowheads="1"/>
          </p:cNvSpPr>
          <p:nvPr/>
        </p:nvSpPr>
        <p:spPr bwMode="auto">
          <a:xfrm>
            <a:off x="157480" y="764858"/>
            <a:ext cx="4032250" cy="4972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a:solidFill>
                  <a:srgbClr val="000099"/>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rgbClr val="000099"/>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rgbClr val="000099"/>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rgbClr val="000099"/>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buNone/>
            </a:pPr>
            <a:r>
              <a:rPr lang="zh-CN" altLang="en-US" sz="2200" dirty="0" smtClean="0">
                <a:solidFill>
                  <a:srgbClr val="C00000"/>
                </a:solidFill>
                <a:latin typeface="黑体" panose="02010609060101010101" pitchFamily="49" charset="-122"/>
                <a:ea typeface="黑体" panose="02010609060101010101" pitchFamily="49" charset="-122"/>
              </a:rPr>
              <a:t>三、</a:t>
            </a:r>
            <a:r>
              <a:rPr lang="zh-CN" altLang="en-US" sz="2200" dirty="0">
                <a:solidFill>
                  <a:srgbClr val="C00000"/>
                </a:solidFill>
                <a:latin typeface="黑体" panose="02010609060101010101" pitchFamily="49" charset="-122"/>
                <a:ea typeface="黑体" panose="02010609060101010101" pitchFamily="49" charset="-122"/>
              </a:rPr>
              <a:t>滚动轴承的失效形式</a:t>
            </a:r>
            <a:endParaRPr lang="zh-CN" altLang="en-US" sz="2200" dirty="0">
              <a:solidFill>
                <a:srgbClr val="C00000"/>
              </a:solidFill>
              <a:latin typeface="黑体" panose="02010609060101010101" pitchFamily="49" charset="-122"/>
              <a:ea typeface="黑体" panose="02010609060101010101" pitchFamily="49" charset="-122"/>
            </a:endParaRPr>
          </a:p>
        </p:txBody>
      </p:sp>
      <p:sp>
        <p:nvSpPr>
          <p:cNvPr id="20515" name="Text Box 35"/>
          <p:cNvSpPr txBox="1">
            <a:spLocks noChangeArrowheads="1"/>
          </p:cNvSpPr>
          <p:nvPr/>
        </p:nvSpPr>
        <p:spPr bwMode="auto">
          <a:xfrm>
            <a:off x="187118" y="3292613"/>
            <a:ext cx="8609012" cy="8509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a:solidFill>
                  <a:srgbClr val="000099"/>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rgbClr val="000099"/>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rgbClr val="000099"/>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rgbClr val="000099"/>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buFontTx/>
              <a:buNone/>
            </a:pPr>
            <a:r>
              <a:rPr lang="zh-CN" altLang="en-US" dirty="0">
                <a:latin typeface="华文中宋" panose="02010600040101010101" pitchFamily="2" charset="-122"/>
              </a:rPr>
              <a:t>　　</a:t>
            </a:r>
            <a:r>
              <a:rPr lang="zh-CN" altLang="en-US" sz="2200" dirty="0">
                <a:solidFill>
                  <a:srgbClr val="000000"/>
                </a:solidFill>
                <a:latin typeface="黑体" panose="02010609060101010101" pitchFamily="49" charset="-122"/>
                <a:ea typeface="黑体" panose="02010609060101010101" pitchFamily="49" charset="-122"/>
              </a:rPr>
              <a:t>套圈和滚动体表面的</a:t>
            </a:r>
            <a:r>
              <a:rPr lang="zh-CN" altLang="en-US" sz="2200" dirty="0">
                <a:solidFill>
                  <a:srgbClr val="FF0000"/>
                </a:solidFill>
                <a:latin typeface="黑体" panose="02010609060101010101" pitchFamily="49" charset="-122"/>
                <a:ea typeface="黑体" panose="02010609060101010101" pitchFamily="49" charset="-122"/>
              </a:rPr>
              <a:t>疲劳点蚀</a:t>
            </a:r>
            <a:r>
              <a:rPr lang="zh-CN" altLang="en-US" sz="2200" dirty="0">
                <a:solidFill>
                  <a:srgbClr val="000000"/>
                </a:solidFill>
                <a:latin typeface="黑体" panose="02010609060101010101" pitchFamily="49" charset="-122"/>
                <a:ea typeface="黑体" panose="02010609060101010101" pitchFamily="49" charset="-122"/>
              </a:rPr>
              <a:t>是滚动轴承最基本和常见的失效形式</a:t>
            </a:r>
            <a:r>
              <a:rPr lang="zh-CN" altLang="en-US" sz="2200" dirty="0" smtClean="0">
                <a:solidFill>
                  <a:srgbClr val="000000"/>
                </a:solidFill>
                <a:latin typeface="黑体" panose="02010609060101010101" pitchFamily="49" charset="-122"/>
                <a:ea typeface="黑体" panose="02010609060101010101" pitchFamily="49" charset="-122"/>
              </a:rPr>
              <a:t>，是</a:t>
            </a:r>
            <a:r>
              <a:rPr lang="zh-CN" altLang="en-US" sz="2200" dirty="0">
                <a:solidFill>
                  <a:srgbClr val="000000"/>
                </a:solidFill>
                <a:latin typeface="黑体" panose="02010609060101010101" pitchFamily="49" charset="-122"/>
                <a:ea typeface="黑体" panose="02010609060101010101" pitchFamily="49" charset="-122"/>
              </a:rPr>
              <a:t>作为滚动轴承寿命计算的依据</a:t>
            </a:r>
            <a:r>
              <a:rPr lang="zh-CN" altLang="en-US" sz="2200" dirty="0">
                <a:solidFill>
                  <a:srgbClr val="FF0000"/>
                </a:solidFill>
                <a:latin typeface="黑体" panose="02010609060101010101" pitchFamily="49" charset="-122"/>
                <a:ea typeface="黑体" panose="02010609060101010101" pitchFamily="49" charset="-122"/>
              </a:rPr>
              <a:t>。</a:t>
            </a:r>
            <a:endParaRPr lang="zh-CN" altLang="en-US" sz="2200" dirty="0">
              <a:solidFill>
                <a:srgbClr val="FF0000"/>
              </a:solidFill>
              <a:latin typeface="黑体" panose="02010609060101010101" pitchFamily="49" charset="-122"/>
              <a:ea typeface="黑体" panose="02010609060101010101" pitchFamily="49" charset="-122"/>
            </a:endParaRPr>
          </a:p>
        </p:txBody>
      </p:sp>
      <p:pic>
        <p:nvPicPr>
          <p:cNvPr id="29701" name="Picture 36" descr="SX11"/>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715963" y="1851025"/>
            <a:ext cx="1314450" cy="8207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9702" name="Picture 37" descr="sx2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841875" y="1868488"/>
            <a:ext cx="1279525" cy="785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9703" name="Picture 38" descr="sx1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65938" y="1724025"/>
            <a:ext cx="1414462" cy="10747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9704" name="Rectangle 39"/>
          <p:cNvSpPr>
            <a:spLocks noChangeArrowheads="1"/>
          </p:cNvSpPr>
          <p:nvPr/>
        </p:nvSpPr>
        <p:spPr bwMode="auto">
          <a:xfrm>
            <a:off x="588963" y="2843213"/>
            <a:ext cx="1570037"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kumimoji="1" sz="2000">
                <a:solidFill>
                  <a:srgbClr val="000099"/>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rgbClr val="000099"/>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rgbClr val="000099"/>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rgbClr val="000099"/>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9pPr>
          </a:lstStyle>
          <a:p>
            <a:pPr algn="ctr" eaLnBrk="1" hangingPunct="1">
              <a:lnSpc>
                <a:spcPct val="100000"/>
              </a:lnSpc>
              <a:buFontTx/>
              <a:buNone/>
            </a:pPr>
            <a:r>
              <a:rPr lang="zh-CN" altLang="en-US"/>
              <a:t>点　蚀</a:t>
            </a:r>
            <a:endParaRPr lang="zh-CN" altLang="en-US"/>
          </a:p>
        </p:txBody>
      </p:sp>
      <p:sp>
        <p:nvSpPr>
          <p:cNvPr id="29705" name="Rectangle 40"/>
          <p:cNvSpPr>
            <a:spLocks noChangeArrowheads="1"/>
          </p:cNvSpPr>
          <p:nvPr/>
        </p:nvSpPr>
        <p:spPr bwMode="auto">
          <a:xfrm>
            <a:off x="4686300" y="2843213"/>
            <a:ext cx="1570038"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kumimoji="1" sz="2000">
                <a:solidFill>
                  <a:srgbClr val="000099"/>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rgbClr val="000099"/>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rgbClr val="000099"/>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rgbClr val="000099"/>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9pPr>
          </a:lstStyle>
          <a:p>
            <a:pPr algn="ctr" eaLnBrk="1" hangingPunct="1">
              <a:lnSpc>
                <a:spcPct val="100000"/>
              </a:lnSpc>
              <a:buFontTx/>
              <a:buNone/>
            </a:pPr>
            <a:r>
              <a:rPr lang="zh-CN" altLang="en-US"/>
              <a:t>胶　合</a:t>
            </a:r>
            <a:endParaRPr lang="zh-CN" altLang="en-US"/>
          </a:p>
        </p:txBody>
      </p:sp>
      <p:sp>
        <p:nvSpPr>
          <p:cNvPr id="29706" name="Rectangle 41"/>
          <p:cNvSpPr>
            <a:spLocks noChangeArrowheads="1"/>
          </p:cNvSpPr>
          <p:nvPr/>
        </p:nvSpPr>
        <p:spPr bwMode="auto">
          <a:xfrm>
            <a:off x="6788150" y="2843213"/>
            <a:ext cx="1570038"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kumimoji="1" sz="2000">
                <a:solidFill>
                  <a:srgbClr val="000099"/>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rgbClr val="000099"/>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rgbClr val="000099"/>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rgbClr val="000099"/>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9pPr>
          </a:lstStyle>
          <a:p>
            <a:pPr algn="ctr" eaLnBrk="1" hangingPunct="1">
              <a:lnSpc>
                <a:spcPct val="100000"/>
              </a:lnSpc>
              <a:buFontTx/>
              <a:buNone/>
            </a:pPr>
            <a:r>
              <a:rPr lang="zh-CN" altLang="en-US"/>
              <a:t>断　裂</a:t>
            </a:r>
            <a:endParaRPr lang="zh-CN" altLang="en-US"/>
          </a:p>
        </p:txBody>
      </p:sp>
      <p:sp>
        <p:nvSpPr>
          <p:cNvPr id="29707" name="Text Box 43"/>
          <p:cNvSpPr txBox="1">
            <a:spLocks noChangeArrowheads="1"/>
          </p:cNvSpPr>
          <p:nvPr/>
        </p:nvSpPr>
        <p:spPr bwMode="auto">
          <a:xfrm>
            <a:off x="561658" y="1319530"/>
            <a:ext cx="80581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57150">
                <a:solidFill>
                  <a:srgbClr val="000000"/>
                </a:solidFill>
                <a:miter lim="800000"/>
                <a:headEnd/>
                <a:tailEnd/>
              </a14:hiddenLine>
            </a:ext>
          </a:extLst>
        </p:spPr>
        <p:txBody>
          <a:bodyPr wrap="none">
            <a:spAutoFit/>
          </a:bodyPr>
          <a:lstStyle>
            <a:lvl1pPr eaLnBrk="0" hangingPunct="0">
              <a:defRPr kumimoji="1" sz="2000">
                <a:solidFill>
                  <a:srgbClr val="000099"/>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rgbClr val="000099"/>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rgbClr val="000099"/>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rgbClr val="000099"/>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lnSpc>
                <a:spcPct val="100000"/>
              </a:lnSpc>
              <a:buFontTx/>
              <a:buNone/>
            </a:pPr>
            <a:r>
              <a:rPr lang="zh-CN" altLang="en-US" dirty="0">
                <a:latin typeface="华文中宋" panose="02010600040101010101" pitchFamily="2" charset="-122"/>
              </a:rPr>
              <a:t>滚动轴承在运转时可能出现各种类型的失效，下列为常见的失效形式：</a:t>
            </a:r>
            <a:endParaRPr lang="zh-CN" altLang="en-US" dirty="0">
              <a:latin typeface="华文中宋" panose="02010600040101010101" pitchFamily="2" charset="-122"/>
            </a:endParaRPr>
          </a:p>
        </p:txBody>
      </p:sp>
      <p:sp>
        <p:nvSpPr>
          <p:cNvPr id="29708" name="Rectangle 44"/>
          <p:cNvSpPr>
            <a:spLocks noChangeArrowheads="1"/>
          </p:cNvSpPr>
          <p:nvPr/>
        </p:nvSpPr>
        <p:spPr bwMode="auto">
          <a:xfrm>
            <a:off x="2619375" y="2844800"/>
            <a:ext cx="1570038"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kumimoji="1" sz="2000">
                <a:solidFill>
                  <a:srgbClr val="000099"/>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rgbClr val="000099"/>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rgbClr val="000099"/>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rgbClr val="000099"/>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9pPr>
          </a:lstStyle>
          <a:p>
            <a:pPr algn="ctr" eaLnBrk="1" hangingPunct="1">
              <a:lnSpc>
                <a:spcPct val="100000"/>
              </a:lnSpc>
              <a:buFontTx/>
              <a:buNone/>
            </a:pPr>
            <a:r>
              <a:rPr lang="zh-CN" altLang="en-US"/>
              <a:t>磨　损</a:t>
            </a:r>
            <a:endParaRPr lang="zh-CN" altLang="en-US"/>
          </a:p>
        </p:txBody>
      </p:sp>
      <p:pic>
        <p:nvPicPr>
          <p:cNvPr id="29709" name="Picture 45" descr="bb4-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703513" y="1801813"/>
            <a:ext cx="1430337" cy="919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3566" name="Text Box 55"/>
          <p:cNvSpPr txBox="1">
            <a:spLocks noChangeArrowheads="1"/>
          </p:cNvSpPr>
          <p:nvPr/>
        </p:nvSpPr>
        <p:spPr bwMode="auto">
          <a:xfrm>
            <a:off x="7505700" y="5908675"/>
            <a:ext cx="9271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57150">
                <a:solidFill>
                  <a:srgbClr val="000000"/>
                </a:solidFill>
                <a:miter lim="800000"/>
                <a:headEnd/>
                <a:tailEnd/>
              </a14:hiddenLine>
            </a:ext>
          </a:extLst>
        </p:spPr>
        <p:txBody>
          <a:bodyPr>
            <a:spAutoFit/>
          </a:bodyPr>
          <a:lstStyle>
            <a:lvl1pPr eaLnBrk="0" hangingPunct="0">
              <a:defRPr kumimoji="1" sz="2000">
                <a:solidFill>
                  <a:srgbClr val="000099"/>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rgbClr val="000099"/>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rgbClr val="000099"/>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rgbClr val="000099"/>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9pPr>
          </a:lstStyle>
          <a:p>
            <a:pPr algn="ctr" eaLnBrk="1" hangingPunct="1">
              <a:lnSpc>
                <a:spcPct val="100000"/>
              </a:lnSpc>
              <a:spcBef>
                <a:spcPct val="50000"/>
              </a:spcBef>
              <a:buFontTx/>
              <a:buNone/>
            </a:pPr>
            <a:r>
              <a:rPr lang="en-US" altLang="zh-CN" sz="1800">
                <a:latin typeface="华文中宋" panose="02010600040101010101" pitchFamily="2" charset="-122"/>
              </a:rPr>
              <a:t>  </a:t>
            </a:r>
            <a:endParaRPr lang="en-US" altLang="zh-CN" sz="1800">
              <a:latin typeface="华文中宋" panose="02010600040101010101" pitchFamily="2" charset="-122"/>
            </a:endParaRPr>
          </a:p>
        </p:txBody>
      </p:sp>
      <p:pic>
        <p:nvPicPr>
          <p:cNvPr id="20536" name="Picture 56" descr="back1">
            <a:hlinkClick r:id="" tooltip="上一页" action="ppaction://hlinkshowjump?jump=previousslide"/>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8397875" y="6483350"/>
            <a:ext cx="306388" cy="306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0537" name="Picture 57" descr="rewind1">
            <a:hlinkClick r:id="" action="ppaction://hlinkshowjump?jump=firstslide"/>
          </p:cNvPr>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8023225" y="6483350"/>
            <a:ext cx="306388" cy="306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0538" name="Picture 58" descr="NEXT1">
            <a:hlinkClick r:id="" tooltip="下一页" action="ppaction://hlinkshowjump?jump=nextslide"/>
          </p:cNvPr>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8774113" y="6483350"/>
            <a:ext cx="306387" cy="306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9714" name="Picture 3"/>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14325" y="4340225"/>
            <a:ext cx="2405063" cy="1489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9715" name="Picture 4"/>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743200" y="4379913"/>
            <a:ext cx="1981200" cy="1476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9716" name="Picture 5"/>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773613" y="4356100"/>
            <a:ext cx="2232025" cy="1447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9717" name="Picture 6"/>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7210425" y="4005263"/>
            <a:ext cx="1933575" cy="1819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9718" name="Rectangle 44"/>
          <p:cNvSpPr>
            <a:spLocks noChangeArrowheads="1"/>
          </p:cNvSpPr>
          <p:nvPr/>
        </p:nvSpPr>
        <p:spPr bwMode="auto">
          <a:xfrm>
            <a:off x="431800" y="5943600"/>
            <a:ext cx="1978025" cy="355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kumimoji="1" sz="2000">
                <a:solidFill>
                  <a:srgbClr val="000099"/>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rgbClr val="000099"/>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rgbClr val="000099"/>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rgbClr val="000099"/>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9pPr>
          </a:lstStyle>
          <a:p>
            <a:pPr algn="ctr" eaLnBrk="1" hangingPunct="1">
              <a:lnSpc>
                <a:spcPct val="100000"/>
              </a:lnSpc>
              <a:buFontTx/>
              <a:buNone/>
            </a:pPr>
            <a:r>
              <a:rPr lang="zh-CN" altLang="en-US"/>
              <a:t>内圈滚道点蚀</a:t>
            </a:r>
            <a:endParaRPr lang="zh-CN" altLang="en-US"/>
          </a:p>
        </p:txBody>
      </p:sp>
      <p:sp>
        <p:nvSpPr>
          <p:cNvPr id="29719" name="Rectangle 44"/>
          <p:cNvSpPr>
            <a:spLocks noChangeArrowheads="1"/>
          </p:cNvSpPr>
          <p:nvPr/>
        </p:nvSpPr>
        <p:spPr bwMode="auto">
          <a:xfrm>
            <a:off x="2543175" y="5908675"/>
            <a:ext cx="2387600" cy="355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kumimoji="1" sz="2000">
                <a:solidFill>
                  <a:srgbClr val="000099"/>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rgbClr val="000099"/>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rgbClr val="000099"/>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rgbClr val="000099"/>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9pPr>
          </a:lstStyle>
          <a:p>
            <a:pPr algn="ctr" eaLnBrk="1" hangingPunct="1">
              <a:lnSpc>
                <a:spcPct val="100000"/>
              </a:lnSpc>
              <a:buFontTx/>
              <a:buNone/>
            </a:pPr>
            <a:r>
              <a:rPr lang="zh-CN" altLang="en-US"/>
              <a:t>内圈滚道深度点蚀</a:t>
            </a:r>
            <a:endParaRPr lang="zh-CN" altLang="en-US"/>
          </a:p>
        </p:txBody>
      </p:sp>
      <p:sp>
        <p:nvSpPr>
          <p:cNvPr id="29720" name="Rectangle 44"/>
          <p:cNvSpPr>
            <a:spLocks noChangeArrowheads="1"/>
          </p:cNvSpPr>
          <p:nvPr/>
        </p:nvSpPr>
        <p:spPr bwMode="auto">
          <a:xfrm>
            <a:off x="4930775" y="5969000"/>
            <a:ext cx="1978025" cy="355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kumimoji="1" sz="2000">
                <a:solidFill>
                  <a:srgbClr val="000099"/>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rgbClr val="000099"/>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rgbClr val="000099"/>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rgbClr val="000099"/>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9pPr>
          </a:lstStyle>
          <a:p>
            <a:pPr algn="ctr" eaLnBrk="1" hangingPunct="1">
              <a:lnSpc>
                <a:spcPct val="100000"/>
              </a:lnSpc>
              <a:buFontTx/>
              <a:buNone/>
            </a:pPr>
            <a:r>
              <a:rPr lang="zh-CN" altLang="en-US"/>
              <a:t>外圈滚道点蚀</a:t>
            </a:r>
            <a:endParaRPr lang="zh-CN" altLang="en-US"/>
          </a:p>
        </p:txBody>
      </p:sp>
      <p:sp>
        <p:nvSpPr>
          <p:cNvPr id="29721" name="Rectangle 44"/>
          <p:cNvSpPr>
            <a:spLocks noChangeArrowheads="1"/>
          </p:cNvSpPr>
          <p:nvPr/>
        </p:nvSpPr>
        <p:spPr bwMode="auto">
          <a:xfrm>
            <a:off x="6810375" y="5943600"/>
            <a:ext cx="1978025" cy="355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kumimoji="1" sz="2000">
                <a:solidFill>
                  <a:srgbClr val="000099"/>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rgbClr val="000099"/>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rgbClr val="000099"/>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rgbClr val="000099"/>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9pPr>
          </a:lstStyle>
          <a:p>
            <a:pPr algn="ctr" eaLnBrk="1" hangingPunct="1">
              <a:lnSpc>
                <a:spcPct val="100000"/>
              </a:lnSpc>
              <a:buFontTx/>
              <a:buNone/>
            </a:pPr>
            <a:r>
              <a:rPr lang="zh-CN" altLang="en-US"/>
              <a:t>滚动体点蚀</a:t>
            </a:r>
            <a:endParaRPr lang="zh-CN" altLang="en-US"/>
          </a:p>
        </p:txBody>
      </p:sp>
      <p:sp>
        <p:nvSpPr>
          <p:cNvPr id="27" name="直接连接符 6"/>
          <p:cNvSpPr>
            <a:spLocks noChangeShapeType="1"/>
          </p:cNvSpPr>
          <p:nvPr/>
        </p:nvSpPr>
        <p:spPr bwMode="auto">
          <a:xfrm>
            <a:off x="0" y="765175"/>
            <a:ext cx="9144000" cy="0"/>
          </a:xfrm>
          <a:prstGeom prst="line">
            <a:avLst/>
          </a:prstGeom>
          <a:noFill/>
          <a:ln w="28575">
            <a:solidFill>
              <a:srgbClr val="CC3300"/>
            </a:solidFill>
            <a:miter lim="800000"/>
          </a:ln>
          <a:extLst>
            <a:ext uri="{909E8E84-426E-40DD-AFC4-6F175D3DCCD1}">
              <a14:hiddenFill xmlns:a14="http://schemas.microsoft.com/office/drawing/2010/main">
                <a:noFill/>
              </a14:hiddenFill>
            </a:ext>
          </a:extLst>
        </p:spPr>
        <p:txBody>
          <a:bodyPr/>
          <a:lstStyle/>
          <a:p>
            <a:endParaRPr lang="zh-CN" altLang="en-US"/>
          </a:p>
        </p:txBody>
      </p:sp>
      <p:sp>
        <p:nvSpPr>
          <p:cNvPr id="21507" name="Rectangle 9"/>
          <p:cNvSpPr>
            <a:spLocks noChangeArrowheads="1"/>
          </p:cNvSpPr>
          <p:nvPr/>
        </p:nvSpPr>
        <p:spPr bwMode="auto">
          <a:xfrm>
            <a:off x="749300" y="160020"/>
            <a:ext cx="843407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tIns="36000" bIns="72000" anchor="ctr" anchorCtr="1"/>
          <a:lstStyle>
            <a:lvl1pPr eaLnBrk="0" hangingPunct="0">
              <a:defRPr kumimoji="1" sz="2000">
                <a:solidFill>
                  <a:srgbClr val="000099"/>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rgbClr val="000099"/>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rgbClr val="000099"/>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rgbClr val="000099"/>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lnSpc>
                <a:spcPct val="100000"/>
              </a:lnSpc>
              <a:buFontTx/>
              <a:buNone/>
            </a:pPr>
            <a:r>
              <a:rPr lang="en-US" altLang="en-US" sz="3000" dirty="0" smtClean="0">
                <a:solidFill>
                  <a:srgbClr val="CC3300"/>
                </a:solidFill>
                <a:latin typeface="黑体" panose="02010609060101010101" pitchFamily="49" charset="-122"/>
                <a:ea typeface="黑体" panose="02010609060101010101" pitchFamily="49" charset="-122"/>
              </a:rPr>
              <a:t>3.6-4  </a:t>
            </a:r>
            <a:r>
              <a:rPr lang="zh-CN" altLang="en-US" sz="3000" dirty="0" smtClean="0">
                <a:solidFill>
                  <a:srgbClr val="CC3300"/>
                </a:solidFill>
                <a:latin typeface="黑体" panose="02010609060101010101" pitchFamily="49" charset="-122"/>
                <a:ea typeface="黑体" panose="02010609060101010101" pitchFamily="49" charset="-122"/>
              </a:rPr>
              <a:t>滚动轴承的载荷分析、失效和设计准则</a:t>
            </a:r>
            <a:endParaRPr lang="zh-CN" altLang="en-US" sz="3000" dirty="0">
              <a:solidFill>
                <a:srgbClr val="CC3300"/>
              </a:solidFill>
              <a:latin typeface="黑体" panose="02010609060101010101" pitchFamily="49" charset="-122"/>
              <a:ea typeface="黑体" panose="02010609060101010101" pitchFamily="49" charset="-122"/>
            </a:endParaRPr>
          </a:p>
        </p:txBody>
      </p:sp>
      <p:sp>
        <p:nvSpPr>
          <p:cNvPr id="3" name="任意多边形 2"/>
          <p:cNvSpPr/>
          <p:nvPr/>
        </p:nvSpPr>
        <p:spPr>
          <a:xfrm>
            <a:off x="7416800" y="1751965"/>
            <a:ext cx="118110" cy="428625"/>
          </a:xfrm>
          <a:custGeom>
            <a:avLst/>
            <a:gdLst>
              <a:gd name="connisteX0" fmla="*/ 110709 w 118207"/>
              <a:gd name="connsiteY0" fmla="*/ 0 h 428625"/>
              <a:gd name="connisteX1" fmla="*/ 110709 w 118207"/>
              <a:gd name="connsiteY1" fmla="*/ 172085 h 428625"/>
              <a:gd name="connisteX2" fmla="*/ 30064 w 118207"/>
              <a:gd name="connsiteY2" fmla="*/ 208915 h 428625"/>
              <a:gd name="connisteX3" fmla="*/ 59274 w 118207"/>
              <a:gd name="connsiteY3" fmla="*/ 325755 h 428625"/>
              <a:gd name="connisteX4" fmla="*/ 48479 w 118207"/>
              <a:gd name="connsiteY4" fmla="*/ 354965 h 428625"/>
              <a:gd name="connisteX5" fmla="*/ 44669 w 118207"/>
              <a:gd name="connsiteY5" fmla="*/ 399415 h 428625"/>
              <a:gd name="connisteX6" fmla="*/ 854 w 118207"/>
              <a:gd name="connsiteY6" fmla="*/ 417195 h 428625"/>
              <a:gd name="connisteX7" fmla="*/ 19269 w 118207"/>
              <a:gd name="connsiteY7" fmla="*/ 428625 h 428625"/>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Lst>
            <a:rect l="l" t="t" r="r" b="b"/>
            <a:pathLst>
              <a:path w="118208" h="428625">
                <a:moveTo>
                  <a:pt x="110709" y="0"/>
                </a:moveTo>
                <a:cubicBezTo>
                  <a:pt x="112614" y="33655"/>
                  <a:pt x="126584" y="130175"/>
                  <a:pt x="110709" y="172085"/>
                </a:cubicBezTo>
                <a:cubicBezTo>
                  <a:pt x="94834" y="213995"/>
                  <a:pt x="40224" y="178435"/>
                  <a:pt x="30064" y="208915"/>
                </a:cubicBezTo>
                <a:cubicBezTo>
                  <a:pt x="19904" y="239395"/>
                  <a:pt x="55464" y="296545"/>
                  <a:pt x="59274" y="325755"/>
                </a:cubicBezTo>
                <a:cubicBezTo>
                  <a:pt x="63084" y="354965"/>
                  <a:pt x="51654" y="340360"/>
                  <a:pt x="48479" y="354965"/>
                </a:cubicBezTo>
                <a:cubicBezTo>
                  <a:pt x="45304" y="369570"/>
                  <a:pt x="54194" y="386715"/>
                  <a:pt x="44669" y="399415"/>
                </a:cubicBezTo>
                <a:cubicBezTo>
                  <a:pt x="35144" y="412115"/>
                  <a:pt x="5934" y="411480"/>
                  <a:pt x="854" y="417195"/>
                </a:cubicBezTo>
                <a:cubicBezTo>
                  <a:pt x="-4226" y="422910"/>
                  <a:pt x="14824" y="426720"/>
                  <a:pt x="19269" y="428625"/>
                </a:cubicBezTo>
              </a:path>
            </a:pathLst>
          </a:custGeom>
          <a:noFill/>
          <a:ln w="9525" cap="flat" cmpd="sng" algn="ctr">
            <a:solidFill>
              <a:srgbClr val="FF0000"/>
            </a:solidFill>
            <a:prstDash val="solid"/>
            <a:round/>
            <a:headEnd type="none" w="med" len="med"/>
            <a:tailEnd type="none" w="med" len="med"/>
          </a:ln>
        </p:spPr>
        <p:txBody>
          <a:bodyPr vert="horz" wrap="none" lIns="91440" tIns="45720" rIns="91440" bIns="45720" numCol="1" anchor="t" anchorCtr="0" compatLnSpc="1">
            <a:spAutoFit/>
          </a:bodyPr>
          <a:p>
            <a:pPr marL="0" marR="0" indent="0" algn="l" defTabSz="914400" rtl="0" eaLnBrk="1" fontAlgn="base" latinLnBrk="0" hangingPunct="1">
              <a:lnSpc>
                <a:spcPct val="120000"/>
              </a:lnSpc>
              <a:spcBef>
                <a:spcPct val="0"/>
              </a:spcBef>
              <a:spcAft>
                <a:spcPct val="0"/>
              </a:spcAft>
              <a:buClrTx/>
              <a:buSzTx/>
              <a:buFontTx/>
              <a:buBlip>
                <a:blip r:embed="rId12"/>
              </a:buBlip>
            </a:pPr>
            <a:endParaRPr kumimoji="1" lang="zh-CN" altLang="en-US" sz="2000" b="0" i="0" u="none" strike="noStrike" cap="none" normalizeH="0" baseline="0" smtClean="0">
              <a:ln>
                <a:noFill/>
              </a:ln>
              <a:solidFill>
                <a:srgbClr val="000099"/>
              </a:solidFill>
              <a:effectLst/>
              <a:latin typeface="Times New Roman" panose="02020603050405020304" pitchFamily="18" charset="0"/>
              <a:ea typeface="华文中宋" panose="02010600040101010101" pitchFamily="2" charset="-122"/>
            </a:endParaRPr>
          </a:p>
        </p:txBody>
      </p:sp>
    </p:spTree>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969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970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9701"/>
                                        </p:tgtEl>
                                        <p:attrNameLst>
                                          <p:attrName>style.visibility</p:attrName>
                                        </p:attrNameLst>
                                      </p:cBhvr>
                                      <p:to>
                                        <p:strVal val="visible"/>
                                      </p:to>
                                    </p:set>
                                  </p:childTnLst>
                                </p:cTn>
                              </p:par>
                            </p:childTnLst>
                          </p:cTn>
                        </p:par>
                        <p:par>
                          <p:cTn id="15" fill="hold">
                            <p:stCondLst>
                              <p:cond delay="0"/>
                            </p:stCondLst>
                            <p:childTnLst>
                              <p:par>
                                <p:cTn id="16" presetID="1" presetClass="entr" presetSubtype="0" fill="hold" grpId="0" nodeType="afterEffect">
                                  <p:stCondLst>
                                    <p:cond delay="0"/>
                                  </p:stCondLst>
                                  <p:childTnLst>
                                    <p:set>
                                      <p:cBhvr>
                                        <p:cTn id="17" dur="1" fill="hold">
                                          <p:stCondLst>
                                            <p:cond delay="0"/>
                                          </p:stCondLst>
                                        </p:cTn>
                                        <p:tgtEl>
                                          <p:spTgt spid="29704"/>
                                        </p:tgtEl>
                                        <p:attrNameLst>
                                          <p:attrName>style.visibility</p:attrName>
                                        </p:attrNameLst>
                                      </p:cBhvr>
                                      <p:to>
                                        <p:strVal val="visible"/>
                                      </p:to>
                                    </p:set>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nodeType="clickEffect">
                                  <p:stCondLst>
                                    <p:cond delay="0"/>
                                  </p:stCondLst>
                                  <p:childTnLst>
                                    <p:set>
                                      <p:cBhvr>
                                        <p:cTn id="21" dur="1" fill="hold">
                                          <p:stCondLst>
                                            <p:cond delay="0"/>
                                          </p:stCondLst>
                                        </p:cTn>
                                        <p:tgtEl>
                                          <p:spTgt spid="29709"/>
                                        </p:tgtEl>
                                        <p:attrNameLst>
                                          <p:attrName>style.visibility</p:attrName>
                                        </p:attrNameLst>
                                      </p:cBhvr>
                                      <p:to>
                                        <p:strVal val="visible"/>
                                      </p:to>
                                    </p:set>
                                  </p:childTnLst>
                                </p:cTn>
                              </p:par>
                            </p:childTnLst>
                          </p:cTn>
                        </p:par>
                        <p:par>
                          <p:cTn id="22" fill="hold">
                            <p:stCondLst>
                              <p:cond delay="0"/>
                            </p:stCondLst>
                            <p:childTnLst>
                              <p:par>
                                <p:cTn id="23" presetID="1" presetClass="entr" presetSubtype="0" fill="hold" grpId="0" nodeType="afterEffect">
                                  <p:stCondLst>
                                    <p:cond delay="0"/>
                                  </p:stCondLst>
                                  <p:childTnLst>
                                    <p:set>
                                      <p:cBhvr>
                                        <p:cTn id="24" dur="1" fill="hold">
                                          <p:stCondLst>
                                            <p:cond delay="0"/>
                                          </p:stCondLst>
                                        </p:cTn>
                                        <p:tgtEl>
                                          <p:spTgt spid="29708"/>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29702"/>
                                        </p:tgtEl>
                                        <p:attrNameLst>
                                          <p:attrName>style.visibility</p:attrName>
                                        </p:attrNameLst>
                                      </p:cBhvr>
                                      <p:to>
                                        <p:strVal val="visible"/>
                                      </p:to>
                                    </p:set>
                                  </p:childTnLst>
                                </p:cTn>
                              </p:par>
                            </p:childTnLst>
                          </p:cTn>
                        </p:par>
                        <p:par>
                          <p:cTn id="29" fill="hold">
                            <p:stCondLst>
                              <p:cond delay="0"/>
                            </p:stCondLst>
                            <p:childTnLst>
                              <p:par>
                                <p:cTn id="30" presetID="1" presetClass="entr" presetSubtype="0" fill="hold" grpId="0" nodeType="afterEffect">
                                  <p:stCondLst>
                                    <p:cond delay="0"/>
                                  </p:stCondLst>
                                  <p:childTnLst>
                                    <p:set>
                                      <p:cBhvr>
                                        <p:cTn id="31" dur="1" fill="hold">
                                          <p:stCondLst>
                                            <p:cond delay="0"/>
                                          </p:stCondLst>
                                        </p:cTn>
                                        <p:tgtEl>
                                          <p:spTgt spid="29705"/>
                                        </p:tgtEl>
                                        <p:attrNameLst>
                                          <p:attrName>style.visibility</p:attrName>
                                        </p:attrNameLst>
                                      </p:cBhvr>
                                      <p:to>
                                        <p:strVal val="visible"/>
                                      </p:to>
                                    </p:set>
                                  </p:childTnLst>
                                </p:cTn>
                              </p:par>
                            </p:childTnLst>
                          </p:cTn>
                        </p:par>
                      </p:childTnLst>
                    </p:cTn>
                  </p:par>
                  <p:par>
                    <p:cTn id="32" fill="hold">
                      <p:stCondLst>
                        <p:cond delay="indefinite"/>
                      </p:stCondLst>
                      <p:childTnLst>
                        <p:par>
                          <p:cTn id="33" fill="hold">
                            <p:stCondLst>
                              <p:cond delay="0"/>
                            </p:stCondLst>
                            <p:childTnLst>
                              <p:par>
                                <p:cTn id="34" presetID="1" presetClass="entr" presetSubtype="0" fill="hold" nodeType="clickEffect">
                                  <p:stCondLst>
                                    <p:cond delay="0"/>
                                  </p:stCondLst>
                                  <p:childTnLst>
                                    <p:set>
                                      <p:cBhvr>
                                        <p:cTn id="35" dur="1" fill="hold">
                                          <p:stCondLst>
                                            <p:cond delay="0"/>
                                          </p:stCondLst>
                                        </p:cTn>
                                        <p:tgtEl>
                                          <p:spTgt spid="29703"/>
                                        </p:tgtEl>
                                        <p:attrNameLst>
                                          <p:attrName>style.visibility</p:attrName>
                                        </p:attrNameLst>
                                      </p:cBhvr>
                                      <p:to>
                                        <p:strVal val="visible"/>
                                      </p:to>
                                    </p:set>
                                  </p:childTnLst>
                                </p:cTn>
                              </p:par>
                            </p:childTnLst>
                          </p:cTn>
                        </p:par>
                        <p:par>
                          <p:cTn id="36" fill="hold">
                            <p:stCondLst>
                              <p:cond delay="0"/>
                            </p:stCondLst>
                            <p:childTnLst>
                              <p:par>
                                <p:cTn id="37" presetID="1" presetClass="entr" presetSubtype="0" fill="hold" grpId="0" nodeType="afterEffect">
                                  <p:stCondLst>
                                    <p:cond delay="0"/>
                                  </p:stCondLst>
                                  <p:childTnLst>
                                    <p:set>
                                      <p:cBhvr>
                                        <p:cTn id="38" dur="1" fill="hold">
                                          <p:stCondLst>
                                            <p:cond delay="0"/>
                                          </p:stCondLst>
                                        </p:cTn>
                                        <p:tgtEl>
                                          <p:spTgt spid="29706"/>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22" presetClass="entr" presetSubtype="1" fill="hold" grpId="0" nodeType="clickEffect">
                                  <p:stCondLst>
                                    <p:cond delay="0"/>
                                  </p:stCondLst>
                                  <p:childTnLst>
                                    <p:set>
                                      <p:cBhvr>
                                        <p:cTn id="42" dur="1" fill="hold">
                                          <p:stCondLst>
                                            <p:cond delay="0"/>
                                          </p:stCondLst>
                                        </p:cTn>
                                        <p:tgtEl>
                                          <p:spTgt spid="3"/>
                                        </p:tgtEl>
                                        <p:attrNameLst>
                                          <p:attrName>style.visibility</p:attrName>
                                        </p:attrNameLst>
                                      </p:cBhvr>
                                      <p:to>
                                        <p:strVal val="visible"/>
                                      </p:to>
                                    </p:set>
                                    <p:animEffect transition="in" filter="wipe(up)">
                                      <p:cBhvr>
                                        <p:cTn id="43" dur="500"/>
                                        <p:tgtEl>
                                          <p:spTgt spid="3"/>
                                        </p:tgtEl>
                                      </p:cBhvr>
                                    </p:animEffect>
                                  </p:childTnLst>
                                </p:cTn>
                              </p:par>
                            </p:childTnLst>
                          </p:cTn>
                        </p:par>
                      </p:childTnLst>
                    </p:cTn>
                  </p:par>
                  <p:par>
                    <p:cTn id="44" fill="hold">
                      <p:stCondLst>
                        <p:cond delay="indefinite"/>
                      </p:stCondLst>
                      <p:childTnLst>
                        <p:par>
                          <p:cTn id="45" fill="hold">
                            <p:stCondLst>
                              <p:cond delay="0"/>
                            </p:stCondLst>
                            <p:childTnLst>
                              <p:par>
                                <p:cTn id="46" presetID="1" presetClass="entr" presetSubtype="0" fill="hold" grpId="0" nodeType="clickEffect">
                                  <p:stCondLst>
                                    <p:cond delay="0"/>
                                  </p:stCondLst>
                                  <p:childTnLst>
                                    <p:set>
                                      <p:cBhvr>
                                        <p:cTn id="47" dur="1" fill="hold">
                                          <p:stCondLst>
                                            <p:cond delay="0"/>
                                          </p:stCondLst>
                                        </p:cTn>
                                        <p:tgtEl>
                                          <p:spTgt spid="20515"/>
                                        </p:tgtEl>
                                        <p:attrNameLst>
                                          <p:attrName>style.visibility</p:attrName>
                                        </p:attrNameLst>
                                      </p:cBhvr>
                                      <p:to>
                                        <p:strVal val="visible"/>
                                      </p:to>
                                    </p:set>
                                  </p:childTnLst>
                                </p:cTn>
                              </p:par>
                            </p:childTnLst>
                          </p:cTn>
                        </p:par>
                      </p:childTnLst>
                    </p:cTn>
                  </p:par>
                  <p:par>
                    <p:cTn id="48" fill="hold">
                      <p:stCondLst>
                        <p:cond delay="indefinite"/>
                      </p:stCondLst>
                      <p:childTnLst>
                        <p:par>
                          <p:cTn id="49" fill="hold">
                            <p:stCondLst>
                              <p:cond delay="0"/>
                            </p:stCondLst>
                            <p:childTnLst>
                              <p:par>
                                <p:cTn id="50" presetID="1" presetClass="entr" presetSubtype="0" fill="hold" nodeType="clickEffect">
                                  <p:stCondLst>
                                    <p:cond delay="0"/>
                                  </p:stCondLst>
                                  <p:childTnLst>
                                    <p:set>
                                      <p:cBhvr>
                                        <p:cTn id="51" dur="1" fill="hold">
                                          <p:stCondLst>
                                            <p:cond delay="0"/>
                                          </p:stCondLst>
                                        </p:cTn>
                                        <p:tgtEl>
                                          <p:spTgt spid="29714"/>
                                        </p:tgtEl>
                                        <p:attrNameLst>
                                          <p:attrName>style.visibility</p:attrName>
                                        </p:attrNameLst>
                                      </p:cBhvr>
                                      <p:to>
                                        <p:strVal val="visible"/>
                                      </p:to>
                                    </p:set>
                                  </p:childTnLst>
                                </p:cTn>
                              </p:par>
                            </p:childTnLst>
                          </p:cTn>
                        </p:par>
                        <p:par>
                          <p:cTn id="52" fill="hold">
                            <p:stCondLst>
                              <p:cond delay="0"/>
                            </p:stCondLst>
                            <p:childTnLst>
                              <p:par>
                                <p:cTn id="53" presetID="1" presetClass="entr" presetSubtype="0" fill="hold" grpId="0" nodeType="afterEffect">
                                  <p:stCondLst>
                                    <p:cond delay="0"/>
                                  </p:stCondLst>
                                  <p:childTnLst>
                                    <p:set>
                                      <p:cBhvr>
                                        <p:cTn id="54" dur="1" fill="hold">
                                          <p:stCondLst>
                                            <p:cond delay="0"/>
                                          </p:stCondLst>
                                        </p:cTn>
                                        <p:tgtEl>
                                          <p:spTgt spid="29718"/>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29715"/>
                                        </p:tgtEl>
                                        <p:attrNameLst>
                                          <p:attrName>style.visibility</p:attrName>
                                        </p:attrNameLst>
                                      </p:cBhvr>
                                      <p:to>
                                        <p:strVal val="visible"/>
                                      </p:to>
                                    </p:set>
                                  </p:childTnLst>
                                </p:cTn>
                              </p:par>
                            </p:childTnLst>
                          </p:cTn>
                        </p:par>
                        <p:par>
                          <p:cTn id="59" fill="hold">
                            <p:stCondLst>
                              <p:cond delay="0"/>
                            </p:stCondLst>
                            <p:childTnLst>
                              <p:par>
                                <p:cTn id="60" presetID="1" presetClass="entr" presetSubtype="0" fill="hold" grpId="0" nodeType="afterEffect">
                                  <p:stCondLst>
                                    <p:cond delay="0"/>
                                  </p:stCondLst>
                                  <p:childTnLst>
                                    <p:set>
                                      <p:cBhvr>
                                        <p:cTn id="61" dur="1" fill="hold">
                                          <p:stCondLst>
                                            <p:cond delay="0"/>
                                          </p:stCondLst>
                                        </p:cTn>
                                        <p:tgtEl>
                                          <p:spTgt spid="29719"/>
                                        </p:tgtEl>
                                        <p:attrNameLst>
                                          <p:attrName>style.visibility</p:attrName>
                                        </p:attrNameLst>
                                      </p:cBhvr>
                                      <p:to>
                                        <p:strVal val="visible"/>
                                      </p:to>
                                    </p:set>
                                  </p:childTnLst>
                                </p:cTn>
                              </p:par>
                            </p:childTnLst>
                          </p:cTn>
                        </p:par>
                      </p:childTnLst>
                    </p:cTn>
                  </p:par>
                  <p:par>
                    <p:cTn id="62" fill="hold">
                      <p:stCondLst>
                        <p:cond delay="indefinite"/>
                      </p:stCondLst>
                      <p:childTnLst>
                        <p:par>
                          <p:cTn id="63" fill="hold">
                            <p:stCondLst>
                              <p:cond delay="0"/>
                            </p:stCondLst>
                            <p:childTnLst>
                              <p:par>
                                <p:cTn id="64" presetID="1" presetClass="entr" presetSubtype="0" fill="hold" nodeType="clickEffect">
                                  <p:stCondLst>
                                    <p:cond delay="0"/>
                                  </p:stCondLst>
                                  <p:childTnLst>
                                    <p:set>
                                      <p:cBhvr>
                                        <p:cTn id="65" dur="1" fill="hold">
                                          <p:stCondLst>
                                            <p:cond delay="0"/>
                                          </p:stCondLst>
                                        </p:cTn>
                                        <p:tgtEl>
                                          <p:spTgt spid="29716"/>
                                        </p:tgtEl>
                                        <p:attrNameLst>
                                          <p:attrName>style.visibility</p:attrName>
                                        </p:attrNameLst>
                                      </p:cBhvr>
                                      <p:to>
                                        <p:strVal val="visible"/>
                                      </p:to>
                                    </p:set>
                                  </p:childTnLst>
                                </p:cTn>
                              </p:par>
                            </p:childTnLst>
                          </p:cTn>
                        </p:par>
                        <p:par>
                          <p:cTn id="66" fill="hold">
                            <p:stCondLst>
                              <p:cond delay="0"/>
                            </p:stCondLst>
                            <p:childTnLst>
                              <p:par>
                                <p:cTn id="67" presetID="1" presetClass="entr" presetSubtype="0" fill="hold" grpId="0" nodeType="afterEffect">
                                  <p:stCondLst>
                                    <p:cond delay="0"/>
                                  </p:stCondLst>
                                  <p:childTnLst>
                                    <p:set>
                                      <p:cBhvr>
                                        <p:cTn id="68" dur="1" fill="hold">
                                          <p:stCondLst>
                                            <p:cond delay="0"/>
                                          </p:stCondLst>
                                        </p:cTn>
                                        <p:tgtEl>
                                          <p:spTgt spid="29720"/>
                                        </p:tgtEl>
                                        <p:attrNameLst>
                                          <p:attrName>style.visibility</p:attrName>
                                        </p:attrNameLst>
                                      </p:cBhvr>
                                      <p:to>
                                        <p:strVal val="visible"/>
                                      </p:to>
                                    </p:set>
                                  </p:childTnLst>
                                </p:cTn>
                              </p:par>
                            </p:childTnLst>
                          </p:cTn>
                        </p:par>
                        <p:par>
                          <p:cTn id="69" fill="hold">
                            <p:stCondLst>
                              <p:cond delay="0"/>
                            </p:stCondLst>
                            <p:childTnLst>
                              <p:par>
                                <p:cTn id="70" presetID="1" presetClass="entr" presetSubtype="0" fill="hold" grpId="0" nodeType="afterEffect">
                                  <p:stCondLst>
                                    <p:cond delay="0"/>
                                  </p:stCondLst>
                                  <p:childTnLst>
                                    <p:set>
                                      <p:cBhvr>
                                        <p:cTn id="71" dur="1" fill="hold">
                                          <p:stCondLst>
                                            <p:cond delay="0"/>
                                          </p:stCondLst>
                                        </p:cTn>
                                        <p:tgtEl>
                                          <p:spTgt spid="29721"/>
                                        </p:tgtEl>
                                        <p:attrNameLst>
                                          <p:attrName>style.visibility</p:attrName>
                                        </p:attrNameLst>
                                      </p:cBhvr>
                                      <p:to>
                                        <p:strVal val="visible"/>
                                      </p:to>
                                    </p:set>
                                  </p:childTnLst>
                                </p:cTn>
                              </p:par>
                            </p:childTnLst>
                          </p:cTn>
                        </p:par>
                      </p:childTnLst>
                    </p:cTn>
                  </p:par>
                  <p:par>
                    <p:cTn id="72" fill="hold">
                      <p:stCondLst>
                        <p:cond delay="indefinite"/>
                      </p:stCondLst>
                      <p:childTnLst>
                        <p:par>
                          <p:cTn id="73" fill="hold">
                            <p:stCondLst>
                              <p:cond delay="0"/>
                            </p:stCondLst>
                            <p:childTnLst>
                              <p:par>
                                <p:cTn id="74" presetID="1" presetClass="entr" presetSubtype="0" fill="hold" nodeType="clickEffect">
                                  <p:stCondLst>
                                    <p:cond delay="0"/>
                                  </p:stCondLst>
                                  <p:childTnLst>
                                    <p:set>
                                      <p:cBhvr>
                                        <p:cTn id="75" dur="1" fill="hold">
                                          <p:stCondLst>
                                            <p:cond delay="0"/>
                                          </p:stCondLst>
                                        </p:cTn>
                                        <p:tgtEl>
                                          <p:spTgt spid="29717"/>
                                        </p:tgtEl>
                                        <p:attrNameLst>
                                          <p:attrName>style.visibility</p:attrName>
                                        </p:attrNameLst>
                                      </p:cBhvr>
                                      <p:to>
                                        <p:strVal val="visible"/>
                                      </p:to>
                                    </p:set>
                                  </p:childTnLst>
                                </p:cTn>
                              </p:par>
                            </p:childTnLst>
                          </p:cTn>
                        </p:par>
                        <p:par>
                          <p:cTn id="76" fill="hold">
                            <p:stCondLst>
                              <p:cond delay="0"/>
                            </p:stCondLst>
                            <p:childTnLst>
                              <p:par>
                                <p:cTn id="77" presetID="1" presetClass="entr" presetSubtype="0" fill="hold" nodeType="afterEffect">
                                  <p:stCondLst>
                                    <p:cond delay="0"/>
                                  </p:stCondLst>
                                  <p:childTnLst>
                                    <p:set>
                                      <p:cBhvr>
                                        <p:cTn id="78" dur="1" fill="hold">
                                          <p:stCondLst>
                                            <p:cond delay="499"/>
                                          </p:stCondLst>
                                        </p:cTn>
                                        <p:tgtEl>
                                          <p:spTgt spid="20538"/>
                                        </p:tgtEl>
                                        <p:attrNameLst>
                                          <p:attrName>style.visibility</p:attrName>
                                        </p:attrNameLst>
                                      </p:cBhvr>
                                      <p:to>
                                        <p:strVal val="visible"/>
                                      </p:to>
                                    </p:set>
                                  </p:childTnLst>
                                </p:cTn>
                              </p:par>
                            </p:childTnLst>
                          </p:cTn>
                        </p:par>
                        <p:par>
                          <p:cTn id="79" fill="hold">
                            <p:stCondLst>
                              <p:cond delay="500"/>
                            </p:stCondLst>
                            <p:childTnLst>
                              <p:par>
                                <p:cTn id="80" presetID="2" presetClass="entr" presetSubtype="8" fill="hold" nodeType="afterEffect">
                                  <p:stCondLst>
                                    <p:cond delay="0"/>
                                  </p:stCondLst>
                                  <p:childTnLst>
                                    <p:set>
                                      <p:cBhvr>
                                        <p:cTn id="81" dur="1" fill="hold">
                                          <p:stCondLst>
                                            <p:cond delay="0"/>
                                          </p:stCondLst>
                                        </p:cTn>
                                        <p:tgtEl>
                                          <p:spTgt spid="20536"/>
                                        </p:tgtEl>
                                        <p:attrNameLst>
                                          <p:attrName>style.visibility</p:attrName>
                                        </p:attrNameLst>
                                      </p:cBhvr>
                                      <p:to>
                                        <p:strVal val="visible"/>
                                      </p:to>
                                    </p:set>
                                    <p:anim calcmode="lin" valueType="num">
                                      <p:cBhvr additive="base">
                                        <p:cTn id="82" dur="500" fill="hold"/>
                                        <p:tgtEl>
                                          <p:spTgt spid="20536"/>
                                        </p:tgtEl>
                                        <p:attrNameLst>
                                          <p:attrName>ppt_x</p:attrName>
                                        </p:attrNameLst>
                                      </p:cBhvr>
                                      <p:tavLst>
                                        <p:tav tm="0">
                                          <p:val>
                                            <p:strVal val="0-#ppt_w/2"/>
                                          </p:val>
                                        </p:tav>
                                        <p:tav tm="100000">
                                          <p:val>
                                            <p:strVal val="#ppt_x"/>
                                          </p:val>
                                        </p:tav>
                                      </p:tavLst>
                                    </p:anim>
                                    <p:anim calcmode="lin" valueType="num">
                                      <p:cBhvr additive="base">
                                        <p:cTn id="83" dur="500" fill="hold"/>
                                        <p:tgtEl>
                                          <p:spTgt spid="20536"/>
                                        </p:tgtEl>
                                        <p:attrNameLst>
                                          <p:attrName>ppt_y</p:attrName>
                                        </p:attrNameLst>
                                      </p:cBhvr>
                                      <p:tavLst>
                                        <p:tav tm="0">
                                          <p:val>
                                            <p:strVal val="#ppt_y"/>
                                          </p:val>
                                        </p:tav>
                                        <p:tav tm="100000">
                                          <p:val>
                                            <p:strVal val="#ppt_y"/>
                                          </p:val>
                                        </p:tav>
                                      </p:tavLst>
                                    </p:anim>
                                  </p:childTnLst>
                                </p:cTn>
                              </p:par>
                            </p:childTnLst>
                          </p:cTn>
                        </p:par>
                        <p:par>
                          <p:cTn id="84" fill="hold">
                            <p:stCondLst>
                              <p:cond delay="1000"/>
                            </p:stCondLst>
                            <p:childTnLst>
                              <p:par>
                                <p:cTn id="85" presetID="2" presetClass="entr" presetSubtype="8" fill="hold" nodeType="afterEffect">
                                  <p:stCondLst>
                                    <p:cond delay="0"/>
                                  </p:stCondLst>
                                  <p:childTnLst>
                                    <p:set>
                                      <p:cBhvr>
                                        <p:cTn id="86" dur="1" fill="hold">
                                          <p:stCondLst>
                                            <p:cond delay="0"/>
                                          </p:stCondLst>
                                        </p:cTn>
                                        <p:tgtEl>
                                          <p:spTgt spid="20537"/>
                                        </p:tgtEl>
                                        <p:attrNameLst>
                                          <p:attrName>style.visibility</p:attrName>
                                        </p:attrNameLst>
                                      </p:cBhvr>
                                      <p:to>
                                        <p:strVal val="visible"/>
                                      </p:to>
                                    </p:set>
                                    <p:anim calcmode="lin" valueType="num">
                                      <p:cBhvr additive="base">
                                        <p:cTn id="87" dur="500" fill="hold"/>
                                        <p:tgtEl>
                                          <p:spTgt spid="20537"/>
                                        </p:tgtEl>
                                        <p:attrNameLst>
                                          <p:attrName>ppt_x</p:attrName>
                                        </p:attrNameLst>
                                      </p:cBhvr>
                                      <p:tavLst>
                                        <p:tav tm="0">
                                          <p:val>
                                            <p:strVal val="0-#ppt_w/2"/>
                                          </p:val>
                                        </p:tav>
                                        <p:tav tm="100000">
                                          <p:val>
                                            <p:strVal val="#ppt_x"/>
                                          </p:val>
                                        </p:tav>
                                      </p:tavLst>
                                    </p:anim>
                                    <p:anim calcmode="lin" valueType="num">
                                      <p:cBhvr additive="base">
                                        <p:cTn id="88" dur="500" fill="hold"/>
                                        <p:tgtEl>
                                          <p:spTgt spid="20537"/>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699" grpId="0"/>
      <p:bldP spid="20515" grpId="0"/>
      <p:bldP spid="29704" grpId="0"/>
      <p:bldP spid="29705" grpId="0"/>
      <p:bldP spid="29706" grpId="0"/>
      <p:bldP spid="29707" grpId="0"/>
      <p:bldP spid="29708" grpId="0"/>
      <p:bldP spid="29718" grpId="0"/>
      <p:bldP spid="29719" grpId="0"/>
      <p:bldP spid="29720" grpId="0"/>
      <p:bldP spid="29721" grpId="0"/>
      <p:bldP spid="3" grpId="0" animBg="1"/>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10"/>
          <p:cNvSpPr>
            <a:spLocks noGrp="1" noChangeArrowheads="1"/>
          </p:cNvSpPr>
          <p:nvPr>
            <p:ph type="title"/>
          </p:nvPr>
        </p:nvSpPr>
        <p:spPr bwMode="auto">
          <a:xfrm>
            <a:off x="5689600" y="711200"/>
            <a:ext cx="1854200" cy="177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eaLnBrk="1" hangingPunct="1"/>
            <a:r>
              <a:rPr lang="zh-CN" altLang="en-US" sz="800" smtClean="0">
                <a:solidFill>
                  <a:schemeClr val="bg1"/>
                </a:solidFill>
                <a:latin typeface="华文中宋" panose="02010600040101010101" pitchFamily="2" charset="-122"/>
                <a:ea typeface="华文中宋" panose="02010600040101010101" pitchFamily="2" charset="-122"/>
              </a:rPr>
              <a:t>滚动轴承尺寸的选择</a:t>
            </a:r>
            <a:r>
              <a:rPr lang="en-US" altLang="zh-CN" sz="800" smtClean="0">
                <a:solidFill>
                  <a:schemeClr val="bg1"/>
                </a:solidFill>
                <a:latin typeface="华文中宋" panose="02010600040101010101" pitchFamily="2" charset="-122"/>
                <a:ea typeface="华文中宋" panose="02010600040101010101" pitchFamily="2" charset="-122"/>
              </a:rPr>
              <a:t>2</a:t>
            </a:r>
            <a:endParaRPr lang="en-US" altLang="zh-CN" sz="800" smtClean="0">
              <a:solidFill>
                <a:schemeClr val="bg1"/>
              </a:solidFill>
              <a:latin typeface="华文中宋" panose="02010600040101010101" pitchFamily="2" charset="-122"/>
              <a:ea typeface="华文中宋" panose="02010600040101010101" pitchFamily="2" charset="-122"/>
            </a:endParaRPr>
          </a:p>
        </p:txBody>
      </p:sp>
      <p:sp>
        <p:nvSpPr>
          <p:cNvPr id="24579" name="Text Box 55"/>
          <p:cNvSpPr txBox="1">
            <a:spLocks noChangeArrowheads="1"/>
          </p:cNvSpPr>
          <p:nvPr/>
        </p:nvSpPr>
        <p:spPr bwMode="auto">
          <a:xfrm>
            <a:off x="7505700" y="5908675"/>
            <a:ext cx="9271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57150">
                <a:solidFill>
                  <a:srgbClr val="000000"/>
                </a:solidFill>
                <a:miter lim="800000"/>
                <a:headEnd/>
                <a:tailEnd/>
              </a14:hiddenLine>
            </a:ext>
          </a:extLst>
        </p:spPr>
        <p:txBody>
          <a:bodyPr>
            <a:spAutoFit/>
          </a:bodyPr>
          <a:lstStyle>
            <a:lvl1pPr eaLnBrk="0" hangingPunct="0">
              <a:defRPr kumimoji="1" sz="2000">
                <a:solidFill>
                  <a:srgbClr val="000099"/>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rgbClr val="000099"/>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rgbClr val="000099"/>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rgbClr val="000099"/>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9pPr>
          </a:lstStyle>
          <a:p>
            <a:pPr algn="ctr" eaLnBrk="1" hangingPunct="1">
              <a:lnSpc>
                <a:spcPct val="100000"/>
              </a:lnSpc>
              <a:spcBef>
                <a:spcPct val="50000"/>
              </a:spcBef>
              <a:buFontTx/>
              <a:buNone/>
            </a:pPr>
            <a:r>
              <a:rPr lang="en-US" altLang="zh-CN" sz="1800">
                <a:latin typeface="华文中宋" panose="02010600040101010101" pitchFamily="2" charset="-122"/>
              </a:rPr>
              <a:t>  </a:t>
            </a:r>
            <a:endParaRPr lang="en-US" altLang="zh-CN" sz="1800">
              <a:latin typeface="华文中宋" panose="02010600040101010101" pitchFamily="2" charset="-122"/>
            </a:endParaRPr>
          </a:p>
        </p:txBody>
      </p:sp>
      <p:pic>
        <p:nvPicPr>
          <p:cNvPr id="20536" name="Picture 56" descr="back1">
            <a:hlinkClick r:id="" tooltip="上一页" action="ppaction://hlinkshowjump?jump=previousslide"/>
          </p:cNvPr>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8397875" y="6483350"/>
            <a:ext cx="306388" cy="306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0537" name="Picture 57" descr="rewind1">
            <a:hlinkClick r:id="" action="ppaction://hlinkshowjump?jump=firstslide"/>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023225" y="6483350"/>
            <a:ext cx="306388" cy="306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0538" name="Picture 58" descr="NEXT1">
            <a:hlinkClick r:id="" tooltip="下一页" action="ppaction://hlinkshowjump?jump=nextslide"/>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774113" y="6483350"/>
            <a:ext cx="306387" cy="306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0727" name="Text Box 34"/>
          <p:cNvSpPr txBox="1">
            <a:spLocks noChangeArrowheads="1"/>
          </p:cNvSpPr>
          <p:nvPr/>
        </p:nvSpPr>
        <p:spPr bwMode="auto">
          <a:xfrm>
            <a:off x="248727" y="3271341"/>
            <a:ext cx="4032250" cy="4972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a:solidFill>
                  <a:srgbClr val="000099"/>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rgbClr val="000099"/>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rgbClr val="000099"/>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rgbClr val="000099"/>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buNone/>
            </a:pPr>
            <a:r>
              <a:rPr lang="zh-CN" altLang="en-US" sz="2200" dirty="0" smtClean="0">
                <a:solidFill>
                  <a:srgbClr val="C00000"/>
                </a:solidFill>
                <a:latin typeface="黑体" panose="02010609060101010101" pitchFamily="49" charset="-122"/>
                <a:ea typeface="黑体" panose="02010609060101010101" pitchFamily="49" charset="-122"/>
              </a:rPr>
              <a:t>四、</a:t>
            </a:r>
            <a:r>
              <a:rPr lang="zh-CN" altLang="en-US" sz="2200" dirty="0">
                <a:solidFill>
                  <a:srgbClr val="C00000"/>
                </a:solidFill>
                <a:latin typeface="黑体" panose="02010609060101010101" pitchFamily="49" charset="-122"/>
                <a:ea typeface="黑体" panose="02010609060101010101" pitchFamily="49" charset="-122"/>
              </a:rPr>
              <a:t>滚动轴承的计算准则</a:t>
            </a:r>
            <a:endParaRPr lang="zh-CN" altLang="en-US" sz="2200" dirty="0">
              <a:solidFill>
                <a:srgbClr val="C00000"/>
              </a:solidFill>
              <a:latin typeface="黑体" panose="02010609060101010101" pitchFamily="49" charset="-122"/>
              <a:ea typeface="黑体" panose="02010609060101010101" pitchFamily="49" charset="-122"/>
            </a:endParaRPr>
          </a:p>
        </p:txBody>
      </p:sp>
      <p:sp>
        <p:nvSpPr>
          <p:cNvPr id="30728" name="Rectangle 1"/>
          <p:cNvSpPr>
            <a:spLocks noChangeArrowheads="1"/>
          </p:cNvSpPr>
          <p:nvPr/>
        </p:nvSpPr>
        <p:spPr bwMode="auto">
          <a:xfrm>
            <a:off x="49530" y="3803650"/>
            <a:ext cx="8724900"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indent="304800" eaLnBrk="0" hangingPunct="0">
              <a:defRPr kumimoji="1" sz="2000">
                <a:solidFill>
                  <a:srgbClr val="000099"/>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rgbClr val="000099"/>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rgbClr val="000099"/>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rgbClr val="000099"/>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lnSpc>
                <a:spcPct val="100000"/>
              </a:lnSpc>
              <a:buFontTx/>
              <a:buNone/>
            </a:pPr>
            <a:r>
              <a:rPr lang="zh-CN" altLang="en-US" dirty="0">
                <a:solidFill>
                  <a:srgbClr val="002060"/>
                </a:solidFill>
                <a:latin typeface="Tahoma" panose="020B0604030504040204" pitchFamily="34" charset="0"/>
              </a:rPr>
              <a:t>（</a:t>
            </a:r>
            <a:r>
              <a:rPr lang="en-US" altLang="zh-CN" dirty="0">
                <a:solidFill>
                  <a:srgbClr val="002060"/>
                </a:solidFill>
                <a:latin typeface="Tahoma" panose="020B0604030504040204" pitchFamily="34" charset="0"/>
              </a:rPr>
              <a:t>1</a:t>
            </a:r>
            <a:r>
              <a:rPr lang="zh-CN" altLang="en-US" dirty="0">
                <a:solidFill>
                  <a:srgbClr val="002060"/>
                </a:solidFill>
                <a:latin typeface="Tahoma" panose="020B0604030504040204" pitchFamily="34" charset="0"/>
              </a:rPr>
              <a:t>）对一般转速（</a:t>
            </a:r>
            <a:r>
              <a:rPr lang="en-US" altLang="zh-CN" dirty="0">
                <a:solidFill>
                  <a:srgbClr val="002060"/>
                </a:solidFill>
                <a:latin typeface="Tahoma" panose="020B0604030504040204" pitchFamily="34" charset="0"/>
              </a:rPr>
              <a:t>n</a:t>
            </a:r>
            <a:r>
              <a:rPr lang="zh-CN" altLang="en-US" dirty="0">
                <a:solidFill>
                  <a:srgbClr val="002060"/>
                </a:solidFill>
                <a:latin typeface="Tahoma" panose="020B0604030504040204" pitchFamily="34" charset="0"/>
              </a:rPr>
              <a:t>＞</a:t>
            </a:r>
            <a:r>
              <a:rPr lang="en-US" altLang="zh-CN" dirty="0">
                <a:solidFill>
                  <a:srgbClr val="002060"/>
                </a:solidFill>
                <a:latin typeface="Tahoma" panose="020B0604030504040204" pitchFamily="34" charset="0"/>
              </a:rPr>
              <a:t>10r/min</a:t>
            </a:r>
            <a:r>
              <a:rPr lang="zh-CN" altLang="en-US" dirty="0">
                <a:solidFill>
                  <a:srgbClr val="002060"/>
                </a:solidFill>
                <a:latin typeface="Tahoma" panose="020B0604030504040204" pitchFamily="34" charset="0"/>
              </a:rPr>
              <a:t>）的轴承，</a:t>
            </a:r>
            <a:r>
              <a:rPr lang="zh-CN" altLang="en-US" dirty="0">
                <a:solidFill>
                  <a:srgbClr val="FF0000"/>
                </a:solidFill>
                <a:latin typeface="Tahoma" panose="020B0604030504040204" pitchFamily="34" charset="0"/>
              </a:rPr>
              <a:t>疲劳点蚀</a:t>
            </a:r>
            <a:r>
              <a:rPr lang="zh-CN" altLang="en-US" dirty="0">
                <a:solidFill>
                  <a:srgbClr val="002060"/>
                </a:solidFill>
                <a:latin typeface="Tahoma" panose="020B0604030504040204" pitchFamily="34" charset="0"/>
              </a:rPr>
              <a:t>是其主要的失效形式，对该类轴承应进行</a:t>
            </a:r>
            <a:r>
              <a:rPr lang="zh-CN" altLang="en-US" dirty="0">
                <a:solidFill>
                  <a:srgbClr val="FF0000"/>
                </a:solidFill>
                <a:latin typeface="Tahoma" panose="020B0604030504040204" pitchFamily="34" charset="0"/>
              </a:rPr>
              <a:t>轴承寿命校核计算</a:t>
            </a:r>
            <a:r>
              <a:rPr lang="zh-CN" altLang="en-US" dirty="0">
                <a:solidFill>
                  <a:srgbClr val="002060"/>
                </a:solidFill>
                <a:latin typeface="Tahoma" panose="020B0604030504040204" pitchFamily="34" charset="0"/>
              </a:rPr>
              <a:t>；</a:t>
            </a:r>
            <a:endParaRPr lang="zh-CN" altLang="en-US" dirty="0">
              <a:solidFill>
                <a:srgbClr val="002060"/>
              </a:solidFill>
              <a:latin typeface="Tahoma" panose="020B0604030504040204" pitchFamily="34" charset="0"/>
            </a:endParaRPr>
          </a:p>
        </p:txBody>
      </p:sp>
      <p:sp>
        <p:nvSpPr>
          <p:cNvPr id="30729" name="Rectangle 2"/>
          <p:cNvSpPr>
            <a:spLocks noChangeArrowheads="1"/>
          </p:cNvSpPr>
          <p:nvPr/>
        </p:nvSpPr>
        <p:spPr bwMode="auto">
          <a:xfrm>
            <a:off x="0" y="4725670"/>
            <a:ext cx="8851900"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indent="304800" eaLnBrk="0" hangingPunct="0">
              <a:defRPr kumimoji="1" sz="2000">
                <a:solidFill>
                  <a:srgbClr val="000099"/>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rgbClr val="000099"/>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rgbClr val="000099"/>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rgbClr val="000099"/>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lnSpc>
                <a:spcPct val="100000"/>
              </a:lnSpc>
              <a:buFontTx/>
              <a:buNone/>
            </a:pPr>
            <a:r>
              <a:rPr lang="zh-CN" altLang="en-US" dirty="0">
                <a:solidFill>
                  <a:srgbClr val="002060"/>
                </a:solidFill>
                <a:latin typeface="Tahoma" panose="020B0604030504040204" pitchFamily="34" charset="0"/>
              </a:rPr>
              <a:t>（</a:t>
            </a:r>
            <a:r>
              <a:rPr lang="en-US" altLang="zh-CN" dirty="0">
                <a:solidFill>
                  <a:srgbClr val="002060"/>
                </a:solidFill>
                <a:latin typeface="Tahoma" panose="020B0604030504040204" pitchFamily="34" charset="0"/>
              </a:rPr>
              <a:t>2</a:t>
            </a:r>
            <a:r>
              <a:rPr lang="zh-CN" altLang="en-US" dirty="0">
                <a:solidFill>
                  <a:srgbClr val="002060"/>
                </a:solidFill>
                <a:latin typeface="Tahoma" panose="020B0604030504040204" pitchFamily="34" charset="0"/>
              </a:rPr>
              <a:t>）对缓慢摆动或转速极低（</a:t>
            </a:r>
            <a:r>
              <a:rPr lang="en-US" altLang="zh-CN" dirty="0">
                <a:solidFill>
                  <a:srgbClr val="002060"/>
                </a:solidFill>
                <a:latin typeface="Tahoma" panose="020B0604030504040204" pitchFamily="34" charset="0"/>
              </a:rPr>
              <a:t>n≤10r/min</a:t>
            </a:r>
            <a:r>
              <a:rPr lang="zh-CN" altLang="en-US" dirty="0">
                <a:solidFill>
                  <a:srgbClr val="002060"/>
                </a:solidFill>
                <a:latin typeface="Tahoma" panose="020B0604030504040204" pitchFamily="34" charset="0"/>
              </a:rPr>
              <a:t>）的轴承，轴承的承载能力取决于所允许的</a:t>
            </a:r>
            <a:r>
              <a:rPr lang="zh-CN" altLang="en-US" dirty="0">
                <a:solidFill>
                  <a:srgbClr val="FF0000"/>
                </a:solidFill>
                <a:latin typeface="Tahoma" panose="020B0604030504040204" pitchFamily="34" charset="0"/>
              </a:rPr>
              <a:t>塑性变形</a:t>
            </a:r>
            <a:r>
              <a:rPr lang="zh-CN" altLang="en-US" dirty="0">
                <a:solidFill>
                  <a:srgbClr val="002060"/>
                </a:solidFill>
                <a:latin typeface="Tahoma" panose="020B0604030504040204" pitchFamily="34" charset="0"/>
              </a:rPr>
              <a:t>，对该类轴承应进行</a:t>
            </a:r>
            <a:r>
              <a:rPr lang="zh-CN" altLang="en-US" dirty="0">
                <a:solidFill>
                  <a:srgbClr val="FF0000"/>
                </a:solidFill>
                <a:latin typeface="Tahoma" panose="020B0604030504040204" pitchFamily="34" charset="0"/>
              </a:rPr>
              <a:t>静强度计算</a:t>
            </a:r>
            <a:r>
              <a:rPr lang="zh-CN" altLang="en-US" dirty="0">
                <a:solidFill>
                  <a:srgbClr val="002060"/>
                </a:solidFill>
                <a:latin typeface="Tahoma" panose="020B0604030504040204" pitchFamily="34" charset="0"/>
              </a:rPr>
              <a:t>；</a:t>
            </a:r>
            <a:endParaRPr lang="zh-CN" altLang="en-US" dirty="0">
              <a:solidFill>
                <a:srgbClr val="002060"/>
              </a:solidFill>
              <a:latin typeface="Tahoma" panose="020B0604030504040204" pitchFamily="34" charset="0"/>
            </a:endParaRPr>
          </a:p>
        </p:txBody>
      </p:sp>
      <p:sp>
        <p:nvSpPr>
          <p:cNvPr id="30730" name="Rectangle 3"/>
          <p:cNvSpPr>
            <a:spLocks noChangeArrowheads="1"/>
          </p:cNvSpPr>
          <p:nvPr/>
        </p:nvSpPr>
        <p:spPr bwMode="auto">
          <a:xfrm>
            <a:off x="10160" y="5598795"/>
            <a:ext cx="8851900"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indent="304800" eaLnBrk="0" hangingPunct="0">
              <a:defRPr kumimoji="1" sz="2000">
                <a:solidFill>
                  <a:srgbClr val="000099"/>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rgbClr val="000099"/>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rgbClr val="000099"/>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rgbClr val="000099"/>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lnSpc>
                <a:spcPct val="100000"/>
              </a:lnSpc>
              <a:buFontTx/>
              <a:buNone/>
            </a:pPr>
            <a:r>
              <a:rPr lang="zh-CN" altLang="en-US" dirty="0">
                <a:latin typeface="Tahoma" panose="020B0604030504040204" pitchFamily="34" charset="0"/>
              </a:rPr>
              <a:t>（</a:t>
            </a:r>
            <a:r>
              <a:rPr lang="en-US" altLang="zh-CN" dirty="0">
                <a:solidFill>
                  <a:srgbClr val="002060"/>
                </a:solidFill>
                <a:latin typeface="Tahoma" panose="020B0604030504040204" pitchFamily="34" charset="0"/>
              </a:rPr>
              <a:t>3</a:t>
            </a:r>
            <a:r>
              <a:rPr lang="zh-CN" altLang="en-US" dirty="0">
                <a:solidFill>
                  <a:srgbClr val="002060"/>
                </a:solidFill>
                <a:latin typeface="Tahoma" panose="020B0604030504040204" pitchFamily="34" charset="0"/>
              </a:rPr>
              <a:t>）对于工作转速过高的轴承，为防止因发热而引起胶合，除了应进行</a:t>
            </a:r>
            <a:r>
              <a:rPr lang="zh-CN" altLang="en-US" dirty="0">
                <a:solidFill>
                  <a:srgbClr val="FF0000"/>
                </a:solidFill>
                <a:latin typeface="Tahoma" panose="020B0604030504040204" pitchFamily="34" charset="0"/>
              </a:rPr>
              <a:t>寿命计算</a:t>
            </a:r>
            <a:r>
              <a:rPr lang="zh-CN" altLang="en-US" dirty="0">
                <a:solidFill>
                  <a:srgbClr val="002060"/>
                </a:solidFill>
                <a:latin typeface="Tahoma" panose="020B0604030504040204" pitchFamily="34" charset="0"/>
              </a:rPr>
              <a:t>外还应进行</a:t>
            </a:r>
            <a:r>
              <a:rPr lang="zh-CN" altLang="en-US" dirty="0">
                <a:solidFill>
                  <a:srgbClr val="FF0000"/>
                </a:solidFill>
                <a:latin typeface="Tahoma" panose="020B0604030504040204" pitchFamily="34" charset="0"/>
              </a:rPr>
              <a:t>极限转速校核计算</a:t>
            </a:r>
            <a:r>
              <a:rPr lang="zh-CN" altLang="en-US" dirty="0">
                <a:solidFill>
                  <a:srgbClr val="002060"/>
                </a:solidFill>
                <a:latin typeface="Tahoma" panose="020B0604030504040204" pitchFamily="34" charset="0"/>
              </a:rPr>
              <a:t>，以控制轴承转速。</a:t>
            </a:r>
            <a:endParaRPr lang="zh-CN" altLang="en-US" dirty="0">
              <a:solidFill>
                <a:srgbClr val="002060"/>
              </a:solidFill>
              <a:latin typeface="Tahoma" panose="020B0604030504040204" pitchFamily="34" charset="0"/>
            </a:endParaRPr>
          </a:p>
        </p:txBody>
      </p:sp>
      <p:sp>
        <p:nvSpPr>
          <p:cNvPr id="29" name="Text Box 47"/>
          <p:cNvSpPr txBox="1">
            <a:spLocks noChangeArrowheads="1"/>
          </p:cNvSpPr>
          <p:nvPr/>
        </p:nvSpPr>
        <p:spPr bwMode="auto">
          <a:xfrm>
            <a:off x="196850" y="973138"/>
            <a:ext cx="73501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57150">
                <a:solidFill>
                  <a:srgbClr val="000000"/>
                </a:solidFill>
                <a:miter lim="800000"/>
                <a:headEnd/>
                <a:tailEnd/>
              </a14:hiddenLine>
            </a:ext>
          </a:extLst>
        </p:spPr>
        <p:txBody>
          <a:bodyPr wrap="none">
            <a:spAutoFit/>
          </a:bodyPr>
          <a:lstStyle>
            <a:lvl1pPr eaLnBrk="0" hangingPunct="0">
              <a:defRPr kumimoji="1" sz="2000">
                <a:solidFill>
                  <a:srgbClr val="000099"/>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rgbClr val="000099"/>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rgbClr val="000099"/>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rgbClr val="000099"/>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lnSpc>
                <a:spcPct val="100000"/>
              </a:lnSpc>
              <a:buFontTx/>
              <a:buNone/>
            </a:pPr>
            <a:r>
              <a:rPr lang="zh-CN" altLang="en-US">
                <a:latin typeface="Tahoma" panose="020B0604030504040204" pitchFamily="34" charset="0"/>
              </a:rPr>
              <a:t>   </a:t>
            </a:r>
            <a:r>
              <a:rPr lang="zh-CN" altLang="en-US">
                <a:solidFill>
                  <a:srgbClr val="002060"/>
                </a:solidFill>
                <a:latin typeface="Tahoma" panose="020B0604030504040204" pitchFamily="34" charset="0"/>
              </a:rPr>
              <a:t>除了点蚀以外，轴承还可能发生其它多种的失效形式。例如：</a:t>
            </a:r>
            <a:endParaRPr lang="zh-CN" altLang="en-US">
              <a:solidFill>
                <a:srgbClr val="002060"/>
              </a:solidFill>
              <a:latin typeface="Tahoma" panose="020B0604030504040204" pitchFamily="34" charset="0"/>
            </a:endParaRPr>
          </a:p>
        </p:txBody>
      </p:sp>
      <p:sp>
        <p:nvSpPr>
          <p:cNvPr id="30" name="Text Box 42"/>
          <p:cNvSpPr txBox="1">
            <a:spLocks noChangeArrowheads="1"/>
          </p:cNvSpPr>
          <p:nvPr/>
        </p:nvSpPr>
        <p:spPr bwMode="auto">
          <a:xfrm>
            <a:off x="504190" y="1443990"/>
            <a:ext cx="8334375" cy="1187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a:solidFill>
                  <a:srgbClr val="000099"/>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rgbClr val="000099"/>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rgbClr val="000099"/>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rgbClr val="000099"/>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buClr>
                <a:srgbClr val="EB6623"/>
              </a:buClr>
              <a:buSzPct val="75000"/>
              <a:buFont typeface="Wingdings" panose="05000000000000000000" pitchFamily="2" charset="2"/>
              <a:buChar char="u"/>
            </a:pPr>
            <a:r>
              <a:rPr lang="en-US" altLang="zh-CN">
                <a:latin typeface="Tahoma" panose="020B0604030504040204" pitchFamily="34" charset="0"/>
              </a:rPr>
              <a:t> </a:t>
            </a:r>
            <a:r>
              <a:rPr lang="zh-CN" altLang="en-US">
                <a:solidFill>
                  <a:srgbClr val="002060"/>
                </a:solidFill>
                <a:latin typeface="Tahoma" panose="020B0604030504040204" pitchFamily="34" charset="0"/>
              </a:rPr>
              <a:t>转速较高而润滑油不足时引起轴承烧伤；</a:t>
            </a:r>
            <a:endParaRPr lang="zh-CN" altLang="en-US">
              <a:solidFill>
                <a:srgbClr val="002060"/>
              </a:solidFill>
              <a:latin typeface="Tahoma" panose="020B0604030504040204" pitchFamily="34" charset="0"/>
            </a:endParaRPr>
          </a:p>
          <a:p>
            <a:pPr eaLnBrk="1" hangingPunct="1">
              <a:buClr>
                <a:srgbClr val="EB6623"/>
              </a:buClr>
              <a:buSzPct val="70000"/>
              <a:buFont typeface="Wingdings" panose="05000000000000000000" pitchFamily="2" charset="2"/>
              <a:buChar char="u"/>
            </a:pPr>
            <a:r>
              <a:rPr lang="zh-CN" altLang="en-US">
                <a:solidFill>
                  <a:srgbClr val="002060"/>
                </a:solidFill>
                <a:latin typeface="Tahoma" panose="020B0604030504040204" pitchFamily="34" charset="0"/>
              </a:rPr>
              <a:t> 润滑油不清洁而使滚动体和滚道过度磨损；</a:t>
            </a:r>
            <a:endParaRPr lang="zh-CN" altLang="en-US">
              <a:solidFill>
                <a:srgbClr val="002060"/>
              </a:solidFill>
              <a:latin typeface="Tahoma" panose="020B0604030504040204" pitchFamily="34" charset="0"/>
            </a:endParaRPr>
          </a:p>
          <a:p>
            <a:pPr eaLnBrk="1" hangingPunct="1">
              <a:buClr>
                <a:srgbClr val="EB6623"/>
              </a:buClr>
              <a:buSzPct val="70000"/>
              <a:buFont typeface="Wingdings" panose="05000000000000000000" pitchFamily="2" charset="2"/>
              <a:buChar char="u"/>
            </a:pPr>
            <a:r>
              <a:rPr lang="zh-CN" altLang="en-US">
                <a:solidFill>
                  <a:srgbClr val="002060"/>
                </a:solidFill>
                <a:latin typeface="Tahoma" panose="020B0604030504040204" pitchFamily="34" charset="0"/>
              </a:rPr>
              <a:t> 装配不当而使轴承卡死、胀破内圈、挤碎内外圈和保持架等。</a:t>
            </a:r>
            <a:endParaRPr lang="zh-CN" altLang="en-US">
              <a:solidFill>
                <a:srgbClr val="002060"/>
              </a:solidFill>
              <a:latin typeface="Tahoma" panose="020B0604030504040204" pitchFamily="34" charset="0"/>
            </a:endParaRPr>
          </a:p>
        </p:txBody>
      </p:sp>
      <p:sp>
        <p:nvSpPr>
          <p:cNvPr id="31" name="Text Box 48"/>
          <p:cNvSpPr txBox="1">
            <a:spLocks noChangeArrowheads="1"/>
          </p:cNvSpPr>
          <p:nvPr/>
        </p:nvSpPr>
        <p:spPr bwMode="auto">
          <a:xfrm>
            <a:off x="386743" y="2702077"/>
            <a:ext cx="67564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57150">
                <a:solidFill>
                  <a:srgbClr val="000000"/>
                </a:solidFill>
                <a:miter lim="800000"/>
                <a:headEnd/>
                <a:tailEnd/>
              </a14:hiddenLine>
            </a:ext>
          </a:extLst>
        </p:spPr>
        <p:txBody>
          <a:bodyPr wrap="none">
            <a:spAutoFit/>
          </a:bodyPr>
          <a:lstStyle>
            <a:lvl1pPr eaLnBrk="0" hangingPunct="0">
              <a:defRPr kumimoji="1" sz="2000">
                <a:solidFill>
                  <a:srgbClr val="000099"/>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rgbClr val="000099"/>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rgbClr val="000099"/>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rgbClr val="000099"/>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lnSpc>
                <a:spcPct val="100000"/>
              </a:lnSpc>
              <a:buFontTx/>
              <a:buNone/>
            </a:pPr>
            <a:r>
              <a:rPr lang="zh-CN" altLang="en-US" dirty="0">
                <a:latin typeface="Tahoma" panose="020B0604030504040204" pitchFamily="34" charset="0"/>
              </a:rPr>
              <a:t>  </a:t>
            </a:r>
            <a:r>
              <a:rPr lang="zh-CN" altLang="en-US" dirty="0">
                <a:solidFill>
                  <a:srgbClr val="002060"/>
                </a:solidFill>
                <a:latin typeface="Tahoma" panose="020B0604030504040204" pitchFamily="34" charset="0"/>
              </a:rPr>
              <a:t>这些失效形式可以通过加强装配过程管理等措施来克服。</a:t>
            </a:r>
            <a:endParaRPr lang="zh-CN" altLang="en-US" dirty="0">
              <a:solidFill>
                <a:srgbClr val="002060"/>
              </a:solidFill>
              <a:latin typeface="Tahoma" panose="020B0604030504040204" pitchFamily="34" charset="0"/>
            </a:endParaRPr>
          </a:p>
        </p:txBody>
      </p:sp>
      <p:sp>
        <p:nvSpPr>
          <p:cNvPr id="24591" name="直接连接符 6"/>
          <p:cNvSpPr>
            <a:spLocks noChangeShapeType="1"/>
          </p:cNvSpPr>
          <p:nvPr/>
        </p:nvSpPr>
        <p:spPr bwMode="auto">
          <a:xfrm>
            <a:off x="0" y="765175"/>
            <a:ext cx="9144000" cy="0"/>
          </a:xfrm>
          <a:prstGeom prst="line">
            <a:avLst/>
          </a:prstGeom>
          <a:noFill/>
          <a:ln w="28575">
            <a:solidFill>
              <a:srgbClr val="CC3300"/>
            </a:solidFill>
            <a:miter lim="800000"/>
          </a:ln>
          <a:extLst>
            <a:ext uri="{909E8E84-426E-40DD-AFC4-6F175D3DCCD1}">
              <a14:hiddenFill xmlns:a14="http://schemas.microsoft.com/office/drawing/2010/main">
                <a:noFill/>
              </a14:hiddenFill>
            </a:ext>
          </a:extLst>
        </p:spPr>
        <p:txBody>
          <a:bodyPr/>
          <a:lstStyle/>
          <a:p>
            <a:endParaRPr lang="zh-CN" altLang="en-US"/>
          </a:p>
        </p:txBody>
      </p:sp>
      <p:sp>
        <p:nvSpPr>
          <p:cNvPr id="3" name="Rectangle 9"/>
          <p:cNvSpPr>
            <a:spLocks noChangeArrowheads="1"/>
          </p:cNvSpPr>
          <p:nvPr/>
        </p:nvSpPr>
        <p:spPr bwMode="auto">
          <a:xfrm>
            <a:off x="739775" y="160020"/>
            <a:ext cx="843407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tIns="36000" bIns="72000" anchor="ctr" anchorCtr="1"/>
          <a:lstStyle>
            <a:lvl1pPr eaLnBrk="0" hangingPunct="0">
              <a:defRPr kumimoji="1" sz="2000">
                <a:solidFill>
                  <a:srgbClr val="000099"/>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rgbClr val="000099"/>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rgbClr val="000099"/>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rgbClr val="000099"/>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lnSpc>
                <a:spcPct val="100000"/>
              </a:lnSpc>
              <a:buFontTx/>
              <a:buNone/>
            </a:pPr>
            <a:r>
              <a:rPr lang="en-US" altLang="en-US" sz="3000" dirty="0" smtClean="0">
                <a:solidFill>
                  <a:srgbClr val="CC3300"/>
                </a:solidFill>
                <a:latin typeface="黑体" panose="02010609060101010101" pitchFamily="49" charset="-122"/>
                <a:ea typeface="黑体" panose="02010609060101010101" pitchFamily="49" charset="-122"/>
              </a:rPr>
              <a:t>3.6-4  </a:t>
            </a:r>
            <a:r>
              <a:rPr lang="zh-CN" altLang="en-US" sz="3000" dirty="0" smtClean="0">
                <a:solidFill>
                  <a:srgbClr val="CC3300"/>
                </a:solidFill>
                <a:latin typeface="黑体" panose="02010609060101010101" pitchFamily="49" charset="-122"/>
                <a:ea typeface="黑体" panose="02010609060101010101" pitchFamily="49" charset="-122"/>
              </a:rPr>
              <a:t>滚动轴承的载荷分析、失效和设计准则</a:t>
            </a:r>
            <a:endParaRPr lang="zh-CN" altLang="en-US" sz="3000" dirty="0">
              <a:solidFill>
                <a:srgbClr val="CC3300"/>
              </a:solidFill>
              <a:latin typeface="黑体" panose="02010609060101010101" pitchFamily="49" charset="-122"/>
              <a:ea typeface="黑体" panose="02010609060101010101" pitchFamily="49" charset="-122"/>
            </a:endParaRPr>
          </a:p>
        </p:txBody>
      </p:sp>
    </p:spTree>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9"/>
                                        </p:tgtEl>
                                        <p:attrNameLst>
                                          <p:attrName>style.visibility</p:attrName>
                                        </p:attrNameLst>
                                      </p:cBhvr>
                                      <p:to>
                                        <p:strVal val="visible"/>
                                      </p:to>
                                    </p:set>
                                    <p:animEffect transition="in" filter="wipe(left)">
                                      <p:cBhvr>
                                        <p:cTn id="7" dur="500"/>
                                        <p:tgtEl>
                                          <p:spTgt spid="29"/>
                                        </p:tgtEl>
                                      </p:cBhvr>
                                    </p:animEffect>
                                  </p:childTnLst>
                                </p:cTn>
                              </p:par>
                            </p:childTnLst>
                          </p:cTn>
                        </p:par>
                        <p:par>
                          <p:cTn id="8" fill="hold">
                            <p:stCondLst>
                              <p:cond delay="500"/>
                            </p:stCondLst>
                            <p:childTnLst>
                              <p:par>
                                <p:cTn id="9" presetID="22" presetClass="entr" presetSubtype="1" fill="hold" grpId="0" nodeType="afterEffect">
                                  <p:stCondLst>
                                    <p:cond delay="0"/>
                                  </p:stCondLst>
                                  <p:childTnLst>
                                    <p:set>
                                      <p:cBhvr>
                                        <p:cTn id="10" dur="1" fill="hold">
                                          <p:stCondLst>
                                            <p:cond delay="0"/>
                                          </p:stCondLst>
                                        </p:cTn>
                                        <p:tgtEl>
                                          <p:spTgt spid="30"/>
                                        </p:tgtEl>
                                        <p:attrNameLst>
                                          <p:attrName>style.visibility</p:attrName>
                                        </p:attrNameLst>
                                      </p:cBhvr>
                                      <p:to>
                                        <p:strVal val="visible"/>
                                      </p:to>
                                    </p:set>
                                    <p:animEffect transition="in" filter="wipe(up)">
                                      <p:cBhvr>
                                        <p:cTn id="11" dur="500"/>
                                        <p:tgtEl>
                                          <p:spTgt spid="30"/>
                                        </p:tgtEl>
                                      </p:cBhvr>
                                    </p:animEffect>
                                  </p:childTnLst>
                                </p:cTn>
                              </p:par>
                            </p:childTnLst>
                          </p:cTn>
                        </p:par>
                        <p:par>
                          <p:cTn id="12" fill="hold">
                            <p:stCondLst>
                              <p:cond delay="1000"/>
                            </p:stCondLst>
                            <p:childTnLst>
                              <p:par>
                                <p:cTn id="13" presetID="22" presetClass="entr" presetSubtype="8" fill="hold" grpId="0" nodeType="afterEffect">
                                  <p:stCondLst>
                                    <p:cond delay="0"/>
                                  </p:stCondLst>
                                  <p:childTnLst>
                                    <p:set>
                                      <p:cBhvr>
                                        <p:cTn id="14" dur="1" fill="hold">
                                          <p:stCondLst>
                                            <p:cond delay="0"/>
                                          </p:stCondLst>
                                        </p:cTn>
                                        <p:tgtEl>
                                          <p:spTgt spid="31"/>
                                        </p:tgtEl>
                                        <p:attrNameLst>
                                          <p:attrName>style.visibility</p:attrName>
                                        </p:attrNameLst>
                                      </p:cBhvr>
                                      <p:to>
                                        <p:strVal val="visible"/>
                                      </p:to>
                                    </p:set>
                                    <p:animEffect transition="in" filter="wipe(left)">
                                      <p:cBhvr>
                                        <p:cTn id="15" dur="500"/>
                                        <p:tgtEl>
                                          <p:spTgt spid="31"/>
                                        </p:tgtEl>
                                      </p:cBhvr>
                                    </p:animEffec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grpId="0" nodeType="clickEffect">
                                  <p:stCondLst>
                                    <p:cond delay="0"/>
                                  </p:stCondLst>
                                  <p:childTnLst>
                                    <p:set>
                                      <p:cBhvr>
                                        <p:cTn id="19" dur="1" fill="hold">
                                          <p:stCondLst>
                                            <p:cond delay="0"/>
                                          </p:stCondLst>
                                        </p:cTn>
                                        <p:tgtEl>
                                          <p:spTgt spid="30727"/>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grpId="0" nodeType="clickEffect">
                                  <p:stCondLst>
                                    <p:cond delay="0"/>
                                  </p:stCondLst>
                                  <p:childTnLst>
                                    <p:set>
                                      <p:cBhvr>
                                        <p:cTn id="23" dur="1" fill="hold">
                                          <p:stCondLst>
                                            <p:cond delay="0"/>
                                          </p:stCondLst>
                                        </p:cTn>
                                        <p:tgtEl>
                                          <p:spTgt spid="30728"/>
                                        </p:tgtEl>
                                        <p:attrNameLst>
                                          <p:attrName>style.visibility</p:attrName>
                                        </p:attrNameLst>
                                      </p:cBhvr>
                                      <p:to>
                                        <p:strVal val="visible"/>
                                      </p:to>
                                    </p:set>
                                  </p:childTnLst>
                                </p:cTn>
                              </p:par>
                            </p:childTnLst>
                          </p:cTn>
                        </p:par>
                      </p:childTnLst>
                    </p:cTn>
                  </p:par>
                  <p:par>
                    <p:cTn id="24" fill="hold">
                      <p:stCondLst>
                        <p:cond delay="indefinite"/>
                      </p:stCondLst>
                      <p:childTnLst>
                        <p:par>
                          <p:cTn id="25" fill="hold">
                            <p:stCondLst>
                              <p:cond delay="0"/>
                            </p:stCondLst>
                            <p:childTnLst>
                              <p:par>
                                <p:cTn id="26" presetID="1" presetClass="entr" presetSubtype="0" fill="hold" grpId="0" nodeType="clickEffect">
                                  <p:stCondLst>
                                    <p:cond delay="0"/>
                                  </p:stCondLst>
                                  <p:childTnLst>
                                    <p:set>
                                      <p:cBhvr>
                                        <p:cTn id="27" dur="1" fill="hold">
                                          <p:stCondLst>
                                            <p:cond delay="0"/>
                                          </p:stCondLst>
                                        </p:cTn>
                                        <p:tgtEl>
                                          <p:spTgt spid="30729"/>
                                        </p:tgtEl>
                                        <p:attrNameLst>
                                          <p:attrName>style.visibility</p:attrName>
                                        </p:attrNameLst>
                                      </p:cBhvr>
                                      <p:to>
                                        <p:strVal val="visible"/>
                                      </p:to>
                                    </p:set>
                                  </p:childTnLst>
                                </p:cTn>
                              </p:par>
                            </p:childTnLst>
                          </p:cTn>
                        </p:par>
                      </p:childTnLst>
                    </p:cTn>
                  </p:par>
                  <p:par>
                    <p:cTn id="28" fill="hold">
                      <p:stCondLst>
                        <p:cond delay="indefinite"/>
                      </p:stCondLst>
                      <p:childTnLst>
                        <p:par>
                          <p:cTn id="29" fill="hold">
                            <p:stCondLst>
                              <p:cond delay="0"/>
                            </p:stCondLst>
                            <p:childTnLst>
                              <p:par>
                                <p:cTn id="30" presetID="1" presetClass="entr" presetSubtype="0" fill="hold" grpId="0" nodeType="clickEffect">
                                  <p:stCondLst>
                                    <p:cond delay="0"/>
                                  </p:stCondLst>
                                  <p:childTnLst>
                                    <p:set>
                                      <p:cBhvr>
                                        <p:cTn id="31" dur="1" fill="hold">
                                          <p:stCondLst>
                                            <p:cond delay="0"/>
                                          </p:stCondLst>
                                        </p:cTn>
                                        <p:tgtEl>
                                          <p:spTgt spid="30730"/>
                                        </p:tgtEl>
                                        <p:attrNameLst>
                                          <p:attrName>style.visibility</p:attrName>
                                        </p:attrNameLst>
                                      </p:cBhvr>
                                      <p:to>
                                        <p:strVal val="visible"/>
                                      </p:to>
                                    </p:set>
                                  </p:childTnLst>
                                </p:cTn>
                              </p:par>
                            </p:childTnLst>
                          </p:cTn>
                        </p:par>
                        <p:par>
                          <p:cTn id="32" fill="hold">
                            <p:stCondLst>
                              <p:cond delay="0"/>
                            </p:stCondLst>
                            <p:childTnLst>
                              <p:par>
                                <p:cTn id="33" presetID="1" presetClass="entr" presetSubtype="0" fill="hold" nodeType="afterEffect">
                                  <p:stCondLst>
                                    <p:cond delay="0"/>
                                  </p:stCondLst>
                                  <p:childTnLst>
                                    <p:set>
                                      <p:cBhvr>
                                        <p:cTn id="34" dur="1" fill="hold">
                                          <p:stCondLst>
                                            <p:cond delay="499"/>
                                          </p:stCondLst>
                                        </p:cTn>
                                        <p:tgtEl>
                                          <p:spTgt spid="20538"/>
                                        </p:tgtEl>
                                        <p:attrNameLst>
                                          <p:attrName>style.visibility</p:attrName>
                                        </p:attrNameLst>
                                      </p:cBhvr>
                                      <p:to>
                                        <p:strVal val="visible"/>
                                      </p:to>
                                    </p:set>
                                  </p:childTnLst>
                                </p:cTn>
                              </p:par>
                            </p:childTnLst>
                          </p:cTn>
                        </p:par>
                        <p:par>
                          <p:cTn id="35" fill="hold">
                            <p:stCondLst>
                              <p:cond delay="500"/>
                            </p:stCondLst>
                            <p:childTnLst>
                              <p:par>
                                <p:cTn id="36" presetID="2" presetClass="entr" presetSubtype="8" fill="hold" nodeType="afterEffect">
                                  <p:stCondLst>
                                    <p:cond delay="0"/>
                                  </p:stCondLst>
                                  <p:childTnLst>
                                    <p:set>
                                      <p:cBhvr>
                                        <p:cTn id="37" dur="1" fill="hold">
                                          <p:stCondLst>
                                            <p:cond delay="0"/>
                                          </p:stCondLst>
                                        </p:cTn>
                                        <p:tgtEl>
                                          <p:spTgt spid="20536"/>
                                        </p:tgtEl>
                                        <p:attrNameLst>
                                          <p:attrName>style.visibility</p:attrName>
                                        </p:attrNameLst>
                                      </p:cBhvr>
                                      <p:to>
                                        <p:strVal val="visible"/>
                                      </p:to>
                                    </p:set>
                                    <p:anim calcmode="lin" valueType="num">
                                      <p:cBhvr additive="base">
                                        <p:cTn id="38" dur="500" fill="hold"/>
                                        <p:tgtEl>
                                          <p:spTgt spid="20536"/>
                                        </p:tgtEl>
                                        <p:attrNameLst>
                                          <p:attrName>ppt_x</p:attrName>
                                        </p:attrNameLst>
                                      </p:cBhvr>
                                      <p:tavLst>
                                        <p:tav tm="0">
                                          <p:val>
                                            <p:strVal val="0-#ppt_w/2"/>
                                          </p:val>
                                        </p:tav>
                                        <p:tav tm="100000">
                                          <p:val>
                                            <p:strVal val="#ppt_x"/>
                                          </p:val>
                                        </p:tav>
                                      </p:tavLst>
                                    </p:anim>
                                    <p:anim calcmode="lin" valueType="num">
                                      <p:cBhvr additive="base">
                                        <p:cTn id="39" dur="500" fill="hold"/>
                                        <p:tgtEl>
                                          <p:spTgt spid="20536"/>
                                        </p:tgtEl>
                                        <p:attrNameLst>
                                          <p:attrName>ppt_y</p:attrName>
                                        </p:attrNameLst>
                                      </p:cBhvr>
                                      <p:tavLst>
                                        <p:tav tm="0">
                                          <p:val>
                                            <p:strVal val="#ppt_y"/>
                                          </p:val>
                                        </p:tav>
                                        <p:tav tm="100000">
                                          <p:val>
                                            <p:strVal val="#ppt_y"/>
                                          </p:val>
                                        </p:tav>
                                      </p:tavLst>
                                    </p:anim>
                                  </p:childTnLst>
                                </p:cTn>
                              </p:par>
                            </p:childTnLst>
                          </p:cTn>
                        </p:par>
                        <p:par>
                          <p:cTn id="40" fill="hold">
                            <p:stCondLst>
                              <p:cond delay="1000"/>
                            </p:stCondLst>
                            <p:childTnLst>
                              <p:par>
                                <p:cTn id="41" presetID="2" presetClass="entr" presetSubtype="8" fill="hold" nodeType="afterEffect">
                                  <p:stCondLst>
                                    <p:cond delay="0"/>
                                  </p:stCondLst>
                                  <p:childTnLst>
                                    <p:set>
                                      <p:cBhvr>
                                        <p:cTn id="42" dur="1" fill="hold">
                                          <p:stCondLst>
                                            <p:cond delay="0"/>
                                          </p:stCondLst>
                                        </p:cTn>
                                        <p:tgtEl>
                                          <p:spTgt spid="20537"/>
                                        </p:tgtEl>
                                        <p:attrNameLst>
                                          <p:attrName>style.visibility</p:attrName>
                                        </p:attrNameLst>
                                      </p:cBhvr>
                                      <p:to>
                                        <p:strVal val="visible"/>
                                      </p:to>
                                    </p:set>
                                    <p:anim calcmode="lin" valueType="num">
                                      <p:cBhvr additive="base">
                                        <p:cTn id="43" dur="500" fill="hold"/>
                                        <p:tgtEl>
                                          <p:spTgt spid="20537"/>
                                        </p:tgtEl>
                                        <p:attrNameLst>
                                          <p:attrName>ppt_x</p:attrName>
                                        </p:attrNameLst>
                                      </p:cBhvr>
                                      <p:tavLst>
                                        <p:tav tm="0">
                                          <p:val>
                                            <p:strVal val="0-#ppt_w/2"/>
                                          </p:val>
                                        </p:tav>
                                        <p:tav tm="100000">
                                          <p:val>
                                            <p:strVal val="#ppt_x"/>
                                          </p:val>
                                        </p:tav>
                                      </p:tavLst>
                                    </p:anim>
                                    <p:anim calcmode="lin" valueType="num">
                                      <p:cBhvr additive="base">
                                        <p:cTn id="44" dur="500" fill="hold"/>
                                        <p:tgtEl>
                                          <p:spTgt spid="20537"/>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727" grpId="0"/>
      <p:bldP spid="30728" grpId="0"/>
      <p:bldP spid="30729" grpId="0"/>
      <p:bldP spid="30730" grpId="0"/>
      <p:bldP spid="29" grpId="0" autoUpdateAnimBg="0"/>
      <p:bldP spid="30" grpId="0" autoUpdateAnimBg="0"/>
      <p:bldP spid="31" grpId="0" autoUpdateAnimBg="0"/>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Grp="1" noChangeArrowheads="1"/>
          </p:cNvSpPr>
          <p:nvPr>
            <p:ph type="title"/>
          </p:nvPr>
        </p:nvSpPr>
        <p:spPr bwMode="auto">
          <a:xfrm>
            <a:off x="5689600" y="711200"/>
            <a:ext cx="1854200" cy="177800"/>
          </a:xfr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p>
            <a:pPr eaLnBrk="1" hangingPunct="1"/>
            <a:r>
              <a:rPr lang="zh-CN" altLang="en-US" sz="800" smtClean="0">
                <a:solidFill>
                  <a:schemeClr val="bg1"/>
                </a:solidFill>
                <a:latin typeface="华文中宋" panose="02010600040101010101" pitchFamily="2" charset="-122"/>
                <a:ea typeface="华文中宋" panose="02010600040101010101" pitchFamily="2" charset="-122"/>
              </a:rPr>
              <a:t>滚动轴承尺寸的选择</a:t>
            </a:r>
            <a:r>
              <a:rPr lang="en-US" altLang="zh-CN" sz="800" smtClean="0">
                <a:solidFill>
                  <a:schemeClr val="bg1"/>
                </a:solidFill>
                <a:latin typeface="华文中宋" panose="02010600040101010101" pitchFamily="2" charset="-122"/>
                <a:ea typeface="华文中宋" panose="02010600040101010101" pitchFamily="2" charset="-122"/>
              </a:rPr>
              <a:t>1</a:t>
            </a:r>
            <a:endParaRPr lang="en-US" altLang="zh-CN" sz="800" smtClean="0">
              <a:solidFill>
                <a:schemeClr val="bg1"/>
              </a:solidFill>
              <a:latin typeface="华文中宋" panose="02010600040101010101" pitchFamily="2" charset="-122"/>
              <a:ea typeface="华文中宋" panose="02010600040101010101" pitchFamily="2" charset="-122"/>
            </a:endParaRPr>
          </a:p>
        </p:txBody>
      </p:sp>
      <p:sp>
        <p:nvSpPr>
          <p:cNvPr id="14339" name="Rectangle 34"/>
          <p:cNvSpPr>
            <a:spLocks noChangeArrowheads="1"/>
          </p:cNvSpPr>
          <p:nvPr/>
        </p:nvSpPr>
        <p:spPr bwMode="auto">
          <a:xfrm>
            <a:off x="3687417" y="228600"/>
            <a:ext cx="4846983" cy="533400"/>
          </a:xfrm>
          <a:prstGeom prst="rect">
            <a:avLst/>
          </a:prstGeom>
          <a:noFill/>
          <a:ln>
            <a:noFill/>
          </a:ln>
          <a:effectLst/>
          <a:extLst>
            <a:ext uri="{909E8E84-426E-40DD-AFC4-6F175D3DCCD1}">
              <a14:hiddenFill xmlns:a14="http://schemas.microsoft.com/office/drawing/2010/main">
                <a:gradFill rotWithShape="0">
                  <a:gsLst>
                    <a:gs pos="0">
                      <a:srgbClr val="E5DCB5"/>
                    </a:gs>
                    <a:gs pos="100000">
                      <a:srgbClr val="FDFBF1"/>
                    </a:gs>
                  </a:gsLst>
                  <a:lin ang="0" scaled="1"/>
                </a:gradFill>
              </a14:hiddenFill>
            </a:ext>
            <a:ext uri="{91240B29-F687-4F45-9708-019B960494DF}">
              <a14:hiddenLine xmlns:a14="http://schemas.microsoft.com/office/drawing/2010/main" w="9525">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tIns="36000" bIns="72000" anchor="ctr" anchorCtr="1"/>
          <a:lstStyle>
            <a:lvl1pPr>
              <a:lnSpc>
                <a:spcPct val="120000"/>
              </a:lnSpc>
              <a:buChar char="•"/>
              <a:defRPr kumimoji="1" sz="2000">
                <a:solidFill>
                  <a:srgbClr val="000099"/>
                </a:solidFill>
                <a:latin typeface="Times New Roman" panose="02020603050405020304" pitchFamily="18" charset="0"/>
                <a:ea typeface="华文中宋" panose="02010600040101010101" pitchFamily="2" charset="-122"/>
              </a:defRPr>
            </a:lvl1pPr>
            <a:lvl2pPr marL="742950" indent="-285750">
              <a:lnSpc>
                <a:spcPct val="120000"/>
              </a:lnSpc>
              <a:buChar char="•"/>
              <a:defRPr kumimoji="1" sz="2000">
                <a:solidFill>
                  <a:srgbClr val="000099"/>
                </a:solidFill>
                <a:latin typeface="Times New Roman" panose="02020603050405020304" pitchFamily="18" charset="0"/>
                <a:ea typeface="华文中宋" panose="02010600040101010101" pitchFamily="2" charset="-122"/>
              </a:defRPr>
            </a:lvl2pPr>
            <a:lvl3pPr marL="1143000" indent="-228600">
              <a:lnSpc>
                <a:spcPct val="120000"/>
              </a:lnSpc>
              <a:buChar char="•"/>
              <a:defRPr kumimoji="1" sz="2000">
                <a:solidFill>
                  <a:srgbClr val="000099"/>
                </a:solidFill>
                <a:latin typeface="Times New Roman" panose="02020603050405020304" pitchFamily="18" charset="0"/>
                <a:ea typeface="华文中宋" panose="02010600040101010101" pitchFamily="2" charset="-122"/>
              </a:defRPr>
            </a:lvl3pPr>
            <a:lvl4pPr marL="1600200" indent="-228600">
              <a:lnSpc>
                <a:spcPct val="120000"/>
              </a:lnSpc>
              <a:buChar char="•"/>
              <a:defRPr kumimoji="1" sz="2000">
                <a:solidFill>
                  <a:srgbClr val="000099"/>
                </a:solidFill>
                <a:latin typeface="Times New Roman" panose="02020603050405020304" pitchFamily="18" charset="0"/>
                <a:ea typeface="华文中宋" panose="02010600040101010101" pitchFamily="2" charset="-122"/>
              </a:defRPr>
            </a:lvl4pPr>
            <a:lvl5pPr marL="2057400" indent="-228600">
              <a:lnSpc>
                <a:spcPct val="120000"/>
              </a:lnSpc>
              <a:buChar char="•"/>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lnSpc>
                <a:spcPct val="100000"/>
              </a:lnSpc>
              <a:buFontTx/>
              <a:buNone/>
            </a:pPr>
            <a:r>
              <a:rPr lang="en-US" altLang="zh-CN" sz="3000" dirty="0" smtClean="0">
                <a:solidFill>
                  <a:srgbClr val="CC3300"/>
                </a:solidFill>
                <a:latin typeface="黑体" panose="02010609060101010101" pitchFamily="49" charset="-122"/>
                <a:ea typeface="黑体" panose="02010609060101010101" pitchFamily="49" charset="-122"/>
              </a:rPr>
              <a:t>3.6-5 </a:t>
            </a:r>
            <a:r>
              <a:rPr lang="zh-CN" altLang="en-US" sz="3000" dirty="0" smtClean="0">
                <a:solidFill>
                  <a:srgbClr val="CC3300"/>
                </a:solidFill>
                <a:latin typeface="黑体" panose="02010609060101010101" pitchFamily="49" charset="-122"/>
                <a:ea typeface="黑体" panose="02010609060101010101" pitchFamily="49" charset="-122"/>
              </a:rPr>
              <a:t>滚动轴承的寿命计算</a:t>
            </a:r>
            <a:endParaRPr lang="en-US" altLang="zh-CN" sz="3000" dirty="0">
              <a:solidFill>
                <a:srgbClr val="CC3300"/>
              </a:solidFill>
              <a:latin typeface="黑体" panose="02010609060101010101" pitchFamily="49" charset="-122"/>
              <a:ea typeface="黑体" panose="02010609060101010101" pitchFamily="49" charset="-122"/>
            </a:endParaRPr>
          </a:p>
        </p:txBody>
      </p:sp>
      <p:sp>
        <p:nvSpPr>
          <p:cNvPr id="21539" name="Text Box 35"/>
          <p:cNvSpPr txBox="1">
            <a:spLocks noChangeArrowheads="1"/>
          </p:cNvSpPr>
          <p:nvPr/>
        </p:nvSpPr>
        <p:spPr bwMode="auto">
          <a:xfrm>
            <a:off x="404523" y="1054404"/>
            <a:ext cx="8426450" cy="11988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571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120000"/>
              </a:lnSpc>
              <a:buChar char="•"/>
              <a:defRPr kumimoji="1" sz="2000">
                <a:solidFill>
                  <a:srgbClr val="000099"/>
                </a:solidFill>
                <a:latin typeface="Times New Roman" panose="02020603050405020304" pitchFamily="18" charset="0"/>
                <a:ea typeface="华文中宋" panose="02010600040101010101" pitchFamily="2" charset="-122"/>
              </a:defRPr>
            </a:lvl1pPr>
            <a:lvl2pPr marL="742950" indent="-285750">
              <a:lnSpc>
                <a:spcPct val="120000"/>
              </a:lnSpc>
              <a:buChar char="•"/>
              <a:defRPr kumimoji="1" sz="2000">
                <a:solidFill>
                  <a:srgbClr val="000099"/>
                </a:solidFill>
                <a:latin typeface="Times New Roman" panose="02020603050405020304" pitchFamily="18" charset="0"/>
                <a:ea typeface="华文中宋" panose="02010600040101010101" pitchFamily="2" charset="-122"/>
              </a:defRPr>
            </a:lvl2pPr>
            <a:lvl3pPr marL="1143000" indent="-228600">
              <a:lnSpc>
                <a:spcPct val="120000"/>
              </a:lnSpc>
              <a:buChar char="•"/>
              <a:defRPr kumimoji="1" sz="2000">
                <a:solidFill>
                  <a:srgbClr val="000099"/>
                </a:solidFill>
                <a:latin typeface="Times New Roman" panose="02020603050405020304" pitchFamily="18" charset="0"/>
                <a:ea typeface="华文中宋" panose="02010600040101010101" pitchFamily="2" charset="-122"/>
              </a:defRPr>
            </a:lvl3pPr>
            <a:lvl4pPr marL="1600200" indent="-228600">
              <a:lnSpc>
                <a:spcPct val="120000"/>
              </a:lnSpc>
              <a:buChar char="•"/>
              <a:defRPr kumimoji="1" sz="2000">
                <a:solidFill>
                  <a:srgbClr val="000099"/>
                </a:solidFill>
                <a:latin typeface="Times New Roman" panose="02020603050405020304" pitchFamily="18" charset="0"/>
                <a:ea typeface="华文中宋" panose="02010600040101010101" pitchFamily="2" charset="-122"/>
              </a:defRPr>
            </a:lvl4pPr>
            <a:lvl5pPr marL="2057400" indent="-228600">
              <a:lnSpc>
                <a:spcPct val="120000"/>
              </a:lnSpc>
              <a:buChar char="•"/>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9pPr>
          </a:lstStyle>
          <a:p>
            <a:pPr eaLnBrk="1" latinLnBrk="0" hangingPunct="1">
              <a:lnSpc>
                <a:spcPct val="150000"/>
              </a:lnSpc>
              <a:buFontTx/>
              <a:buNone/>
            </a:pPr>
            <a:r>
              <a:rPr lang="zh-CN" altLang="en-US" dirty="0">
                <a:latin typeface="华文中宋" panose="02010600040101010101" pitchFamily="2" charset="-122"/>
              </a:rPr>
              <a:t>　　</a:t>
            </a:r>
            <a:r>
              <a:rPr lang="zh-CN" altLang="en-US" sz="2400" dirty="0">
                <a:latin typeface="黑体" panose="02010609060101010101" pitchFamily="49" charset="-122"/>
                <a:ea typeface="黑体" panose="02010609060101010101" pitchFamily="49" charset="-122"/>
              </a:rPr>
              <a:t>滚动轴承尺寸的选择取决于轴承承受的载荷、对轴承寿命要求以及可靠性的要求等。</a:t>
            </a:r>
            <a:endParaRPr lang="zh-CN" altLang="en-US" sz="2400" dirty="0">
              <a:latin typeface="黑体" panose="02010609060101010101" pitchFamily="49" charset="-122"/>
              <a:ea typeface="黑体" panose="02010609060101010101" pitchFamily="49" charset="-122"/>
            </a:endParaRPr>
          </a:p>
        </p:txBody>
      </p:sp>
      <p:sp>
        <p:nvSpPr>
          <p:cNvPr id="21540" name="Text Box 36"/>
          <p:cNvSpPr txBox="1">
            <a:spLocks noChangeArrowheads="1"/>
          </p:cNvSpPr>
          <p:nvPr/>
        </p:nvSpPr>
        <p:spPr bwMode="auto">
          <a:xfrm>
            <a:off x="572770" y="2295525"/>
            <a:ext cx="7913370" cy="11988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571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lnSpc>
                <a:spcPct val="120000"/>
              </a:lnSpc>
              <a:buChar char="•"/>
              <a:defRPr kumimoji="1" sz="2000">
                <a:solidFill>
                  <a:srgbClr val="000099"/>
                </a:solidFill>
                <a:latin typeface="Times New Roman" panose="02020603050405020304" pitchFamily="18" charset="0"/>
                <a:ea typeface="华文中宋" panose="02010600040101010101" pitchFamily="2" charset="-122"/>
              </a:defRPr>
            </a:lvl1pPr>
            <a:lvl2pPr marL="742950" indent="-285750">
              <a:lnSpc>
                <a:spcPct val="120000"/>
              </a:lnSpc>
              <a:buChar char="•"/>
              <a:defRPr kumimoji="1" sz="2000">
                <a:solidFill>
                  <a:srgbClr val="000099"/>
                </a:solidFill>
                <a:latin typeface="Times New Roman" panose="02020603050405020304" pitchFamily="18" charset="0"/>
                <a:ea typeface="华文中宋" panose="02010600040101010101" pitchFamily="2" charset="-122"/>
              </a:defRPr>
            </a:lvl2pPr>
            <a:lvl3pPr marL="1143000" indent="-228600">
              <a:lnSpc>
                <a:spcPct val="120000"/>
              </a:lnSpc>
              <a:buChar char="•"/>
              <a:defRPr kumimoji="1" sz="2000">
                <a:solidFill>
                  <a:srgbClr val="000099"/>
                </a:solidFill>
                <a:latin typeface="Times New Roman" panose="02020603050405020304" pitchFamily="18" charset="0"/>
                <a:ea typeface="华文中宋" panose="02010600040101010101" pitchFamily="2" charset="-122"/>
              </a:defRPr>
            </a:lvl3pPr>
            <a:lvl4pPr marL="1600200" indent="-228600">
              <a:lnSpc>
                <a:spcPct val="120000"/>
              </a:lnSpc>
              <a:buChar char="•"/>
              <a:defRPr kumimoji="1" sz="2000">
                <a:solidFill>
                  <a:srgbClr val="000099"/>
                </a:solidFill>
                <a:latin typeface="Times New Roman" panose="02020603050405020304" pitchFamily="18" charset="0"/>
                <a:ea typeface="华文中宋" panose="02010600040101010101" pitchFamily="2" charset="-122"/>
              </a:defRPr>
            </a:lvl4pPr>
            <a:lvl5pPr marL="2057400" indent="-228600">
              <a:lnSpc>
                <a:spcPct val="120000"/>
              </a:lnSpc>
              <a:buChar char="•"/>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9pPr>
          </a:lstStyle>
          <a:p>
            <a:pPr eaLnBrk="1" latinLnBrk="0" hangingPunct="1">
              <a:lnSpc>
                <a:spcPct val="150000"/>
              </a:lnSpc>
              <a:buFontTx/>
              <a:buNone/>
            </a:pPr>
            <a:r>
              <a:rPr lang="zh-CN" altLang="en-US" dirty="0">
                <a:latin typeface="华文中宋" panose="02010600040101010101" pitchFamily="2" charset="-122"/>
              </a:rPr>
              <a:t>　　</a:t>
            </a:r>
            <a:r>
              <a:rPr lang="zh-CN" altLang="en-US" sz="2400" dirty="0">
                <a:latin typeface="黑体" panose="02010609060101010101" pitchFamily="49" charset="-122"/>
                <a:ea typeface="黑体" panose="02010609060101010101" pitchFamily="49" charset="-122"/>
              </a:rPr>
              <a:t>滚动轴承的载荷有动载荷与静载荷之分，不同的载荷对应着不同的失效形式。</a:t>
            </a:r>
            <a:endParaRPr lang="zh-CN" altLang="en-US" sz="2400" dirty="0">
              <a:latin typeface="黑体" panose="02010609060101010101" pitchFamily="49" charset="-122"/>
              <a:ea typeface="黑体" panose="02010609060101010101" pitchFamily="49" charset="-122"/>
            </a:endParaRPr>
          </a:p>
        </p:txBody>
      </p:sp>
      <p:sp>
        <p:nvSpPr>
          <p:cNvPr id="21541" name="Text Box 37"/>
          <p:cNvSpPr txBox="1">
            <a:spLocks noChangeArrowheads="1"/>
          </p:cNvSpPr>
          <p:nvPr/>
        </p:nvSpPr>
        <p:spPr bwMode="auto">
          <a:xfrm>
            <a:off x="548005" y="3916680"/>
            <a:ext cx="7854950" cy="14204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571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lnSpc>
                <a:spcPct val="120000"/>
              </a:lnSpc>
              <a:buChar char="•"/>
              <a:defRPr kumimoji="1" sz="2000">
                <a:solidFill>
                  <a:srgbClr val="000099"/>
                </a:solidFill>
                <a:latin typeface="Times New Roman" panose="02020603050405020304" pitchFamily="18" charset="0"/>
                <a:ea typeface="华文中宋" panose="02010600040101010101" pitchFamily="2" charset="-122"/>
              </a:defRPr>
            </a:lvl1pPr>
            <a:lvl2pPr marL="742950" indent="-285750">
              <a:lnSpc>
                <a:spcPct val="120000"/>
              </a:lnSpc>
              <a:buChar char="•"/>
              <a:defRPr kumimoji="1" sz="2000">
                <a:solidFill>
                  <a:srgbClr val="000099"/>
                </a:solidFill>
                <a:latin typeface="Times New Roman" panose="02020603050405020304" pitchFamily="18" charset="0"/>
                <a:ea typeface="华文中宋" panose="02010600040101010101" pitchFamily="2" charset="-122"/>
              </a:defRPr>
            </a:lvl2pPr>
            <a:lvl3pPr marL="1143000" indent="-228600">
              <a:lnSpc>
                <a:spcPct val="120000"/>
              </a:lnSpc>
              <a:buChar char="•"/>
              <a:defRPr kumimoji="1" sz="2000">
                <a:solidFill>
                  <a:srgbClr val="000099"/>
                </a:solidFill>
                <a:latin typeface="Times New Roman" panose="02020603050405020304" pitchFamily="18" charset="0"/>
                <a:ea typeface="华文中宋" panose="02010600040101010101" pitchFamily="2" charset="-122"/>
              </a:defRPr>
            </a:lvl3pPr>
            <a:lvl4pPr marL="1600200" indent="-228600">
              <a:lnSpc>
                <a:spcPct val="120000"/>
              </a:lnSpc>
              <a:buChar char="•"/>
              <a:defRPr kumimoji="1" sz="2000">
                <a:solidFill>
                  <a:srgbClr val="000099"/>
                </a:solidFill>
                <a:latin typeface="Times New Roman" panose="02020603050405020304" pitchFamily="18" charset="0"/>
                <a:ea typeface="华文中宋" panose="02010600040101010101" pitchFamily="2" charset="-122"/>
              </a:defRPr>
            </a:lvl4pPr>
            <a:lvl5pPr marL="2057400" indent="-228600">
              <a:lnSpc>
                <a:spcPct val="120000"/>
              </a:lnSpc>
              <a:buChar char="•"/>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buFontTx/>
              <a:buNone/>
            </a:pPr>
            <a:r>
              <a:rPr lang="zh-CN" altLang="en-US" dirty="0">
                <a:latin typeface="华文中宋" panose="02010600040101010101" pitchFamily="2" charset="-122"/>
              </a:rPr>
              <a:t>　　</a:t>
            </a:r>
            <a:r>
              <a:rPr lang="zh-CN" altLang="en-US" sz="2400" dirty="0">
                <a:latin typeface="黑体" panose="02010609060101010101" pitchFamily="49" charset="-122"/>
                <a:ea typeface="黑体" panose="02010609060101010101" pitchFamily="49" charset="-122"/>
              </a:rPr>
              <a:t>滚动轴承的寿命主要是指</a:t>
            </a:r>
            <a:r>
              <a:rPr lang="zh-CN" altLang="en-US" sz="2400" dirty="0">
                <a:solidFill>
                  <a:srgbClr val="FF0000"/>
                </a:solidFill>
                <a:latin typeface="黑体" panose="02010609060101010101" pitchFamily="49" charset="-122"/>
                <a:ea typeface="黑体" panose="02010609060101010101" pitchFamily="49" charset="-122"/>
              </a:rPr>
              <a:t>轴承的疲劳寿命</a:t>
            </a:r>
            <a:r>
              <a:rPr lang="zh-CN" altLang="en-US" sz="2400" dirty="0">
                <a:latin typeface="黑体" panose="02010609060101010101" pitchFamily="49" charset="-122"/>
                <a:ea typeface="黑体" panose="02010609060101010101" pitchFamily="49" charset="-122"/>
              </a:rPr>
              <a:t>，由于疲劳寿命与概率密切相关率，因此轴承的寿命必然与可靠性问题相关。</a:t>
            </a:r>
            <a:endParaRPr lang="zh-CN" altLang="en-US" sz="2400" dirty="0">
              <a:latin typeface="黑体" panose="02010609060101010101" pitchFamily="49" charset="-122"/>
              <a:ea typeface="黑体" panose="02010609060101010101" pitchFamily="49" charset="-122"/>
            </a:endParaRPr>
          </a:p>
        </p:txBody>
      </p:sp>
      <p:pic>
        <p:nvPicPr>
          <p:cNvPr id="21552" name="Picture 48" descr="rewind1">
            <a:hlinkClick r:id="" action="ppaction://hlinkshowjump?jump=firstslide"/>
          </p:cNvPr>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8378825" y="6489700"/>
            <a:ext cx="306388" cy="306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1553" name="Text Box 49"/>
          <p:cNvSpPr txBox="1">
            <a:spLocks noChangeArrowheads="1"/>
          </p:cNvSpPr>
          <p:nvPr/>
        </p:nvSpPr>
        <p:spPr bwMode="auto">
          <a:xfrm>
            <a:off x="7475882" y="6306240"/>
            <a:ext cx="9271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571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120000"/>
              </a:lnSpc>
              <a:buChar char="•"/>
              <a:defRPr kumimoji="1" sz="2000">
                <a:solidFill>
                  <a:srgbClr val="000099"/>
                </a:solidFill>
                <a:latin typeface="Times New Roman" panose="02020603050405020304" pitchFamily="18" charset="0"/>
                <a:ea typeface="华文中宋" panose="02010600040101010101" pitchFamily="2" charset="-122"/>
              </a:defRPr>
            </a:lvl1pPr>
            <a:lvl2pPr marL="742950" indent="-285750">
              <a:lnSpc>
                <a:spcPct val="120000"/>
              </a:lnSpc>
              <a:buChar char="•"/>
              <a:defRPr kumimoji="1" sz="2000">
                <a:solidFill>
                  <a:srgbClr val="000099"/>
                </a:solidFill>
                <a:latin typeface="Times New Roman" panose="02020603050405020304" pitchFamily="18" charset="0"/>
                <a:ea typeface="华文中宋" panose="02010600040101010101" pitchFamily="2" charset="-122"/>
              </a:defRPr>
            </a:lvl2pPr>
            <a:lvl3pPr marL="1143000" indent="-228600">
              <a:lnSpc>
                <a:spcPct val="120000"/>
              </a:lnSpc>
              <a:buChar char="•"/>
              <a:defRPr kumimoji="1" sz="2000">
                <a:solidFill>
                  <a:srgbClr val="000099"/>
                </a:solidFill>
                <a:latin typeface="Times New Roman" panose="02020603050405020304" pitchFamily="18" charset="0"/>
                <a:ea typeface="华文中宋" panose="02010600040101010101" pitchFamily="2" charset="-122"/>
              </a:defRPr>
            </a:lvl3pPr>
            <a:lvl4pPr marL="1600200" indent="-228600">
              <a:lnSpc>
                <a:spcPct val="120000"/>
              </a:lnSpc>
              <a:buChar char="•"/>
              <a:defRPr kumimoji="1" sz="2000">
                <a:solidFill>
                  <a:srgbClr val="000099"/>
                </a:solidFill>
                <a:latin typeface="Times New Roman" panose="02020603050405020304" pitchFamily="18" charset="0"/>
                <a:ea typeface="华文中宋" panose="02010600040101010101" pitchFamily="2" charset="-122"/>
              </a:defRPr>
            </a:lvl4pPr>
            <a:lvl5pPr marL="2057400" indent="-228600">
              <a:lnSpc>
                <a:spcPct val="120000"/>
              </a:lnSpc>
              <a:buChar char="•"/>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9pPr>
          </a:lstStyle>
          <a:p>
            <a:pPr algn="ctr" eaLnBrk="1" hangingPunct="1">
              <a:lnSpc>
                <a:spcPct val="100000"/>
              </a:lnSpc>
              <a:spcBef>
                <a:spcPct val="50000"/>
              </a:spcBef>
              <a:buFontTx/>
              <a:buNone/>
            </a:pPr>
            <a:r>
              <a:rPr lang="en-US" altLang="zh-CN" sz="1800">
                <a:latin typeface="华文中宋" panose="02010600040101010101" pitchFamily="2" charset="-122"/>
              </a:rPr>
              <a:t>  </a:t>
            </a:r>
            <a:endParaRPr lang="en-US" altLang="zh-CN" sz="1800">
              <a:latin typeface="华文中宋" panose="02010600040101010101" pitchFamily="2" charset="-122"/>
            </a:endParaRPr>
          </a:p>
        </p:txBody>
      </p:sp>
      <p:pic>
        <p:nvPicPr>
          <p:cNvPr id="21554" name="Picture 50" descr="NEXT1">
            <a:hlinkClick r:id="" tooltip="下一页" action="ppaction://hlinkshowjump?jump=nextslide"/>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774113" y="6483350"/>
            <a:ext cx="306387" cy="306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8" name="直接连接符 6"/>
          <p:cNvSpPr>
            <a:spLocks noChangeShapeType="1"/>
          </p:cNvSpPr>
          <p:nvPr/>
        </p:nvSpPr>
        <p:spPr bwMode="auto">
          <a:xfrm>
            <a:off x="0" y="765175"/>
            <a:ext cx="9144000" cy="0"/>
          </a:xfrm>
          <a:prstGeom prst="line">
            <a:avLst/>
          </a:prstGeom>
          <a:noFill/>
          <a:ln w="28575">
            <a:solidFill>
              <a:srgbClr val="CC3300"/>
            </a:solidFill>
            <a:miter lim="800000"/>
          </a:ln>
          <a:extLst>
            <a:ext uri="{909E8E84-426E-40DD-AFC4-6F175D3DCCD1}">
              <a14:hiddenFill xmlns:a14="http://schemas.microsoft.com/office/drawing/2010/main">
                <a:noFill/>
              </a14:hiddenFill>
            </a:ext>
          </a:extLst>
        </p:spPr>
        <p:txBody>
          <a:bodyPr/>
          <a:lstStyle/>
          <a:p>
            <a:endParaRPr lang="zh-CN" altLang="en-US"/>
          </a:p>
        </p:txBody>
      </p:sp>
    </p:spTree>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21539"/>
                                        </p:tgtEl>
                                        <p:attrNameLst>
                                          <p:attrName>style.visibility</p:attrName>
                                        </p:attrNameLst>
                                      </p:cBhvr>
                                      <p:to>
                                        <p:strVal val="visible"/>
                                      </p:to>
                                    </p:set>
                                    <p:animEffect transition="in" filter="wipe(left)">
                                      <p:cBhvr>
                                        <p:cTn id="7" dur="500"/>
                                        <p:tgtEl>
                                          <p:spTgt spid="21539"/>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21540"/>
                                        </p:tgtEl>
                                        <p:attrNameLst>
                                          <p:attrName>style.visibility</p:attrName>
                                        </p:attrNameLst>
                                      </p:cBhvr>
                                      <p:to>
                                        <p:strVal val="visible"/>
                                      </p:to>
                                    </p:set>
                                    <p:animEffect transition="in" filter="wipe(left)">
                                      <p:cBhvr>
                                        <p:cTn id="12" dur="500"/>
                                        <p:tgtEl>
                                          <p:spTgt spid="21540"/>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21541"/>
                                        </p:tgtEl>
                                        <p:attrNameLst>
                                          <p:attrName>style.visibility</p:attrName>
                                        </p:attrNameLst>
                                      </p:cBhvr>
                                      <p:to>
                                        <p:strVal val="visible"/>
                                      </p:to>
                                    </p:set>
                                    <p:animEffect transition="in" filter="wipe(left)">
                                      <p:cBhvr>
                                        <p:cTn id="17" dur="500"/>
                                        <p:tgtEl>
                                          <p:spTgt spid="21541"/>
                                        </p:tgtEl>
                                      </p:cBhvr>
                                    </p:animEffect>
                                  </p:childTnLst>
                                </p:cTn>
                              </p:par>
                            </p:childTnLst>
                          </p:cTn>
                        </p:par>
                        <p:par>
                          <p:cTn id="18" fill="hold">
                            <p:stCondLst>
                              <p:cond delay="500"/>
                            </p:stCondLst>
                            <p:childTnLst>
                              <p:par>
                                <p:cTn id="19" presetID="1" presetClass="entr" presetSubtype="0" fill="hold" nodeType="afterEffect">
                                  <p:stCondLst>
                                    <p:cond delay="0"/>
                                  </p:stCondLst>
                                  <p:childTnLst>
                                    <p:set>
                                      <p:cBhvr>
                                        <p:cTn id="20" dur="1" fill="hold">
                                          <p:stCondLst>
                                            <p:cond delay="499"/>
                                          </p:stCondLst>
                                        </p:cTn>
                                        <p:tgtEl>
                                          <p:spTgt spid="21554"/>
                                        </p:tgtEl>
                                        <p:attrNameLst>
                                          <p:attrName>style.visibility</p:attrName>
                                        </p:attrNameLst>
                                      </p:cBhvr>
                                      <p:to>
                                        <p:strVal val="visible"/>
                                      </p:to>
                                    </p:set>
                                  </p:childTnLst>
                                </p:cTn>
                              </p:par>
                            </p:childTnLst>
                          </p:cTn>
                        </p:par>
                        <p:par>
                          <p:cTn id="21" fill="hold">
                            <p:stCondLst>
                              <p:cond delay="1000"/>
                            </p:stCondLst>
                            <p:childTnLst>
                              <p:par>
                                <p:cTn id="22" presetID="2" presetClass="entr" presetSubtype="8" fill="hold" nodeType="afterEffect">
                                  <p:stCondLst>
                                    <p:cond delay="0"/>
                                  </p:stCondLst>
                                  <p:childTnLst>
                                    <p:set>
                                      <p:cBhvr>
                                        <p:cTn id="23" dur="1" fill="hold">
                                          <p:stCondLst>
                                            <p:cond delay="0"/>
                                          </p:stCondLst>
                                        </p:cTn>
                                        <p:tgtEl>
                                          <p:spTgt spid="21552"/>
                                        </p:tgtEl>
                                        <p:attrNameLst>
                                          <p:attrName>style.visibility</p:attrName>
                                        </p:attrNameLst>
                                      </p:cBhvr>
                                      <p:to>
                                        <p:strVal val="visible"/>
                                      </p:to>
                                    </p:set>
                                    <p:anim calcmode="lin" valueType="num">
                                      <p:cBhvr additive="base">
                                        <p:cTn id="24" dur="500" fill="hold"/>
                                        <p:tgtEl>
                                          <p:spTgt spid="21552"/>
                                        </p:tgtEl>
                                        <p:attrNameLst>
                                          <p:attrName>ppt_x</p:attrName>
                                        </p:attrNameLst>
                                      </p:cBhvr>
                                      <p:tavLst>
                                        <p:tav tm="0">
                                          <p:val>
                                            <p:strVal val="0-#ppt_w/2"/>
                                          </p:val>
                                        </p:tav>
                                        <p:tav tm="100000">
                                          <p:val>
                                            <p:strVal val="#ppt_x"/>
                                          </p:val>
                                        </p:tav>
                                      </p:tavLst>
                                    </p:anim>
                                    <p:anim calcmode="lin" valueType="num">
                                      <p:cBhvr additive="base">
                                        <p:cTn id="25" dur="500" fill="hold"/>
                                        <p:tgtEl>
                                          <p:spTgt spid="21552"/>
                                        </p:tgtEl>
                                        <p:attrNameLst>
                                          <p:attrName>ppt_y</p:attrName>
                                        </p:attrNameLst>
                                      </p:cBhvr>
                                      <p:tavLst>
                                        <p:tav tm="0">
                                          <p:val>
                                            <p:strVal val="#ppt_y"/>
                                          </p:val>
                                        </p:tav>
                                        <p:tav tm="100000">
                                          <p:val>
                                            <p:strVal val="#ppt_y"/>
                                          </p:val>
                                        </p:tav>
                                      </p:tavLst>
                                    </p:anim>
                                  </p:childTnLst>
                                </p:cTn>
                              </p:par>
                            </p:childTnLst>
                          </p:cTn>
                        </p:par>
                      </p:childTnLst>
                    </p:cTn>
                  </p:par>
                  <p:par>
                    <p:cTn id="26" fill="hold">
                      <p:stCondLst>
                        <p:cond delay="indefinite"/>
                      </p:stCondLst>
                      <p:childTnLst>
                        <p:par>
                          <p:cTn id="27" fill="hold">
                            <p:stCondLst>
                              <p:cond delay="0"/>
                            </p:stCondLst>
                            <p:childTnLst>
                              <p:par>
                                <p:cTn id="28" presetID="2" presetClass="entr" presetSubtype="8" fill="hold" grpId="0" nodeType="clickEffect">
                                  <p:stCondLst>
                                    <p:cond delay="0"/>
                                  </p:stCondLst>
                                  <p:childTnLst>
                                    <p:set>
                                      <p:cBhvr>
                                        <p:cTn id="29" dur="1" fill="hold">
                                          <p:stCondLst>
                                            <p:cond delay="0"/>
                                          </p:stCondLst>
                                        </p:cTn>
                                        <p:tgtEl>
                                          <p:spTgt spid="21553"/>
                                        </p:tgtEl>
                                        <p:attrNameLst>
                                          <p:attrName>style.visibility</p:attrName>
                                        </p:attrNameLst>
                                      </p:cBhvr>
                                      <p:to>
                                        <p:strVal val="visible"/>
                                      </p:to>
                                    </p:set>
                                    <p:anim calcmode="lin" valueType="num">
                                      <p:cBhvr additive="base">
                                        <p:cTn id="30" dur="500" fill="hold"/>
                                        <p:tgtEl>
                                          <p:spTgt spid="21553"/>
                                        </p:tgtEl>
                                        <p:attrNameLst>
                                          <p:attrName>ppt_x</p:attrName>
                                        </p:attrNameLst>
                                      </p:cBhvr>
                                      <p:tavLst>
                                        <p:tav tm="0">
                                          <p:val>
                                            <p:strVal val="0-#ppt_w/2"/>
                                          </p:val>
                                        </p:tav>
                                        <p:tav tm="100000">
                                          <p:val>
                                            <p:strVal val="#ppt_x"/>
                                          </p:val>
                                        </p:tav>
                                      </p:tavLst>
                                    </p:anim>
                                    <p:anim calcmode="lin" valueType="num">
                                      <p:cBhvr additive="base">
                                        <p:cTn id="31" dur="500" fill="hold"/>
                                        <p:tgtEl>
                                          <p:spTgt spid="21553"/>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539" grpId="0" bldLvl="0" animBg="1" autoUpdateAnimBg="0"/>
      <p:bldP spid="21540" grpId="0" bldLvl="0" animBg="1" autoUpdateAnimBg="0"/>
      <p:bldP spid="21541" grpId="0" bldLvl="0" animBg="1" autoUpdateAnimBg="0"/>
      <p:bldP spid="21553" grpId="0" autoUpdateAnimBg="0"/>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9874" name="Rectangle 2"/>
          <p:cNvSpPr>
            <a:spLocks noGrp="1" noChangeArrowheads="1"/>
          </p:cNvSpPr>
          <p:nvPr>
            <p:ph idx="1"/>
          </p:nvPr>
        </p:nvSpPr>
        <p:spPr>
          <a:xfrm>
            <a:off x="180340" y="3169285"/>
            <a:ext cx="5771515" cy="2075180"/>
          </a:xfrm>
        </p:spPr>
        <p:txBody>
          <a:bodyPr/>
          <a:lstStyle/>
          <a:p>
            <a:pPr marL="342900" marR="0" lvl="0" indent="-342900" algn="l" defTabSz="914400" rtl="0" latinLnBrk="0">
              <a:lnSpc>
                <a:spcPct val="150000"/>
              </a:lnSpc>
              <a:spcBef>
                <a:spcPts val="0"/>
              </a:spcBef>
              <a:spcAft>
                <a:spcPct val="0"/>
              </a:spcAft>
              <a:buClr>
                <a:schemeClr val="hlink"/>
              </a:buClr>
              <a:buSzPct val="110000"/>
              <a:buFontTx/>
              <a:buNone/>
              <a:defRPr/>
            </a:pPr>
            <a:r>
              <a:rPr kumimoji="1" lang="en-US" altLang="zh-CN" sz="2000" i="0" u="none" strike="noStrike" kern="1200" cap="none" spc="0" normalizeH="0" baseline="0" noProof="0" dirty="0" smtClean="0">
                <a:ln>
                  <a:noFill/>
                </a:ln>
                <a:solidFill>
                  <a:srgbClr val="0000FF"/>
                </a:solidFill>
                <a:effectLst/>
                <a:uLnTx/>
                <a:uFillTx/>
                <a:latin typeface="黑体" panose="02010609060101010101" pitchFamily="49" charset="-122"/>
                <a:ea typeface="黑体" panose="02010609060101010101" pitchFamily="49" charset="-122"/>
                <a:cs typeface="黑体" panose="02010609060101010101" pitchFamily="49" charset="-122"/>
              </a:rPr>
              <a:t>1.</a:t>
            </a:r>
            <a:r>
              <a:rPr kumimoji="1" lang="zh-CN" altLang="en-US" sz="2000" i="0" u="none" strike="noStrike" kern="1200" cap="none" spc="0" normalizeH="0" baseline="0" noProof="0" dirty="0" smtClean="0">
                <a:ln>
                  <a:noFill/>
                </a:ln>
                <a:solidFill>
                  <a:srgbClr val="0000FF"/>
                </a:solidFill>
                <a:effectLst/>
                <a:uLnTx/>
                <a:uFillTx/>
                <a:latin typeface="黑体" panose="02010609060101010101" pitchFamily="49" charset="-122"/>
                <a:ea typeface="黑体" panose="02010609060101010101" pitchFamily="49" charset="-122"/>
                <a:cs typeface="黑体" panose="02010609060101010101" pitchFamily="49" charset="-122"/>
              </a:rPr>
              <a:t>基本额定寿命 </a:t>
            </a:r>
            <a:r>
              <a:rPr kumimoji="1" lang="en-US" altLang="zh-CN" sz="2000" i="0" u="none" strike="noStrike" kern="1200" cap="none" spc="0" normalizeH="0" baseline="0" noProof="0" dirty="0" smtClean="0">
                <a:ln>
                  <a:noFill/>
                </a:ln>
                <a:solidFill>
                  <a:srgbClr val="0000FF"/>
                </a:solidFill>
                <a:effectLst/>
                <a:uLnTx/>
                <a:uFillTx/>
                <a:latin typeface="黑体" panose="02010609060101010101" pitchFamily="49" charset="-122"/>
                <a:ea typeface="黑体" panose="02010609060101010101" pitchFamily="49" charset="-122"/>
                <a:cs typeface="黑体" panose="02010609060101010101" pitchFamily="49" charset="-122"/>
              </a:rPr>
              <a:t>L</a:t>
            </a:r>
            <a:r>
              <a:rPr kumimoji="1" lang="en-US" altLang="zh-CN" sz="2000" i="0" u="none" strike="noStrike" kern="1200" cap="none" spc="0" normalizeH="0" baseline="-25000" noProof="0" dirty="0" smtClean="0">
                <a:ln>
                  <a:noFill/>
                </a:ln>
                <a:solidFill>
                  <a:srgbClr val="0000FF"/>
                </a:solidFill>
                <a:effectLst/>
                <a:uLnTx/>
                <a:uFillTx/>
                <a:latin typeface="黑体" panose="02010609060101010101" pitchFamily="49" charset="-122"/>
                <a:ea typeface="黑体" panose="02010609060101010101" pitchFamily="49" charset="-122"/>
                <a:cs typeface="黑体" panose="02010609060101010101" pitchFamily="49" charset="-122"/>
              </a:rPr>
              <a:t>10</a:t>
            </a:r>
            <a:r>
              <a:rPr kumimoji="1" lang="zh-CN" altLang="en-US" sz="2000" i="0" u="none" strike="noStrike" kern="1200" cap="none" spc="0" normalizeH="0" baseline="0" noProof="0" dirty="0" smtClean="0">
                <a:ln>
                  <a:noFill/>
                </a:ln>
                <a:solidFill>
                  <a:srgbClr val="0000FF"/>
                </a:solidFill>
                <a:effectLst/>
                <a:uLnTx/>
                <a:uFillTx/>
                <a:latin typeface="黑体" panose="02010609060101010101" pitchFamily="49" charset="-122"/>
                <a:ea typeface="黑体" panose="02010609060101010101" pitchFamily="49" charset="-122"/>
                <a:cs typeface="黑体" panose="02010609060101010101" pitchFamily="49" charset="-122"/>
              </a:rPr>
              <a:t>：</a:t>
            </a:r>
            <a:endParaRPr kumimoji="1" lang="zh-CN" altLang="en-US" sz="2000" i="0" u="none" strike="noStrike" kern="1200" cap="none" spc="0" normalizeH="0" baseline="0" noProof="0" dirty="0">
              <a:ln>
                <a:noFill/>
              </a:ln>
              <a:solidFill>
                <a:srgbClr val="0000FF"/>
              </a:solidFill>
              <a:effectLst/>
              <a:uLnTx/>
              <a:uFillTx/>
              <a:latin typeface="黑体" panose="02010609060101010101" pitchFamily="49" charset="-122"/>
              <a:ea typeface="黑体" panose="02010609060101010101" pitchFamily="49" charset="-122"/>
              <a:cs typeface="黑体" panose="02010609060101010101" pitchFamily="49" charset="-122"/>
            </a:endParaRPr>
          </a:p>
          <a:p>
            <a:pPr marL="342900" marR="0" lvl="0" indent="-342900" algn="l" defTabSz="914400" rtl="0" latinLnBrk="0">
              <a:lnSpc>
                <a:spcPct val="120000"/>
              </a:lnSpc>
              <a:spcBef>
                <a:spcPts val="0"/>
              </a:spcBef>
              <a:spcAft>
                <a:spcPct val="0"/>
              </a:spcAft>
              <a:buClr>
                <a:schemeClr val="hlink"/>
              </a:buClr>
              <a:buSzPct val="110000"/>
              <a:buFontTx/>
              <a:buNone/>
              <a:defRPr/>
            </a:pPr>
            <a:r>
              <a:rPr kumimoji="1" lang="zh-CN" altLang="en-US" sz="2000" b="1" i="0" u="none" strike="noStrike" kern="1200" cap="none" spc="0" normalizeH="0" baseline="0" noProof="0" dirty="0">
                <a:ln>
                  <a:noFill/>
                </a:ln>
                <a:solidFill>
                  <a:schemeClr val="tx1"/>
                </a:solidFill>
                <a:effectLst>
                  <a:outerShdw blurRad="38100" dist="38100" dir="2700000" algn="tl">
                    <a:srgbClr val="FFFFFF"/>
                  </a:outerShdw>
                </a:effectLst>
                <a:uLnTx/>
                <a:uFillTx/>
                <a:latin typeface="仿宋_GB2312" pitchFamily="49" charset="-122"/>
                <a:ea typeface="仿宋_GB2312" pitchFamily="49" charset="-122"/>
                <a:cs typeface="+mn-cs"/>
              </a:rPr>
              <a:t>　  </a:t>
            </a:r>
            <a:r>
              <a:rPr kumimoji="1" lang="zh-CN" altLang="en-US" sz="2000" i="0" u="none" strike="noStrike" kern="1200" cap="none" spc="0" normalizeH="0" baseline="0" noProof="0" dirty="0">
                <a:ln>
                  <a:noFill/>
                </a:ln>
                <a:solidFill>
                  <a:schemeClr val="tx1"/>
                </a:solidFill>
                <a:effectLst>
                  <a:outerShdw blurRad="38100" dist="38100" dir="2700000" algn="tl">
                    <a:srgbClr val="FFFFFF"/>
                  </a:outerShdw>
                </a:effectLst>
                <a:uLnTx/>
                <a:uFillTx/>
                <a:latin typeface="黑体" panose="02010609060101010101" pitchFamily="49" charset="-122"/>
                <a:ea typeface="黑体" panose="02010609060101010101" pitchFamily="49" charset="-122"/>
                <a:cs typeface="黑体" panose="02010609060101010101" pitchFamily="49" charset="-122"/>
              </a:rPr>
              <a:t>一批同样的轴承在一定的使用条件下运转</a:t>
            </a:r>
            <a:r>
              <a:rPr kumimoji="1" lang="zh-CN" altLang="en-US" sz="2000" i="0" u="none" strike="noStrike" kern="1200" cap="none" spc="0" normalizeH="0" baseline="0" noProof="0" dirty="0" smtClean="0">
                <a:ln>
                  <a:noFill/>
                </a:ln>
                <a:solidFill>
                  <a:schemeClr val="tx1"/>
                </a:solidFill>
                <a:effectLst>
                  <a:outerShdw blurRad="38100" dist="38100" dir="2700000" algn="tl">
                    <a:srgbClr val="FFFFFF"/>
                  </a:outerShdw>
                </a:effectLst>
                <a:uLnTx/>
                <a:uFillTx/>
                <a:latin typeface="黑体" panose="02010609060101010101" pitchFamily="49" charset="-122"/>
                <a:ea typeface="黑体" panose="02010609060101010101" pitchFamily="49" charset="-122"/>
                <a:cs typeface="黑体" panose="02010609060101010101" pitchFamily="49" charset="-122"/>
              </a:rPr>
              <a:t>，</a:t>
            </a:r>
            <a:r>
              <a:rPr kumimoji="1" lang="zh-CN" altLang="en-US" sz="2000" i="0" u="none" strike="noStrike" kern="1200" cap="none" spc="0" normalizeH="0" baseline="0" noProof="0" dirty="0" smtClean="0">
                <a:ln>
                  <a:noFill/>
                </a:ln>
                <a:solidFill>
                  <a:schemeClr val="tx1"/>
                </a:solidFill>
                <a:effectLst/>
                <a:uLnTx/>
                <a:uFillTx/>
                <a:latin typeface="黑体" panose="02010609060101010101" pitchFamily="49" charset="-122"/>
                <a:ea typeface="黑体" panose="02010609060101010101" pitchFamily="49" charset="-122"/>
                <a:cs typeface="黑体" panose="02010609060101010101" pitchFamily="49" charset="-122"/>
              </a:rPr>
              <a:t>以</a:t>
            </a:r>
            <a:r>
              <a:rPr kumimoji="1" lang="zh-CN" altLang="en-US" sz="2000" i="0" u="none" strike="noStrike" kern="1200" cap="none" spc="0" normalizeH="0" baseline="0" noProof="0" dirty="0">
                <a:ln>
                  <a:noFill/>
                </a:ln>
                <a:solidFill>
                  <a:schemeClr val="tx1"/>
                </a:solidFill>
                <a:effectLst/>
                <a:uLnTx/>
                <a:uFillTx/>
                <a:latin typeface="黑体" panose="02010609060101010101" pitchFamily="49" charset="-122"/>
                <a:ea typeface="黑体" panose="02010609060101010101" pitchFamily="49" charset="-122"/>
                <a:cs typeface="黑体" panose="02010609060101010101" pitchFamily="49" charset="-122"/>
              </a:rPr>
              <a:t>其中</a:t>
            </a:r>
            <a:r>
              <a:rPr kumimoji="1" lang="en-US" altLang="zh-CN" sz="2000" i="0" u="none" strike="noStrike" kern="1200" cap="none" spc="0" normalizeH="0" baseline="0" noProof="0" dirty="0">
                <a:ln>
                  <a:noFill/>
                </a:ln>
                <a:solidFill>
                  <a:srgbClr val="FF0000"/>
                </a:solidFill>
                <a:effectLst/>
                <a:uLnTx/>
                <a:uFillTx/>
                <a:latin typeface="黑体" panose="02010609060101010101" pitchFamily="49" charset="-122"/>
                <a:ea typeface="黑体" panose="02010609060101010101" pitchFamily="49" charset="-122"/>
                <a:cs typeface="黑体" panose="02010609060101010101" pitchFamily="49" charset="-122"/>
              </a:rPr>
              <a:t>90</a:t>
            </a:r>
            <a:r>
              <a:rPr kumimoji="1" lang="zh-CN" altLang="en-US" sz="2000" i="0" u="none" strike="noStrike" kern="1200" cap="none" spc="0" normalizeH="0" baseline="0" noProof="0" dirty="0" smtClean="0">
                <a:ln>
                  <a:noFill/>
                </a:ln>
                <a:solidFill>
                  <a:srgbClr val="FF0000"/>
                </a:solidFill>
                <a:effectLst/>
                <a:uLnTx/>
                <a:uFillTx/>
                <a:latin typeface="黑体" panose="02010609060101010101" pitchFamily="49" charset="-122"/>
                <a:ea typeface="黑体" panose="02010609060101010101" pitchFamily="49" charset="-122"/>
                <a:cs typeface="黑体" panose="02010609060101010101" pitchFamily="49" charset="-122"/>
              </a:rPr>
              <a:t>％</a:t>
            </a:r>
            <a:endParaRPr kumimoji="1" lang="en-US" altLang="zh-CN" sz="2000" i="0" u="none" strike="noStrike" kern="1200" cap="none" spc="0" normalizeH="0" baseline="0" noProof="0" dirty="0" smtClean="0">
              <a:ln>
                <a:noFill/>
              </a:ln>
              <a:solidFill>
                <a:srgbClr val="FF0000"/>
              </a:solidFill>
              <a:effectLst/>
              <a:uLnTx/>
              <a:uFillTx/>
              <a:latin typeface="黑体" panose="02010609060101010101" pitchFamily="49" charset="-122"/>
              <a:ea typeface="黑体" panose="02010609060101010101" pitchFamily="49" charset="-122"/>
              <a:cs typeface="黑体" panose="02010609060101010101" pitchFamily="49" charset="-122"/>
            </a:endParaRPr>
          </a:p>
          <a:p>
            <a:pPr marL="342900" marR="0" lvl="0" indent="-342900" algn="l" defTabSz="914400" rtl="0" latinLnBrk="0">
              <a:lnSpc>
                <a:spcPct val="120000"/>
              </a:lnSpc>
              <a:spcBef>
                <a:spcPts val="0"/>
              </a:spcBef>
              <a:spcAft>
                <a:spcPct val="0"/>
              </a:spcAft>
              <a:buClr>
                <a:schemeClr val="hlink"/>
              </a:buClr>
              <a:buSzPct val="110000"/>
              <a:buFontTx/>
              <a:buNone/>
              <a:defRPr/>
            </a:pPr>
            <a:r>
              <a:rPr kumimoji="1" lang="zh-CN" altLang="en-US" sz="2000" i="0" u="none" strike="noStrike" kern="1200" cap="none" spc="0" normalizeH="0" baseline="0" noProof="0" dirty="0" smtClean="0">
                <a:ln>
                  <a:noFill/>
                </a:ln>
                <a:solidFill>
                  <a:srgbClr val="FF0000"/>
                </a:solidFill>
                <a:effectLst/>
                <a:uLnTx/>
                <a:uFillTx/>
                <a:latin typeface="黑体" panose="02010609060101010101" pitchFamily="49" charset="-122"/>
                <a:ea typeface="黑体" panose="02010609060101010101" pitchFamily="49" charset="-122"/>
                <a:cs typeface="黑体" panose="02010609060101010101" pitchFamily="49" charset="-122"/>
              </a:rPr>
              <a:t>不</a:t>
            </a:r>
            <a:r>
              <a:rPr kumimoji="1" lang="zh-CN" altLang="en-US" sz="2000" i="0" u="none" strike="noStrike" kern="1200" cap="none" spc="0" normalizeH="0" baseline="0" noProof="0" dirty="0">
                <a:ln>
                  <a:noFill/>
                </a:ln>
                <a:solidFill>
                  <a:srgbClr val="FF0000"/>
                </a:solidFill>
                <a:effectLst/>
                <a:uLnTx/>
                <a:uFillTx/>
                <a:latin typeface="黑体" panose="02010609060101010101" pitchFamily="49" charset="-122"/>
                <a:ea typeface="黑体" panose="02010609060101010101" pitchFamily="49" charset="-122"/>
                <a:cs typeface="黑体" panose="02010609060101010101" pitchFamily="49" charset="-122"/>
              </a:rPr>
              <a:t>发生疲劳点蚀时，转过的总转数</a:t>
            </a:r>
            <a:r>
              <a:rPr kumimoji="1" lang="zh-CN" altLang="en-US" sz="2000" i="0" u="none" strike="noStrike" kern="1200" cap="none" spc="0" normalizeH="0" baseline="0" noProof="0" dirty="0" smtClean="0">
                <a:ln>
                  <a:noFill/>
                </a:ln>
                <a:solidFill>
                  <a:srgbClr val="FF0000"/>
                </a:solidFill>
                <a:effectLst/>
                <a:uLnTx/>
                <a:uFillTx/>
                <a:latin typeface="黑体" panose="02010609060101010101" pitchFamily="49" charset="-122"/>
                <a:ea typeface="黑体" panose="02010609060101010101" pitchFamily="49" charset="-122"/>
                <a:cs typeface="黑体" panose="02010609060101010101" pitchFamily="49" charset="-122"/>
              </a:rPr>
              <a:t>或在</a:t>
            </a:r>
            <a:r>
              <a:rPr kumimoji="1" lang="zh-CN" altLang="en-US" sz="2000" i="0" u="none" strike="noStrike" kern="1200" cap="none" spc="0" normalizeH="0" baseline="0" noProof="0" dirty="0">
                <a:ln>
                  <a:noFill/>
                </a:ln>
                <a:solidFill>
                  <a:srgbClr val="FF0000"/>
                </a:solidFill>
                <a:effectLst/>
                <a:uLnTx/>
                <a:uFillTx/>
                <a:latin typeface="黑体" panose="02010609060101010101" pitchFamily="49" charset="-122"/>
                <a:ea typeface="黑体" panose="02010609060101010101" pitchFamily="49" charset="-122"/>
                <a:cs typeface="黑体" panose="02010609060101010101" pitchFamily="49" charset="-122"/>
              </a:rPr>
              <a:t>一定转数下工作的</a:t>
            </a:r>
            <a:r>
              <a:rPr kumimoji="1" lang="zh-CN" altLang="en-US" sz="2000" i="0" u="none" strike="noStrike" kern="1200" cap="none" spc="0" normalizeH="0" baseline="0" noProof="0" dirty="0" smtClean="0">
                <a:ln>
                  <a:noFill/>
                </a:ln>
                <a:solidFill>
                  <a:srgbClr val="FF0000"/>
                </a:solidFill>
                <a:effectLst/>
                <a:uLnTx/>
                <a:uFillTx/>
                <a:latin typeface="黑体" panose="02010609060101010101" pitchFamily="49" charset="-122"/>
                <a:ea typeface="黑体" panose="02010609060101010101" pitchFamily="49" charset="-122"/>
                <a:cs typeface="黑体" panose="02010609060101010101" pitchFamily="49" charset="-122"/>
              </a:rPr>
              <a:t>总小时</a:t>
            </a:r>
            <a:r>
              <a:rPr kumimoji="1" lang="zh-CN" altLang="en-US" sz="2000" i="0" u="none" strike="noStrike" kern="1200" cap="none" spc="0" normalizeH="0" baseline="0" noProof="0" dirty="0">
                <a:ln>
                  <a:noFill/>
                </a:ln>
                <a:solidFill>
                  <a:srgbClr val="FF0000"/>
                </a:solidFill>
                <a:effectLst/>
                <a:uLnTx/>
                <a:uFillTx/>
                <a:latin typeface="黑体" panose="02010609060101010101" pitchFamily="49" charset="-122"/>
                <a:ea typeface="黑体" panose="02010609060101010101" pitchFamily="49" charset="-122"/>
                <a:cs typeface="黑体" panose="02010609060101010101" pitchFamily="49" charset="-122"/>
              </a:rPr>
              <a:t>数</a:t>
            </a:r>
            <a:r>
              <a:rPr kumimoji="1" lang="zh-CN" altLang="en-US" sz="2000" i="0" u="none" strike="noStrike" kern="1200" cap="none" spc="0" normalizeH="0" baseline="0" noProof="0" dirty="0">
                <a:ln>
                  <a:noFill/>
                </a:ln>
                <a:solidFill>
                  <a:srgbClr val="000000"/>
                </a:solidFill>
                <a:effectLst/>
                <a:uLnTx/>
                <a:uFillTx/>
                <a:latin typeface="黑体" panose="02010609060101010101" pitchFamily="49" charset="-122"/>
                <a:ea typeface="黑体" panose="02010609060101010101" pitchFamily="49" charset="-122"/>
                <a:cs typeface="黑体" panose="02010609060101010101" pitchFamily="49" charset="-122"/>
              </a:rPr>
              <a:t>。</a:t>
            </a:r>
            <a:endParaRPr kumimoji="1" lang="en-US" altLang="zh-CN" sz="2000" i="0" u="none" strike="noStrike" kern="1200" cap="none" spc="0" normalizeH="0" baseline="0" noProof="0" dirty="0">
              <a:ln>
                <a:noFill/>
              </a:ln>
              <a:solidFill>
                <a:srgbClr val="000000"/>
              </a:solidFill>
              <a:effectLst/>
              <a:uLnTx/>
              <a:uFillTx/>
              <a:latin typeface="黑体" panose="02010609060101010101" pitchFamily="49" charset="-122"/>
              <a:ea typeface="黑体" panose="02010609060101010101" pitchFamily="49" charset="-122"/>
              <a:cs typeface="黑体" panose="02010609060101010101" pitchFamily="49" charset="-122"/>
            </a:endParaRPr>
          </a:p>
        </p:txBody>
      </p:sp>
      <p:sp>
        <p:nvSpPr>
          <p:cNvPr id="79875" name="Rectangle 3"/>
          <p:cNvSpPr/>
          <p:nvPr/>
        </p:nvSpPr>
        <p:spPr>
          <a:xfrm>
            <a:off x="57468" y="818356"/>
            <a:ext cx="5059680" cy="534035"/>
          </a:xfrm>
          <a:prstGeom prst="rect">
            <a:avLst/>
          </a:prstGeom>
          <a:noFill/>
          <a:ln w="9525">
            <a:noFill/>
          </a:ln>
        </p:spPr>
        <p:txBody>
          <a:bodyPr wrap="none" anchor="ctr" anchorCtr="0">
            <a:spAutoFit/>
          </a:bodyPr>
          <a:p>
            <a:pPr indent="0" eaLnBrk="1" hangingPunct="1">
              <a:buNone/>
            </a:pPr>
            <a:r>
              <a:rPr lang="zh-CN" altLang="en-US" sz="2400" dirty="0">
                <a:solidFill>
                  <a:srgbClr val="C00000"/>
                </a:solidFill>
                <a:latin typeface="黑体" panose="02010609060101010101" pitchFamily="49" charset="-122"/>
                <a:ea typeface="黑体" panose="02010609060101010101" pitchFamily="49" charset="-122"/>
              </a:rPr>
              <a:t>一、基本额定寿命和基本额定动载荷</a:t>
            </a:r>
            <a:endParaRPr lang="zh-CN" altLang="en-US" sz="2400" dirty="0">
              <a:solidFill>
                <a:srgbClr val="C00000"/>
              </a:solidFill>
              <a:latin typeface="黑体" panose="02010609060101010101" pitchFamily="49" charset="-122"/>
              <a:ea typeface="黑体" panose="02010609060101010101" pitchFamily="49" charset="-122"/>
            </a:endParaRPr>
          </a:p>
        </p:txBody>
      </p:sp>
      <p:grpSp>
        <p:nvGrpSpPr>
          <p:cNvPr id="52" name="Group 131"/>
          <p:cNvGrpSpPr/>
          <p:nvPr/>
        </p:nvGrpSpPr>
        <p:grpSpPr>
          <a:xfrm>
            <a:off x="5619750" y="1271588"/>
            <a:ext cx="3227388" cy="3048000"/>
            <a:chOff x="3439" y="1144"/>
            <a:chExt cx="2033" cy="1920"/>
          </a:xfrm>
        </p:grpSpPr>
        <p:graphicFrame>
          <p:nvGraphicFramePr>
            <p:cNvPr id="38921" name="Object 132"/>
            <p:cNvGraphicFramePr>
              <a:graphicFrameLocks noChangeAspect="1"/>
            </p:cNvGraphicFramePr>
            <p:nvPr/>
          </p:nvGraphicFramePr>
          <p:xfrm>
            <a:off x="3648" y="1144"/>
            <a:ext cx="1824" cy="1920"/>
          </p:xfrm>
          <a:graphic>
            <a:graphicData uri="http://schemas.openxmlformats.org/presentationml/2006/ole">
              <mc:AlternateContent xmlns:mc="http://schemas.openxmlformats.org/markup-compatibility/2006">
                <mc:Choice xmlns:v="urn:schemas-microsoft-com:vml" Requires="v">
                  <p:oleObj spid="_x0000_s3078" name="" r:id="rId1" imgW="2895600" imgH="3048000" progId="Flash.Movie">
                    <p:embed/>
                  </p:oleObj>
                </mc:Choice>
                <mc:Fallback>
                  <p:oleObj name="" r:id="rId1" imgW="2895600" imgH="3048000" progId="Flash.Movie">
                    <p:embed/>
                    <p:pic>
                      <p:nvPicPr>
                        <p:cNvPr id="0" name="图片 3077"/>
                        <p:cNvPicPr/>
                        <p:nvPr/>
                      </p:nvPicPr>
                      <p:blipFill>
                        <a:blip r:embed="rId2"/>
                        <a:stretch>
                          <a:fillRect/>
                        </a:stretch>
                      </p:blipFill>
                      <p:spPr>
                        <a:xfrm>
                          <a:off x="3648" y="1144"/>
                          <a:ext cx="1824" cy="1920"/>
                        </a:xfrm>
                        <a:prstGeom prst="rect">
                          <a:avLst/>
                        </a:prstGeom>
                        <a:noFill/>
                        <a:ln w="38100">
                          <a:noFill/>
                          <a:miter/>
                        </a:ln>
                      </p:spPr>
                    </p:pic>
                  </p:oleObj>
                </mc:Fallback>
              </mc:AlternateContent>
            </a:graphicData>
          </a:graphic>
        </p:graphicFrame>
        <p:sp>
          <p:nvSpPr>
            <p:cNvPr id="38922" name="Text Box 133"/>
            <p:cNvSpPr txBox="1"/>
            <p:nvPr/>
          </p:nvSpPr>
          <p:spPr>
            <a:xfrm rot="-5400000">
              <a:off x="2852" y="1838"/>
              <a:ext cx="1404" cy="231"/>
            </a:xfrm>
            <a:prstGeom prst="rect">
              <a:avLst/>
            </a:prstGeom>
            <a:noFill/>
            <a:ln w="57150">
              <a:noFill/>
            </a:ln>
          </p:spPr>
          <p:txBody>
            <a:bodyPr wrap="none">
              <a:spAutoFit/>
            </a:bodyPr>
            <a:p>
              <a:pPr eaLnBrk="1" hangingPunct="1"/>
              <a:r>
                <a:rPr lang="zh-CN" altLang="en-US" sz="1800" dirty="0">
                  <a:solidFill>
                    <a:srgbClr val="0029A5"/>
                  </a:solidFill>
                  <a:latin typeface="Times New Roman" panose="02020603050405020304" pitchFamily="18" charset="0"/>
                </a:rPr>
                <a:t>轴承的寿命</a:t>
              </a:r>
              <a:r>
                <a:rPr lang="en-US" altLang="zh-CN" sz="1800" dirty="0">
                  <a:solidFill>
                    <a:srgbClr val="0029A5"/>
                  </a:solidFill>
                  <a:latin typeface="Times New Roman" panose="02020603050405020304" pitchFamily="18" charset="0"/>
                </a:rPr>
                <a:t>/</a:t>
              </a:r>
              <a:r>
                <a:rPr lang="zh-CN" altLang="en-US" sz="1800" dirty="0">
                  <a:solidFill>
                    <a:srgbClr val="0029A5"/>
                  </a:solidFill>
                  <a:latin typeface="Times New Roman" panose="02020603050405020304" pitchFamily="18" charset="0"/>
                </a:rPr>
                <a:t>（</a:t>
              </a:r>
              <a:r>
                <a:rPr lang="en-US" altLang="zh-CN" sz="1800" dirty="0">
                  <a:solidFill>
                    <a:srgbClr val="0029A5"/>
                  </a:solidFill>
                  <a:latin typeface="Times New Roman" panose="02020603050405020304" pitchFamily="18" charset="0"/>
                </a:rPr>
                <a:t>10</a:t>
              </a:r>
              <a:r>
                <a:rPr lang="en-US" altLang="zh-CN" sz="1800" baseline="30000" dirty="0">
                  <a:solidFill>
                    <a:srgbClr val="0029A5"/>
                  </a:solidFill>
                  <a:latin typeface="Times New Roman" panose="02020603050405020304" pitchFamily="18" charset="0"/>
                </a:rPr>
                <a:t>6</a:t>
              </a:r>
              <a:r>
                <a:rPr lang="en-US" altLang="zh-CN" sz="1800" dirty="0">
                  <a:solidFill>
                    <a:srgbClr val="0029A5"/>
                  </a:solidFill>
                  <a:latin typeface="Times New Roman" panose="02020603050405020304" pitchFamily="18" charset="0"/>
                </a:rPr>
                <a:t>r</a:t>
              </a:r>
              <a:r>
                <a:rPr lang="zh-CN" altLang="en-US" sz="1800" dirty="0">
                  <a:solidFill>
                    <a:srgbClr val="0029A5"/>
                  </a:solidFill>
                  <a:latin typeface="Times New Roman" panose="02020603050405020304" pitchFamily="18" charset="0"/>
                </a:rPr>
                <a:t>）</a:t>
              </a:r>
              <a:endParaRPr lang="zh-CN" altLang="en-US" sz="1800" dirty="0">
                <a:latin typeface="Times New Roman" panose="02020603050405020304" pitchFamily="18" charset="0"/>
              </a:endParaRPr>
            </a:p>
          </p:txBody>
        </p:sp>
      </p:grpSp>
      <p:sp>
        <p:nvSpPr>
          <p:cNvPr id="3" name="文本框 2"/>
          <p:cNvSpPr txBox="1"/>
          <p:nvPr/>
        </p:nvSpPr>
        <p:spPr>
          <a:xfrm>
            <a:off x="391478" y="1311910"/>
            <a:ext cx="4841875" cy="1711960"/>
          </a:xfrm>
          <a:prstGeom prst="rect">
            <a:avLst/>
          </a:prstGeom>
          <a:noFill/>
        </p:spPr>
        <p:txBody>
          <a:bodyPr>
            <a:spAutoFit/>
          </a:bodyPr>
          <a:lstStyle/>
          <a:p>
            <a:pPr marR="0" defTabSz="914400">
              <a:lnSpc>
                <a:spcPts val="4000"/>
              </a:lnSpc>
              <a:buClrTx/>
              <a:buSzTx/>
              <a:buFontTx/>
              <a:buNone/>
              <a:defRPr/>
            </a:pPr>
            <a:r>
              <a:rPr kumimoji="1" lang="zh-CN" altLang="en-US" sz="2400" kern="1200" cap="none" spc="0" normalizeH="0" baseline="0" noProof="0" dirty="0">
                <a:solidFill>
                  <a:srgbClr val="0000FF"/>
                </a:solidFill>
                <a:effectLst/>
                <a:latin typeface="黑体" panose="02010609060101010101" pitchFamily="49" charset="-122"/>
                <a:ea typeface="黑体" panose="02010609060101010101" pitchFamily="49" charset="-122"/>
                <a:cs typeface="+mn-cs"/>
              </a:rPr>
              <a:t>寿命：</a:t>
            </a:r>
            <a:endParaRPr kumimoji="1" lang="en-US" altLang="zh-CN" sz="2400" kern="1200" cap="none" spc="0" normalizeH="0" baseline="0" noProof="0" dirty="0">
              <a:solidFill>
                <a:srgbClr val="0000FF"/>
              </a:solidFill>
              <a:effectLst/>
              <a:latin typeface="黑体" panose="02010609060101010101" pitchFamily="49" charset="-122"/>
              <a:ea typeface="黑体" panose="02010609060101010101" pitchFamily="49" charset="-122"/>
              <a:cs typeface="+mn-cs"/>
            </a:endParaRPr>
          </a:p>
          <a:p>
            <a:pPr marR="0" defTabSz="914400" eaLnBrk="1" latinLnBrk="0" hangingPunct="1">
              <a:lnSpc>
                <a:spcPct val="120000"/>
              </a:lnSpc>
              <a:buClrTx/>
              <a:buSzTx/>
              <a:buFontTx/>
              <a:buNone/>
              <a:defRPr/>
            </a:pPr>
            <a:r>
              <a:rPr kumimoji="1" lang="zh-CN" altLang="en-US" kern="1200" cap="none" spc="0" normalizeH="0" baseline="0" noProof="0" dirty="0">
                <a:solidFill>
                  <a:schemeClr val="accent4">
                    <a:lumMod val="50000"/>
                  </a:schemeClr>
                </a:solidFill>
                <a:effectLst/>
                <a:latin typeface="黑体" panose="02010609060101010101" pitchFamily="49" charset="-122"/>
                <a:ea typeface="黑体" panose="02010609060101010101" pitchFamily="49" charset="-122"/>
                <a:cs typeface="+mn-cs"/>
              </a:rPr>
              <a:t>在一定的载荷下运转，任一滚动体或内、外圈出现疲劳点蚀时所转过的</a:t>
            </a:r>
            <a:r>
              <a:rPr kumimoji="1" lang="zh-CN" altLang="en-US" kern="1200" cap="none" spc="0" normalizeH="0" baseline="0" noProof="0" dirty="0">
                <a:solidFill>
                  <a:srgbClr val="FF0000"/>
                </a:solidFill>
                <a:effectLst/>
                <a:latin typeface="黑体" panose="02010609060101010101" pitchFamily="49" charset="-122"/>
                <a:ea typeface="黑体" panose="02010609060101010101" pitchFamily="49" charset="-122"/>
                <a:cs typeface="+mn-cs"/>
              </a:rPr>
              <a:t>总转数或在一定转数下工作的总小时数</a:t>
            </a:r>
            <a:r>
              <a:rPr kumimoji="1" lang="zh-CN" altLang="en-US" kern="1200" cap="none" spc="0" normalizeH="0" baseline="0" noProof="0" dirty="0">
                <a:solidFill>
                  <a:srgbClr val="000000"/>
                </a:solidFill>
                <a:effectLst/>
                <a:latin typeface="黑体" panose="02010609060101010101" pitchFamily="49" charset="-122"/>
                <a:ea typeface="黑体" panose="02010609060101010101" pitchFamily="49" charset="-122"/>
                <a:cs typeface="+mn-cs"/>
              </a:rPr>
              <a:t>。</a:t>
            </a:r>
            <a:endParaRPr kumimoji="1" lang="zh-CN" altLang="en-US" kern="1200" cap="none" spc="0" normalizeH="0" baseline="0" noProof="0" dirty="0">
              <a:solidFill>
                <a:srgbClr val="000000"/>
              </a:solidFill>
              <a:effectLst/>
              <a:latin typeface="黑体" panose="02010609060101010101" pitchFamily="49" charset="-122"/>
              <a:ea typeface="黑体" panose="02010609060101010101" pitchFamily="49" charset="-122"/>
              <a:cs typeface="+mn-cs"/>
            </a:endParaRPr>
          </a:p>
        </p:txBody>
      </p:sp>
      <p:pic>
        <p:nvPicPr>
          <p:cNvPr id="56" name="Picture 62" descr="NEXT1">
            <a:hlinkClick r:id="" action="ppaction://hlinkshowjump?jump=nextslide"/>
          </p:cNvPr>
          <p:cNvPicPr>
            <a:picLocks noChangeAspect="1"/>
          </p:cNvPicPr>
          <p:nvPr/>
        </p:nvPicPr>
        <p:blipFill>
          <a:blip r:embed="rId3"/>
          <a:stretch>
            <a:fillRect/>
          </a:stretch>
        </p:blipFill>
        <p:spPr>
          <a:xfrm>
            <a:off x="8764588" y="6529388"/>
            <a:ext cx="306387" cy="306387"/>
          </a:xfrm>
          <a:prstGeom prst="rect">
            <a:avLst/>
          </a:prstGeom>
          <a:noFill/>
          <a:ln w="9525">
            <a:noFill/>
          </a:ln>
        </p:spPr>
      </p:pic>
      <p:pic>
        <p:nvPicPr>
          <p:cNvPr id="57" name="Picture 63" descr="rewind1">
            <a:hlinkClick r:id="" action="ppaction://hlinkshowjump?jump=firstslide"/>
          </p:cNvPr>
          <p:cNvPicPr>
            <a:picLocks noChangeAspect="1"/>
          </p:cNvPicPr>
          <p:nvPr/>
        </p:nvPicPr>
        <p:blipFill>
          <a:blip r:embed="rId4"/>
          <a:stretch>
            <a:fillRect/>
          </a:stretch>
        </p:blipFill>
        <p:spPr>
          <a:xfrm>
            <a:off x="8351838" y="6529388"/>
            <a:ext cx="306387" cy="306387"/>
          </a:xfrm>
          <a:prstGeom prst="rect">
            <a:avLst/>
          </a:prstGeom>
          <a:noFill/>
          <a:ln w="9525">
            <a:noFill/>
          </a:ln>
        </p:spPr>
      </p:pic>
      <p:sp>
        <p:nvSpPr>
          <p:cNvPr id="14339" name="Rectangle 34"/>
          <p:cNvSpPr>
            <a:spLocks noChangeArrowheads="1"/>
          </p:cNvSpPr>
          <p:nvPr/>
        </p:nvSpPr>
        <p:spPr bwMode="auto">
          <a:xfrm>
            <a:off x="3687417" y="228600"/>
            <a:ext cx="4846983" cy="533400"/>
          </a:xfrm>
          <a:prstGeom prst="rect">
            <a:avLst/>
          </a:prstGeom>
          <a:noFill/>
          <a:ln>
            <a:noFill/>
          </a:ln>
          <a:effectLst/>
          <a:extLst>
            <a:ext uri="{909E8E84-426E-40DD-AFC4-6F175D3DCCD1}">
              <a14:hiddenFill xmlns:a14="http://schemas.microsoft.com/office/drawing/2010/main">
                <a:gradFill rotWithShape="0">
                  <a:gsLst>
                    <a:gs pos="0">
                      <a:srgbClr val="E5DCB5"/>
                    </a:gs>
                    <a:gs pos="100000">
                      <a:srgbClr val="FDFBF1"/>
                    </a:gs>
                  </a:gsLst>
                  <a:lin ang="0" scaled="1"/>
                </a:gradFill>
              </a14:hiddenFill>
            </a:ext>
            <a:ext uri="{91240B29-F687-4F45-9708-019B960494DF}">
              <a14:hiddenLine xmlns:a14="http://schemas.microsoft.com/office/drawing/2010/main" w="9525">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tIns="36000" bIns="72000" anchor="ctr" anchorCtr="1"/>
          <a:lstStyle>
            <a:lvl1pPr>
              <a:lnSpc>
                <a:spcPct val="120000"/>
              </a:lnSpc>
              <a:buChar char="•"/>
              <a:defRPr kumimoji="1" sz="2000">
                <a:solidFill>
                  <a:srgbClr val="000099"/>
                </a:solidFill>
                <a:latin typeface="Times New Roman" panose="02020603050405020304" pitchFamily="18" charset="0"/>
                <a:ea typeface="华文中宋" panose="02010600040101010101" pitchFamily="2" charset="-122"/>
              </a:defRPr>
            </a:lvl1pPr>
            <a:lvl2pPr marL="742950" indent="-285750">
              <a:lnSpc>
                <a:spcPct val="120000"/>
              </a:lnSpc>
              <a:buChar char="•"/>
              <a:defRPr kumimoji="1" sz="2000">
                <a:solidFill>
                  <a:srgbClr val="000099"/>
                </a:solidFill>
                <a:latin typeface="Times New Roman" panose="02020603050405020304" pitchFamily="18" charset="0"/>
                <a:ea typeface="华文中宋" panose="02010600040101010101" pitchFamily="2" charset="-122"/>
              </a:defRPr>
            </a:lvl2pPr>
            <a:lvl3pPr marL="1143000" indent="-228600">
              <a:lnSpc>
                <a:spcPct val="120000"/>
              </a:lnSpc>
              <a:buChar char="•"/>
              <a:defRPr kumimoji="1" sz="2000">
                <a:solidFill>
                  <a:srgbClr val="000099"/>
                </a:solidFill>
                <a:latin typeface="Times New Roman" panose="02020603050405020304" pitchFamily="18" charset="0"/>
                <a:ea typeface="华文中宋" panose="02010600040101010101" pitchFamily="2" charset="-122"/>
              </a:defRPr>
            </a:lvl3pPr>
            <a:lvl4pPr marL="1600200" indent="-228600">
              <a:lnSpc>
                <a:spcPct val="120000"/>
              </a:lnSpc>
              <a:buChar char="•"/>
              <a:defRPr kumimoji="1" sz="2000">
                <a:solidFill>
                  <a:srgbClr val="000099"/>
                </a:solidFill>
                <a:latin typeface="Times New Roman" panose="02020603050405020304" pitchFamily="18" charset="0"/>
                <a:ea typeface="华文中宋" panose="02010600040101010101" pitchFamily="2" charset="-122"/>
              </a:defRPr>
            </a:lvl4pPr>
            <a:lvl5pPr marL="2057400" indent="-228600">
              <a:lnSpc>
                <a:spcPct val="120000"/>
              </a:lnSpc>
              <a:buChar char="•"/>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lnSpc>
                <a:spcPct val="100000"/>
              </a:lnSpc>
              <a:buFontTx/>
              <a:buNone/>
            </a:pPr>
            <a:r>
              <a:rPr lang="en-US" altLang="zh-CN" sz="3000" dirty="0" smtClean="0">
                <a:solidFill>
                  <a:srgbClr val="CC3300"/>
                </a:solidFill>
                <a:latin typeface="黑体" panose="02010609060101010101" pitchFamily="49" charset="-122"/>
                <a:ea typeface="黑体" panose="02010609060101010101" pitchFamily="49" charset="-122"/>
              </a:rPr>
              <a:t>3.6-5 </a:t>
            </a:r>
            <a:r>
              <a:rPr lang="zh-CN" altLang="en-US" sz="3000" dirty="0" smtClean="0">
                <a:solidFill>
                  <a:srgbClr val="CC3300"/>
                </a:solidFill>
                <a:latin typeface="黑体" panose="02010609060101010101" pitchFamily="49" charset="-122"/>
                <a:ea typeface="黑体" panose="02010609060101010101" pitchFamily="49" charset="-122"/>
              </a:rPr>
              <a:t>滚动轴承的寿命计算</a:t>
            </a:r>
            <a:endParaRPr lang="en-US" altLang="zh-CN" sz="3000" dirty="0">
              <a:solidFill>
                <a:srgbClr val="CC3300"/>
              </a:solidFill>
              <a:latin typeface="黑体" panose="02010609060101010101" pitchFamily="49" charset="-122"/>
              <a:ea typeface="黑体" panose="02010609060101010101" pitchFamily="49" charset="-122"/>
            </a:endParaRPr>
          </a:p>
        </p:txBody>
      </p:sp>
      <p:sp>
        <p:nvSpPr>
          <p:cNvPr id="18" name="直接连接符 6"/>
          <p:cNvSpPr>
            <a:spLocks noChangeShapeType="1"/>
          </p:cNvSpPr>
          <p:nvPr/>
        </p:nvSpPr>
        <p:spPr bwMode="auto">
          <a:xfrm>
            <a:off x="0" y="765175"/>
            <a:ext cx="9144000" cy="0"/>
          </a:xfrm>
          <a:prstGeom prst="line">
            <a:avLst/>
          </a:prstGeom>
          <a:noFill/>
          <a:ln w="28575">
            <a:solidFill>
              <a:srgbClr val="CC3300"/>
            </a:solidFill>
            <a:miter lim="800000"/>
          </a:ln>
          <a:extLst>
            <a:ext uri="{909E8E84-426E-40DD-AFC4-6F175D3DCCD1}">
              <a14:hiddenFill xmlns:a14="http://schemas.microsoft.com/office/drawing/2010/main">
                <a:noFill/>
              </a14:hiddenFill>
            </a:ext>
          </a:extLst>
        </p:spPr>
        <p:txBody>
          <a:bodyPr/>
          <a:lstStyle/>
          <a:p>
            <a:endParaRPr lang="zh-CN" altLang="en-US"/>
          </a:p>
        </p:txBody>
      </p:sp>
      <p:sp>
        <p:nvSpPr>
          <p:cNvPr id="22656" name="Text Box 128"/>
          <p:cNvSpPr txBox="1">
            <a:spLocks noChangeArrowheads="1"/>
          </p:cNvSpPr>
          <p:nvPr/>
        </p:nvSpPr>
        <p:spPr bwMode="auto">
          <a:xfrm>
            <a:off x="180065" y="5269065"/>
            <a:ext cx="8358808" cy="12357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2000">
                <a:solidFill>
                  <a:srgbClr val="000099"/>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rgbClr val="000099"/>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rgbClr val="000099"/>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rgbClr val="000099"/>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9pPr>
          </a:lstStyle>
          <a:p>
            <a:pPr indent="0" eaLnBrk="1" hangingPunct="1">
              <a:buClr>
                <a:srgbClr val="EB6623"/>
              </a:buClr>
              <a:buSzPct val="70000"/>
              <a:buNone/>
            </a:pPr>
            <a:r>
              <a:rPr lang="en-US" altLang="zh-CN" dirty="0">
                <a:solidFill>
                  <a:srgbClr val="0000FF"/>
                </a:solidFill>
                <a:latin typeface="华文中宋" panose="02010600040101010101" pitchFamily="2" charset="-122"/>
              </a:rPr>
              <a:t>2. </a:t>
            </a:r>
            <a:r>
              <a:rPr lang="zh-CN" altLang="en-US" dirty="0">
                <a:solidFill>
                  <a:srgbClr val="0000FF"/>
                </a:solidFill>
                <a:latin typeface="黑体" panose="02010609060101010101" pitchFamily="49" charset="-122"/>
                <a:ea typeface="黑体" panose="02010609060101010101" pitchFamily="49" charset="-122"/>
              </a:rPr>
              <a:t>基本额定动载荷：</a:t>
            </a:r>
            <a:endParaRPr lang="zh-CN" altLang="en-US" dirty="0">
              <a:solidFill>
                <a:srgbClr val="0000FF"/>
              </a:solidFill>
              <a:latin typeface="黑体" panose="02010609060101010101" pitchFamily="49" charset="-122"/>
              <a:ea typeface="黑体" panose="02010609060101010101" pitchFamily="49" charset="-122"/>
            </a:endParaRPr>
          </a:p>
          <a:p>
            <a:pPr indent="0" eaLnBrk="1" hangingPunct="1">
              <a:buClr>
                <a:srgbClr val="EB6623"/>
              </a:buClr>
              <a:buSzPct val="70000"/>
              <a:buNone/>
            </a:pPr>
            <a:r>
              <a:rPr lang="zh-CN" altLang="en-US" sz="2200" dirty="0">
                <a:solidFill>
                  <a:schemeClr val="accent4">
                    <a:lumMod val="50000"/>
                  </a:schemeClr>
                </a:solidFill>
                <a:latin typeface="黑体" panose="02010609060101010101" pitchFamily="49" charset="-122"/>
                <a:ea typeface="黑体" panose="02010609060101010101" pitchFamily="49" charset="-122"/>
              </a:rPr>
              <a:t> </a:t>
            </a:r>
            <a:r>
              <a:rPr lang="en-US" altLang="zh-CN" sz="2200" dirty="0">
                <a:solidFill>
                  <a:schemeClr val="accent4">
                    <a:lumMod val="50000"/>
                  </a:schemeClr>
                </a:solidFill>
                <a:latin typeface="黑体" panose="02010609060101010101" pitchFamily="49" charset="-122"/>
                <a:ea typeface="黑体" panose="02010609060101010101" pitchFamily="49" charset="-122"/>
              </a:rPr>
              <a:t> </a:t>
            </a:r>
            <a:r>
              <a:rPr lang="zh-CN" altLang="en-US" dirty="0">
                <a:latin typeface="华文中宋" panose="02010600040101010101" pitchFamily="2" charset="-122"/>
              </a:rPr>
              <a:t>使轴承的基本额定寿命恰好为</a:t>
            </a:r>
            <a:r>
              <a:rPr lang="en-US" altLang="zh-CN" dirty="0"/>
              <a:t>10</a:t>
            </a:r>
            <a:r>
              <a:rPr lang="en-US" altLang="zh-CN" baseline="30000" dirty="0"/>
              <a:t>6</a:t>
            </a:r>
            <a:r>
              <a:rPr lang="zh-CN" altLang="en-US" dirty="0">
                <a:latin typeface="华文中宋" panose="02010600040101010101" pitchFamily="2" charset="-122"/>
              </a:rPr>
              <a:t>转时，轴承所能承受的载荷值，用字母</a:t>
            </a:r>
            <a:r>
              <a:rPr lang="en-US" altLang="zh-CN" i="1" dirty="0">
                <a:latin typeface="华文中宋" panose="02010600040101010101" pitchFamily="2" charset="-122"/>
              </a:rPr>
              <a:t>C</a:t>
            </a:r>
            <a:r>
              <a:rPr lang="zh-CN" altLang="en-US" dirty="0">
                <a:latin typeface="华文中宋" panose="02010600040101010101" pitchFamily="2" charset="-122"/>
              </a:rPr>
              <a:t>表示。</a:t>
            </a:r>
            <a:endParaRPr lang="zh-CN" altLang="en-US" dirty="0">
              <a:latin typeface="华文中宋" panose="02010600040101010101" pitchFamily="2" charset="-122"/>
            </a:endParaRPr>
          </a:p>
        </p:txBody>
      </p:sp>
    </p:spTree>
  </p:cSld>
  <p:clrMapOvr>
    <a:masterClrMapping/>
  </p:clrMapOvr>
  <p:transition spd="med">
    <p:pull dir="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79875"/>
                                        </p:tgtEl>
                                        <p:attrNameLst>
                                          <p:attrName>style.visibility</p:attrName>
                                        </p:attrNameLst>
                                      </p:cBhvr>
                                      <p:to>
                                        <p:strVal val="visible"/>
                                      </p:to>
                                    </p:set>
                                    <p:animEffect transition="in" filter="wipe(left)">
                                      <p:cBhvr>
                                        <p:cTn id="7" dur="500"/>
                                        <p:tgtEl>
                                          <p:spTgt spid="79875"/>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wipe(left)">
                                      <p:cBhvr>
                                        <p:cTn id="12" dur="500"/>
                                        <p:tgtEl>
                                          <p:spTgt spid="3"/>
                                        </p:tgtEl>
                                      </p:cBhvr>
                                    </p:animEffect>
                                  </p:childTnLst>
                                </p:cTn>
                              </p:par>
                            </p:childTnLst>
                          </p:cTn>
                        </p:par>
                        <p:par>
                          <p:cTn id="13" fill="hold">
                            <p:stCondLst>
                              <p:cond delay="500"/>
                            </p:stCondLst>
                            <p:childTnLst>
                              <p:par>
                                <p:cTn id="14" presetID="3" presetClass="entr" presetSubtype="5" fill="hold" nodeType="afterEffect">
                                  <p:stCondLst>
                                    <p:cond delay="0"/>
                                  </p:stCondLst>
                                  <p:childTnLst>
                                    <p:set>
                                      <p:cBhvr>
                                        <p:cTn id="15" dur="1" fill="hold">
                                          <p:stCondLst>
                                            <p:cond delay="0"/>
                                          </p:stCondLst>
                                        </p:cTn>
                                        <p:tgtEl>
                                          <p:spTgt spid="52"/>
                                        </p:tgtEl>
                                        <p:attrNameLst>
                                          <p:attrName>style.visibility</p:attrName>
                                        </p:attrNameLst>
                                      </p:cBhvr>
                                      <p:to>
                                        <p:strVal val="visible"/>
                                      </p:to>
                                    </p:set>
                                    <p:animEffect transition="in" filter="blinds(vertical)">
                                      <p:cBhvr>
                                        <p:cTn id="16" dur="500"/>
                                        <p:tgtEl>
                                          <p:spTgt spid="52"/>
                                        </p:tgtEl>
                                      </p:cBhvr>
                                    </p:animEffect>
                                  </p:childTnLst>
                                </p:cTn>
                              </p:par>
                            </p:childTnLst>
                          </p:cTn>
                        </p:par>
                        <p:par>
                          <p:cTn id="17" fill="hold">
                            <p:stCondLst>
                              <p:cond delay="1000"/>
                            </p:stCondLst>
                            <p:childTnLst>
                              <p:par>
                                <p:cTn id="18" presetID="1" presetClass="entr" presetSubtype="0" fill="hold" nodeType="afterEffect">
                                  <p:stCondLst>
                                    <p:cond delay="0"/>
                                  </p:stCondLst>
                                  <p:childTnLst>
                                    <p:set>
                                      <p:cBhvr>
                                        <p:cTn id="19" dur="1" fill="hold">
                                          <p:stCondLst>
                                            <p:cond delay="499"/>
                                          </p:stCondLst>
                                        </p:cTn>
                                        <p:tgtEl>
                                          <p:spTgt spid="56"/>
                                        </p:tgtEl>
                                        <p:attrNameLst>
                                          <p:attrName>style.visibility</p:attrName>
                                        </p:attrNameLst>
                                      </p:cBhvr>
                                      <p:to>
                                        <p:strVal val="visible"/>
                                      </p:to>
                                    </p:set>
                                  </p:childTnLst>
                                </p:cTn>
                              </p:par>
                            </p:childTnLst>
                          </p:cTn>
                        </p:par>
                        <p:par>
                          <p:cTn id="20" fill="hold">
                            <p:stCondLst>
                              <p:cond delay="1500"/>
                            </p:stCondLst>
                            <p:childTnLst>
                              <p:par>
                                <p:cTn id="21" presetID="2" presetClass="entr" presetSubtype="8" fill="hold" nodeType="afterEffect">
                                  <p:stCondLst>
                                    <p:cond delay="0"/>
                                  </p:stCondLst>
                                  <p:childTnLst>
                                    <p:set>
                                      <p:cBhvr>
                                        <p:cTn id="22" dur="1" fill="hold">
                                          <p:stCondLst>
                                            <p:cond delay="0"/>
                                          </p:stCondLst>
                                        </p:cTn>
                                        <p:tgtEl>
                                          <p:spTgt spid="57"/>
                                        </p:tgtEl>
                                        <p:attrNameLst>
                                          <p:attrName>style.visibility</p:attrName>
                                        </p:attrNameLst>
                                      </p:cBhvr>
                                      <p:to>
                                        <p:strVal val="visible"/>
                                      </p:to>
                                    </p:set>
                                    <p:anim calcmode="lin" valueType="num">
                                      <p:cBhvr additive="base">
                                        <p:cTn id="23" dur="500" fill="hold"/>
                                        <p:tgtEl>
                                          <p:spTgt spid="57"/>
                                        </p:tgtEl>
                                        <p:attrNameLst>
                                          <p:attrName>ppt_x</p:attrName>
                                        </p:attrNameLst>
                                      </p:cBhvr>
                                      <p:tavLst>
                                        <p:tav tm="0">
                                          <p:val>
                                            <p:strVal val="0-#ppt_w/2"/>
                                          </p:val>
                                        </p:tav>
                                        <p:tav tm="100000">
                                          <p:val>
                                            <p:strVal val="#ppt_x"/>
                                          </p:val>
                                        </p:tav>
                                      </p:tavLst>
                                    </p:anim>
                                    <p:anim calcmode="lin" valueType="num">
                                      <p:cBhvr additive="base">
                                        <p:cTn id="24" dur="500" fill="hold"/>
                                        <p:tgtEl>
                                          <p:spTgt spid="57"/>
                                        </p:tgtEl>
                                        <p:attrNameLst>
                                          <p:attrName>ppt_y</p:attrName>
                                        </p:attrNameLst>
                                      </p:cBhvr>
                                      <p:tavLst>
                                        <p:tav tm="0">
                                          <p:val>
                                            <p:strVal val="#ppt_y"/>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2" presetClass="entr" presetSubtype="4" fill="hold" grpId="1" nodeType="clickEffect">
                                  <p:stCondLst>
                                    <p:cond delay="0"/>
                                  </p:stCondLst>
                                  <p:childTnLst>
                                    <p:set>
                                      <p:cBhvr>
                                        <p:cTn id="28" dur="1" fill="hold">
                                          <p:stCondLst>
                                            <p:cond delay="0"/>
                                          </p:stCondLst>
                                        </p:cTn>
                                        <p:tgtEl>
                                          <p:spTgt spid="79874">
                                            <p:txEl>
                                              <p:pRg st="0" end="0"/>
                                            </p:txEl>
                                          </p:spTgt>
                                        </p:tgtEl>
                                        <p:attrNameLst>
                                          <p:attrName>style.visibility</p:attrName>
                                        </p:attrNameLst>
                                      </p:cBhvr>
                                      <p:to>
                                        <p:strVal val="visible"/>
                                      </p:to>
                                    </p:set>
                                    <p:animEffect transition="in" filter="wipe(down)">
                                      <p:cBhvr>
                                        <p:cTn id="29" dur="500"/>
                                        <p:tgtEl>
                                          <p:spTgt spid="79874">
                                            <p:txEl>
                                              <p:pRg st="0" end="0"/>
                                            </p:txEl>
                                          </p:spTgt>
                                        </p:tgtEl>
                                      </p:cBhvr>
                                    </p:animEffect>
                                  </p:childTnLst>
                                </p:cTn>
                              </p:par>
                            </p:childTnLst>
                          </p:cTn>
                        </p:par>
                      </p:childTnLst>
                    </p:cTn>
                  </p:par>
                  <p:par>
                    <p:cTn id="30" fill="hold">
                      <p:stCondLst>
                        <p:cond delay="indefinite"/>
                      </p:stCondLst>
                      <p:childTnLst>
                        <p:par>
                          <p:cTn id="31" fill="hold">
                            <p:stCondLst>
                              <p:cond delay="0"/>
                            </p:stCondLst>
                            <p:childTnLst>
                              <p:par>
                                <p:cTn id="32" presetID="22" presetClass="entr" presetSubtype="4" fill="hold" grpId="1" nodeType="clickEffect">
                                  <p:stCondLst>
                                    <p:cond delay="0"/>
                                  </p:stCondLst>
                                  <p:childTnLst>
                                    <p:set>
                                      <p:cBhvr>
                                        <p:cTn id="33" dur="1" fill="hold">
                                          <p:stCondLst>
                                            <p:cond delay="0"/>
                                          </p:stCondLst>
                                        </p:cTn>
                                        <p:tgtEl>
                                          <p:spTgt spid="79874">
                                            <p:txEl>
                                              <p:pRg st="1" end="1"/>
                                            </p:txEl>
                                          </p:spTgt>
                                        </p:tgtEl>
                                        <p:attrNameLst>
                                          <p:attrName>style.visibility</p:attrName>
                                        </p:attrNameLst>
                                      </p:cBhvr>
                                      <p:to>
                                        <p:strVal val="visible"/>
                                      </p:to>
                                    </p:set>
                                    <p:animEffect transition="in" filter="wipe(down)">
                                      <p:cBhvr>
                                        <p:cTn id="34" dur="500"/>
                                        <p:tgtEl>
                                          <p:spTgt spid="79874">
                                            <p:txEl>
                                              <p:pRg st="1" end="1"/>
                                            </p:txEl>
                                          </p:spTgt>
                                        </p:tgtEl>
                                      </p:cBhvr>
                                    </p:animEffect>
                                  </p:childTnLst>
                                </p:cTn>
                              </p:par>
                            </p:childTnLst>
                          </p:cTn>
                        </p:par>
                      </p:childTnLst>
                    </p:cTn>
                  </p:par>
                  <p:par>
                    <p:cTn id="35" fill="hold">
                      <p:stCondLst>
                        <p:cond delay="indefinite"/>
                      </p:stCondLst>
                      <p:childTnLst>
                        <p:par>
                          <p:cTn id="36" fill="hold">
                            <p:stCondLst>
                              <p:cond delay="0"/>
                            </p:stCondLst>
                            <p:childTnLst>
                              <p:par>
                                <p:cTn id="37" presetID="22" presetClass="entr" presetSubtype="4" fill="hold" grpId="1" nodeType="clickEffect">
                                  <p:stCondLst>
                                    <p:cond delay="0"/>
                                  </p:stCondLst>
                                  <p:childTnLst>
                                    <p:set>
                                      <p:cBhvr>
                                        <p:cTn id="38" dur="1" fill="hold">
                                          <p:stCondLst>
                                            <p:cond delay="0"/>
                                          </p:stCondLst>
                                        </p:cTn>
                                        <p:tgtEl>
                                          <p:spTgt spid="79874">
                                            <p:txEl>
                                              <p:pRg st="2" end="2"/>
                                            </p:txEl>
                                          </p:spTgt>
                                        </p:tgtEl>
                                        <p:attrNameLst>
                                          <p:attrName>style.visibility</p:attrName>
                                        </p:attrNameLst>
                                      </p:cBhvr>
                                      <p:to>
                                        <p:strVal val="visible"/>
                                      </p:to>
                                    </p:set>
                                    <p:animEffect transition="in" filter="wipe(down)">
                                      <p:cBhvr>
                                        <p:cTn id="39" dur="500"/>
                                        <p:tgtEl>
                                          <p:spTgt spid="79874">
                                            <p:txEl>
                                              <p:pRg st="2" end="2"/>
                                            </p:txEl>
                                          </p:spTgt>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grpId="0" nodeType="clickEffect">
                                  <p:stCondLst>
                                    <p:cond delay="0"/>
                                  </p:stCondLst>
                                  <p:childTnLst>
                                    <p:set>
                                      <p:cBhvr>
                                        <p:cTn id="43" dur="1" fill="hold">
                                          <p:stCondLst>
                                            <p:cond delay="0"/>
                                          </p:stCondLst>
                                        </p:cTn>
                                        <p:tgtEl>
                                          <p:spTgt spid="2265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9874" grpId="0" build="p"/>
      <p:bldP spid="79875" grpId="0"/>
      <p:bldP spid="3" grpId="0"/>
      <p:bldP spid="79874" grpId="1" uiExpand="1" build="p"/>
      <p:bldP spid="22656" grpId="0"/>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9" name="Rectangle 7"/>
          <p:cNvSpPr>
            <a:spLocks noGrp="1" noChangeArrowheads="1"/>
          </p:cNvSpPr>
          <p:nvPr>
            <p:ph type="title"/>
          </p:nvPr>
        </p:nvSpPr>
        <p:spPr bwMode="auto">
          <a:xfrm>
            <a:off x="5689600" y="711200"/>
            <a:ext cx="1854200" cy="177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eaLnBrk="1" hangingPunct="1"/>
            <a:r>
              <a:rPr lang="zh-CN" altLang="en-US" sz="800" smtClean="0">
                <a:solidFill>
                  <a:schemeClr val="bg1"/>
                </a:solidFill>
                <a:latin typeface="华文中宋" panose="02010600040101010101" pitchFamily="2" charset="-122"/>
                <a:ea typeface="华文中宋" panose="02010600040101010101" pitchFamily="2" charset="-122"/>
              </a:rPr>
              <a:t>滚动轴承尺寸的选择</a:t>
            </a:r>
            <a:r>
              <a:rPr lang="en-US" altLang="zh-CN" sz="800" smtClean="0">
                <a:solidFill>
                  <a:schemeClr val="bg1"/>
                </a:solidFill>
                <a:latin typeface="华文中宋" panose="02010600040101010101" pitchFamily="2" charset="-122"/>
                <a:ea typeface="华文中宋" panose="02010600040101010101" pitchFamily="2" charset="-122"/>
              </a:rPr>
              <a:t>3</a:t>
            </a:r>
            <a:endParaRPr lang="en-US" altLang="zh-CN" sz="800" smtClean="0">
              <a:solidFill>
                <a:schemeClr val="bg1"/>
              </a:solidFill>
              <a:latin typeface="华文中宋" panose="02010600040101010101" pitchFamily="2" charset="-122"/>
              <a:ea typeface="华文中宋" panose="02010600040101010101" pitchFamily="2" charset="-122"/>
            </a:endParaRPr>
          </a:p>
        </p:txBody>
      </p:sp>
      <p:sp>
        <p:nvSpPr>
          <p:cNvPr id="3084" name="Text Box 140"/>
          <p:cNvSpPr txBox="1">
            <a:spLocks noChangeArrowheads="1"/>
          </p:cNvSpPr>
          <p:nvPr/>
        </p:nvSpPr>
        <p:spPr bwMode="auto">
          <a:xfrm>
            <a:off x="6616700" y="6489700"/>
            <a:ext cx="9271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57150">
                <a:solidFill>
                  <a:srgbClr val="000000"/>
                </a:solidFill>
                <a:miter lim="800000"/>
                <a:headEnd/>
                <a:tailEnd/>
              </a14:hiddenLine>
            </a:ext>
          </a:extLst>
        </p:spPr>
        <p:txBody>
          <a:bodyPr>
            <a:spAutoFit/>
          </a:bodyPr>
          <a:lstStyle>
            <a:lvl1pPr eaLnBrk="0" hangingPunct="0">
              <a:defRPr kumimoji="1" sz="2000">
                <a:solidFill>
                  <a:srgbClr val="000099"/>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rgbClr val="000099"/>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rgbClr val="000099"/>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rgbClr val="000099"/>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9pPr>
          </a:lstStyle>
          <a:p>
            <a:pPr algn="ctr" eaLnBrk="1" hangingPunct="1">
              <a:lnSpc>
                <a:spcPct val="100000"/>
              </a:lnSpc>
              <a:spcBef>
                <a:spcPct val="50000"/>
              </a:spcBef>
              <a:buFontTx/>
              <a:buNone/>
            </a:pPr>
            <a:r>
              <a:rPr lang="en-US" altLang="zh-CN" sz="1800">
                <a:latin typeface="华文中宋" panose="02010600040101010101" pitchFamily="2" charset="-122"/>
              </a:rPr>
              <a:t>  </a:t>
            </a:r>
            <a:endParaRPr lang="en-US" altLang="zh-CN" sz="1800">
              <a:latin typeface="华文中宋" panose="02010600040101010101" pitchFamily="2" charset="-122"/>
            </a:endParaRPr>
          </a:p>
        </p:txBody>
      </p:sp>
      <p:pic>
        <p:nvPicPr>
          <p:cNvPr id="22669" name="Picture 141" descr="back1">
            <a:hlinkClick r:id="" tooltip="上一页" action="ppaction://hlinkshowjump?jump=previousslide"/>
          </p:cNvPr>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8397875" y="6483350"/>
            <a:ext cx="306388" cy="306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2670" name="Picture 142" descr="rewind1">
            <a:hlinkClick r:id="" action="ppaction://hlinkshowjump?jump=firstslide"/>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023225" y="6483350"/>
            <a:ext cx="306388" cy="306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2671" name="Picture 143" descr="NEXT1">
            <a:hlinkClick r:id="" tooltip="下一页" action="ppaction://hlinkshowjump?jump=nextslide"/>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774113" y="6483350"/>
            <a:ext cx="306387" cy="306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9" name="直接连接符 6"/>
          <p:cNvSpPr>
            <a:spLocks noChangeShapeType="1"/>
          </p:cNvSpPr>
          <p:nvPr/>
        </p:nvSpPr>
        <p:spPr bwMode="auto">
          <a:xfrm>
            <a:off x="0" y="715479"/>
            <a:ext cx="9144000" cy="0"/>
          </a:xfrm>
          <a:prstGeom prst="line">
            <a:avLst/>
          </a:prstGeom>
          <a:noFill/>
          <a:ln w="28575">
            <a:solidFill>
              <a:srgbClr val="CC3300"/>
            </a:solidFill>
            <a:miter lim="800000"/>
          </a:ln>
          <a:extLst>
            <a:ext uri="{909E8E84-426E-40DD-AFC4-6F175D3DCCD1}">
              <a14:hiddenFill xmlns:a14="http://schemas.microsoft.com/office/drawing/2010/main">
                <a:noFill/>
              </a14:hiddenFill>
            </a:ext>
          </a:extLst>
        </p:spPr>
        <p:txBody>
          <a:bodyPr/>
          <a:lstStyle/>
          <a:p>
            <a:endParaRPr lang="zh-CN" altLang="en-US"/>
          </a:p>
        </p:txBody>
      </p:sp>
      <p:sp>
        <p:nvSpPr>
          <p:cNvPr id="14339" name="Rectangle 34"/>
          <p:cNvSpPr>
            <a:spLocks noChangeArrowheads="1"/>
          </p:cNvSpPr>
          <p:nvPr/>
        </p:nvSpPr>
        <p:spPr bwMode="auto">
          <a:xfrm>
            <a:off x="3687417" y="228600"/>
            <a:ext cx="4846983" cy="533400"/>
          </a:xfrm>
          <a:prstGeom prst="rect">
            <a:avLst/>
          </a:prstGeom>
          <a:noFill/>
          <a:ln>
            <a:noFill/>
          </a:ln>
          <a:effectLst/>
          <a:extLst>
            <a:ext uri="{909E8E84-426E-40DD-AFC4-6F175D3DCCD1}">
              <a14:hiddenFill xmlns:a14="http://schemas.microsoft.com/office/drawing/2010/main">
                <a:gradFill rotWithShape="0">
                  <a:gsLst>
                    <a:gs pos="0">
                      <a:srgbClr val="E5DCB5"/>
                    </a:gs>
                    <a:gs pos="100000">
                      <a:srgbClr val="FDFBF1"/>
                    </a:gs>
                  </a:gsLst>
                  <a:lin ang="0" scaled="1"/>
                </a:gradFill>
              </a14:hiddenFill>
            </a:ext>
            <a:ext uri="{91240B29-F687-4F45-9708-019B960494DF}">
              <a14:hiddenLine xmlns:a14="http://schemas.microsoft.com/office/drawing/2010/main" w="9525">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tIns="36000" bIns="72000" anchor="ctr" anchorCtr="1"/>
          <a:lstStyle>
            <a:lvl1pPr>
              <a:lnSpc>
                <a:spcPct val="120000"/>
              </a:lnSpc>
              <a:buChar char="•"/>
              <a:defRPr kumimoji="1" sz="2000">
                <a:solidFill>
                  <a:srgbClr val="000099"/>
                </a:solidFill>
                <a:latin typeface="Times New Roman" panose="02020603050405020304" pitchFamily="18" charset="0"/>
                <a:ea typeface="华文中宋" panose="02010600040101010101" pitchFamily="2" charset="-122"/>
              </a:defRPr>
            </a:lvl1pPr>
            <a:lvl2pPr marL="742950" indent="-285750">
              <a:lnSpc>
                <a:spcPct val="120000"/>
              </a:lnSpc>
              <a:buChar char="•"/>
              <a:defRPr kumimoji="1" sz="2000">
                <a:solidFill>
                  <a:srgbClr val="000099"/>
                </a:solidFill>
                <a:latin typeface="Times New Roman" panose="02020603050405020304" pitchFamily="18" charset="0"/>
                <a:ea typeface="华文中宋" panose="02010600040101010101" pitchFamily="2" charset="-122"/>
              </a:defRPr>
            </a:lvl2pPr>
            <a:lvl3pPr marL="1143000" indent="-228600">
              <a:lnSpc>
                <a:spcPct val="120000"/>
              </a:lnSpc>
              <a:buChar char="•"/>
              <a:defRPr kumimoji="1" sz="2000">
                <a:solidFill>
                  <a:srgbClr val="000099"/>
                </a:solidFill>
                <a:latin typeface="Times New Roman" panose="02020603050405020304" pitchFamily="18" charset="0"/>
                <a:ea typeface="华文中宋" panose="02010600040101010101" pitchFamily="2" charset="-122"/>
              </a:defRPr>
            </a:lvl3pPr>
            <a:lvl4pPr marL="1600200" indent="-228600">
              <a:lnSpc>
                <a:spcPct val="120000"/>
              </a:lnSpc>
              <a:buChar char="•"/>
              <a:defRPr kumimoji="1" sz="2000">
                <a:solidFill>
                  <a:srgbClr val="000099"/>
                </a:solidFill>
                <a:latin typeface="Times New Roman" panose="02020603050405020304" pitchFamily="18" charset="0"/>
                <a:ea typeface="华文中宋" panose="02010600040101010101" pitchFamily="2" charset="-122"/>
              </a:defRPr>
            </a:lvl4pPr>
            <a:lvl5pPr marL="2057400" indent="-228600">
              <a:lnSpc>
                <a:spcPct val="120000"/>
              </a:lnSpc>
              <a:buChar char="•"/>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lnSpc>
                <a:spcPct val="100000"/>
              </a:lnSpc>
              <a:buFontTx/>
              <a:buNone/>
            </a:pPr>
            <a:r>
              <a:rPr lang="en-US" altLang="zh-CN" sz="3000" dirty="0" smtClean="0">
                <a:solidFill>
                  <a:srgbClr val="CC3300"/>
                </a:solidFill>
                <a:latin typeface="黑体" panose="02010609060101010101" pitchFamily="49" charset="-122"/>
                <a:ea typeface="黑体" panose="02010609060101010101" pitchFamily="49" charset="-122"/>
              </a:rPr>
              <a:t>3.6-5 </a:t>
            </a:r>
            <a:r>
              <a:rPr lang="zh-CN" altLang="en-US" sz="3000" dirty="0" smtClean="0">
                <a:solidFill>
                  <a:srgbClr val="CC3300"/>
                </a:solidFill>
                <a:latin typeface="黑体" panose="02010609060101010101" pitchFamily="49" charset="-122"/>
                <a:ea typeface="黑体" panose="02010609060101010101" pitchFamily="49" charset="-122"/>
              </a:rPr>
              <a:t>滚动轴承的寿命计算</a:t>
            </a:r>
            <a:endParaRPr lang="en-US" altLang="zh-CN" sz="3000" dirty="0">
              <a:solidFill>
                <a:srgbClr val="CC3300"/>
              </a:solidFill>
              <a:latin typeface="黑体" panose="02010609060101010101" pitchFamily="49" charset="-122"/>
              <a:ea typeface="黑体" panose="02010609060101010101" pitchFamily="49" charset="-122"/>
            </a:endParaRPr>
          </a:p>
        </p:txBody>
      </p:sp>
      <p:sp>
        <p:nvSpPr>
          <p:cNvPr id="6" name="文本框 5"/>
          <p:cNvSpPr txBox="1"/>
          <p:nvPr/>
        </p:nvSpPr>
        <p:spPr>
          <a:xfrm>
            <a:off x="161925" y="889000"/>
            <a:ext cx="6112510" cy="534035"/>
          </a:xfrm>
          <a:prstGeom prst="rect">
            <a:avLst/>
          </a:prstGeom>
          <a:noFill/>
        </p:spPr>
        <p:txBody>
          <a:bodyPr wrap="square" rtlCol="0">
            <a:spAutoFit/>
          </a:bodyPr>
          <a:p>
            <a:pPr indent="0">
              <a:buNone/>
            </a:pPr>
            <a:r>
              <a:rPr lang="zh-CN" altLang="en-US" sz="2400">
                <a:solidFill>
                  <a:srgbClr val="C00000"/>
                </a:solidFill>
                <a:latin typeface="黑体" panose="02010609060101010101" pitchFamily="49" charset="-122"/>
                <a:ea typeface="黑体" panose="02010609060101010101" pitchFamily="49" charset="-122"/>
              </a:rPr>
              <a:t>二、当量动载荷</a:t>
            </a:r>
            <a:endParaRPr lang="zh-CN" altLang="en-US" sz="2400">
              <a:solidFill>
                <a:srgbClr val="C00000"/>
              </a:solidFill>
              <a:latin typeface="黑体" panose="02010609060101010101" pitchFamily="49" charset="-122"/>
              <a:ea typeface="黑体" panose="02010609060101010101" pitchFamily="49" charset="-122"/>
            </a:endParaRPr>
          </a:p>
        </p:txBody>
      </p:sp>
      <p:sp>
        <p:nvSpPr>
          <p:cNvPr id="80899" name="Rectangle 3"/>
          <p:cNvSpPr>
            <a:spLocks noChangeArrowheads="1"/>
          </p:cNvSpPr>
          <p:nvPr/>
        </p:nvSpPr>
        <p:spPr bwMode="auto">
          <a:xfrm>
            <a:off x="359410" y="1546225"/>
            <a:ext cx="6720205" cy="58928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p>
            <a:pPr marL="0" marR="0" lvl="0" indent="0" algn="l" defTabSz="914400" rtl="0" eaLnBrk="0" fontAlgn="base" latinLnBrk="0" hangingPunct="0">
              <a:lnSpc>
                <a:spcPct val="90000"/>
              </a:lnSpc>
              <a:spcBef>
                <a:spcPct val="0"/>
              </a:spcBef>
              <a:spcAft>
                <a:spcPct val="0"/>
              </a:spcAft>
              <a:buClrTx/>
              <a:buSzTx/>
              <a:buFontTx/>
              <a:buNone/>
              <a:defRPr/>
            </a:pPr>
            <a:r>
              <a:rPr kumimoji="1" lang="en-US" altLang="zh-CN" sz="3600" b="0" i="0" u="none" strike="noStrike" kern="1200" cap="none" spc="0" normalizeH="0" baseline="0" noProof="0" dirty="0">
                <a:ln>
                  <a:noFill/>
                </a:ln>
                <a:solidFill>
                  <a:schemeClr val="accent4">
                    <a:lumMod val="50000"/>
                  </a:schemeClr>
                </a:solidFill>
                <a:effectLst>
                  <a:outerShdw blurRad="38100" dist="38100" dir="2700000" algn="tl">
                    <a:srgbClr val="000000"/>
                  </a:outerShdw>
                </a:effectLst>
                <a:uLnTx/>
                <a:uFillTx/>
                <a:latin typeface="仿宋_GB2312" pitchFamily="49" charset="-122"/>
                <a:ea typeface="仿宋_GB2312" pitchFamily="49" charset="-122"/>
                <a:cs typeface="+mn-cs"/>
              </a:rPr>
              <a:t> </a:t>
            </a:r>
            <a:r>
              <a:rPr kumimoji="1" lang="zh-CN" altLang="en-US" sz="2400" b="0" i="0" u="none" strike="noStrike" kern="1200" cap="none" spc="0" normalizeH="0" baseline="0" noProof="0" dirty="0">
                <a:ln>
                  <a:noFill/>
                </a:ln>
                <a:solidFill>
                  <a:srgbClr val="FF0000"/>
                </a:solidFill>
                <a:effectLst/>
                <a:uLnTx/>
                <a:uFillTx/>
                <a:latin typeface="黑体" panose="02010609060101010101" pitchFamily="49" charset="-122"/>
                <a:ea typeface="黑体" panose="02010609060101010101" pitchFamily="49" charset="-122"/>
                <a:cs typeface="+mn-cs"/>
              </a:rPr>
              <a:t>考虑径向力、轴向力复合作用下的假想载荷</a:t>
            </a:r>
            <a:endParaRPr kumimoji="1" lang="zh-CN" altLang="en-US" sz="2400" b="0" i="0" u="none" strike="noStrike" kern="1200" cap="none" spc="0" normalizeH="0" baseline="0" noProof="0" dirty="0">
              <a:ln>
                <a:noFill/>
              </a:ln>
              <a:solidFill>
                <a:srgbClr val="FF0000"/>
              </a:solidFill>
              <a:effectLst/>
              <a:uLnTx/>
              <a:uFillTx/>
              <a:latin typeface="黑体" panose="02010609060101010101" pitchFamily="49" charset="-122"/>
              <a:ea typeface="黑体" panose="02010609060101010101" pitchFamily="49" charset="-122"/>
              <a:cs typeface="+mn-cs"/>
            </a:endParaRPr>
          </a:p>
        </p:txBody>
      </p:sp>
      <p:sp>
        <p:nvSpPr>
          <p:cNvPr id="81922" name="Rectangle 2"/>
          <p:cNvSpPr>
            <a:spLocks noChangeArrowheads="1"/>
          </p:cNvSpPr>
          <p:nvPr/>
        </p:nvSpPr>
        <p:spPr bwMode="auto">
          <a:xfrm>
            <a:off x="76835" y="2258695"/>
            <a:ext cx="8851265" cy="33153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fontAlgn="base">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fontAlgn="base">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fontAlgn="base">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fontAlgn="base">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342900" marR="0" lvl="0" indent="-342900" algn="l" defTabSz="914400" rtl="0" eaLnBrk="0" fontAlgn="base" latinLnBrk="0" hangingPunct="0">
              <a:lnSpc>
                <a:spcPct val="90000"/>
              </a:lnSpc>
              <a:spcBef>
                <a:spcPct val="20000"/>
              </a:spcBef>
              <a:spcAft>
                <a:spcPct val="0"/>
              </a:spcAft>
              <a:buClrTx/>
              <a:buSzTx/>
              <a:buFontTx/>
              <a:buNone/>
              <a:defRPr/>
            </a:pPr>
            <a:r>
              <a:rPr kumimoji="1" lang="zh-CN" altLang="en-US" sz="2800" b="0" i="0" u="none" strike="noStrike" kern="1200" cap="none" spc="0" normalizeH="0" baseline="0" noProof="0" dirty="0" smtClean="0">
                <a:ln>
                  <a:noFill/>
                </a:ln>
                <a:solidFill>
                  <a:schemeClr val="tx1"/>
                </a:solidFill>
                <a:effectLst>
                  <a:outerShdw blurRad="38100" dist="38100" dir="2700000" algn="tl">
                    <a:srgbClr val="FFFFFF"/>
                  </a:outerShdw>
                </a:effectLst>
                <a:uLnTx/>
                <a:uFillTx/>
                <a:latin typeface="仿宋_GB2312" pitchFamily="49" charset="-122"/>
                <a:ea typeface="仿宋_GB2312" pitchFamily="49" charset="-122"/>
                <a:cs typeface="+mn-cs"/>
              </a:rPr>
              <a:t> </a:t>
            </a:r>
            <a:r>
              <a:rPr kumimoji="1" lang="zh-CN" altLang="en-US" sz="2000" b="0" i="0" u="none" strike="noStrike" kern="1200" cap="none" spc="0" normalizeH="0" baseline="0" noProof="0" dirty="0" smtClean="0">
                <a:ln>
                  <a:noFill/>
                </a:ln>
                <a:solidFill>
                  <a:schemeClr val="tx1"/>
                </a:solidFill>
                <a:effectLst>
                  <a:outerShdw blurRad="38100" dist="38100" dir="2700000" algn="tl">
                    <a:srgbClr val="FFFFFF"/>
                  </a:outerShdw>
                </a:effectLst>
                <a:uLnTx/>
                <a:uFillTx/>
                <a:latin typeface="仿宋_GB2312" pitchFamily="49" charset="-122"/>
                <a:ea typeface="仿宋_GB2312" pitchFamily="49" charset="-122"/>
                <a:cs typeface="+mn-cs"/>
              </a:rPr>
              <a:t> </a:t>
            </a:r>
            <a:r>
              <a:rPr kumimoji="1" lang="zh-CN" altLang="en-US" sz="2000" b="0" i="0" u="none" strike="noStrike" kern="1200" cap="none" spc="0" normalizeH="0" baseline="0" noProof="0" dirty="0" smtClean="0">
                <a:ln>
                  <a:noFill/>
                </a:ln>
                <a:solidFill>
                  <a:srgbClr val="0070C0"/>
                </a:solidFill>
                <a:effectLst>
                  <a:outerShdw blurRad="38100" dist="38100" dir="2700000" algn="tl">
                    <a:srgbClr val="FFFFFF"/>
                  </a:outerShdw>
                </a:effectLst>
                <a:uLnTx/>
                <a:uFillTx/>
                <a:latin typeface="黑体" panose="02010609060101010101" pitchFamily="49" charset="-122"/>
                <a:ea typeface="黑体" panose="02010609060101010101" pitchFamily="49" charset="-122"/>
                <a:cs typeface="黑体" panose="02010609060101010101" pitchFamily="49" charset="-122"/>
              </a:rPr>
              <a:t>基本额定动载荷是在一定的条件下确定：</a:t>
            </a:r>
            <a:endParaRPr kumimoji="1" lang="zh-CN" altLang="en-US" sz="2000" b="0" i="0" u="none" strike="noStrike" kern="1200" cap="none" spc="0" normalizeH="0" baseline="0" noProof="0" dirty="0" smtClean="0">
              <a:ln>
                <a:noFill/>
              </a:ln>
              <a:solidFill>
                <a:srgbClr val="0070C0"/>
              </a:solidFill>
              <a:effectLst>
                <a:outerShdw blurRad="38100" dist="38100" dir="2700000" algn="tl">
                  <a:srgbClr val="FFFFFF"/>
                </a:outerShdw>
              </a:effectLst>
              <a:uLnTx/>
              <a:uFillTx/>
              <a:latin typeface="黑体" panose="02010609060101010101" pitchFamily="49" charset="-122"/>
              <a:ea typeface="黑体" panose="02010609060101010101" pitchFamily="49" charset="-122"/>
              <a:cs typeface="黑体" panose="02010609060101010101" pitchFamily="49" charset="-122"/>
            </a:endParaRPr>
          </a:p>
          <a:p>
            <a:pPr marL="342900" marR="0" lvl="0" indent="-342900" algn="l" defTabSz="914400" rtl="0" eaLnBrk="0" fontAlgn="base" latinLnBrk="0" hangingPunct="0">
              <a:lnSpc>
                <a:spcPct val="100000"/>
              </a:lnSpc>
              <a:spcBef>
                <a:spcPct val="20000"/>
              </a:spcBef>
              <a:spcAft>
                <a:spcPct val="0"/>
              </a:spcAft>
              <a:buClrTx/>
              <a:buSzTx/>
              <a:buFontTx/>
              <a:buNone/>
              <a:defRPr/>
            </a:pPr>
            <a:r>
              <a:rPr kumimoji="1" lang="zh-CN" altLang="en-US" sz="2000" b="0" i="0" u="none" strike="noStrike" kern="1200" cap="none" spc="0" normalizeH="0" baseline="0" noProof="0" dirty="0" smtClean="0">
                <a:ln>
                  <a:noFill/>
                </a:ln>
                <a:solidFill>
                  <a:srgbClr val="0070C0"/>
                </a:solidFill>
                <a:effectLst>
                  <a:outerShdw blurRad="38100" dist="38100" dir="2700000" algn="tl">
                    <a:srgbClr val="FFFFFF"/>
                  </a:outerShdw>
                </a:effectLst>
                <a:uLnTx/>
                <a:uFillTx/>
                <a:latin typeface="黑体" panose="02010609060101010101" pitchFamily="49" charset="-122"/>
                <a:ea typeface="黑体" panose="02010609060101010101" pitchFamily="49" charset="-122"/>
                <a:cs typeface="黑体" panose="02010609060101010101" pitchFamily="49" charset="-122"/>
              </a:rPr>
              <a:t>  </a:t>
            </a:r>
            <a:r>
              <a:rPr kumimoji="1" lang="en-US" altLang="zh-CN" sz="2000" b="0" i="0" u="none" strike="noStrike" kern="1200" cap="none" spc="0" normalizeH="0" baseline="0" noProof="0" dirty="0" smtClean="0">
                <a:ln>
                  <a:noFill/>
                </a:ln>
                <a:solidFill>
                  <a:srgbClr val="0070C0"/>
                </a:solidFill>
                <a:effectLst>
                  <a:outerShdw blurRad="38100" dist="38100" dir="2700000" algn="tl">
                    <a:srgbClr val="FFFFFF"/>
                  </a:outerShdw>
                </a:effectLst>
                <a:uLnTx/>
                <a:uFillTx/>
                <a:latin typeface="黑体" panose="02010609060101010101" pitchFamily="49" charset="-122"/>
                <a:ea typeface="黑体" panose="02010609060101010101" pitchFamily="49" charset="-122"/>
                <a:cs typeface="黑体" panose="02010609060101010101" pitchFamily="49" charset="-122"/>
              </a:rPr>
              <a:t>1</a:t>
            </a:r>
            <a:r>
              <a:rPr kumimoji="1" lang="zh-CN" altLang="en-US" sz="2000" b="0" i="0" u="none" strike="noStrike" kern="1200" cap="none" spc="0" normalizeH="0" baseline="0" noProof="0" dirty="0" smtClean="0">
                <a:ln>
                  <a:noFill/>
                </a:ln>
                <a:solidFill>
                  <a:srgbClr val="0070C0"/>
                </a:solidFill>
                <a:effectLst>
                  <a:outerShdw blurRad="38100" dist="38100" dir="2700000" algn="tl">
                    <a:srgbClr val="FFFFFF"/>
                  </a:outerShdw>
                </a:effectLst>
                <a:uLnTx/>
                <a:uFillTx/>
                <a:latin typeface="黑体" panose="02010609060101010101" pitchFamily="49" charset="-122"/>
                <a:ea typeface="黑体" panose="02010609060101010101" pitchFamily="49" charset="-122"/>
                <a:cs typeface="黑体" panose="02010609060101010101" pitchFamily="49" charset="-122"/>
              </a:rPr>
              <a:t>）轴承内圈旋转，</a:t>
            </a:r>
            <a:endParaRPr kumimoji="1" lang="zh-CN" altLang="en-US" sz="2000" b="0" i="0" u="none" strike="noStrike" kern="1200" cap="none" spc="0" normalizeH="0" baseline="0" noProof="0" dirty="0" smtClean="0">
              <a:ln>
                <a:noFill/>
              </a:ln>
              <a:solidFill>
                <a:srgbClr val="0070C0"/>
              </a:solidFill>
              <a:effectLst>
                <a:outerShdw blurRad="38100" dist="38100" dir="2700000" algn="tl">
                  <a:srgbClr val="FFFFFF"/>
                </a:outerShdw>
              </a:effectLst>
              <a:uLnTx/>
              <a:uFillTx/>
              <a:latin typeface="黑体" panose="02010609060101010101" pitchFamily="49" charset="-122"/>
              <a:ea typeface="黑体" panose="02010609060101010101" pitchFamily="49" charset="-122"/>
              <a:cs typeface="黑体" panose="02010609060101010101" pitchFamily="49" charset="-122"/>
            </a:endParaRPr>
          </a:p>
          <a:p>
            <a:pPr marL="342900" marR="0" lvl="0" indent="-342900" algn="l" defTabSz="914400" rtl="0" eaLnBrk="0" fontAlgn="base" latinLnBrk="0" hangingPunct="0">
              <a:lnSpc>
                <a:spcPct val="100000"/>
              </a:lnSpc>
              <a:spcBef>
                <a:spcPct val="20000"/>
              </a:spcBef>
              <a:spcAft>
                <a:spcPct val="0"/>
              </a:spcAft>
              <a:buClrTx/>
              <a:buSzTx/>
              <a:buFontTx/>
              <a:buNone/>
              <a:defRPr/>
            </a:pPr>
            <a:r>
              <a:rPr kumimoji="1" lang="zh-CN" altLang="en-US" sz="2000" b="0" i="0" u="none" strike="noStrike" kern="1200" cap="none" spc="0" normalizeH="0" baseline="0" noProof="0" dirty="0" smtClean="0">
                <a:ln>
                  <a:noFill/>
                </a:ln>
                <a:solidFill>
                  <a:srgbClr val="0070C0"/>
                </a:solidFill>
                <a:effectLst>
                  <a:outerShdw blurRad="38100" dist="38100" dir="2700000" algn="tl">
                    <a:srgbClr val="FFFFFF"/>
                  </a:outerShdw>
                </a:effectLst>
                <a:uLnTx/>
                <a:uFillTx/>
                <a:latin typeface="黑体" panose="02010609060101010101" pitchFamily="49" charset="-122"/>
                <a:ea typeface="黑体" panose="02010609060101010101" pitchFamily="49" charset="-122"/>
                <a:cs typeface="黑体" panose="02010609060101010101" pitchFamily="49" charset="-122"/>
              </a:rPr>
              <a:t>  </a:t>
            </a:r>
            <a:r>
              <a:rPr kumimoji="1" lang="en-US" altLang="zh-CN" sz="2000" b="0" i="0" u="none" strike="noStrike" kern="1200" cap="none" spc="0" normalizeH="0" baseline="0" noProof="0" dirty="0" smtClean="0">
                <a:ln>
                  <a:noFill/>
                </a:ln>
                <a:solidFill>
                  <a:srgbClr val="0070C0"/>
                </a:solidFill>
                <a:effectLst>
                  <a:outerShdw blurRad="38100" dist="38100" dir="2700000" algn="tl">
                    <a:srgbClr val="FFFFFF"/>
                  </a:outerShdw>
                </a:effectLst>
                <a:uLnTx/>
                <a:uFillTx/>
                <a:latin typeface="黑体" panose="02010609060101010101" pitchFamily="49" charset="-122"/>
                <a:ea typeface="黑体" panose="02010609060101010101" pitchFamily="49" charset="-122"/>
                <a:cs typeface="黑体" panose="02010609060101010101" pitchFamily="49" charset="-122"/>
              </a:rPr>
              <a:t>2</a:t>
            </a:r>
            <a:r>
              <a:rPr kumimoji="1" lang="zh-CN" altLang="en-US" sz="2000" b="0" i="0" u="none" strike="noStrike" kern="1200" cap="none" spc="0" normalizeH="0" baseline="0" noProof="0" dirty="0" smtClean="0">
                <a:ln>
                  <a:noFill/>
                </a:ln>
                <a:solidFill>
                  <a:srgbClr val="0070C0"/>
                </a:solidFill>
                <a:effectLst>
                  <a:outerShdw blurRad="38100" dist="38100" dir="2700000" algn="tl">
                    <a:srgbClr val="FFFFFF"/>
                  </a:outerShdw>
                </a:effectLst>
                <a:uLnTx/>
                <a:uFillTx/>
                <a:latin typeface="黑体" panose="02010609060101010101" pitchFamily="49" charset="-122"/>
                <a:ea typeface="黑体" panose="02010609060101010101" pitchFamily="49" charset="-122"/>
                <a:cs typeface="黑体" panose="02010609060101010101" pitchFamily="49" charset="-122"/>
              </a:rPr>
              <a:t>）寿命为</a:t>
            </a:r>
            <a:r>
              <a:rPr kumimoji="1" lang="en-US" altLang="zh-CN" sz="2000" b="0" i="0" u="none" strike="noStrike" kern="1200" cap="none" spc="0" normalizeH="0" baseline="0" noProof="0" dirty="0" smtClean="0">
                <a:ln>
                  <a:noFill/>
                </a:ln>
                <a:solidFill>
                  <a:srgbClr val="0070C0"/>
                </a:solidFill>
                <a:effectLst>
                  <a:outerShdw blurRad="38100" dist="38100" dir="2700000" algn="tl">
                    <a:srgbClr val="FFFFFF"/>
                  </a:outerShdw>
                </a:effectLst>
                <a:uLnTx/>
                <a:uFillTx/>
                <a:latin typeface="黑体" panose="02010609060101010101" pitchFamily="49" charset="-122"/>
                <a:ea typeface="黑体" panose="02010609060101010101" pitchFamily="49" charset="-122"/>
                <a:cs typeface="黑体" panose="02010609060101010101" pitchFamily="49" charset="-122"/>
              </a:rPr>
              <a:t>1</a:t>
            </a:r>
            <a:r>
              <a:rPr kumimoji="1" lang="zh-CN" altLang="en-US" sz="2000" b="0" i="0" u="none" strike="noStrike" kern="1200" cap="none" spc="0" normalizeH="0" baseline="0" noProof="0" dirty="0" smtClean="0">
                <a:ln>
                  <a:noFill/>
                </a:ln>
                <a:solidFill>
                  <a:srgbClr val="0070C0"/>
                </a:solidFill>
                <a:effectLst>
                  <a:outerShdw blurRad="38100" dist="38100" dir="2700000" algn="tl">
                    <a:srgbClr val="FFFFFF"/>
                  </a:outerShdw>
                </a:effectLst>
                <a:uLnTx/>
                <a:uFillTx/>
                <a:latin typeface="黑体" panose="02010609060101010101" pitchFamily="49" charset="-122"/>
                <a:ea typeface="黑体" panose="02010609060101010101" pitchFamily="49" charset="-122"/>
                <a:cs typeface="黑体" panose="02010609060101010101" pitchFamily="49" charset="-122"/>
              </a:rPr>
              <a:t>百万转，</a:t>
            </a:r>
            <a:endParaRPr kumimoji="1" lang="zh-CN" altLang="en-US" sz="2000" b="0" i="0" u="none" strike="noStrike" kern="1200" cap="none" spc="0" normalizeH="0" baseline="0" noProof="0" dirty="0" smtClean="0">
              <a:ln>
                <a:noFill/>
              </a:ln>
              <a:solidFill>
                <a:srgbClr val="0070C0"/>
              </a:solidFill>
              <a:effectLst>
                <a:outerShdw blurRad="38100" dist="38100" dir="2700000" algn="tl">
                  <a:srgbClr val="FFFFFF"/>
                </a:outerShdw>
              </a:effectLst>
              <a:uLnTx/>
              <a:uFillTx/>
              <a:latin typeface="黑体" panose="02010609060101010101" pitchFamily="49" charset="-122"/>
              <a:ea typeface="黑体" panose="02010609060101010101" pitchFamily="49" charset="-122"/>
              <a:cs typeface="黑体" panose="02010609060101010101" pitchFamily="49" charset="-122"/>
            </a:endParaRPr>
          </a:p>
          <a:p>
            <a:pPr marL="342900" marR="0" lvl="0" indent="-342900" algn="l" defTabSz="914400" rtl="0" eaLnBrk="0" fontAlgn="base" latinLnBrk="0" hangingPunct="0">
              <a:lnSpc>
                <a:spcPct val="100000"/>
              </a:lnSpc>
              <a:spcBef>
                <a:spcPct val="20000"/>
              </a:spcBef>
              <a:spcAft>
                <a:spcPct val="0"/>
              </a:spcAft>
              <a:buClrTx/>
              <a:buSzTx/>
              <a:buFontTx/>
              <a:buNone/>
              <a:defRPr/>
            </a:pPr>
            <a:r>
              <a:rPr kumimoji="1" lang="zh-CN" altLang="en-US" sz="2000" b="0" i="0" u="none" strike="noStrike" kern="1200" cap="none" spc="0" normalizeH="0" baseline="0" noProof="0" dirty="0" smtClean="0">
                <a:ln>
                  <a:noFill/>
                </a:ln>
                <a:solidFill>
                  <a:srgbClr val="0070C0"/>
                </a:solidFill>
                <a:effectLst>
                  <a:outerShdw blurRad="38100" dist="38100" dir="2700000" algn="tl">
                    <a:srgbClr val="FFFFFF"/>
                  </a:outerShdw>
                </a:effectLst>
                <a:uLnTx/>
                <a:uFillTx/>
                <a:latin typeface="黑体" panose="02010609060101010101" pitchFamily="49" charset="-122"/>
                <a:ea typeface="黑体" panose="02010609060101010101" pitchFamily="49" charset="-122"/>
                <a:cs typeface="黑体" panose="02010609060101010101" pitchFamily="49" charset="-122"/>
              </a:rPr>
              <a:t>  </a:t>
            </a:r>
            <a:r>
              <a:rPr kumimoji="1" lang="en-US" altLang="zh-CN" sz="2000" b="0" i="0" u="none" strike="noStrike" kern="1200" cap="none" spc="0" normalizeH="0" baseline="0" noProof="0" dirty="0" smtClean="0">
                <a:ln>
                  <a:noFill/>
                </a:ln>
                <a:solidFill>
                  <a:srgbClr val="0070C0"/>
                </a:solidFill>
                <a:effectLst>
                  <a:outerShdw blurRad="38100" dist="38100" dir="2700000" algn="tl">
                    <a:srgbClr val="FFFFFF"/>
                  </a:outerShdw>
                </a:effectLst>
                <a:uLnTx/>
                <a:uFillTx/>
                <a:latin typeface="黑体" panose="02010609060101010101" pitchFamily="49" charset="-122"/>
                <a:ea typeface="黑体" panose="02010609060101010101" pitchFamily="49" charset="-122"/>
                <a:cs typeface="黑体" panose="02010609060101010101" pitchFamily="49" charset="-122"/>
              </a:rPr>
              <a:t>3</a:t>
            </a:r>
            <a:r>
              <a:rPr kumimoji="1" lang="zh-CN" altLang="en-US" sz="2000" b="0" i="0" u="none" strike="noStrike" kern="1200" cap="none" spc="0" normalizeH="0" baseline="0" noProof="0" dirty="0" smtClean="0">
                <a:ln>
                  <a:noFill/>
                </a:ln>
                <a:solidFill>
                  <a:srgbClr val="0070C0"/>
                </a:solidFill>
                <a:effectLst>
                  <a:outerShdw blurRad="38100" dist="38100" dir="2700000" algn="tl">
                    <a:srgbClr val="FFFFFF"/>
                  </a:outerShdw>
                </a:effectLst>
                <a:uLnTx/>
                <a:uFillTx/>
                <a:latin typeface="黑体" panose="02010609060101010101" pitchFamily="49" charset="-122"/>
                <a:ea typeface="黑体" panose="02010609060101010101" pitchFamily="49" charset="-122"/>
                <a:cs typeface="黑体" panose="02010609060101010101" pitchFamily="49" charset="-122"/>
              </a:rPr>
              <a:t>）可靠度</a:t>
            </a:r>
            <a:r>
              <a:rPr kumimoji="1" lang="en-US" altLang="zh-CN" sz="2000" b="0" i="0" u="none" strike="noStrike" kern="1200" cap="none" spc="0" normalizeH="0" baseline="0" noProof="0" dirty="0" smtClean="0">
                <a:ln>
                  <a:noFill/>
                </a:ln>
                <a:solidFill>
                  <a:srgbClr val="0070C0"/>
                </a:solidFill>
                <a:effectLst>
                  <a:outerShdw blurRad="38100" dist="38100" dir="2700000" algn="tl">
                    <a:srgbClr val="FFFFFF"/>
                  </a:outerShdw>
                </a:effectLst>
                <a:uLnTx/>
                <a:uFillTx/>
                <a:latin typeface="黑体" panose="02010609060101010101" pitchFamily="49" charset="-122"/>
                <a:ea typeface="黑体" panose="02010609060101010101" pitchFamily="49" charset="-122"/>
                <a:cs typeface="黑体" panose="02010609060101010101" pitchFamily="49" charset="-122"/>
              </a:rPr>
              <a:t>90</a:t>
            </a:r>
            <a:r>
              <a:rPr kumimoji="1" lang="zh-CN" altLang="en-US" sz="2000" b="0" i="0" u="none" strike="noStrike" kern="1200" cap="none" spc="0" normalizeH="0" baseline="0" noProof="0" dirty="0" smtClean="0">
                <a:ln>
                  <a:noFill/>
                </a:ln>
                <a:solidFill>
                  <a:srgbClr val="0070C0"/>
                </a:solidFill>
                <a:effectLst>
                  <a:outerShdw blurRad="38100" dist="38100" dir="2700000" algn="tl">
                    <a:srgbClr val="FFFFFF"/>
                  </a:outerShdw>
                </a:effectLst>
                <a:uLnTx/>
                <a:uFillTx/>
                <a:latin typeface="黑体" panose="02010609060101010101" pitchFamily="49" charset="-122"/>
                <a:ea typeface="黑体" panose="02010609060101010101" pitchFamily="49" charset="-122"/>
                <a:cs typeface="黑体" panose="02010609060101010101" pitchFamily="49" charset="-122"/>
              </a:rPr>
              <a:t>％，</a:t>
            </a:r>
            <a:endParaRPr kumimoji="1" lang="zh-CN" altLang="en-US" sz="2000" b="0" i="0" u="none" strike="noStrike" kern="1200" cap="none" spc="0" normalizeH="0" baseline="0" noProof="0" dirty="0" smtClean="0">
              <a:ln>
                <a:noFill/>
              </a:ln>
              <a:solidFill>
                <a:srgbClr val="0070C0"/>
              </a:solidFill>
              <a:effectLst>
                <a:outerShdw blurRad="38100" dist="38100" dir="2700000" algn="tl">
                  <a:srgbClr val="FFFFFF"/>
                </a:outerShdw>
              </a:effectLst>
              <a:uLnTx/>
              <a:uFillTx/>
              <a:latin typeface="黑体" panose="02010609060101010101" pitchFamily="49" charset="-122"/>
              <a:ea typeface="黑体" panose="02010609060101010101" pitchFamily="49" charset="-122"/>
              <a:cs typeface="黑体" panose="02010609060101010101" pitchFamily="49" charset="-122"/>
            </a:endParaRPr>
          </a:p>
          <a:p>
            <a:pPr marL="342900" marR="0" lvl="0" indent="-342900" algn="l" defTabSz="914400" rtl="0" eaLnBrk="0" fontAlgn="base" latinLnBrk="0" hangingPunct="0">
              <a:lnSpc>
                <a:spcPct val="100000"/>
              </a:lnSpc>
              <a:spcBef>
                <a:spcPct val="20000"/>
              </a:spcBef>
              <a:spcAft>
                <a:spcPct val="0"/>
              </a:spcAft>
              <a:buClrTx/>
              <a:buSzTx/>
              <a:buFontTx/>
              <a:buNone/>
              <a:defRPr/>
            </a:pPr>
            <a:r>
              <a:rPr kumimoji="1" lang="zh-CN" altLang="en-US" sz="2000" b="0" i="0" u="none" strike="noStrike" kern="1200" cap="none" spc="0" normalizeH="0" baseline="0" noProof="0" dirty="0" smtClean="0">
                <a:ln>
                  <a:noFill/>
                </a:ln>
                <a:solidFill>
                  <a:srgbClr val="0070C0"/>
                </a:solidFill>
                <a:effectLst>
                  <a:outerShdw blurRad="38100" dist="38100" dir="2700000" algn="tl">
                    <a:srgbClr val="FFFFFF"/>
                  </a:outerShdw>
                </a:effectLst>
                <a:uLnTx/>
                <a:uFillTx/>
                <a:latin typeface="黑体" panose="02010609060101010101" pitchFamily="49" charset="-122"/>
                <a:ea typeface="黑体" panose="02010609060101010101" pitchFamily="49" charset="-122"/>
                <a:cs typeface="黑体" panose="02010609060101010101" pitchFamily="49" charset="-122"/>
              </a:rPr>
              <a:t>  </a:t>
            </a:r>
            <a:r>
              <a:rPr kumimoji="1" lang="en-US" altLang="zh-CN" sz="2000" b="0" i="0" u="none" strike="noStrike" kern="1200" cap="none" spc="0" normalizeH="0" baseline="0" noProof="0" dirty="0" smtClean="0">
                <a:ln>
                  <a:noFill/>
                </a:ln>
                <a:solidFill>
                  <a:srgbClr val="0070C0"/>
                </a:solidFill>
                <a:effectLst>
                  <a:outerShdw blurRad="38100" dist="38100" dir="2700000" algn="tl">
                    <a:srgbClr val="FFFFFF"/>
                  </a:outerShdw>
                </a:effectLst>
                <a:uLnTx/>
                <a:uFillTx/>
                <a:latin typeface="黑体" panose="02010609060101010101" pitchFamily="49" charset="-122"/>
                <a:ea typeface="黑体" panose="02010609060101010101" pitchFamily="49" charset="-122"/>
                <a:cs typeface="黑体" panose="02010609060101010101" pitchFamily="49" charset="-122"/>
              </a:rPr>
              <a:t>4</a:t>
            </a:r>
            <a:r>
              <a:rPr kumimoji="1" lang="zh-CN" altLang="en-US" sz="2000" b="0" i="0" u="none" strike="noStrike" kern="1200" cap="none" spc="0" normalizeH="0" baseline="0" noProof="0" dirty="0" smtClean="0">
                <a:ln>
                  <a:noFill/>
                </a:ln>
                <a:solidFill>
                  <a:srgbClr val="0070C0"/>
                </a:solidFill>
                <a:effectLst>
                  <a:outerShdw blurRad="38100" dist="38100" dir="2700000" algn="tl">
                    <a:srgbClr val="FFFFFF"/>
                  </a:outerShdw>
                </a:effectLst>
                <a:uLnTx/>
                <a:uFillTx/>
                <a:latin typeface="黑体" panose="02010609060101010101" pitchFamily="49" charset="-122"/>
                <a:ea typeface="黑体" panose="02010609060101010101" pitchFamily="49" charset="-122"/>
                <a:cs typeface="黑体" panose="02010609060101010101" pitchFamily="49" charset="-122"/>
              </a:rPr>
              <a:t>）向心轴承和向心推力轴承承受纯径向载荷；推力轴承和推力向心轴承承受纯轴向载荷。 </a:t>
            </a:r>
            <a:endParaRPr kumimoji="1" lang="zh-CN" altLang="en-US" sz="2000" b="0" i="0" u="none" strike="noStrike" kern="1200" cap="none" spc="0" normalizeH="0" baseline="0" noProof="0" dirty="0" smtClean="0">
              <a:ln>
                <a:noFill/>
              </a:ln>
              <a:solidFill>
                <a:srgbClr val="0070C0"/>
              </a:solidFill>
              <a:effectLst>
                <a:outerShdw blurRad="38100" dist="38100" dir="2700000" algn="tl">
                  <a:srgbClr val="FFFFFF"/>
                </a:outerShdw>
              </a:effectLst>
              <a:uLnTx/>
              <a:uFillTx/>
              <a:latin typeface="黑体" panose="02010609060101010101" pitchFamily="49" charset="-122"/>
              <a:ea typeface="黑体" panose="02010609060101010101" pitchFamily="49" charset="-122"/>
              <a:cs typeface="黑体" panose="02010609060101010101" pitchFamily="49" charset="-122"/>
            </a:endParaRPr>
          </a:p>
          <a:p>
            <a:pPr marL="342900" marR="0" lvl="0" indent="-342900" algn="l" defTabSz="914400" rtl="0" eaLnBrk="0" fontAlgn="base" latinLnBrk="0" hangingPunct="0">
              <a:lnSpc>
                <a:spcPct val="100000"/>
              </a:lnSpc>
              <a:spcBef>
                <a:spcPct val="20000"/>
              </a:spcBef>
              <a:spcAft>
                <a:spcPct val="0"/>
              </a:spcAft>
              <a:buClrTx/>
              <a:buSzTx/>
              <a:buFontTx/>
              <a:buNone/>
              <a:defRPr/>
            </a:pPr>
            <a:r>
              <a:rPr kumimoji="1" lang="zh-CN" altLang="en-US" sz="2000" b="0" i="0" u="none" strike="noStrike" kern="1200" cap="none" spc="0" normalizeH="0" baseline="0" noProof="0" dirty="0" smtClean="0">
                <a:ln>
                  <a:noFill/>
                </a:ln>
                <a:solidFill>
                  <a:schemeClr val="tx1"/>
                </a:solidFill>
                <a:effectLst>
                  <a:outerShdw blurRad="38100" dist="38100" dir="2700000" algn="tl">
                    <a:srgbClr val="FFFFFF"/>
                  </a:outerShdw>
                </a:effectLst>
                <a:uLnTx/>
                <a:uFillTx/>
                <a:latin typeface="仿宋_GB2312" pitchFamily="49" charset="-122"/>
                <a:ea typeface="仿宋_GB2312" pitchFamily="49" charset="-122"/>
                <a:cs typeface="+mn-cs"/>
              </a:rPr>
              <a:t>      </a:t>
            </a:r>
            <a:r>
              <a:rPr kumimoji="1" lang="zh-CN" altLang="en-US" sz="2000" b="0" i="0" u="none" strike="noStrike" kern="1200" cap="none" spc="0" normalizeH="0" baseline="0" noProof="0" dirty="0" smtClean="0">
                <a:ln>
                  <a:noFill/>
                </a:ln>
                <a:solidFill>
                  <a:schemeClr val="accent4">
                    <a:lumMod val="50000"/>
                  </a:schemeClr>
                </a:solidFill>
                <a:effectLst/>
                <a:uLnTx/>
                <a:uFillTx/>
                <a:latin typeface="黑体" panose="02010609060101010101" pitchFamily="49" charset="-122"/>
                <a:ea typeface="黑体" panose="02010609060101010101" pitchFamily="49" charset="-122"/>
                <a:cs typeface="+mn-cs"/>
              </a:rPr>
              <a:t>如果作用在轴承上的载荷与上述情况不一样必须将实际载荷换算为和上述条件相同的载荷后，才能与额定动载荷相互比较，进行计算。换算后的外载荷是一种假想载荷，称为</a:t>
            </a:r>
            <a:r>
              <a:rPr kumimoji="1" lang="zh-CN" altLang="en-US" sz="2000" b="0" i="0" u="none" strike="noStrike" kern="1200" cap="none" spc="0" normalizeH="0" baseline="0" noProof="0" dirty="0" smtClean="0">
                <a:ln>
                  <a:noFill/>
                </a:ln>
                <a:solidFill>
                  <a:srgbClr val="C00000"/>
                </a:solidFill>
                <a:effectLst/>
                <a:uLnTx/>
                <a:uFillTx/>
                <a:latin typeface="黑体" panose="02010609060101010101" pitchFamily="49" charset="-122"/>
                <a:ea typeface="黑体" panose="02010609060101010101" pitchFamily="49" charset="-122"/>
                <a:cs typeface="+mn-cs"/>
              </a:rPr>
              <a:t>当量动载荷Ｐ</a:t>
            </a:r>
            <a:r>
              <a:rPr kumimoji="1" lang="zh-CN" altLang="en-US" sz="2000" b="0" i="0" u="none" strike="noStrike" kern="1200" cap="none" spc="0" normalizeH="0" baseline="0" noProof="0" dirty="0" smtClean="0">
                <a:ln>
                  <a:noFill/>
                </a:ln>
                <a:solidFill>
                  <a:schemeClr val="accent4">
                    <a:lumMod val="50000"/>
                  </a:schemeClr>
                </a:solidFill>
                <a:effectLst/>
                <a:uLnTx/>
                <a:uFillTx/>
                <a:latin typeface="黑体" panose="02010609060101010101" pitchFamily="49" charset="-122"/>
                <a:ea typeface="黑体" panose="02010609060101010101" pitchFamily="49" charset="-122"/>
                <a:cs typeface="+mn-cs"/>
              </a:rPr>
              <a:t>。</a:t>
            </a:r>
            <a:endParaRPr kumimoji="1" lang="zh-CN" altLang="en-US" sz="2000" b="0" i="0" u="none" strike="noStrike" kern="1200" cap="none" spc="0" normalizeH="0" baseline="0" noProof="0" dirty="0" smtClean="0">
              <a:ln>
                <a:noFill/>
              </a:ln>
              <a:solidFill>
                <a:srgbClr val="0000FF"/>
              </a:solidFill>
              <a:effectLst/>
              <a:uLnTx/>
              <a:uFillTx/>
              <a:latin typeface="楷体_GB2312"/>
              <a:ea typeface="楷体_GB2312"/>
              <a:cs typeface="+mn-cs"/>
            </a:endParaRPr>
          </a:p>
        </p:txBody>
      </p:sp>
    </p:spTree>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afterEffect">
                                  <p:stCondLst>
                                    <p:cond delay="0"/>
                                  </p:stCondLst>
                                  <p:childTnLst>
                                    <p:set>
                                      <p:cBhvr>
                                        <p:cTn id="6" dur="1" fill="hold">
                                          <p:stCondLst>
                                            <p:cond delay="499"/>
                                          </p:stCondLst>
                                        </p:cTn>
                                        <p:tgtEl>
                                          <p:spTgt spid="22671"/>
                                        </p:tgtEl>
                                        <p:attrNameLst>
                                          <p:attrName>style.visibility</p:attrName>
                                        </p:attrNameLst>
                                      </p:cBhvr>
                                      <p:to>
                                        <p:strVal val="visible"/>
                                      </p:to>
                                    </p:set>
                                  </p:childTnLst>
                                </p:cTn>
                              </p:par>
                            </p:childTnLst>
                          </p:cTn>
                        </p:par>
                        <p:par>
                          <p:cTn id="7" fill="hold">
                            <p:stCondLst>
                              <p:cond delay="500"/>
                            </p:stCondLst>
                            <p:childTnLst>
                              <p:par>
                                <p:cTn id="8" presetID="2" presetClass="entr" presetSubtype="8" fill="hold" nodeType="afterEffect">
                                  <p:stCondLst>
                                    <p:cond delay="0"/>
                                  </p:stCondLst>
                                  <p:childTnLst>
                                    <p:set>
                                      <p:cBhvr>
                                        <p:cTn id="9" dur="1" fill="hold">
                                          <p:stCondLst>
                                            <p:cond delay="0"/>
                                          </p:stCondLst>
                                        </p:cTn>
                                        <p:tgtEl>
                                          <p:spTgt spid="22669"/>
                                        </p:tgtEl>
                                        <p:attrNameLst>
                                          <p:attrName>style.visibility</p:attrName>
                                        </p:attrNameLst>
                                      </p:cBhvr>
                                      <p:to>
                                        <p:strVal val="visible"/>
                                      </p:to>
                                    </p:set>
                                    <p:anim calcmode="lin" valueType="num">
                                      <p:cBhvr additive="base">
                                        <p:cTn id="10" dur="500" fill="hold"/>
                                        <p:tgtEl>
                                          <p:spTgt spid="22669"/>
                                        </p:tgtEl>
                                        <p:attrNameLst>
                                          <p:attrName>ppt_x</p:attrName>
                                        </p:attrNameLst>
                                      </p:cBhvr>
                                      <p:tavLst>
                                        <p:tav tm="0">
                                          <p:val>
                                            <p:strVal val="0-#ppt_w/2"/>
                                          </p:val>
                                        </p:tav>
                                        <p:tav tm="100000">
                                          <p:val>
                                            <p:strVal val="#ppt_x"/>
                                          </p:val>
                                        </p:tav>
                                      </p:tavLst>
                                    </p:anim>
                                    <p:anim calcmode="lin" valueType="num">
                                      <p:cBhvr additive="base">
                                        <p:cTn id="11" dur="500" fill="hold"/>
                                        <p:tgtEl>
                                          <p:spTgt spid="22669"/>
                                        </p:tgtEl>
                                        <p:attrNameLst>
                                          <p:attrName>ppt_y</p:attrName>
                                        </p:attrNameLst>
                                      </p:cBhvr>
                                      <p:tavLst>
                                        <p:tav tm="0">
                                          <p:val>
                                            <p:strVal val="#ppt_y"/>
                                          </p:val>
                                        </p:tav>
                                        <p:tav tm="100000">
                                          <p:val>
                                            <p:strVal val="#ppt_y"/>
                                          </p:val>
                                        </p:tav>
                                      </p:tavLst>
                                    </p:anim>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grpId="0" nodeType="clickEffect">
                                  <p:stCondLst>
                                    <p:cond delay="0"/>
                                  </p:stCondLst>
                                  <p:childTnLst>
                                    <p:set>
                                      <p:cBhvr>
                                        <p:cTn id="15" dur="1" fill="hold">
                                          <p:stCondLst>
                                            <p:cond delay="0"/>
                                          </p:stCondLst>
                                        </p:cTn>
                                        <p:tgtEl>
                                          <p:spTgt spid="6"/>
                                        </p:tgtEl>
                                        <p:attrNameLst>
                                          <p:attrName>style.visibility</p:attrName>
                                        </p:attrNameLst>
                                      </p:cBhvr>
                                      <p:to>
                                        <p:strVal val="visible"/>
                                      </p:to>
                                    </p:set>
                                    <p:animEffect transition="in" filter="wipe(left)">
                                      <p:cBhvr>
                                        <p:cTn id="16" dur="500"/>
                                        <p:tgtEl>
                                          <p:spTgt spid="6"/>
                                        </p:tgtEl>
                                      </p:cBhvr>
                                    </p:animEffect>
                                  </p:childTnLst>
                                </p:cTn>
                              </p:par>
                            </p:childTnLst>
                          </p:cTn>
                        </p:par>
                        <p:par>
                          <p:cTn id="17" fill="hold">
                            <p:stCondLst>
                              <p:cond delay="500"/>
                            </p:stCondLst>
                            <p:childTnLst>
                              <p:par>
                                <p:cTn id="18" presetID="2" presetClass="entr" presetSubtype="8" fill="hold" nodeType="afterEffect">
                                  <p:stCondLst>
                                    <p:cond delay="0"/>
                                  </p:stCondLst>
                                  <p:childTnLst>
                                    <p:set>
                                      <p:cBhvr>
                                        <p:cTn id="19" dur="1" fill="hold">
                                          <p:stCondLst>
                                            <p:cond delay="0"/>
                                          </p:stCondLst>
                                        </p:cTn>
                                        <p:tgtEl>
                                          <p:spTgt spid="22670"/>
                                        </p:tgtEl>
                                        <p:attrNameLst>
                                          <p:attrName>style.visibility</p:attrName>
                                        </p:attrNameLst>
                                      </p:cBhvr>
                                      <p:to>
                                        <p:strVal val="visible"/>
                                      </p:to>
                                    </p:set>
                                    <p:anim calcmode="lin" valueType="num">
                                      <p:cBhvr additive="base">
                                        <p:cTn id="20" dur="500" fill="hold"/>
                                        <p:tgtEl>
                                          <p:spTgt spid="22670"/>
                                        </p:tgtEl>
                                        <p:attrNameLst>
                                          <p:attrName>ppt_x</p:attrName>
                                        </p:attrNameLst>
                                      </p:cBhvr>
                                      <p:tavLst>
                                        <p:tav tm="0">
                                          <p:val>
                                            <p:strVal val="0-#ppt_w/2"/>
                                          </p:val>
                                        </p:tav>
                                        <p:tav tm="100000">
                                          <p:val>
                                            <p:strVal val="#ppt_x"/>
                                          </p:val>
                                        </p:tav>
                                      </p:tavLst>
                                    </p:anim>
                                    <p:anim calcmode="lin" valueType="num">
                                      <p:cBhvr additive="base">
                                        <p:cTn id="21" dur="500" fill="hold"/>
                                        <p:tgtEl>
                                          <p:spTgt spid="22670"/>
                                        </p:tgtEl>
                                        <p:attrNameLst>
                                          <p:attrName>ppt_y</p:attrName>
                                        </p:attrNameLst>
                                      </p:cBhvr>
                                      <p:tavLst>
                                        <p:tav tm="0">
                                          <p:val>
                                            <p:strVal val="#ppt_y"/>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22" presetClass="entr" presetSubtype="8" fill="hold" grpId="0" nodeType="clickEffect">
                                  <p:stCondLst>
                                    <p:cond delay="0"/>
                                  </p:stCondLst>
                                  <p:childTnLst>
                                    <p:set>
                                      <p:cBhvr>
                                        <p:cTn id="25" dur="1" fill="hold">
                                          <p:stCondLst>
                                            <p:cond delay="0"/>
                                          </p:stCondLst>
                                        </p:cTn>
                                        <p:tgtEl>
                                          <p:spTgt spid="80899"/>
                                        </p:tgtEl>
                                        <p:attrNameLst>
                                          <p:attrName>style.visibility</p:attrName>
                                        </p:attrNameLst>
                                      </p:cBhvr>
                                      <p:to>
                                        <p:strVal val="visible"/>
                                      </p:to>
                                    </p:set>
                                    <p:animEffect transition="in" filter="wipe(left)">
                                      <p:cBhvr>
                                        <p:cTn id="26" dur="500"/>
                                        <p:tgtEl>
                                          <p:spTgt spid="80899"/>
                                        </p:tgtEl>
                                      </p:cBhvr>
                                    </p:animEffect>
                                  </p:childTnLst>
                                </p:cTn>
                              </p:par>
                            </p:childTnLst>
                          </p:cTn>
                        </p:par>
                      </p:childTnLst>
                    </p:cTn>
                  </p:par>
                  <p:par>
                    <p:cTn id="27" fill="hold">
                      <p:stCondLst>
                        <p:cond delay="indefinite"/>
                      </p:stCondLst>
                      <p:childTnLst>
                        <p:par>
                          <p:cTn id="28" fill="hold">
                            <p:stCondLst>
                              <p:cond delay="0"/>
                            </p:stCondLst>
                            <p:childTnLst>
                              <p:par>
                                <p:cTn id="29" presetID="3" presetClass="entr" presetSubtype="5" fill="hold" grpId="0" nodeType="clickEffect">
                                  <p:stCondLst>
                                    <p:cond delay="0"/>
                                  </p:stCondLst>
                                  <p:childTnLst>
                                    <p:set>
                                      <p:cBhvr>
                                        <p:cTn id="30" dur="1" fill="hold">
                                          <p:stCondLst>
                                            <p:cond delay="0"/>
                                          </p:stCondLst>
                                        </p:cTn>
                                        <p:tgtEl>
                                          <p:spTgt spid="81922"/>
                                        </p:tgtEl>
                                        <p:attrNameLst>
                                          <p:attrName>style.visibility</p:attrName>
                                        </p:attrNameLst>
                                      </p:cBhvr>
                                      <p:to>
                                        <p:strVal val="visible"/>
                                      </p:to>
                                    </p:set>
                                    <p:animEffect transition="in" filter="blinds(vertical)">
                                      <p:cBhvr>
                                        <p:cTn id="31" dur="500"/>
                                        <p:tgtEl>
                                          <p:spTgt spid="819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0899" grpId="0" bldLvl="0" animBg="1"/>
      <p:bldP spid="81922" grpId="0" bldLvl="0" animBg="1"/>
      <p:bldP spid="6" grpId="0"/>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00" name="Rectangle 7"/>
          <p:cNvSpPr>
            <a:spLocks noGrp="1" noChangeArrowheads="1"/>
          </p:cNvSpPr>
          <p:nvPr>
            <p:ph type="title"/>
          </p:nvPr>
        </p:nvSpPr>
        <p:spPr bwMode="auto">
          <a:xfrm>
            <a:off x="5600700" y="736600"/>
            <a:ext cx="1854200" cy="177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eaLnBrk="1" hangingPunct="1"/>
            <a:r>
              <a:rPr lang="zh-CN" altLang="en-US" sz="800" smtClean="0">
                <a:solidFill>
                  <a:schemeClr val="bg1"/>
                </a:solidFill>
                <a:latin typeface="华文中宋" panose="02010600040101010101" pitchFamily="2" charset="-122"/>
                <a:ea typeface="华文中宋" panose="02010600040101010101" pitchFamily="2" charset="-122"/>
              </a:rPr>
              <a:t>滚动轴承尺寸的选择</a:t>
            </a:r>
            <a:r>
              <a:rPr lang="en-US" altLang="zh-CN" sz="800" smtClean="0">
                <a:solidFill>
                  <a:schemeClr val="bg1"/>
                </a:solidFill>
                <a:latin typeface="华文中宋" panose="02010600040101010101" pitchFamily="2" charset="-122"/>
                <a:ea typeface="华文中宋" panose="02010600040101010101" pitchFamily="2" charset="-122"/>
              </a:rPr>
              <a:t>4</a:t>
            </a:r>
            <a:endParaRPr lang="en-US" altLang="zh-CN" sz="4000" smtClean="0"/>
          </a:p>
        </p:txBody>
      </p:sp>
      <p:sp>
        <p:nvSpPr>
          <p:cNvPr id="23612" name="Text Box 60"/>
          <p:cNvSpPr txBox="1">
            <a:spLocks noChangeArrowheads="1"/>
          </p:cNvSpPr>
          <p:nvPr/>
        </p:nvSpPr>
        <p:spPr bwMode="auto">
          <a:xfrm>
            <a:off x="602173" y="1815893"/>
            <a:ext cx="5008880" cy="3987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57150">
                <a:solidFill>
                  <a:srgbClr val="000000"/>
                </a:solidFill>
                <a:miter lim="800000"/>
                <a:headEnd/>
                <a:tailEnd/>
              </a14:hiddenLine>
            </a:ext>
          </a:extLst>
        </p:spPr>
        <p:txBody>
          <a:bodyPr wrap="none">
            <a:spAutoFit/>
          </a:bodyPr>
          <a:lstStyle>
            <a:lvl1pPr eaLnBrk="0" hangingPunct="0">
              <a:defRPr kumimoji="1" sz="2000">
                <a:solidFill>
                  <a:srgbClr val="000099"/>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rgbClr val="000099"/>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rgbClr val="000099"/>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rgbClr val="000099"/>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lnSpc>
                <a:spcPct val="100000"/>
              </a:lnSpc>
              <a:buFontTx/>
              <a:buNone/>
            </a:pPr>
            <a:r>
              <a:rPr lang="zh-CN" altLang="en-US" dirty="0">
                <a:solidFill>
                  <a:srgbClr val="C00000"/>
                </a:solidFill>
              </a:rPr>
              <a:t>向心推力轴承</a:t>
            </a:r>
            <a:r>
              <a:rPr lang="zh-CN" altLang="en-US" dirty="0"/>
              <a:t>的当量动载荷可按下式计算：</a:t>
            </a:r>
            <a:endParaRPr lang="zh-CN" altLang="en-US" dirty="0"/>
          </a:p>
        </p:txBody>
      </p:sp>
      <p:graphicFrame>
        <p:nvGraphicFramePr>
          <p:cNvPr id="23613" name="Object 61"/>
          <p:cNvGraphicFramePr>
            <a:graphicFrameLocks noChangeAspect="1"/>
          </p:cNvGraphicFramePr>
          <p:nvPr/>
        </p:nvGraphicFramePr>
        <p:xfrm>
          <a:off x="5696861" y="1849079"/>
          <a:ext cx="1698625" cy="431800"/>
        </p:xfrm>
        <a:graphic>
          <a:graphicData uri="http://schemas.openxmlformats.org/presentationml/2006/ole">
            <mc:AlternateContent xmlns:mc="http://schemas.openxmlformats.org/markup-compatibility/2006">
              <mc:Choice xmlns:v="urn:schemas-microsoft-com:vml" Requires="v">
                <p:oleObj spid="_x0000_s4215" name="Equation" r:id="rId1" imgW="821690" imgH="208280" progId="Equation.3">
                  <p:embed/>
                </p:oleObj>
              </mc:Choice>
              <mc:Fallback>
                <p:oleObj name="Equation" r:id="rId1" imgW="821690" imgH="208280" progId="Equation.3">
                  <p:embed/>
                  <p:pic>
                    <p:nvPicPr>
                      <p:cNvPr id="0" name="Object 6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696861" y="1849079"/>
                        <a:ext cx="1698625" cy="431800"/>
                      </a:xfrm>
                      <a:prstGeom prst="rect">
                        <a:avLst/>
                      </a:prstGeom>
                      <a:noFill/>
                      <a:ln>
                        <a:noFill/>
                      </a:ln>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57150">
                            <a:solidFill>
                              <a:srgbClr val="FF3300"/>
                            </a:solidFill>
                            <a:miter lim="800000"/>
                            <a:headEnd/>
                            <a:tailEnd/>
                          </a14:hiddenLine>
                        </a:ext>
                      </a:extLst>
                    </p:spPr>
                  </p:pic>
                </p:oleObj>
              </mc:Fallback>
            </mc:AlternateContent>
          </a:graphicData>
        </a:graphic>
      </p:graphicFrame>
      <p:sp>
        <p:nvSpPr>
          <p:cNvPr id="23614" name="Text Box 62"/>
          <p:cNvSpPr txBox="1">
            <a:spLocks noChangeArrowheads="1"/>
          </p:cNvSpPr>
          <p:nvPr/>
        </p:nvSpPr>
        <p:spPr bwMode="auto">
          <a:xfrm>
            <a:off x="1124668" y="2515152"/>
            <a:ext cx="6529388"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57150">
                <a:solidFill>
                  <a:srgbClr val="000000"/>
                </a:solidFill>
                <a:miter lim="800000"/>
                <a:headEnd/>
                <a:tailEnd/>
              </a14:hiddenLine>
            </a:ext>
          </a:extLst>
        </p:spPr>
        <p:txBody>
          <a:bodyPr wrap="none">
            <a:spAutoFit/>
          </a:bodyPr>
          <a:lstStyle>
            <a:lvl1pPr eaLnBrk="0" hangingPunct="0">
              <a:defRPr kumimoji="1" sz="2000">
                <a:solidFill>
                  <a:srgbClr val="000099"/>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rgbClr val="000099"/>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rgbClr val="000099"/>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rgbClr val="000099"/>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lnSpc>
                <a:spcPct val="100000"/>
              </a:lnSpc>
              <a:buFontTx/>
              <a:buNone/>
            </a:pPr>
            <a:r>
              <a:rPr lang="zh-CN" altLang="en-US" dirty="0"/>
              <a:t>式中：</a:t>
            </a:r>
            <a:r>
              <a:rPr lang="en-US" altLang="zh-CN" i="1" dirty="0"/>
              <a:t>F</a:t>
            </a:r>
            <a:r>
              <a:rPr lang="en-US" altLang="zh-CN" baseline="-10000" dirty="0"/>
              <a:t>r</a:t>
            </a:r>
            <a:r>
              <a:rPr lang="zh-CN" altLang="en-US" dirty="0"/>
              <a:t>与</a:t>
            </a:r>
            <a:r>
              <a:rPr lang="en-US" altLang="zh-CN" i="1" dirty="0" err="1"/>
              <a:t>F</a:t>
            </a:r>
            <a:r>
              <a:rPr lang="en-US" altLang="zh-CN" baseline="-10000" dirty="0" err="1"/>
              <a:t>a</a:t>
            </a:r>
            <a:r>
              <a:rPr lang="zh-CN" altLang="en-US" dirty="0"/>
              <a:t>分别为轴承实际承受的径向载荷与轴向载荷 </a:t>
            </a:r>
            <a:endParaRPr lang="zh-CN" altLang="en-US" dirty="0"/>
          </a:p>
        </p:txBody>
      </p:sp>
      <p:grpSp>
        <p:nvGrpSpPr>
          <p:cNvPr id="2" name="Group 63"/>
          <p:cNvGrpSpPr/>
          <p:nvPr/>
        </p:nvGrpSpPr>
        <p:grpSpPr bwMode="auto">
          <a:xfrm>
            <a:off x="862965" y="2598103"/>
            <a:ext cx="8216902" cy="1014413"/>
            <a:chOff x="665" y="2230"/>
            <a:chExt cx="5176" cy="639"/>
          </a:xfrm>
        </p:grpSpPr>
        <p:sp>
          <p:nvSpPr>
            <p:cNvPr id="4133" name="Text Box 64"/>
            <p:cNvSpPr txBox="1">
              <a:spLocks noChangeArrowheads="1"/>
            </p:cNvSpPr>
            <p:nvPr/>
          </p:nvSpPr>
          <p:spPr bwMode="auto">
            <a:xfrm>
              <a:off x="665" y="2618"/>
              <a:ext cx="5176" cy="2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57150">
                  <a:solidFill>
                    <a:srgbClr val="000000"/>
                  </a:solidFill>
                  <a:miter lim="800000"/>
                  <a:headEnd/>
                  <a:tailEnd/>
                </a14:hiddenLine>
              </a:ext>
            </a:extLst>
          </p:spPr>
          <p:txBody>
            <a:bodyPr wrap="none">
              <a:spAutoFit/>
            </a:bodyPr>
            <a:lstStyle>
              <a:lvl1pPr eaLnBrk="0" hangingPunct="0">
                <a:defRPr kumimoji="1" sz="2000">
                  <a:solidFill>
                    <a:srgbClr val="000099"/>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rgbClr val="000099"/>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rgbClr val="000099"/>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rgbClr val="000099"/>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lnSpc>
                  <a:spcPct val="100000"/>
                </a:lnSpc>
                <a:buFontTx/>
                <a:buNone/>
              </a:pPr>
              <a:r>
                <a:rPr lang="en-US" altLang="zh-CN" i="1" dirty="0"/>
                <a:t>X</a:t>
              </a:r>
              <a:r>
                <a:rPr lang="zh-CN" altLang="en-US" dirty="0"/>
                <a:t>、</a:t>
              </a:r>
              <a:r>
                <a:rPr lang="en-US" altLang="zh-CN" i="1" dirty="0"/>
                <a:t>Y</a:t>
              </a:r>
              <a:r>
                <a:rPr lang="zh-CN" altLang="en-US" dirty="0"/>
                <a:t>分别为轴承的径向动载荷系数与轴向动载荷系数</a:t>
              </a:r>
              <a:r>
                <a:rPr lang="en-US" altLang="zh-CN" dirty="0"/>
                <a:t>(</a:t>
              </a:r>
              <a:r>
                <a:rPr lang="zh-CN" altLang="en-US" sz="1800" dirty="0" smtClean="0">
                  <a:solidFill>
                    <a:srgbClr val="CC3300"/>
                  </a:solidFill>
                  <a:hlinkClick r:id="rId3" action="ppaction://hlinksldjump"/>
                </a:rPr>
                <a:t>查表</a:t>
              </a:r>
              <a:r>
                <a:rPr lang="en-US" altLang="zh-CN" dirty="0" smtClean="0">
                  <a:solidFill>
                    <a:srgbClr val="CC3300"/>
                  </a:solidFill>
                </a:rPr>
                <a:t>3.6-7</a:t>
              </a:r>
              <a:r>
                <a:rPr lang="zh-CN" altLang="en-US" dirty="0"/>
                <a:t>　　　） </a:t>
              </a:r>
              <a:endParaRPr lang="zh-CN" altLang="en-US" dirty="0"/>
            </a:p>
          </p:txBody>
        </p:sp>
        <p:pic>
          <p:nvPicPr>
            <p:cNvPr id="4134" name="Picture 65" descr="arrow_2"/>
            <p:cNvPicPr>
              <a:picLocks noChangeAspect="1" noChangeArrowheads="1" noCrop="1"/>
            </p:cNvPicPr>
            <p:nvPr/>
          </p:nvPicPr>
          <p:blipFill>
            <a:blip r:embed="rId4"/>
            <a:srcRect/>
            <a:stretch>
              <a:fillRect/>
            </a:stretch>
          </p:blipFill>
          <p:spPr bwMode="auto">
            <a:xfrm>
              <a:off x="4885" y="2230"/>
              <a:ext cx="58" cy="1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23619" name="Text Box 67"/>
          <p:cNvSpPr txBox="1">
            <a:spLocks noChangeArrowheads="1"/>
          </p:cNvSpPr>
          <p:nvPr/>
        </p:nvSpPr>
        <p:spPr bwMode="auto">
          <a:xfrm>
            <a:off x="580073" y="3812540"/>
            <a:ext cx="8124190" cy="3987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57150">
                <a:solidFill>
                  <a:srgbClr val="000000"/>
                </a:solidFill>
                <a:miter lim="800000"/>
                <a:headEnd/>
                <a:tailEnd/>
              </a14:hiddenLine>
            </a:ext>
          </a:extLst>
        </p:spPr>
        <p:txBody>
          <a:bodyPr wrap="none">
            <a:spAutoFit/>
          </a:bodyPr>
          <a:lstStyle>
            <a:lvl1pPr eaLnBrk="0" hangingPunct="0">
              <a:defRPr kumimoji="1" sz="2000">
                <a:solidFill>
                  <a:srgbClr val="000099"/>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rgbClr val="000099"/>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rgbClr val="000099"/>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rgbClr val="000099"/>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lnSpc>
                <a:spcPct val="100000"/>
              </a:lnSpc>
              <a:buFontTx/>
              <a:buNone/>
            </a:pPr>
            <a:r>
              <a:rPr lang="zh-CN" altLang="en-US"/>
              <a:t>为了计及实际载荷波动的影响，可对当量动载荷乘上一个载荷系数 </a:t>
            </a:r>
            <a:r>
              <a:rPr lang="en-US" altLang="zh-CN" i="1"/>
              <a:t>f </a:t>
            </a:r>
            <a:r>
              <a:rPr lang="en-US" altLang="zh-CN" i="1" baseline="-25000"/>
              <a:t>d</a:t>
            </a:r>
            <a:r>
              <a:rPr lang="en-US" altLang="zh-CN" baseline="-20000"/>
              <a:t> </a:t>
            </a:r>
            <a:r>
              <a:rPr lang="zh-CN" altLang="en-US"/>
              <a:t>。</a:t>
            </a:r>
            <a:endParaRPr lang="zh-CN" altLang="en-US"/>
          </a:p>
        </p:txBody>
      </p:sp>
      <p:graphicFrame>
        <p:nvGraphicFramePr>
          <p:cNvPr id="23620" name="Object 68"/>
          <p:cNvGraphicFramePr>
            <a:graphicFrameLocks noChangeAspect="1"/>
          </p:cNvGraphicFramePr>
          <p:nvPr/>
        </p:nvGraphicFramePr>
        <p:xfrm>
          <a:off x="1531938" y="4315143"/>
          <a:ext cx="3571875" cy="475615"/>
        </p:xfrm>
        <a:graphic>
          <a:graphicData uri="http://schemas.openxmlformats.org/presentationml/2006/ole">
            <mc:AlternateContent xmlns:mc="http://schemas.openxmlformats.org/markup-compatibility/2006">
              <mc:Choice xmlns:v="urn:schemas-microsoft-com:vml" Requires="v">
                <p:oleObj spid="_x0000_s4216" name="Equation" r:id="rId5" imgW="1727200" imgH="228600" progId="Equation.3">
                  <p:embed/>
                </p:oleObj>
              </mc:Choice>
              <mc:Fallback>
                <p:oleObj name="Equation" r:id="rId5" imgW="1727200" imgH="228600" progId="Equation.3">
                  <p:embed/>
                  <p:pic>
                    <p:nvPicPr>
                      <p:cNvPr id="0" name="Object 68"/>
                      <p:cNvPicPr>
                        <a:picLocks noChangeAspect="1" noChangeArrowheads="1"/>
                      </p:cNvPicPr>
                      <p:nvPr/>
                    </p:nvPicPr>
                    <p:blipFill>
                      <a:blip r:embed="rId6"/>
                      <a:srcRect/>
                      <a:stretch>
                        <a:fillRect/>
                      </a:stretch>
                    </p:blipFill>
                    <p:spPr bwMode="auto">
                      <a:xfrm>
                        <a:off x="1531938" y="4315143"/>
                        <a:ext cx="3571875" cy="475615"/>
                      </a:xfrm>
                      <a:prstGeom prst="rect">
                        <a:avLst/>
                      </a:prstGeom>
                      <a:noFill/>
                      <a:ln>
                        <a:noFill/>
                      </a:ln>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57150">
                            <a:solidFill>
                              <a:srgbClr val="FF3300"/>
                            </a:solidFill>
                            <a:miter lim="800000"/>
                            <a:headEnd/>
                            <a:tailEnd/>
                          </a14:hiddenLine>
                        </a:ext>
                      </a:extLst>
                    </p:spPr>
                  </p:pic>
                </p:oleObj>
              </mc:Fallback>
            </mc:AlternateContent>
          </a:graphicData>
        </a:graphic>
      </p:graphicFrame>
      <p:graphicFrame>
        <p:nvGraphicFramePr>
          <p:cNvPr id="23621" name="Group 69"/>
          <p:cNvGraphicFramePr>
            <a:graphicFrameLocks noGrp="1"/>
          </p:cNvGraphicFramePr>
          <p:nvPr>
            <p:custDataLst>
              <p:tags r:id="rId7"/>
            </p:custDataLst>
          </p:nvPr>
        </p:nvGraphicFramePr>
        <p:xfrm>
          <a:off x="506730" y="4954588"/>
          <a:ext cx="8294688" cy="1371600"/>
        </p:xfrm>
        <a:graphic>
          <a:graphicData uri="http://schemas.openxmlformats.org/drawingml/2006/table">
            <a:tbl>
              <a:tblPr/>
              <a:tblGrid>
                <a:gridCol w="2425700"/>
                <a:gridCol w="1474788"/>
                <a:gridCol w="4394200"/>
              </a:tblGrid>
              <a:tr h="281940">
                <a:tc>
                  <a:txBody>
                    <a:bodyPr/>
                    <a:lstStyle/>
                    <a:p>
                      <a:pPr marL="0" marR="0" lvl="0" indent="0" algn="l" defTabSz="914400" rtl="0" eaLnBrk="1" fontAlgn="base" latinLnBrk="0" hangingPunct="1">
                        <a:lnSpc>
                          <a:spcPct val="100000"/>
                        </a:lnSpc>
                        <a:spcBef>
                          <a:spcPct val="20000"/>
                        </a:spcBef>
                        <a:spcAft>
                          <a:spcPct val="0"/>
                        </a:spcAft>
                        <a:buClr>
                          <a:schemeClr val="hlink"/>
                        </a:buClr>
                        <a:buSzPct val="110000"/>
                        <a:buFont typeface="Wingdings" panose="05000000000000000000" pitchFamily="2" charset="2"/>
                        <a:buNone/>
                      </a:pPr>
                      <a:r>
                        <a:rPr kumimoji="1" lang="zh-CN" altLang="en-US" sz="1600" b="0" i="0" u="none" strike="noStrike" cap="none" normalizeH="0" baseline="0" dirty="0" smtClean="0">
                          <a:ln>
                            <a:noFill/>
                          </a:ln>
                          <a:solidFill>
                            <a:srgbClr val="000099"/>
                          </a:solidFill>
                          <a:effectLst/>
                          <a:latin typeface="Times New Roman" panose="02020603050405020304" pitchFamily="18" charset="0"/>
                          <a:ea typeface="华文中宋" panose="02010600040101010101" pitchFamily="2" charset="-122"/>
                        </a:rPr>
                        <a:t>载荷性质</a:t>
                      </a:r>
                      <a:endParaRPr kumimoji="1" lang="zh-CN" altLang="en-US" sz="1600" b="0" i="0" u="none" strike="noStrike" cap="none" normalizeH="0" baseline="0" dirty="0" smtClean="0">
                        <a:ln>
                          <a:noFill/>
                        </a:ln>
                        <a:solidFill>
                          <a:srgbClr val="000099"/>
                        </a:solidFill>
                        <a:effectLst/>
                        <a:latin typeface="Times New Roman" panose="02020603050405020304" pitchFamily="18" charset="0"/>
                        <a:ea typeface="华文中宋" panose="02010600040101010101" pitchFamily="2" charset="-122"/>
                      </a:endParaRPr>
                    </a:p>
                  </a:txBody>
                  <a:tcPr marL="0" marR="0" marT="19050" marB="19050" anchor="ctr" anchorCtr="1"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110000"/>
                        <a:buFont typeface="Wingdings" panose="05000000000000000000" pitchFamily="2" charset="2"/>
                        <a:buNone/>
                      </a:pPr>
                      <a:r>
                        <a:rPr kumimoji="1" lang="zh-CN" altLang="en-US" sz="1600" b="0" i="0" u="none" strike="noStrike" cap="none" normalizeH="0" baseline="0" smtClean="0">
                          <a:ln>
                            <a:noFill/>
                          </a:ln>
                          <a:solidFill>
                            <a:srgbClr val="000099"/>
                          </a:solidFill>
                          <a:effectLst/>
                          <a:latin typeface="Times New Roman" panose="02020603050405020304" pitchFamily="18" charset="0"/>
                          <a:ea typeface="华文中宋" panose="02010600040101010101" pitchFamily="2" charset="-122"/>
                        </a:rPr>
                        <a:t>载荷系数 </a:t>
                      </a:r>
                      <a:r>
                        <a:rPr kumimoji="1" lang="en-US" altLang="zh-CN" sz="1600" b="0" i="1" u="none" strike="noStrike" cap="none" normalizeH="0" baseline="0" smtClean="0">
                          <a:ln>
                            <a:noFill/>
                          </a:ln>
                          <a:solidFill>
                            <a:srgbClr val="000099"/>
                          </a:solidFill>
                          <a:effectLst/>
                          <a:latin typeface="Times New Roman" panose="02020603050405020304" pitchFamily="18" charset="0"/>
                          <a:ea typeface="华文中宋" panose="02010600040101010101" pitchFamily="2" charset="-122"/>
                        </a:rPr>
                        <a:t>f </a:t>
                      </a:r>
                      <a:r>
                        <a:rPr kumimoji="1" lang="en-US" altLang="zh-CN" sz="1600" b="0" i="0" u="none" strike="noStrike" cap="none" normalizeH="0" baseline="-18000" smtClean="0">
                          <a:ln>
                            <a:noFill/>
                          </a:ln>
                          <a:solidFill>
                            <a:srgbClr val="000099"/>
                          </a:solidFill>
                          <a:effectLst/>
                          <a:latin typeface="Times New Roman" panose="02020603050405020304" pitchFamily="18" charset="0"/>
                          <a:ea typeface="华文中宋" panose="02010600040101010101" pitchFamily="2" charset="-122"/>
                        </a:rPr>
                        <a:t>d</a:t>
                      </a:r>
                      <a:endParaRPr kumimoji="1" lang="en-US" altLang="zh-CN" sz="1600" b="0" i="0" u="none" strike="noStrike" cap="none" normalizeH="0" baseline="-18000" smtClean="0">
                        <a:ln>
                          <a:noFill/>
                        </a:ln>
                        <a:solidFill>
                          <a:srgbClr val="000099"/>
                        </a:solidFill>
                        <a:effectLst/>
                        <a:latin typeface="Times New Roman" panose="02020603050405020304" pitchFamily="18" charset="0"/>
                        <a:ea typeface="华文中宋" panose="02010600040101010101" pitchFamily="2" charset="-122"/>
                      </a:endParaRPr>
                    </a:p>
                  </a:txBody>
                  <a:tcPr marL="0" marR="0" marT="19050" marB="1905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110000"/>
                        <a:buFont typeface="Wingdings" panose="05000000000000000000" pitchFamily="2" charset="2"/>
                        <a:buNone/>
                      </a:pPr>
                      <a:r>
                        <a:rPr kumimoji="1" lang="zh-CN" altLang="en-US" sz="1600" b="0" i="0" u="none" strike="noStrike" cap="none" normalizeH="0" baseline="0" smtClean="0">
                          <a:ln>
                            <a:noFill/>
                          </a:ln>
                          <a:solidFill>
                            <a:srgbClr val="000099"/>
                          </a:solidFill>
                          <a:effectLst/>
                          <a:latin typeface="Times New Roman" panose="02020603050405020304" pitchFamily="18" charset="0"/>
                          <a:ea typeface="华文中宋" panose="02010600040101010101" pitchFamily="2" charset="-122"/>
                        </a:rPr>
                        <a:t>举　　　　例</a:t>
                      </a:r>
                      <a:endParaRPr kumimoji="1" lang="zh-CN" altLang="en-US" sz="1600" b="0" i="0" u="none" strike="noStrike" cap="none" normalizeH="0" baseline="0" smtClean="0">
                        <a:ln>
                          <a:noFill/>
                        </a:ln>
                        <a:solidFill>
                          <a:srgbClr val="000099"/>
                        </a:solidFill>
                        <a:effectLst/>
                        <a:latin typeface="Times New Roman" panose="02020603050405020304" pitchFamily="18" charset="0"/>
                        <a:ea typeface="华文中宋" panose="02010600040101010101" pitchFamily="2" charset="-122"/>
                      </a:endParaRPr>
                    </a:p>
                  </a:txBody>
                  <a:tcPr marL="0" marR="0" marT="19050" marB="19050" anchor="ctr" anchorCtr="1"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173038">
                <a:tc>
                  <a:txBody>
                    <a:bodyPr/>
                    <a:lstStyle/>
                    <a:p>
                      <a:pPr marL="0" marR="0" lvl="0" indent="0" algn="l" defTabSz="914400" rtl="0" eaLnBrk="1" fontAlgn="base" latinLnBrk="0" hangingPunct="1">
                        <a:lnSpc>
                          <a:spcPct val="100000"/>
                        </a:lnSpc>
                        <a:spcBef>
                          <a:spcPct val="20000"/>
                        </a:spcBef>
                        <a:spcAft>
                          <a:spcPct val="0"/>
                        </a:spcAft>
                        <a:buClr>
                          <a:schemeClr val="hlink"/>
                        </a:buClr>
                        <a:buSzPct val="110000"/>
                        <a:buFont typeface="Wingdings" panose="05000000000000000000" pitchFamily="2" charset="2"/>
                        <a:buNone/>
                      </a:pPr>
                      <a:r>
                        <a:rPr kumimoji="1" lang="zh-CN" altLang="en-US" sz="1600" b="0" i="0" u="none" strike="noStrike" cap="none" normalizeH="0" baseline="0" smtClean="0">
                          <a:ln>
                            <a:noFill/>
                          </a:ln>
                          <a:solidFill>
                            <a:srgbClr val="000099"/>
                          </a:solidFill>
                          <a:effectLst/>
                          <a:latin typeface="Times New Roman" panose="02020603050405020304" pitchFamily="18" charset="0"/>
                          <a:ea typeface="华文中宋" panose="02010600040101010101" pitchFamily="2" charset="-122"/>
                        </a:rPr>
                        <a:t>无冲击或轻微冲击</a:t>
                      </a:r>
                      <a:endParaRPr kumimoji="1" lang="zh-CN" altLang="en-US" sz="1600" b="0" i="0" u="none" strike="noStrike" cap="none" normalizeH="0" baseline="0" smtClean="0">
                        <a:ln>
                          <a:noFill/>
                        </a:ln>
                        <a:solidFill>
                          <a:srgbClr val="000099"/>
                        </a:solidFill>
                        <a:effectLst/>
                        <a:latin typeface="Times New Roman" panose="02020603050405020304" pitchFamily="18" charset="0"/>
                        <a:ea typeface="华文中宋" panose="02010600040101010101" pitchFamily="2" charset="-122"/>
                      </a:endParaRPr>
                    </a:p>
                  </a:txBody>
                  <a:tcPr marL="76200" marR="0" marT="19050" marB="19050" anchor="ctr"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110000"/>
                        <a:buFont typeface="Wingdings" panose="05000000000000000000" pitchFamily="2" charset="2"/>
                        <a:buNone/>
                      </a:pPr>
                      <a:r>
                        <a:rPr kumimoji="1" lang="en-US" altLang="zh-CN" sz="1600" b="0" i="0" u="none" strike="noStrike" cap="none" normalizeH="0" baseline="0" smtClean="0">
                          <a:ln>
                            <a:noFill/>
                          </a:ln>
                          <a:solidFill>
                            <a:srgbClr val="000099"/>
                          </a:solidFill>
                          <a:effectLst/>
                          <a:latin typeface="Times New Roman" panose="02020603050405020304" pitchFamily="18" charset="0"/>
                          <a:ea typeface="华文中宋" panose="02010600040101010101" pitchFamily="2" charset="-122"/>
                        </a:rPr>
                        <a:t>1.0</a:t>
                      </a:r>
                      <a:r>
                        <a:rPr kumimoji="1" lang="zh-CN" altLang="en-US" sz="1600" b="0" i="0" u="none" strike="noStrike" cap="none" normalizeH="0" baseline="0" smtClean="0">
                          <a:ln>
                            <a:noFill/>
                          </a:ln>
                          <a:solidFill>
                            <a:srgbClr val="000099"/>
                          </a:solidFill>
                          <a:effectLst/>
                          <a:latin typeface="Times New Roman" panose="02020603050405020304" pitchFamily="18" charset="0"/>
                          <a:ea typeface="华文中宋" panose="02010600040101010101" pitchFamily="2" charset="-122"/>
                        </a:rPr>
                        <a:t>～</a:t>
                      </a:r>
                      <a:r>
                        <a:rPr kumimoji="1" lang="en-US" altLang="zh-CN" sz="1600" b="0" i="0" u="none" strike="noStrike" cap="none" normalizeH="0" baseline="0" smtClean="0">
                          <a:ln>
                            <a:noFill/>
                          </a:ln>
                          <a:solidFill>
                            <a:srgbClr val="000099"/>
                          </a:solidFill>
                          <a:effectLst/>
                          <a:latin typeface="Times New Roman" panose="02020603050405020304" pitchFamily="18" charset="0"/>
                          <a:ea typeface="华文中宋" panose="02010600040101010101" pitchFamily="2" charset="-122"/>
                        </a:rPr>
                        <a:t>1.2</a:t>
                      </a:r>
                      <a:endParaRPr kumimoji="1" lang="en-US" altLang="zh-CN" sz="1600" b="0" i="0" u="none" strike="noStrike" cap="none" normalizeH="0" baseline="0" smtClean="0">
                        <a:ln>
                          <a:noFill/>
                        </a:ln>
                        <a:solidFill>
                          <a:srgbClr val="000099"/>
                        </a:solidFill>
                        <a:effectLst/>
                        <a:latin typeface="Times New Roman" panose="02020603050405020304" pitchFamily="18" charset="0"/>
                        <a:ea typeface="华文中宋" panose="02010600040101010101" pitchFamily="2" charset="-122"/>
                      </a:endParaRPr>
                    </a:p>
                  </a:txBody>
                  <a:tcPr marL="0" marR="0" marT="19050" marB="1905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110000"/>
                        <a:buFont typeface="Wingdings" panose="05000000000000000000" pitchFamily="2" charset="2"/>
                        <a:buNone/>
                      </a:pPr>
                      <a:r>
                        <a:rPr kumimoji="1" lang="zh-CN" altLang="en-US" sz="1600" b="0" i="0" u="none" strike="noStrike" cap="none" normalizeH="0" baseline="0" dirty="0" smtClean="0">
                          <a:ln>
                            <a:noFill/>
                          </a:ln>
                          <a:solidFill>
                            <a:srgbClr val="000099"/>
                          </a:solidFill>
                          <a:effectLst/>
                          <a:latin typeface="Times New Roman" panose="02020603050405020304" pitchFamily="18" charset="0"/>
                          <a:ea typeface="华文中宋" panose="02010600040101010101" pitchFamily="2" charset="-122"/>
                        </a:rPr>
                        <a:t>电机、汽轮机、通风机、水泵等</a:t>
                      </a:r>
                      <a:endParaRPr kumimoji="1" lang="zh-CN" altLang="en-US" sz="1600" b="0" i="0" u="none" strike="noStrike" cap="none" normalizeH="0" baseline="0" dirty="0" smtClean="0">
                        <a:ln>
                          <a:noFill/>
                        </a:ln>
                        <a:solidFill>
                          <a:srgbClr val="000099"/>
                        </a:solidFill>
                        <a:effectLst/>
                        <a:latin typeface="Times New Roman" panose="02020603050405020304" pitchFamily="18" charset="0"/>
                        <a:ea typeface="华文中宋" panose="02010600040101010101" pitchFamily="2" charset="-122"/>
                      </a:endParaRPr>
                    </a:p>
                  </a:txBody>
                  <a:tcPr marL="19050" marR="0" marT="19050" marB="19050"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171450">
                <a:tc>
                  <a:txBody>
                    <a:bodyPr/>
                    <a:lstStyle/>
                    <a:p>
                      <a:pPr marL="0" marR="0" lvl="0" indent="0" algn="l" defTabSz="914400" rtl="0" eaLnBrk="1" fontAlgn="base" latinLnBrk="0" hangingPunct="1">
                        <a:lnSpc>
                          <a:spcPct val="100000"/>
                        </a:lnSpc>
                        <a:spcBef>
                          <a:spcPct val="20000"/>
                        </a:spcBef>
                        <a:spcAft>
                          <a:spcPct val="0"/>
                        </a:spcAft>
                        <a:buClr>
                          <a:schemeClr val="hlink"/>
                        </a:buClr>
                        <a:buSzPct val="110000"/>
                        <a:buFont typeface="Wingdings" panose="05000000000000000000" pitchFamily="2" charset="2"/>
                        <a:buNone/>
                      </a:pPr>
                      <a:r>
                        <a:rPr kumimoji="1" lang="zh-CN" altLang="en-US" sz="1600" b="0" i="0" u="none" strike="noStrike" cap="none" normalizeH="0" baseline="0" smtClean="0">
                          <a:ln>
                            <a:noFill/>
                          </a:ln>
                          <a:solidFill>
                            <a:srgbClr val="000099"/>
                          </a:solidFill>
                          <a:effectLst/>
                          <a:latin typeface="Times New Roman" panose="02020603050405020304" pitchFamily="18" charset="0"/>
                          <a:ea typeface="华文中宋" panose="02010600040101010101" pitchFamily="2" charset="-122"/>
                        </a:rPr>
                        <a:t>中等冲击或中等惯性力</a:t>
                      </a:r>
                      <a:endParaRPr kumimoji="1" lang="zh-CN" altLang="en-US" sz="1600" b="0" i="0" u="none" strike="noStrike" cap="none" normalizeH="0" baseline="0" smtClean="0">
                        <a:ln>
                          <a:noFill/>
                        </a:ln>
                        <a:solidFill>
                          <a:srgbClr val="000099"/>
                        </a:solidFill>
                        <a:effectLst/>
                        <a:latin typeface="Times New Roman" panose="02020603050405020304" pitchFamily="18" charset="0"/>
                        <a:ea typeface="华文中宋" panose="02010600040101010101" pitchFamily="2" charset="-122"/>
                      </a:endParaRPr>
                    </a:p>
                  </a:txBody>
                  <a:tcPr marL="76200" marR="0" marT="19050" marB="19050" anchor="ctr"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110000"/>
                        <a:buFont typeface="Wingdings" panose="05000000000000000000" pitchFamily="2" charset="2"/>
                        <a:buNone/>
                      </a:pPr>
                      <a:r>
                        <a:rPr kumimoji="1" lang="en-US" altLang="zh-CN" sz="1600" b="0" i="0" u="none" strike="noStrike" cap="none" normalizeH="0" baseline="0" dirty="0" smtClean="0">
                          <a:ln>
                            <a:noFill/>
                          </a:ln>
                          <a:solidFill>
                            <a:srgbClr val="000099"/>
                          </a:solidFill>
                          <a:effectLst/>
                          <a:latin typeface="Times New Roman" panose="02020603050405020304" pitchFamily="18" charset="0"/>
                          <a:ea typeface="华文中宋" panose="02010600040101010101" pitchFamily="2" charset="-122"/>
                        </a:rPr>
                        <a:t>1.2</a:t>
                      </a:r>
                      <a:r>
                        <a:rPr kumimoji="1" lang="zh-CN" altLang="en-US" sz="1600" b="0" i="0" u="none" strike="noStrike" cap="none" normalizeH="0" baseline="0" dirty="0" smtClean="0">
                          <a:ln>
                            <a:noFill/>
                          </a:ln>
                          <a:solidFill>
                            <a:srgbClr val="000099"/>
                          </a:solidFill>
                          <a:effectLst/>
                          <a:latin typeface="Times New Roman" panose="02020603050405020304" pitchFamily="18" charset="0"/>
                          <a:ea typeface="华文中宋" panose="02010600040101010101" pitchFamily="2" charset="-122"/>
                        </a:rPr>
                        <a:t>～</a:t>
                      </a:r>
                      <a:r>
                        <a:rPr kumimoji="1" lang="en-US" altLang="zh-CN" sz="1600" b="0" i="0" u="none" strike="noStrike" cap="none" normalizeH="0" baseline="0" dirty="0" smtClean="0">
                          <a:ln>
                            <a:noFill/>
                          </a:ln>
                          <a:solidFill>
                            <a:srgbClr val="000099"/>
                          </a:solidFill>
                          <a:effectLst/>
                          <a:latin typeface="Times New Roman" panose="02020603050405020304" pitchFamily="18" charset="0"/>
                          <a:ea typeface="华文中宋" panose="02010600040101010101" pitchFamily="2" charset="-122"/>
                        </a:rPr>
                        <a:t>1.8</a:t>
                      </a:r>
                      <a:endParaRPr kumimoji="1" lang="en-US" altLang="zh-CN" sz="1600" b="0" i="0" u="none" strike="noStrike" cap="none" normalizeH="0" baseline="0" dirty="0" smtClean="0">
                        <a:ln>
                          <a:noFill/>
                        </a:ln>
                        <a:solidFill>
                          <a:srgbClr val="000099"/>
                        </a:solidFill>
                        <a:effectLst/>
                        <a:latin typeface="Times New Roman" panose="02020603050405020304" pitchFamily="18" charset="0"/>
                        <a:ea typeface="华文中宋" panose="02010600040101010101" pitchFamily="2" charset="-122"/>
                      </a:endParaRPr>
                    </a:p>
                  </a:txBody>
                  <a:tcPr marL="0" marR="0" marT="19050" marB="1905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110000"/>
                        <a:buFont typeface="Wingdings" panose="05000000000000000000" pitchFamily="2" charset="2"/>
                        <a:buNone/>
                      </a:pPr>
                      <a:r>
                        <a:rPr kumimoji="1" lang="zh-CN" altLang="en-US" sz="1600" b="0" i="0" u="none" strike="noStrike" cap="none" normalizeH="0" baseline="0" smtClean="0">
                          <a:ln>
                            <a:noFill/>
                          </a:ln>
                          <a:solidFill>
                            <a:srgbClr val="000099"/>
                          </a:solidFill>
                          <a:effectLst/>
                          <a:latin typeface="Times New Roman" panose="02020603050405020304" pitchFamily="18" charset="0"/>
                          <a:ea typeface="华文中宋" panose="02010600040101010101" pitchFamily="2" charset="-122"/>
                        </a:rPr>
                        <a:t>机床、车辆、动力机械、起重机、造纸机、选矿机、冶金机械、卷扬机械等</a:t>
                      </a:r>
                      <a:endParaRPr kumimoji="1" lang="zh-CN" altLang="en-US" sz="1600" b="0" i="0" u="none" strike="noStrike" cap="none" normalizeH="0" baseline="0" smtClean="0">
                        <a:ln>
                          <a:noFill/>
                        </a:ln>
                        <a:solidFill>
                          <a:srgbClr val="000099"/>
                        </a:solidFill>
                        <a:effectLst/>
                        <a:latin typeface="Times New Roman" panose="02020603050405020304" pitchFamily="18" charset="0"/>
                        <a:ea typeface="华文中宋" panose="02010600040101010101" pitchFamily="2" charset="-122"/>
                      </a:endParaRPr>
                    </a:p>
                  </a:txBody>
                  <a:tcPr marL="19050" marR="0" marT="19050" marB="19050"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281940">
                <a:tc>
                  <a:txBody>
                    <a:bodyPr/>
                    <a:lstStyle/>
                    <a:p>
                      <a:pPr marL="0" marR="0" lvl="0" indent="0" algn="l" defTabSz="914400" rtl="0" eaLnBrk="1" fontAlgn="base" latinLnBrk="0" hangingPunct="1">
                        <a:lnSpc>
                          <a:spcPct val="100000"/>
                        </a:lnSpc>
                        <a:spcBef>
                          <a:spcPct val="20000"/>
                        </a:spcBef>
                        <a:spcAft>
                          <a:spcPct val="0"/>
                        </a:spcAft>
                        <a:buClr>
                          <a:schemeClr val="hlink"/>
                        </a:buClr>
                        <a:buSzPct val="110000"/>
                        <a:buFont typeface="Wingdings" panose="05000000000000000000" pitchFamily="2" charset="2"/>
                        <a:buNone/>
                      </a:pPr>
                      <a:r>
                        <a:rPr kumimoji="1" lang="zh-CN" altLang="en-US" sz="1600" b="0" i="0" u="none" strike="noStrike" cap="none" normalizeH="0" baseline="0" smtClean="0">
                          <a:ln>
                            <a:noFill/>
                          </a:ln>
                          <a:solidFill>
                            <a:srgbClr val="000099"/>
                          </a:solidFill>
                          <a:effectLst/>
                          <a:latin typeface="Times New Roman" panose="02020603050405020304" pitchFamily="18" charset="0"/>
                          <a:ea typeface="华文中宋" panose="02010600040101010101" pitchFamily="2" charset="-122"/>
                        </a:rPr>
                        <a:t>强大冲击</a:t>
                      </a:r>
                      <a:endParaRPr kumimoji="1" lang="zh-CN" altLang="en-US" sz="1600" b="0" i="0" u="none" strike="noStrike" cap="none" normalizeH="0" baseline="0" smtClean="0">
                        <a:ln>
                          <a:noFill/>
                        </a:ln>
                        <a:solidFill>
                          <a:srgbClr val="000099"/>
                        </a:solidFill>
                        <a:effectLst/>
                        <a:latin typeface="Times New Roman" panose="02020603050405020304" pitchFamily="18" charset="0"/>
                        <a:ea typeface="华文中宋" panose="02010600040101010101" pitchFamily="2" charset="-122"/>
                      </a:endParaRPr>
                    </a:p>
                  </a:txBody>
                  <a:tcPr marL="76200" marR="0" marT="19050" marB="19050" anchor="ctr"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110000"/>
                        <a:buFont typeface="Wingdings" panose="05000000000000000000" pitchFamily="2" charset="2"/>
                        <a:buNone/>
                      </a:pPr>
                      <a:r>
                        <a:rPr kumimoji="1" lang="en-US" altLang="zh-CN" sz="1600" b="0" i="0" u="none" strike="noStrike" cap="none" normalizeH="0" baseline="0" smtClean="0">
                          <a:ln>
                            <a:noFill/>
                          </a:ln>
                          <a:solidFill>
                            <a:srgbClr val="000099"/>
                          </a:solidFill>
                          <a:effectLst/>
                          <a:latin typeface="Times New Roman" panose="02020603050405020304" pitchFamily="18" charset="0"/>
                          <a:ea typeface="华文中宋" panose="02010600040101010101" pitchFamily="2" charset="-122"/>
                        </a:rPr>
                        <a:t>1.8</a:t>
                      </a:r>
                      <a:r>
                        <a:rPr kumimoji="1" lang="zh-CN" altLang="en-US" sz="1600" b="0" i="0" u="none" strike="noStrike" cap="none" normalizeH="0" baseline="0" smtClean="0">
                          <a:ln>
                            <a:noFill/>
                          </a:ln>
                          <a:solidFill>
                            <a:srgbClr val="000099"/>
                          </a:solidFill>
                          <a:effectLst/>
                          <a:latin typeface="Times New Roman" panose="02020603050405020304" pitchFamily="18" charset="0"/>
                          <a:ea typeface="华文中宋" panose="02010600040101010101" pitchFamily="2" charset="-122"/>
                        </a:rPr>
                        <a:t>～</a:t>
                      </a:r>
                      <a:r>
                        <a:rPr kumimoji="1" lang="en-US" altLang="zh-CN" sz="1600" b="0" i="0" u="none" strike="noStrike" cap="none" normalizeH="0" baseline="0" smtClean="0">
                          <a:ln>
                            <a:noFill/>
                          </a:ln>
                          <a:solidFill>
                            <a:srgbClr val="000099"/>
                          </a:solidFill>
                          <a:effectLst/>
                          <a:latin typeface="Times New Roman" panose="02020603050405020304" pitchFamily="18" charset="0"/>
                          <a:ea typeface="华文中宋" panose="02010600040101010101" pitchFamily="2" charset="-122"/>
                        </a:rPr>
                        <a:t>3.0</a:t>
                      </a:r>
                      <a:endParaRPr kumimoji="1" lang="en-US" altLang="zh-CN" sz="1600" b="0" i="0" u="none" strike="noStrike" cap="none" normalizeH="0" baseline="0" smtClean="0">
                        <a:ln>
                          <a:noFill/>
                        </a:ln>
                        <a:solidFill>
                          <a:srgbClr val="000099"/>
                        </a:solidFill>
                        <a:effectLst/>
                        <a:latin typeface="Times New Roman" panose="02020603050405020304" pitchFamily="18" charset="0"/>
                        <a:ea typeface="华文中宋" panose="02010600040101010101" pitchFamily="2" charset="-122"/>
                      </a:endParaRPr>
                    </a:p>
                  </a:txBody>
                  <a:tcPr marL="0" marR="0" marT="19050" marB="1905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110000"/>
                        <a:buFont typeface="Wingdings" panose="05000000000000000000" pitchFamily="2" charset="2"/>
                        <a:buNone/>
                      </a:pPr>
                      <a:r>
                        <a:rPr kumimoji="1" lang="zh-CN" altLang="en-US" sz="1600" b="0" i="0" u="none" strike="noStrike" cap="none" normalizeH="0" baseline="0" dirty="0" smtClean="0">
                          <a:ln>
                            <a:noFill/>
                          </a:ln>
                          <a:solidFill>
                            <a:srgbClr val="000099"/>
                          </a:solidFill>
                          <a:effectLst/>
                          <a:latin typeface="Times New Roman" panose="02020603050405020304" pitchFamily="18" charset="0"/>
                          <a:ea typeface="华文中宋" panose="02010600040101010101" pitchFamily="2" charset="-122"/>
                        </a:rPr>
                        <a:t>碎石机、轧钢机、钻探机、振动筛等</a:t>
                      </a:r>
                      <a:endParaRPr kumimoji="1" lang="zh-CN" altLang="en-US" sz="1600" b="0" i="0" u="none" strike="noStrike" cap="none" normalizeH="0" baseline="0" dirty="0" smtClean="0">
                        <a:ln>
                          <a:noFill/>
                        </a:ln>
                        <a:solidFill>
                          <a:srgbClr val="000099"/>
                        </a:solidFill>
                        <a:effectLst/>
                        <a:latin typeface="Times New Roman" panose="02020603050405020304" pitchFamily="18" charset="0"/>
                        <a:ea typeface="华文中宋" panose="02010600040101010101" pitchFamily="2" charset="-122"/>
                      </a:endParaRPr>
                    </a:p>
                  </a:txBody>
                  <a:tcPr marL="19050" marR="0" marT="19050" marB="19050"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bl>
          </a:graphicData>
        </a:graphic>
      </p:graphicFrame>
      <p:sp>
        <p:nvSpPr>
          <p:cNvPr id="23652" name="Text Box 100"/>
          <p:cNvSpPr txBox="1">
            <a:spLocks noChangeArrowheads="1"/>
          </p:cNvSpPr>
          <p:nvPr/>
        </p:nvSpPr>
        <p:spPr bwMode="auto">
          <a:xfrm>
            <a:off x="6616700" y="6483350"/>
            <a:ext cx="9271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57150">
                <a:solidFill>
                  <a:srgbClr val="000000"/>
                </a:solidFill>
                <a:miter lim="800000"/>
                <a:headEnd/>
                <a:tailEnd/>
              </a14:hiddenLine>
            </a:ext>
          </a:extLst>
        </p:spPr>
        <p:txBody>
          <a:bodyPr>
            <a:spAutoFit/>
          </a:bodyPr>
          <a:lstStyle>
            <a:lvl1pPr eaLnBrk="0" hangingPunct="0">
              <a:defRPr kumimoji="1" sz="2000">
                <a:solidFill>
                  <a:srgbClr val="000099"/>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rgbClr val="000099"/>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rgbClr val="000099"/>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rgbClr val="000099"/>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9pPr>
          </a:lstStyle>
          <a:p>
            <a:pPr algn="ctr" eaLnBrk="1" hangingPunct="1">
              <a:lnSpc>
                <a:spcPct val="100000"/>
              </a:lnSpc>
              <a:spcBef>
                <a:spcPct val="50000"/>
              </a:spcBef>
              <a:buFontTx/>
              <a:buNone/>
            </a:pPr>
            <a:r>
              <a:rPr lang="en-US" altLang="zh-CN" sz="1800">
                <a:latin typeface="华文中宋" panose="02010600040101010101" pitchFamily="2" charset="-122"/>
              </a:rPr>
              <a:t>  </a:t>
            </a:r>
            <a:endParaRPr lang="en-US" altLang="zh-CN" sz="1800">
              <a:latin typeface="华文中宋" panose="02010600040101010101" pitchFamily="2" charset="-122"/>
            </a:endParaRPr>
          </a:p>
        </p:txBody>
      </p:sp>
      <p:pic>
        <p:nvPicPr>
          <p:cNvPr id="23654" name="Picture 102" descr="back1">
            <a:hlinkClick r:id="" tooltip="上一页" action="ppaction://hlinkshowjump?jump=previousslide"/>
          </p:cNvPr>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8397875" y="6483350"/>
            <a:ext cx="306388" cy="306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3655" name="Picture 103" descr="rewind1">
            <a:hlinkClick r:id="" action="ppaction://hlinkshowjump?jump=firstslide"/>
          </p:cNvPr>
          <p:cNvPicPr>
            <a:picLocks noChangeAspect="1" noChangeArrowheads="1"/>
          </p:cNvPicPr>
          <p:nvPr/>
        </p:nvPicPr>
        <p:blipFill>
          <a:blip r:embed="rId9" cstate="print">
            <a:extLst>
              <a:ext uri="{28A0092B-C50C-407E-A947-70E740481C1C}">
                <a14:useLocalDpi xmlns:a14="http://schemas.microsoft.com/office/drawing/2010/main" val="0"/>
              </a:ext>
            </a:extLst>
          </a:blip>
          <a:srcRect/>
          <a:stretch>
            <a:fillRect/>
          </a:stretch>
        </p:blipFill>
        <p:spPr bwMode="auto">
          <a:xfrm>
            <a:off x="8023225" y="6483350"/>
            <a:ext cx="306388" cy="306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3656" name="Picture 104" descr="NEXT1">
            <a:hlinkClick r:id="" tooltip="下一页" action="ppaction://hlinkshowjump?jump=nextslide"/>
          </p:cNvPr>
          <p:cNvPicPr>
            <a:picLocks noChangeAspect="1" noChangeArrowheads="1"/>
          </p:cNvPicPr>
          <p:nvPr/>
        </p:nvPicPr>
        <p:blipFill>
          <a:blip r:embed="rId10" cstate="print">
            <a:extLst>
              <a:ext uri="{28A0092B-C50C-407E-A947-70E740481C1C}">
                <a14:useLocalDpi xmlns:a14="http://schemas.microsoft.com/office/drawing/2010/main" val="0"/>
              </a:ext>
            </a:extLst>
          </a:blip>
          <a:srcRect/>
          <a:stretch>
            <a:fillRect/>
          </a:stretch>
        </p:blipFill>
        <p:spPr bwMode="auto">
          <a:xfrm>
            <a:off x="8774113" y="6483350"/>
            <a:ext cx="306387" cy="306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132" name="直接连接符 6"/>
          <p:cNvSpPr>
            <a:spLocks noChangeShapeType="1"/>
          </p:cNvSpPr>
          <p:nvPr/>
        </p:nvSpPr>
        <p:spPr bwMode="auto">
          <a:xfrm>
            <a:off x="0" y="685662"/>
            <a:ext cx="9144000" cy="0"/>
          </a:xfrm>
          <a:prstGeom prst="line">
            <a:avLst/>
          </a:prstGeom>
          <a:noFill/>
          <a:ln w="28575">
            <a:solidFill>
              <a:srgbClr val="CC3300"/>
            </a:solidFill>
            <a:miter lim="800000"/>
          </a:ln>
          <a:extLst>
            <a:ext uri="{909E8E84-426E-40DD-AFC4-6F175D3DCCD1}">
              <a14:hiddenFill xmlns:a14="http://schemas.microsoft.com/office/drawing/2010/main">
                <a:noFill/>
              </a14:hiddenFill>
            </a:ext>
          </a:extLst>
        </p:spPr>
        <p:txBody>
          <a:bodyPr/>
          <a:lstStyle/>
          <a:p>
            <a:endParaRPr lang="zh-CN" altLang="en-US"/>
          </a:p>
        </p:txBody>
      </p:sp>
      <p:sp>
        <p:nvSpPr>
          <p:cNvPr id="14339" name="Rectangle 34"/>
          <p:cNvSpPr>
            <a:spLocks noChangeArrowheads="1"/>
          </p:cNvSpPr>
          <p:nvPr/>
        </p:nvSpPr>
        <p:spPr bwMode="auto">
          <a:xfrm>
            <a:off x="3687417" y="228600"/>
            <a:ext cx="4846983" cy="533400"/>
          </a:xfrm>
          <a:prstGeom prst="rect">
            <a:avLst/>
          </a:prstGeom>
          <a:noFill/>
          <a:ln>
            <a:noFill/>
          </a:ln>
          <a:effectLst/>
          <a:extLst>
            <a:ext uri="{909E8E84-426E-40DD-AFC4-6F175D3DCCD1}">
              <a14:hiddenFill xmlns:a14="http://schemas.microsoft.com/office/drawing/2010/main">
                <a:gradFill rotWithShape="0">
                  <a:gsLst>
                    <a:gs pos="0">
                      <a:srgbClr val="E5DCB5"/>
                    </a:gs>
                    <a:gs pos="100000">
                      <a:srgbClr val="FDFBF1"/>
                    </a:gs>
                  </a:gsLst>
                  <a:lin ang="0" scaled="1"/>
                </a:gradFill>
              </a14:hiddenFill>
            </a:ext>
            <a:ext uri="{91240B29-F687-4F45-9708-019B960494DF}">
              <a14:hiddenLine xmlns:a14="http://schemas.microsoft.com/office/drawing/2010/main" w="9525">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tIns="36000" bIns="72000" anchor="ctr" anchorCtr="1"/>
          <a:lstStyle>
            <a:lvl1pPr>
              <a:lnSpc>
                <a:spcPct val="120000"/>
              </a:lnSpc>
              <a:buChar char="•"/>
              <a:defRPr kumimoji="1" sz="2000">
                <a:solidFill>
                  <a:srgbClr val="000099"/>
                </a:solidFill>
                <a:latin typeface="Times New Roman" panose="02020603050405020304" pitchFamily="18" charset="0"/>
                <a:ea typeface="华文中宋" panose="02010600040101010101" pitchFamily="2" charset="-122"/>
              </a:defRPr>
            </a:lvl1pPr>
            <a:lvl2pPr marL="742950" indent="-285750">
              <a:lnSpc>
                <a:spcPct val="120000"/>
              </a:lnSpc>
              <a:buChar char="•"/>
              <a:defRPr kumimoji="1" sz="2000">
                <a:solidFill>
                  <a:srgbClr val="000099"/>
                </a:solidFill>
                <a:latin typeface="Times New Roman" panose="02020603050405020304" pitchFamily="18" charset="0"/>
                <a:ea typeface="华文中宋" panose="02010600040101010101" pitchFamily="2" charset="-122"/>
              </a:defRPr>
            </a:lvl2pPr>
            <a:lvl3pPr marL="1143000" indent="-228600">
              <a:lnSpc>
                <a:spcPct val="120000"/>
              </a:lnSpc>
              <a:buChar char="•"/>
              <a:defRPr kumimoji="1" sz="2000">
                <a:solidFill>
                  <a:srgbClr val="000099"/>
                </a:solidFill>
                <a:latin typeface="Times New Roman" panose="02020603050405020304" pitchFamily="18" charset="0"/>
                <a:ea typeface="华文中宋" panose="02010600040101010101" pitchFamily="2" charset="-122"/>
              </a:defRPr>
            </a:lvl3pPr>
            <a:lvl4pPr marL="1600200" indent="-228600">
              <a:lnSpc>
                <a:spcPct val="120000"/>
              </a:lnSpc>
              <a:buChar char="•"/>
              <a:defRPr kumimoji="1" sz="2000">
                <a:solidFill>
                  <a:srgbClr val="000099"/>
                </a:solidFill>
                <a:latin typeface="Times New Roman" panose="02020603050405020304" pitchFamily="18" charset="0"/>
                <a:ea typeface="华文中宋" panose="02010600040101010101" pitchFamily="2" charset="-122"/>
              </a:defRPr>
            </a:lvl4pPr>
            <a:lvl5pPr marL="2057400" indent="-228600">
              <a:lnSpc>
                <a:spcPct val="120000"/>
              </a:lnSpc>
              <a:buChar char="•"/>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lnSpc>
                <a:spcPct val="100000"/>
              </a:lnSpc>
              <a:buFontTx/>
              <a:buNone/>
            </a:pPr>
            <a:r>
              <a:rPr lang="en-US" altLang="zh-CN" sz="3000" dirty="0" smtClean="0">
                <a:solidFill>
                  <a:srgbClr val="CC3300"/>
                </a:solidFill>
                <a:latin typeface="黑体" panose="02010609060101010101" pitchFamily="49" charset="-122"/>
                <a:ea typeface="黑体" panose="02010609060101010101" pitchFamily="49" charset="-122"/>
              </a:rPr>
              <a:t>3.6-5 </a:t>
            </a:r>
            <a:r>
              <a:rPr lang="zh-CN" altLang="en-US" sz="3000" dirty="0" smtClean="0">
                <a:solidFill>
                  <a:srgbClr val="CC3300"/>
                </a:solidFill>
                <a:latin typeface="黑体" panose="02010609060101010101" pitchFamily="49" charset="-122"/>
                <a:ea typeface="黑体" panose="02010609060101010101" pitchFamily="49" charset="-122"/>
              </a:rPr>
              <a:t>滚动轴承的寿命计算</a:t>
            </a:r>
            <a:endParaRPr lang="en-US" altLang="zh-CN" sz="3000" dirty="0">
              <a:solidFill>
                <a:srgbClr val="CC3300"/>
              </a:solidFill>
              <a:latin typeface="黑体" panose="02010609060101010101" pitchFamily="49" charset="-122"/>
              <a:ea typeface="黑体" panose="02010609060101010101" pitchFamily="49" charset="-122"/>
            </a:endParaRPr>
          </a:p>
        </p:txBody>
      </p:sp>
      <p:sp>
        <p:nvSpPr>
          <p:cNvPr id="3" name="文本框 2"/>
          <p:cNvSpPr txBox="1"/>
          <p:nvPr/>
        </p:nvSpPr>
        <p:spPr>
          <a:xfrm>
            <a:off x="506730" y="846455"/>
            <a:ext cx="4572000" cy="768350"/>
          </a:xfrm>
          <a:prstGeom prst="rect">
            <a:avLst/>
          </a:prstGeom>
          <a:noFill/>
        </p:spPr>
        <p:txBody>
          <a:bodyPr wrap="square" rtlCol="0" anchor="t">
            <a:spAutoFit/>
          </a:bodyPr>
          <a:p>
            <a:pPr marL="342900" marR="0" lvl="0" indent="-342900" algn="l" defTabSz="914400" rtl="0" eaLnBrk="0" fontAlgn="base" latinLnBrk="0" hangingPunct="0">
              <a:lnSpc>
                <a:spcPct val="100000"/>
              </a:lnSpc>
              <a:spcBef>
                <a:spcPct val="20000"/>
              </a:spcBef>
              <a:spcAft>
                <a:spcPct val="0"/>
              </a:spcAft>
              <a:buClr>
                <a:schemeClr val="hlink"/>
              </a:buClr>
              <a:buSzPct val="110000"/>
              <a:buFontTx/>
              <a:buNone/>
              <a:defRPr/>
            </a:pPr>
            <a:r>
              <a:rPr lang="en-US" altLang="zh-CN" b="1" noProof="0" dirty="0">
                <a:ln>
                  <a:noFill/>
                </a:ln>
                <a:solidFill>
                  <a:srgbClr val="CC0000"/>
                </a:solidFill>
                <a:effectLst>
                  <a:outerShdw blurRad="38100" dist="38100" dir="2700000" algn="tl">
                    <a:srgbClr val="000000"/>
                  </a:outerShdw>
                </a:effectLst>
                <a:uLnTx/>
                <a:uFillTx/>
                <a:latin typeface="仿宋_GB2312" pitchFamily="49" charset="-122"/>
                <a:ea typeface="仿宋_GB2312" pitchFamily="49" charset="-122"/>
                <a:sym typeface="+mn-ea"/>
              </a:rPr>
              <a:t>   </a:t>
            </a:r>
            <a:r>
              <a:rPr lang="zh-CN" altLang="en-US" noProof="0" dirty="0">
                <a:ln>
                  <a:noFill/>
                </a:ln>
                <a:solidFill>
                  <a:srgbClr val="CC0000"/>
                </a:solidFill>
                <a:effectLst>
                  <a:outerShdw blurRad="38100" dist="38100" dir="2700000" algn="tl">
                    <a:srgbClr val="000000"/>
                  </a:outerShdw>
                </a:effectLst>
                <a:uLnTx/>
                <a:uFillTx/>
                <a:latin typeface="黑体" panose="02010609060101010101" pitchFamily="49" charset="-122"/>
                <a:ea typeface="黑体" panose="02010609060101010101" pitchFamily="49" charset="-122"/>
                <a:cs typeface="黑体" panose="02010609060101010101" pitchFamily="49" charset="-122"/>
                <a:sym typeface="+mn-ea"/>
              </a:rPr>
              <a:t>径向轴承：</a:t>
            </a:r>
            <a:r>
              <a:rPr lang="zh-CN" altLang="en-US" noProof="0" dirty="0">
                <a:ln>
                  <a:noFill/>
                </a:ln>
                <a:solidFill>
                  <a:srgbClr val="000000"/>
                </a:solidFill>
                <a:effectLst>
                  <a:outerShdw blurRad="38100" dist="38100" dir="2700000" algn="tl">
                    <a:srgbClr val="FFFFFF"/>
                  </a:outerShdw>
                </a:effectLst>
                <a:uLnTx/>
                <a:uFillTx/>
                <a:latin typeface="黑体" panose="02010609060101010101" pitchFamily="49" charset="-122"/>
                <a:ea typeface="黑体" panose="02010609060101010101" pitchFamily="49" charset="-122"/>
                <a:cs typeface="黑体" panose="02010609060101010101" pitchFamily="49" charset="-122"/>
                <a:sym typeface="+mn-ea"/>
              </a:rPr>
              <a:t>     </a:t>
            </a:r>
            <a:r>
              <a:rPr lang="en-US" altLang="zh-CN" i="1" noProof="0" dirty="0">
                <a:ln>
                  <a:noFill/>
                </a:ln>
                <a:solidFill>
                  <a:srgbClr val="000000"/>
                </a:solidFill>
                <a:effectLst>
                  <a:outerShdw blurRad="38100" dist="38100" dir="2700000" algn="tl">
                    <a:srgbClr val="FFFFFF"/>
                  </a:outerShdw>
                </a:effectLst>
                <a:uLnTx/>
                <a:uFillTx/>
                <a:latin typeface="黑体" panose="02010609060101010101" pitchFamily="49" charset="-122"/>
                <a:ea typeface="黑体" panose="02010609060101010101" pitchFamily="49" charset="-122"/>
                <a:cs typeface="黑体" panose="02010609060101010101" pitchFamily="49" charset="-122"/>
                <a:sym typeface="+mn-ea"/>
              </a:rPr>
              <a:t>P=F</a:t>
            </a:r>
            <a:r>
              <a:rPr lang="en-US" altLang="zh-CN" i="1" baseline="-25000" noProof="0" dirty="0">
                <a:ln>
                  <a:noFill/>
                </a:ln>
                <a:solidFill>
                  <a:srgbClr val="000000"/>
                </a:solidFill>
                <a:effectLst>
                  <a:outerShdw blurRad="38100" dist="38100" dir="2700000" algn="tl">
                    <a:srgbClr val="FFFFFF"/>
                  </a:outerShdw>
                </a:effectLst>
                <a:uLnTx/>
                <a:uFillTx/>
                <a:latin typeface="黑体" panose="02010609060101010101" pitchFamily="49" charset="-122"/>
                <a:ea typeface="黑体" panose="02010609060101010101" pitchFamily="49" charset="-122"/>
                <a:cs typeface="黑体" panose="02010609060101010101" pitchFamily="49" charset="-122"/>
                <a:sym typeface="+mn-ea"/>
              </a:rPr>
              <a:t>r</a:t>
            </a:r>
            <a:r>
              <a:rPr lang="zh-CN" altLang="en-US" noProof="0" dirty="0">
                <a:ln>
                  <a:noFill/>
                </a:ln>
                <a:solidFill>
                  <a:srgbClr val="000000"/>
                </a:solidFill>
                <a:effectLst>
                  <a:outerShdw blurRad="38100" dist="38100" dir="2700000" algn="tl">
                    <a:srgbClr val="FFFFFF"/>
                  </a:outerShdw>
                </a:effectLst>
                <a:uLnTx/>
                <a:uFillTx/>
                <a:latin typeface="黑体" panose="02010609060101010101" pitchFamily="49" charset="-122"/>
                <a:ea typeface="黑体" panose="02010609060101010101" pitchFamily="49" charset="-122"/>
                <a:cs typeface="黑体" panose="02010609060101010101" pitchFamily="49" charset="-122"/>
                <a:sym typeface="+mn-ea"/>
              </a:rPr>
              <a:t>；</a:t>
            </a:r>
            <a:endParaRPr kumimoji="1" lang="zh-CN" altLang="en-US" i="0" u="none" strike="noStrike" kern="1200" cap="none" spc="0" normalizeH="0" baseline="0" noProof="0" dirty="0">
              <a:ln>
                <a:noFill/>
              </a:ln>
              <a:solidFill>
                <a:srgbClr val="000000"/>
              </a:solidFill>
              <a:effectLst>
                <a:outerShdw blurRad="38100" dist="38100" dir="2700000" algn="tl">
                  <a:srgbClr val="FFFFFF"/>
                </a:outerShdw>
              </a:effectLst>
              <a:uLnTx/>
              <a:uFillTx/>
              <a:latin typeface="黑体" panose="02010609060101010101" pitchFamily="49" charset="-122"/>
              <a:ea typeface="黑体" panose="02010609060101010101" pitchFamily="49" charset="-122"/>
              <a:cs typeface="黑体" panose="02010609060101010101" pitchFamily="49" charset="-122"/>
            </a:endParaRPr>
          </a:p>
          <a:p>
            <a:pPr marL="342900" marR="0" lvl="0" indent="-342900" algn="l" defTabSz="914400" rtl="0" eaLnBrk="0" fontAlgn="base" latinLnBrk="0" hangingPunct="0">
              <a:lnSpc>
                <a:spcPct val="100000"/>
              </a:lnSpc>
              <a:spcBef>
                <a:spcPct val="20000"/>
              </a:spcBef>
              <a:spcAft>
                <a:spcPct val="0"/>
              </a:spcAft>
              <a:buClr>
                <a:schemeClr val="hlink"/>
              </a:buClr>
              <a:buSzPct val="110000"/>
              <a:buFontTx/>
              <a:buNone/>
              <a:defRPr/>
            </a:pPr>
            <a:r>
              <a:rPr lang="zh-CN" altLang="en-US" noProof="0" dirty="0">
                <a:ln>
                  <a:noFill/>
                </a:ln>
                <a:solidFill>
                  <a:srgbClr val="CC0000"/>
                </a:solidFill>
                <a:effectLst>
                  <a:outerShdw blurRad="38100" dist="38100" dir="2700000" algn="tl">
                    <a:srgbClr val="000000"/>
                  </a:outerShdw>
                </a:effectLst>
                <a:uLnTx/>
                <a:uFillTx/>
                <a:latin typeface="黑体" panose="02010609060101010101" pitchFamily="49" charset="-122"/>
                <a:ea typeface="黑体" panose="02010609060101010101" pitchFamily="49" charset="-122"/>
                <a:cs typeface="黑体" panose="02010609060101010101" pitchFamily="49" charset="-122"/>
                <a:sym typeface="+mn-ea"/>
              </a:rPr>
              <a:t>  </a:t>
            </a:r>
            <a:r>
              <a:rPr lang="en-US" altLang="zh-CN" noProof="0" dirty="0">
                <a:ln>
                  <a:noFill/>
                </a:ln>
                <a:solidFill>
                  <a:srgbClr val="CC0000"/>
                </a:solidFill>
                <a:effectLst>
                  <a:outerShdw blurRad="38100" dist="38100" dir="2700000" algn="tl">
                    <a:srgbClr val="000000"/>
                  </a:outerShdw>
                </a:effectLst>
                <a:uLnTx/>
                <a:uFillTx/>
                <a:latin typeface="黑体" panose="02010609060101010101" pitchFamily="49" charset="-122"/>
                <a:ea typeface="黑体" panose="02010609060101010101" pitchFamily="49" charset="-122"/>
                <a:cs typeface="黑体" panose="02010609060101010101" pitchFamily="49" charset="-122"/>
                <a:sym typeface="+mn-ea"/>
              </a:rPr>
              <a:t> </a:t>
            </a:r>
            <a:r>
              <a:rPr lang="zh-CN" altLang="en-US" noProof="0" dirty="0">
                <a:ln>
                  <a:noFill/>
                </a:ln>
                <a:solidFill>
                  <a:srgbClr val="CC0000"/>
                </a:solidFill>
                <a:effectLst>
                  <a:outerShdw blurRad="38100" dist="38100" dir="2700000" algn="tl">
                    <a:srgbClr val="000000"/>
                  </a:outerShdw>
                </a:effectLst>
                <a:uLnTx/>
                <a:uFillTx/>
                <a:latin typeface="黑体" panose="02010609060101010101" pitchFamily="49" charset="-122"/>
                <a:ea typeface="黑体" panose="02010609060101010101" pitchFamily="49" charset="-122"/>
                <a:cs typeface="黑体" panose="02010609060101010101" pitchFamily="49" charset="-122"/>
                <a:sym typeface="+mn-ea"/>
              </a:rPr>
              <a:t>推力轴承：</a:t>
            </a:r>
            <a:r>
              <a:rPr lang="zh-CN" altLang="en-US" noProof="0" dirty="0">
                <a:ln>
                  <a:noFill/>
                </a:ln>
                <a:solidFill>
                  <a:srgbClr val="000000"/>
                </a:solidFill>
                <a:effectLst>
                  <a:outerShdw blurRad="38100" dist="38100" dir="2700000" algn="tl">
                    <a:srgbClr val="FFFFFF"/>
                  </a:outerShdw>
                </a:effectLst>
                <a:uLnTx/>
                <a:uFillTx/>
                <a:latin typeface="黑体" panose="02010609060101010101" pitchFamily="49" charset="-122"/>
                <a:ea typeface="黑体" panose="02010609060101010101" pitchFamily="49" charset="-122"/>
                <a:cs typeface="黑体" panose="02010609060101010101" pitchFamily="49" charset="-122"/>
                <a:sym typeface="+mn-ea"/>
              </a:rPr>
              <a:t>     </a:t>
            </a:r>
            <a:r>
              <a:rPr lang="en-US" altLang="zh-CN" i="1" noProof="0" dirty="0">
                <a:ln>
                  <a:noFill/>
                </a:ln>
                <a:solidFill>
                  <a:srgbClr val="000000"/>
                </a:solidFill>
                <a:effectLst>
                  <a:outerShdw blurRad="38100" dist="38100" dir="2700000" algn="tl">
                    <a:srgbClr val="FFFFFF"/>
                  </a:outerShdw>
                </a:effectLst>
                <a:uLnTx/>
                <a:uFillTx/>
                <a:latin typeface="黑体" panose="02010609060101010101" pitchFamily="49" charset="-122"/>
                <a:ea typeface="黑体" panose="02010609060101010101" pitchFamily="49" charset="-122"/>
                <a:cs typeface="黑体" panose="02010609060101010101" pitchFamily="49" charset="-122"/>
                <a:sym typeface="+mn-ea"/>
              </a:rPr>
              <a:t>P=F</a:t>
            </a:r>
            <a:r>
              <a:rPr lang="en-US" altLang="zh-CN" i="1" baseline="-25000" noProof="0" dirty="0">
                <a:ln>
                  <a:noFill/>
                </a:ln>
                <a:solidFill>
                  <a:srgbClr val="000000"/>
                </a:solidFill>
                <a:effectLst>
                  <a:outerShdw blurRad="38100" dist="38100" dir="2700000" algn="tl">
                    <a:srgbClr val="FFFFFF"/>
                  </a:outerShdw>
                </a:effectLst>
                <a:uLnTx/>
                <a:uFillTx/>
                <a:latin typeface="黑体" panose="02010609060101010101" pitchFamily="49" charset="-122"/>
                <a:ea typeface="黑体" panose="02010609060101010101" pitchFamily="49" charset="-122"/>
                <a:cs typeface="黑体" panose="02010609060101010101" pitchFamily="49" charset="-122"/>
                <a:sym typeface="+mn-ea"/>
              </a:rPr>
              <a:t>a</a:t>
            </a:r>
            <a:r>
              <a:rPr lang="zh-CN" altLang="en-US" noProof="0" dirty="0">
                <a:ln>
                  <a:noFill/>
                </a:ln>
                <a:solidFill>
                  <a:srgbClr val="000000"/>
                </a:solidFill>
                <a:effectLst>
                  <a:outerShdw blurRad="38100" dist="38100" dir="2700000" algn="tl">
                    <a:srgbClr val="FFFFFF"/>
                  </a:outerShdw>
                </a:effectLst>
                <a:uLnTx/>
                <a:uFillTx/>
                <a:latin typeface="黑体" panose="02010609060101010101" pitchFamily="49" charset="-122"/>
                <a:ea typeface="黑体" panose="02010609060101010101" pitchFamily="49" charset="-122"/>
                <a:cs typeface="黑体" panose="02010609060101010101" pitchFamily="49" charset="-122"/>
                <a:sym typeface="+mn-ea"/>
              </a:rPr>
              <a:t>；</a:t>
            </a:r>
            <a:endParaRPr lang="zh-CN" altLang="en-US" noProof="0" dirty="0">
              <a:ln>
                <a:noFill/>
              </a:ln>
              <a:solidFill>
                <a:srgbClr val="000000"/>
              </a:solidFill>
              <a:effectLst>
                <a:outerShdw blurRad="38100" dist="38100" dir="2700000" algn="tl">
                  <a:srgbClr val="FFFFFF"/>
                </a:outerShdw>
              </a:effectLst>
              <a:uLnTx/>
              <a:uFillTx/>
              <a:latin typeface="黑体" panose="02010609060101010101" pitchFamily="49" charset="-122"/>
              <a:ea typeface="黑体" panose="02010609060101010101" pitchFamily="49" charset="-122"/>
              <a:cs typeface="黑体" panose="02010609060101010101" pitchFamily="49" charset="-122"/>
              <a:sym typeface="+mn-ea"/>
            </a:endParaRPr>
          </a:p>
        </p:txBody>
      </p:sp>
    </p:spTree>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3612"/>
                                        </p:tgtEl>
                                        <p:attrNameLst>
                                          <p:attrName>style.visibility</p:attrName>
                                        </p:attrNameLst>
                                      </p:cBhvr>
                                      <p:to>
                                        <p:strVal val="visible"/>
                                      </p:to>
                                    </p:set>
                                    <p:animEffect transition="in" filter="wipe(left)">
                                      <p:cBhvr>
                                        <p:cTn id="7" dur="500"/>
                                        <p:tgtEl>
                                          <p:spTgt spid="23612"/>
                                        </p:tgtEl>
                                      </p:cBhvr>
                                    </p:animEffect>
                                  </p:childTnLst>
                                </p:cTn>
                              </p:par>
                            </p:childTnLst>
                          </p:cTn>
                        </p:par>
                        <p:par>
                          <p:cTn id="8" fill="hold">
                            <p:stCondLst>
                              <p:cond delay="500"/>
                            </p:stCondLst>
                            <p:childTnLst>
                              <p:par>
                                <p:cTn id="9" presetID="22" presetClass="entr" presetSubtype="8" fill="hold" nodeType="afterEffect">
                                  <p:stCondLst>
                                    <p:cond delay="0"/>
                                  </p:stCondLst>
                                  <p:childTnLst>
                                    <p:set>
                                      <p:cBhvr>
                                        <p:cTn id="10" dur="1" fill="hold">
                                          <p:stCondLst>
                                            <p:cond delay="0"/>
                                          </p:stCondLst>
                                        </p:cTn>
                                        <p:tgtEl>
                                          <p:spTgt spid="23613"/>
                                        </p:tgtEl>
                                        <p:attrNameLst>
                                          <p:attrName>style.visibility</p:attrName>
                                        </p:attrNameLst>
                                      </p:cBhvr>
                                      <p:to>
                                        <p:strVal val="visible"/>
                                      </p:to>
                                    </p:set>
                                    <p:animEffect transition="in" filter="wipe(left)">
                                      <p:cBhvr>
                                        <p:cTn id="11" dur="500"/>
                                        <p:tgtEl>
                                          <p:spTgt spid="23613"/>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grpId="0" nodeType="clickEffect">
                                  <p:stCondLst>
                                    <p:cond delay="0"/>
                                  </p:stCondLst>
                                  <p:childTnLst>
                                    <p:set>
                                      <p:cBhvr>
                                        <p:cTn id="15" dur="1" fill="hold">
                                          <p:stCondLst>
                                            <p:cond delay="0"/>
                                          </p:stCondLst>
                                        </p:cTn>
                                        <p:tgtEl>
                                          <p:spTgt spid="23614"/>
                                        </p:tgtEl>
                                        <p:attrNameLst>
                                          <p:attrName>style.visibility</p:attrName>
                                        </p:attrNameLst>
                                      </p:cBhvr>
                                      <p:to>
                                        <p:strVal val="visible"/>
                                      </p:to>
                                    </p:set>
                                    <p:animEffect transition="in" filter="wipe(left)">
                                      <p:cBhvr>
                                        <p:cTn id="16" dur="500"/>
                                        <p:tgtEl>
                                          <p:spTgt spid="23614"/>
                                        </p:tgtEl>
                                      </p:cBhvr>
                                    </p:animEffect>
                                  </p:childTnLst>
                                </p:cTn>
                              </p:par>
                            </p:childTnLst>
                          </p:cTn>
                        </p:par>
                        <p:par>
                          <p:cTn id="17" fill="hold">
                            <p:stCondLst>
                              <p:cond delay="500"/>
                            </p:stCondLst>
                            <p:childTnLst>
                              <p:par>
                                <p:cTn id="18" presetID="22" presetClass="entr" presetSubtype="8" fill="hold" nodeType="afterEffect">
                                  <p:stCondLst>
                                    <p:cond delay="0"/>
                                  </p:stCondLst>
                                  <p:childTnLst>
                                    <p:set>
                                      <p:cBhvr>
                                        <p:cTn id="19" dur="1" fill="hold">
                                          <p:stCondLst>
                                            <p:cond delay="0"/>
                                          </p:stCondLst>
                                        </p:cTn>
                                        <p:tgtEl>
                                          <p:spTgt spid="2"/>
                                        </p:tgtEl>
                                        <p:attrNameLst>
                                          <p:attrName>style.visibility</p:attrName>
                                        </p:attrNameLst>
                                      </p:cBhvr>
                                      <p:to>
                                        <p:strVal val="visible"/>
                                      </p:to>
                                    </p:set>
                                    <p:animEffect transition="in" filter="wipe(left)">
                                      <p:cBhvr>
                                        <p:cTn id="20" dur="500"/>
                                        <p:tgtEl>
                                          <p:spTgt spid="2"/>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ntr" presetSubtype="8" fill="hold" grpId="0" nodeType="clickEffect">
                                  <p:stCondLst>
                                    <p:cond delay="0"/>
                                  </p:stCondLst>
                                  <p:childTnLst>
                                    <p:set>
                                      <p:cBhvr>
                                        <p:cTn id="24" dur="1" fill="hold">
                                          <p:stCondLst>
                                            <p:cond delay="0"/>
                                          </p:stCondLst>
                                        </p:cTn>
                                        <p:tgtEl>
                                          <p:spTgt spid="23619"/>
                                        </p:tgtEl>
                                        <p:attrNameLst>
                                          <p:attrName>style.visibility</p:attrName>
                                        </p:attrNameLst>
                                      </p:cBhvr>
                                      <p:to>
                                        <p:strVal val="visible"/>
                                      </p:to>
                                    </p:set>
                                    <p:animEffect transition="in" filter="wipe(left)">
                                      <p:cBhvr>
                                        <p:cTn id="25" dur="500"/>
                                        <p:tgtEl>
                                          <p:spTgt spid="23619"/>
                                        </p:tgtEl>
                                      </p:cBhvr>
                                    </p:animEffect>
                                  </p:childTnLst>
                                </p:cTn>
                              </p:par>
                            </p:childTnLst>
                          </p:cTn>
                        </p:par>
                        <p:par>
                          <p:cTn id="26" fill="hold">
                            <p:stCondLst>
                              <p:cond delay="500"/>
                            </p:stCondLst>
                            <p:childTnLst>
                              <p:par>
                                <p:cTn id="27" presetID="3" presetClass="entr" presetSubtype="10" fill="hold" nodeType="afterEffect">
                                  <p:stCondLst>
                                    <p:cond delay="0"/>
                                  </p:stCondLst>
                                  <p:childTnLst>
                                    <p:set>
                                      <p:cBhvr>
                                        <p:cTn id="28" dur="1" fill="hold">
                                          <p:stCondLst>
                                            <p:cond delay="0"/>
                                          </p:stCondLst>
                                        </p:cTn>
                                        <p:tgtEl>
                                          <p:spTgt spid="23620"/>
                                        </p:tgtEl>
                                        <p:attrNameLst>
                                          <p:attrName>style.visibility</p:attrName>
                                        </p:attrNameLst>
                                      </p:cBhvr>
                                      <p:to>
                                        <p:strVal val="visible"/>
                                      </p:to>
                                    </p:set>
                                    <p:animEffect transition="in" filter="blinds(horizontal)">
                                      <p:cBhvr>
                                        <p:cTn id="29" dur="500"/>
                                        <p:tgtEl>
                                          <p:spTgt spid="23620"/>
                                        </p:tgtEl>
                                      </p:cBhvr>
                                    </p:animEffect>
                                  </p:childTnLst>
                                </p:cTn>
                              </p:par>
                            </p:childTnLst>
                          </p:cTn>
                        </p:par>
                        <p:par>
                          <p:cTn id="30" fill="hold">
                            <p:stCondLst>
                              <p:cond delay="1000"/>
                            </p:stCondLst>
                            <p:childTnLst>
                              <p:par>
                                <p:cTn id="31" presetID="3" presetClass="entr" presetSubtype="5" fill="hold" nodeType="afterEffect">
                                  <p:stCondLst>
                                    <p:cond delay="0"/>
                                  </p:stCondLst>
                                  <p:childTnLst>
                                    <p:set>
                                      <p:cBhvr>
                                        <p:cTn id="32" dur="1" fill="hold">
                                          <p:stCondLst>
                                            <p:cond delay="0"/>
                                          </p:stCondLst>
                                        </p:cTn>
                                        <p:tgtEl>
                                          <p:spTgt spid="23621"/>
                                        </p:tgtEl>
                                        <p:attrNameLst>
                                          <p:attrName>style.visibility</p:attrName>
                                        </p:attrNameLst>
                                      </p:cBhvr>
                                      <p:to>
                                        <p:strVal val="visible"/>
                                      </p:to>
                                    </p:set>
                                    <p:animEffect transition="in" filter="blinds(vertical)">
                                      <p:cBhvr>
                                        <p:cTn id="33" dur="500"/>
                                        <p:tgtEl>
                                          <p:spTgt spid="23621"/>
                                        </p:tgtEl>
                                      </p:cBhvr>
                                    </p:animEffect>
                                  </p:childTnLst>
                                </p:cTn>
                              </p:par>
                            </p:childTnLst>
                          </p:cTn>
                        </p:par>
                        <p:par>
                          <p:cTn id="34" fill="hold">
                            <p:stCondLst>
                              <p:cond delay="1500"/>
                            </p:stCondLst>
                            <p:childTnLst>
                              <p:par>
                                <p:cTn id="35" presetID="1" presetClass="entr" presetSubtype="0" fill="hold" nodeType="afterEffect">
                                  <p:stCondLst>
                                    <p:cond delay="0"/>
                                  </p:stCondLst>
                                  <p:childTnLst>
                                    <p:set>
                                      <p:cBhvr>
                                        <p:cTn id="36" dur="1" fill="hold">
                                          <p:stCondLst>
                                            <p:cond delay="499"/>
                                          </p:stCondLst>
                                        </p:cTn>
                                        <p:tgtEl>
                                          <p:spTgt spid="23656"/>
                                        </p:tgtEl>
                                        <p:attrNameLst>
                                          <p:attrName>style.visibility</p:attrName>
                                        </p:attrNameLst>
                                      </p:cBhvr>
                                      <p:to>
                                        <p:strVal val="visible"/>
                                      </p:to>
                                    </p:set>
                                  </p:childTnLst>
                                </p:cTn>
                              </p:par>
                            </p:childTnLst>
                          </p:cTn>
                        </p:par>
                        <p:par>
                          <p:cTn id="37" fill="hold">
                            <p:stCondLst>
                              <p:cond delay="2000"/>
                            </p:stCondLst>
                            <p:childTnLst>
                              <p:par>
                                <p:cTn id="38" presetID="2" presetClass="entr" presetSubtype="8" fill="hold" nodeType="afterEffect">
                                  <p:stCondLst>
                                    <p:cond delay="0"/>
                                  </p:stCondLst>
                                  <p:childTnLst>
                                    <p:set>
                                      <p:cBhvr>
                                        <p:cTn id="39" dur="1" fill="hold">
                                          <p:stCondLst>
                                            <p:cond delay="0"/>
                                          </p:stCondLst>
                                        </p:cTn>
                                        <p:tgtEl>
                                          <p:spTgt spid="23654"/>
                                        </p:tgtEl>
                                        <p:attrNameLst>
                                          <p:attrName>style.visibility</p:attrName>
                                        </p:attrNameLst>
                                      </p:cBhvr>
                                      <p:to>
                                        <p:strVal val="visible"/>
                                      </p:to>
                                    </p:set>
                                    <p:anim calcmode="lin" valueType="num">
                                      <p:cBhvr additive="base">
                                        <p:cTn id="40" dur="500" fill="hold"/>
                                        <p:tgtEl>
                                          <p:spTgt spid="23654"/>
                                        </p:tgtEl>
                                        <p:attrNameLst>
                                          <p:attrName>ppt_x</p:attrName>
                                        </p:attrNameLst>
                                      </p:cBhvr>
                                      <p:tavLst>
                                        <p:tav tm="0">
                                          <p:val>
                                            <p:strVal val="0-#ppt_w/2"/>
                                          </p:val>
                                        </p:tav>
                                        <p:tav tm="100000">
                                          <p:val>
                                            <p:strVal val="#ppt_x"/>
                                          </p:val>
                                        </p:tav>
                                      </p:tavLst>
                                    </p:anim>
                                    <p:anim calcmode="lin" valueType="num">
                                      <p:cBhvr additive="base">
                                        <p:cTn id="41" dur="500" fill="hold"/>
                                        <p:tgtEl>
                                          <p:spTgt spid="23654"/>
                                        </p:tgtEl>
                                        <p:attrNameLst>
                                          <p:attrName>ppt_y</p:attrName>
                                        </p:attrNameLst>
                                      </p:cBhvr>
                                      <p:tavLst>
                                        <p:tav tm="0">
                                          <p:val>
                                            <p:strVal val="#ppt_y"/>
                                          </p:val>
                                        </p:tav>
                                        <p:tav tm="100000">
                                          <p:val>
                                            <p:strVal val="#ppt_y"/>
                                          </p:val>
                                        </p:tav>
                                      </p:tavLst>
                                    </p:anim>
                                  </p:childTnLst>
                                </p:cTn>
                              </p:par>
                            </p:childTnLst>
                          </p:cTn>
                        </p:par>
                        <p:par>
                          <p:cTn id="42" fill="hold">
                            <p:stCondLst>
                              <p:cond delay="2500"/>
                            </p:stCondLst>
                            <p:childTnLst>
                              <p:par>
                                <p:cTn id="43" presetID="2" presetClass="entr" presetSubtype="8" fill="hold" nodeType="afterEffect">
                                  <p:stCondLst>
                                    <p:cond delay="0"/>
                                  </p:stCondLst>
                                  <p:childTnLst>
                                    <p:set>
                                      <p:cBhvr>
                                        <p:cTn id="44" dur="1" fill="hold">
                                          <p:stCondLst>
                                            <p:cond delay="0"/>
                                          </p:stCondLst>
                                        </p:cTn>
                                        <p:tgtEl>
                                          <p:spTgt spid="23655"/>
                                        </p:tgtEl>
                                        <p:attrNameLst>
                                          <p:attrName>style.visibility</p:attrName>
                                        </p:attrNameLst>
                                      </p:cBhvr>
                                      <p:to>
                                        <p:strVal val="visible"/>
                                      </p:to>
                                    </p:set>
                                    <p:anim calcmode="lin" valueType="num">
                                      <p:cBhvr additive="base">
                                        <p:cTn id="45" dur="500" fill="hold"/>
                                        <p:tgtEl>
                                          <p:spTgt spid="23655"/>
                                        </p:tgtEl>
                                        <p:attrNameLst>
                                          <p:attrName>ppt_x</p:attrName>
                                        </p:attrNameLst>
                                      </p:cBhvr>
                                      <p:tavLst>
                                        <p:tav tm="0">
                                          <p:val>
                                            <p:strVal val="0-#ppt_w/2"/>
                                          </p:val>
                                        </p:tav>
                                        <p:tav tm="100000">
                                          <p:val>
                                            <p:strVal val="#ppt_x"/>
                                          </p:val>
                                        </p:tav>
                                      </p:tavLst>
                                    </p:anim>
                                    <p:anim calcmode="lin" valueType="num">
                                      <p:cBhvr additive="base">
                                        <p:cTn id="46" dur="500" fill="hold"/>
                                        <p:tgtEl>
                                          <p:spTgt spid="23655"/>
                                        </p:tgtEl>
                                        <p:attrNameLst>
                                          <p:attrName>ppt_y</p:attrName>
                                        </p:attrNameLst>
                                      </p:cBhvr>
                                      <p:tavLst>
                                        <p:tav tm="0">
                                          <p:val>
                                            <p:strVal val="#ppt_y"/>
                                          </p:val>
                                        </p:tav>
                                        <p:tav tm="100000">
                                          <p:val>
                                            <p:strVal val="#ppt_y"/>
                                          </p:val>
                                        </p:tav>
                                      </p:tavLst>
                                    </p:anim>
                                  </p:childTnLst>
                                </p:cTn>
                              </p:par>
                            </p:childTnLst>
                          </p:cTn>
                        </p:par>
                      </p:childTnLst>
                    </p:cTn>
                  </p:par>
                  <p:par>
                    <p:cTn id="47" fill="hold">
                      <p:stCondLst>
                        <p:cond delay="indefinite"/>
                      </p:stCondLst>
                      <p:childTnLst>
                        <p:par>
                          <p:cTn id="48" fill="hold">
                            <p:stCondLst>
                              <p:cond delay="0"/>
                            </p:stCondLst>
                            <p:childTnLst>
                              <p:par>
                                <p:cTn id="49" presetID="2" presetClass="entr" presetSubtype="8" fill="hold" grpId="0" nodeType="clickEffect">
                                  <p:stCondLst>
                                    <p:cond delay="0"/>
                                  </p:stCondLst>
                                  <p:childTnLst>
                                    <p:set>
                                      <p:cBhvr>
                                        <p:cTn id="50" dur="1" fill="hold">
                                          <p:stCondLst>
                                            <p:cond delay="0"/>
                                          </p:stCondLst>
                                        </p:cTn>
                                        <p:tgtEl>
                                          <p:spTgt spid="23652"/>
                                        </p:tgtEl>
                                        <p:attrNameLst>
                                          <p:attrName>style.visibility</p:attrName>
                                        </p:attrNameLst>
                                      </p:cBhvr>
                                      <p:to>
                                        <p:strVal val="visible"/>
                                      </p:to>
                                    </p:set>
                                    <p:anim calcmode="lin" valueType="num">
                                      <p:cBhvr additive="base">
                                        <p:cTn id="51" dur="500" fill="hold"/>
                                        <p:tgtEl>
                                          <p:spTgt spid="23652"/>
                                        </p:tgtEl>
                                        <p:attrNameLst>
                                          <p:attrName>ppt_x</p:attrName>
                                        </p:attrNameLst>
                                      </p:cBhvr>
                                      <p:tavLst>
                                        <p:tav tm="0">
                                          <p:val>
                                            <p:strVal val="0-#ppt_w/2"/>
                                          </p:val>
                                        </p:tav>
                                        <p:tav tm="100000">
                                          <p:val>
                                            <p:strVal val="#ppt_x"/>
                                          </p:val>
                                        </p:tav>
                                      </p:tavLst>
                                    </p:anim>
                                    <p:anim calcmode="lin" valueType="num">
                                      <p:cBhvr additive="base">
                                        <p:cTn id="52" dur="500" fill="hold"/>
                                        <p:tgtEl>
                                          <p:spTgt spid="2365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612" grpId="0" autoUpdateAnimBg="0"/>
      <p:bldP spid="23614" grpId="0" autoUpdateAnimBg="0"/>
      <p:bldP spid="23619" grpId="0" autoUpdateAnimBg="0"/>
      <p:bldP spid="23652" grpId="0" autoUpdateAnimBg="0"/>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文本框 2"/>
          <p:cNvSpPr txBox="1"/>
          <p:nvPr>
            <p:custDataLst>
              <p:tags r:id="rId1"/>
            </p:custDataLst>
          </p:nvPr>
        </p:nvSpPr>
        <p:spPr>
          <a:xfrm>
            <a:off x="902970" y="480695"/>
            <a:ext cx="7315200" cy="2143125"/>
          </a:xfrm>
          <a:prstGeom prst="rect">
            <a:avLst/>
          </a:prstGeom>
          <a:noFill/>
        </p:spPr>
        <p:txBody>
          <a:bodyPr wrap="square" rtlCol="0" anchor="ctr" anchorCtr="0">
            <a:noAutofit/>
          </a:bodyPr>
          <a:p>
            <a:pPr lvl="0" algn="l">
              <a:buNone/>
            </a:pPr>
            <a:r>
              <a:rPr lang="en-US" altLang="zh-CN" sz="2600">
                <a:solidFill>
                  <a:srgbClr val="000000"/>
                </a:solidFill>
                <a:latin typeface="微软雅黑" panose="020B0503020204020204" charset="-122"/>
                <a:ea typeface="微软雅黑" panose="020B0503020204020204" charset="-122"/>
              </a:rPr>
              <a:t>1</a:t>
            </a:r>
            <a:r>
              <a:rPr lang="zh-CN" altLang="en-US" sz="2600">
                <a:solidFill>
                  <a:srgbClr val="000000"/>
                </a:solidFill>
                <a:latin typeface="微软雅黑" panose="020B0503020204020204" charset="-122"/>
                <a:ea typeface="微软雅黑" panose="020B0503020204020204" charset="-122"/>
              </a:rPr>
              <a:t>、只能承受径向载荷而不能承受轴向载荷的滚动轴承是</a:t>
            </a:r>
            <a:r>
              <a:rPr lang="en-US" altLang="zh-CN" sz="2600" u="sng">
                <a:solidFill>
                  <a:srgbClr val="000000"/>
                </a:solidFill>
                <a:latin typeface="微软雅黑" panose="020B0503020204020204" charset="-122"/>
                <a:ea typeface="微软雅黑" panose="020B0503020204020204" charset="-122"/>
              </a:rPr>
              <a:t>              </a:t>
            </a:r>
            <a:r>
              <a:rPr lang="en-US" altLang="zh-CN" sz="2600">
                <a:solidFill>
                  <a:srgbClr val="000000"/>
                </a:solidFill>
                <a:latin typeface="微软雅黑" panose="020B0503020204020204" charset="-122"/>
                <a:ea typeface="微软雅黑" panose="020B0503020204020204" charset="-122"/>
              </a:rPr>
              <a:t> </a:t>
            </a:r>
            <a:r>
              <a:rPr lang="zh-CN" altLang="en-US" sz="2600">
                <a:solidFill>
                  <a:srgbClr val="000000"/>
                </a:solidFill>
                <a:latin typeface="微软雅黑" panose="020B0503020204020204" charset="-122"/>
                <a:ea typeface="微软雅黑" panose="020B0503020204020204" charset="-122"/>
              </a:rPr>
              <a:t>。  </a:t>
            </a:r>
            <a:endParaRPr lang="zh-CN" altLang="en-US" sz="2600">
              <a:solidFill>
                <a:srgbClr val="000000"/>
              </a:solidFill>
              <a:latin typeface="微软雅黑" panose="020B0503020204020204" charset="-122"/>
              <a:ea typeface="微软雅黑" panose="020B0503020204020204" charset="-122"/>
            </a:endParaRPr>
          </a:p>
        </p:txBody>
      </p:sp>
      <p:sp>
        <p:nvSpPr>
          <p:cNvPr id="4" name="文本框 3"/>
          <p:cNvSpPr txBox="1"/>
          <p:nvPr>
            <p:custDataLst>
              <p:tags r:id="rId2"/>
            </p:custDataLst>
          </p:nvPr>
        </p:nvSpPr>
        <p:spPr>
          <a:xfrm>
            <a:off x="1828800" y="2785745"/>
            <a:ext cx="6400800" cy="642620"/>
          </a:xfrm>
          <a:prstGeom prst="rect">
            <a:avLst/>
          </a:prstGeom>
          <a:noFill/>
        </p:spPr>
        <p:txBody>
          <a:bodyPr wrap="square" rtlCol="0" anchor="ctr" anchorCtr="0">
            <a:noAutofit/>
          </a:bodyPr>
          <a:p>
            <a:pPr lvl="0" algn="l">
              <a:buNone/>
            </a:pPr>
            <a:r>
              <a:rPr lang="zh-CN" altLang="en-US" sz="2600">
                <a:solidFill>
                  <a:srgbClr val="000000"/>
                </a:solidFill>
                <a:latin typeface="微软雅黑" panose="020B0503020204020204" charset="-122"/>
                <a:ea typeface="微软雅黑" panose="020B0503020204020204" charset="-122"/>
              </a:rPr>
              <a:t>推力球轴承</a:t>
            </a:r>
            <a:endParaRPr lang="zh-CN" altLang="en-US" sz="2600">
              <a:solidFill>
                <a:srgbClr val="000000"/>
              </a:solidFill>
              <a:latin typeface="微软雅黑" panose="020B0503020204020204" charset="-122"/>
              <a:ea typeface="微软雅黑" panose="020B0503020204020204" charset="-122"/>
            </a:endParaRPr>
          </a:p>
        </p:txBody>
      </p:sp>
      <p:sp>
        <p:nvSpPr>
          <p:cNvPr id="5" name="文本框 4"/>
          <p:cNvSpPr txBox="1"/>
          <p:nvPr>
            <p:custDataLst>
              <p:tags r:id="rId3"/>
            </p:custDataLst>
          </p:nvPr>
        </p:nvSpPr>
        <p:spPr>
          <a:xfrm>
            <a:off x="1784350" y="3631565"/>
            <a:ext cx="6400800" cy="642620"/>
          </a:xfrm>
          <a:prstGeom prst="rect">
            <a:avLst/>
          </a:prstGeom>
          <a:noFill/>
        </p:spPr>
        <p:txBody>
          <a:bodyPr wrap="square" rtlCol="0" anchor="ctr" anchorCtr="0">
            <a:noAutofit/>
          </a:bodyPr>
          <a:p>
            <a:pPr lvl="0" algn="l">
              <a:buNone/>
            </a:pPr>
            <a:r>
              <a:rPr lang="zh-CN" altLang="en-US" sz="2600">
                <a:solidFill>
                  <a:srgbClr val="000000"/>
                </a:solidFill>
                <a:latin typeface="微软雅黑" panose="020B0503020204020204" charset="-122"/>
                <a:ea typeface="微软雅黑" panose="020B0503020204020204" charset="-122"/>
              </a:rPr>
              <a:t>角接触球轴承</a:t>
            </a:r>
            <a:endParaRPr lang="zh-CN" altLang="en-US" sz="2600">
              <a:solidFill>
                <a:srgbClr val="000000"/>
              </a:solidFill>
              <a:latin typeface="微软雅黑" panose="020B0503020204020204" charset="-122"/>
              <a:ea typeface="微软雅黑" panose="020B0503020204020204" charset="-122"/>
            </a:endParaRPr>
          </a:p>
        </p:txBody>
      </p:sp>
      <p:sp>
        <p:nvSpPr>
          <p:cNvPr id="6" name="文本框 5"/>
          <p:cNvSpPr txBox="1"/>
          <p:nvPr>
            <p:custDataLst>
              <p:tags r:id="rId4"/>
            </p:custDataLst>
          </p:nvPr>
        </p:nvSpPr>
        <p:spPr>
          <a:xfrm>
            <a:off x="1828800" y="4500245"/>
            <a:ext cx="6400800" cy="642620"/>
          </a:xfrm>
          <a:prstGeom prst="rect">
            <a:avLst/>
          </a:prstGeom>
          <a:noFill/>
        </p:spPr>
        <p:txBody>
          <a:bodyPr wrap="square" rtlCol="0" anchor="ctr" anchorCtr="0">
            <a:noAutofit/>
          </a:bodyPr>
          <a:p>
            <a:pPr lvl="0" algn="l">
              <a:buNone/>
            </a:pPr>
            <a:r>
              <a:rPr lang="zh-CN" altLang="en-US" sz="2600">
                <a:solidFill>
                  <a:srgbClr val="000000"/>
                </a:solidFill>
                <a:latin typeface="微软雅黑" panose="020B0503020204020204" charset="-122"/>
                <a:ea typeface="微软雅黑" panose="020B0503020204020204" charset="-122"/>
                <a:sym typeface="+mn-ea"/>
              </a:rPr>
              <a:t>深沟球轴承</a:t>
            </a:r>
            <a:endParaRPr lang="zh-CN" altLang="en-US" sz="2600">
              <a:solidFill>
                <a:srgbClr val="000000"/>
              </a:solidFill>
              <a:latin typeface="微软雅黑" panose="020B0503020204020204" charset="-122"/>
              <a:ea typeface="微软雅黑" panose="020B0503020204020204" charset="-122"/>
            </a:endParaRPr>
          </a:p>
        </p:txBody>
      </p:sp>
      <p:sp>
        <p:nvSpPr>
          <p:cNvPr id="7" name="文本框 6"/>
          <p:cNvSpPr txBox="1"/>
          <p:nvPr>
            <p:custDataLst>
              <p:tags r:id="rId5"/>
            </p:custDataLst>
          </p:nvPr>
        </p:nvSpPr>
        <p:spPr>
          <a:xfrm>
            <a:off x="1828800" y="5357495"/>
            <a:ext cx="6400800" cy="642620"/>
          </a:xfrm>
          <a:prstGeom prst="rect">
            <a:avLst/>
          </a:prstGeom>
          <a:noFill/>
        </p:spPr>
        <p:txBody>
          <a:bodyPr wrap="square" rtlCol="0" anchor="ctr" anchorCtr="0">
            <a:noAutofit/>
          </a:bodyPr>
          <a:p>
            <a:pPr lvl="0" algn="l">
              <a:buNone/>
            </a:pPr>
            <a:r>
              <a:rPr lang="zh-CN" altLang="en-US" sz="2600">
                <a:solidFill>
                  <a:srgbClr val="000000"/>
                </a:solidFill>
                <a:latin typeface="微软雅黑" panose="020B0503020204020204" charset="-122"/>
                <a:ea typeface="微软雅黑" panose="020B0503020204020204" charset="-122"/>
                <a:sym typeface="+mn-ea"/>
              </a:rPr>
              <a:t>圆柱滚子轴承</a:t>
            </a:r>
            <a:endParaRPr lang="zh-CN" altLang="en-US" sz="2600">
              <a:solidFill>
                <a:srgbClr val="000000"/>
              </a:solidFill>
              <a:latin typeface="微软雅黑" panose="020B0503020204020204" charset="-122"/>
              <a:ea typeface="微软雅黑" panose="020B0503020204020204" charset="-122"/>
            </a:endParaRPr>
          </a:p>
        </p:txBody>
      </p:sp>
      <p:sp>
        <p:nvSpPr>
          <p:cNvPr id="8" name="椭圆 7"/>
          <p:cNvSpPr>
            <a:spLocks noChangeAspect="1"/>
          </p:cNvSpPr>
          <p:nvPr>
            <p:custDataLst>
              <p:tags r:id="rId6"/>
            </p:custDataLst>
          </p:nvPr>
        </p:nvSpPr>
        <p:spPr>
          <a:xfrm>
            <a:off x="1114425" y="2849880"/>
            <a:ext cx="514350" cy="514350"/>
          </a:xfrm>
          <a:prstGeom prst="ellipse">
            <a:avLst/>
          </a:prstGeom>
          <a:solidFill>
            <a:srgbClr val="808080"/>
          </a:solidFill>
          <a:ln w="12700" cap="flat" cmpd="sng" algn="ctr">
            <a:solidFill>
              <a:srgbClr val="000000"/>
            </a:solidFill>
            <a:prstDash val="solid"/>
            <a:round/>
            <a:headEnd type="none" w="med" len="med"/>
            <a:tailEnd type="none" w="med" len="med"/>
          </a:ln>
        </p:spPr>
        <p:txBody>
          <a:bodyPr vert="horz" wrap="none" lIns="91440" tIns="45720" rIns="91440" bIns="45720" numCol="1" anchor="ctr" anchorCtr="1" compatLnSpc="1">
            <a:noAutofit/>
          </a:bodyPr>
          <a:p>
            <a:pPr marL="0" marR="0" indent="0" algn="l" defTabSz="914400" rtl="0" eaLnBrk="1" fontAlgn="base" latinLnBrk="0" hangingPunct="1">
              <a:lnSpc>
                <a:spcPct val="120000"/>
              </a:lnSpc>
              <a:spcBef>
                <a:spcPct val="0"/>
              </a:spcBef>
              <a:spcAft>
                <a:spcPct val="0"/>
              </a:spcAft>
              <a:buClrTx/>
              <a:buSzTx/>
              <a:buNone/>
            </a:pPr>
            <a:r>
              <a:rPr kumimoji="1" lang="zh-CN" altLang="en-US" sz="1600" b="0" i="0" u="none" strike="noStrike" cap="none" normalizeH="0" baseline="0" smtClean="0">
                <a:ln>
                  <a:noFill/>
                </a:ln>
                <a:solidFill>
                  <a:srgbClr val="FFFFFF"/>
                </a:solidFill>
                <a:effectLst/>
                <a:latin typeface="微软雅黑" panose="020B0503020204020204" charset="-122"/>
                <a:ea typeface="微软雅黑" panose="020B0503020204020204" charset="-122"/>
              </a:rPr>
              <a:t>A</a:t>
            </a:r>
            <a:endParaRPr kumimoji="1" lang="zh-CN" altLang="en-US" sz="1600" b="0" i="0" u="none" strike="noStrike" cap="none" normalizeH="0" baseline="0" smtClean="0">
              <a:ln>
                <a:noFill/>
              </a:ln>
              <a:solidFill>
                <a:srgbClr val="FFFFFF"/>
              </a:solidFill>
              <a:effectLst/>
              <a:latin typeface="微软雅黑" panose="020B0503020204020204" charset="-122"/>
              <a:ea typeface="微软雅黑" panose="020B0503020204020204" charset="-122"/>
            </a:endParaRPr>
          </a:p>
        </p:txBody>
      </p:sp>
      <p:sp>
        <p:nvSpPr>
          <p:cNvPr id="9" name="椭圆 8"/>
          <p:cNvSpPr>
            <a:spLocks noChangeAspect="1"/>
          </p:cNvSpPr>
          <p:nvPr>
            <p:custDataLst>
              <p:tags r:id="rId7"/>
            </p:custDataLst>
          </p:nvPr>
        </p:nvSpPr>
        <p:spPr>
          <a:xfrm>
            <a:off x="1114425" y="3707130"/>
            <a:ext cx="514350" cy="514350"/>
          </a:xfrm>
          <a:prstGeom prst="ellipse">
            <a:avLst/>
          </a:prstGeom>
          <a:solidFill>
            <a:srgbClr val="808080"/>
          </a:solidFill>
          <a:ln w="12700" cap="flat" cmpd="sng" algn="ctr">
            <a:solidFill>
              <a:srgbClr val="000000"/>
            </a:solidFill>
            <a:prstDash val="solid"/>
            <a:round/>
            <a:headEnd type="none" w="med" len="med"/>
            <a:tailEnd type="none" w="med" len="med"/>
          </a:ln>
        </p:spPr>
        <p:txBody>
          <a:bodyPr vert="horz" wrap="none" lIns="91440" tIns="45720" rIns="91440" bIns="45720" numCol="1" anchor="ctr" anchorCtr="1" compatLnSpc="1">
            <a:noAutofit/>
          </a:bodyPr>
          <a:p>
            <a:pPr marL="0" marR="0" indent="0" algn="l" defTabSz="914400" rtl="0" eaLnBrk="1" fontAlgn="base" latinLnBrk="0" hangingPunct="1">
              <a:lnSpc>
                <a:spcPct val="120000"/>
              </a:lnSpc>
              <a:spcBef>
                <a:spcPct val="0"/>
              </a:spcBef>
              <a:spcAft>
                <a:spcPct val="0"/>
              </a:spcAft>
              <a:buClrTx/>
              <a:buSzTx/>
              <a:buNone/>
            </a:pPr>
            <a:r>
              <a:rPr kumimoji="1" lang="zh-CN" altLang="en-US" sz="1600" b="0" i="0" u="none" strike="noStrike" cap="none" normalizeH="0" baseline="0" smtClean="0">
                <a:ln>
                  <a:noFill/>
                </a:ln>
                <a:solidFill>
                  <a:srgbClr val="FFFFFF"/>
                </a:solidFill>
                <a:effectLst/>
                <a:latin typeface="微软雅黑" panose="020B0503020204020204" charset="-122"/>
                <a:ea typeface="微软雅黑" panose="020B0503020204020204" charset="-122"/>
              </a:rPr>
              <a:t>B</a:t>
            </a:r>
            <a:endParaRPr kumimoji="1" lang="zh-CN" altLang="en-US" sz="1600" b="0" i="0" u="none" strike="noStrike" cap="none" normalizeH="0" baseline="0" smtClean="0">
              <a:ln>
                <a:noFill/>
              </a:ln>
              <a:solidFill>
                <a:srgbClr val="FFFFFF"/>
              </a:solidFill>
              <a:effectLst/>
              <a:latin typeface="微软雅黑" panose="020B0503020204020204" charset="-122"/>
              <a:ea typeface="微软雅黑" panose="020B0503020204020204" charset="-122"/>
            </a:endParaRPr>
          </a:p>
        </p:txBody>
      </p:sp>
      <p:sp>
        <p:nvSpPr>
          <p:cNvPr id="10" name="椭圆 9"/>
          <p:cNvSpPr>
            <a:spLocks noChangeAspect="1"/>
          </p:cNvSpPr>
          <p:nvPr>
            <p:custDataLst>
              <p:tags r:id="rId8"/>
            </p:custDataLst>
          </p:nvPr>
        </p:nvSpPr>
        <p:spPr>
          <a:xfrm>
            <a:off x="1114425" y="4564380"/>
            <a:ext cx="514350" cy="514350"/>
          </a:xfrm>
          <a:prstGeom prst="ellipse">
            <a:avLst/>
          </a:prstGeom>
          <a:solidFill>
            <a:srgbClr val="808080"/>
          </a:solidFill>
          <a:ln w="12700" cap="flat" cmpd="sng" algn="ctr">
            <a:solidFill>
              <a:srgbClr val="000000"/>
            </a:solidFill>
            <a:prstDash val="solid"/>
            <a:round/>
            <a:headEnd type="none" w="med" len="med"/>
            <a:tailEnd type="none" w="med" len="med"/>
          </a:ln>
        </p:spPr>
        <p:txBody>
          <a:bodyPr vert="horz" wrap="none" lIns="91440" tIns="45720" rIns="91440" bIns="45720" numCol="1" anchor="ctr" anchorCtr="1" compatLnSpc="1">
            <a:noAutofit/>
          </a:bodyPr>
          <a:p>
            <a:pPr marL="0" marR="0" indent="0" algn="l" defTabSz="914400" rtl="0" eaLnBrk="1" fontAlgn="base" latinLnBrk="0" hangingPunct="1">
              <a:lnSpc>
                <a:spcPct val="120000"/>
              </a:lnSpc>
              <a:spcBef>
                <a:spcPct val="0"/>
              </a:spcBef>
              <a:spcAft>
                <a:spcPct val="0"/>
              </a:spcAft>
              <a:buClrTx/>
              <a:buSzTx/>
              <a:buNone/>
            </a:pPr>
            <a:r>
              <a:rPr kumimoji="1" lang="zh-CN" altLang="en-US" sz="1600" b="0" i="0" u="none" strike="noStrike" cap="none" normalizeH="0" baseline="0" smtClean="0">
                <a:ln>
                  <a:noFill/>
                </a:ln>
                <a:solidFill>
                  <a:srgbClr val="FFFFFF"/>
                </a:solidFill>
                <a:effectLst/>
                <a:latin typeface="微软雅黑" panose="020B0503020204020204" charset="-122"/>
                <a:ea typeface="微软雅黑" panose="020B0503020204020204" charset="-122"/>
              </a:rPr>
              <a:t>C</a:t>
            </a:r>
            <a:endParaRPr kumimoji="1" lang="zh-CN" altLang="en-US" sz="1600" b="0" i="0" u="none" strike="noStrike" cap="none" normalizeH="0" baseline="0" smtClean="0">
              <a:ln>
                <a:noFill/>
              </a:ln>
              <a:solidFill>
                <a:srgbClr val="FFFFFF"/>
              </a:solidFill>
              <a:effectLst/>
              <a:latin typeface="微软雅黑" panose="020B0503020204020204" charset="-122"/>
              <a:ea typeface="微软雅黑" panose="020B0503020204020204" charset="-122"/>
            </a:endParaRPr>
          </a:p>
        </p:txBody>
      </p:sp>
      <p:sp>
        <p:nvSpPr>
          <p:cNvPr id="11" name="椭圆 10"/>
          <p:cNvSpPr>
            <a:spLocks noChangeAspect="1"/>
          </p:cNvSpPr>
          <p:nvPr>
            <p:custDataLst>
              <p:tags r:id="rId9"/>
            </p:custDataLst>
          </p:nvPr>
        </p:nvSpPr>
        <p:spPr>
          <a:xfrm>
            <a:off x="1114425" y="5421630"/>
            <a:ext cx="514350" cy="514350"/>
          </a:xfrm>
          <a:prstGeom prst="ellipse">
            <a:avLst/>
          </a:prstGeom>
          <a:solidFill>
            <a:srgbClr val="00FF00"/>
          </a:solidFill>
          <a:ln w="25400" cap="flat" cmpd="sng" algn="ctr">
            <a:solidFill>
              <a:srgbClr val="000000"/>
            </a:solidFill>
            <a:prstDash val="solid"/>
            <a:round/>
            <a:headEnd type="none" w="med" len="med"/>
            <a:tailEnd type="none" w="med" len="med"/>
          </a:ln>
        </p:spPr>
        <p:txBody>
          <a:bodyPr vert="horz" wrap="none" lIns="91440" tIns="45720" rIns="91440" bIns="45720" numCol="1" anchor="ctr" anchorCtr="1" compatLnSpc="1">
            <a:noAutofit/>
          </a:bodyPr>
          <a:p>
            <a:pPr marL="0" marR="0" indent="0" algn="l" defTabSz="914400" rtl="0" eaLnBrk="1" fontAlgn="base" latinLnBrk="0" hangingPunct="1">
              <a:lnSpc>
                <a:spcPct val="120000"/>
              </a:lnSpc>
              <a:spcBef>
                <a:spcPct val="0"/>
              </a:spcBef>
              <a:spcAft>
                <a:spcPct val="0"/>
              </a:spcAft>
              <a:buClrTx/>
              <a:buSzTx/>
              <a:buNone/>
            </a:pPr>
            <a:r>
              <a:rPr kumimoji="1" lang="zh-CN" altLang="en-US" sz="1600" b="0" i="0" u="none" strike="noStrike" cap="none" normalizeH="0" baseline="0" smtClean="0">
                <a:ln>
                  <a:noFill/>
                </a:ln>
                <a:solidFill>
                  <a:srgbClr val="FFFFFF"/>
                </a:solidFill>
                <a:effectLst/>
                <a:latin typeface="微软雅黑" panose="020B0503020204020204" charset="-122"/>
                <a:ea typeface="微软雅黑" panose="020B0503020204020204" charset="-122"/>
              </a:rPr>
              <a:t>D</a:t>
            </a:r>
            <a:endParaRPr kumimoji="1" lang="zh-CN" altLang="en-US" sz="1600" b="0" i="0" u="none" strike="noStrike" cap="none" normalizeH="0" baseline="0" smtClean="0">
              <a:ln>
                <a:noFill/>
              </a:ln>
              <a:solidFill>
                <a:srgbClr val="FFFFFF"/>
              </a:solidFill>
              <a:effectLst/>
              <a:latin typeface="微软雅黑" panose="020B0503020204020204" charset="-122"/>
              <a:ea typeface="微软雅黑" panose="020B0503020204020204" charset="-122"/>
            </a:endParaRPr>
          </a:p>
        </p:txBody>
      </p:sp>
      <p:sp>
        <p:nvSpPr>
          <p:cNvPr id="12" name="圆角矩形 11"/>
          <p:cNvSpPr/>
          <p:nvPr>
            <p:custDataLst>
              <p:tags r:id="rId10"/>
            </p:custDataLst>
          </p:nvPr>
        </p:nvSpPr>
        <p:spPr>
          <a:xfrm>
            <a:off x="6172200" y="6203315"/>
            <a:ext cx="1543050" cy="411480"/>
          </a:xfrm>
          <a:prstGeom prst="roundRect">
            <a:avLst/>
          </a:prstGeom>
          <a:solidFill>
            <a:srgbClr val="808080"/>
          </a:solidFill>
          <a:ln w="38100" cap="flat" cmpd="sng" algn="ctr">
            <a:solidFill>
              <a:srgbClr val="000000"/>
            </a:solidFill>
            <a:prstDash val="solid"/>
            <a:round/>
            <a:headEnd type="none" w="med" len="med"/>
            <a:tailEnd type="none" w="med" len="med"/>
          </a:ln>
        </p:spPr>
        <p:txBody>
          <a:bodyPr vert="horz" wrap="none" lIns="91440" tIns="45720" rIns="91440" bIns="45720" numCol="1" anchor="ctr" anchorCtr="1" compatLnSpc="1">
            <a:noAutofit/>
          </a:bodyPr>
          <a:p>
            <a:pPr marL="0" marR="0" indent="0" algn="l" defTabSz="914400" rtl="0" eaLnBrk="1" fontAlgn="base" latinLnBrk="0" hangingPunct="1">
              <a:lnSpc>
                <a:spcPct val="120000"/>
              </a:lnSpc>
              <a:spcBef>
                <a:spcPct val="0"/>
              </a:spcBef>
              <a:spcAft>
                <a:spcPct val="0"/>
              </a:spcAft>
              <a:buClrTx/>
              <a:buSzTx/>
              <a:buNone/>
            </a:pPr>
            <a:r>
              <a:rPr kumimoji="1" lang="zh-CN" altLang="en-US" sz="1600" b="0" i="0" u="none" strike="noStrike" cap="none" normalizeH="0" baseline="0" smtClean="0">
                <a:ln>
                  <a:noFill/>
                </a:ln>
                <a:solidFill>
                  <a:srgbClr val="FFFFFF"/>
                </a:solidFill>
                <a:effectLst/>
                <a:latin typeface="微软雅黑" panose="020B0503020204020204" charset="-122"/>
                <a:ea typeface="微软雅黑" panose="020B0503020204020204" charset="-122"/>
              </a:rPr>
              <a:t>提交</a:t>
            </a:r>
            <a:endParaRPr kumimoji="1" lang="zh-CN" altLang="en-US" sz="1600" b="0" i="0" u="none" strike="noStrike" cap="none" normalizeH="0" baseline="0" smtClean="0">
              <a:ln>
                <a:noFill/>
              </a:ln>
              <a:solidFill>
                <a:srgbClr val="FFFFFF"/>
              </a:solidFill>
              <a:effectLst/>
              <a:latin typeface="微软雅黑" panose="020B0503020204020204" charset="-122"/>
              <a:ea typeface="微软雅黑" panose="020B0503020204020204" charset="-122"/>
            </a:endParaRPr>
          </a:p>
        </p:txBody>
      </p:sp>
      <p:sp>
        <p:nvSpPr>
          <p:cNvPr id="18" name="矩形 17"/>
          <p:cNvSpPr/>
          <p:nvPr/>
        </p:nvSpPr>
        <p:spPr>
          <a:xfrm>
            <a:off x="969010" y="2562860"/>
            <a:ext cx="821690" cy="3766185"/>
          </a:xfrm>
          <a:prstGeom prst="rect">
            <a:avLst/>
          </a:prstGeom>
          <a:solidFill>
            <a:schemeClr val="bg1"/>
          </a:solidFill>
          <a:ln w="9525" cap="flat" cmpd="sng" algn="ctr">
            <a:noFill/>
            <a:prstDash val="solid"/>
            <a:round/>
            <a:headEnd type="none" w="med" len="med"/>
            <a:tailEnd type="none" w="med" len="med"/>
          </a:ln>
        </p:spPr>
        <p:txBody>
          <a:bodyPr vert="horz" wrap="none" lIns="91440" tIns="45720" rIns="91440" bIns="45720" numCol="1" anchor="t" anchorCtr="0" compatLnSpc="1">
            <a:spAutoFit/>
          </a:bodyPr>
          <a:p>
            <a:pPr marL="0" marR="0" indent="0" algn="l" defTabSz="914400" rtl="0" eaLnBrk="1" fontAlgn="base" latinLnBrk="0" hangingPunct="1">
              <a:lnSpc>
                <a:spcPct val="120000"/>
              </a:lnSpc>
              <a:spcBef>
                <a:spcPct val="0"/>
              </a:spcBef>
              <a:spcAft>
                <a:spcPct val="0"/>
              </a:spcAft>
              <a:buClrTx/>
              <a:buSzTx/>
              <a:buFontTx/>
              <a:buBlip>
                <a:blip r:embed="rId11"/>
              </a:buBlip>
            </a:pPr>
            <a:endParaRPr kumimoji="1" lang="zh-CN" altLang="en-US" sz="2000" b="0" i="0" u="none" strike="noStrike" cap="none" normalizeH="0" baseline="0" smtClean="0">
              <a:ln>
                <a:noFill/>
              </a:ln>
              <a:solidFill>
                <a:srgbClr val="000099"/>
              </a:solidFill>
              <a:effectLst/>
              <a:latin typeface="Times New Roman" panose="02020603050405020304" pitchFamily="18" charset="0"/>
              <a:ea typeface="华文中宋" panose="02010600040101010101" pitchFamily="2" charset="-122"/>
            </a:endParaRPr>
          </a:p>
        </p:txBody>
      </p:sp>
      <p:grpSp>
        <p:nvGrpSpPr>
          <p:cNvPr id="17" name="组合 16"/>
          <p:cNvGrpSpPr/>
          <p:nvPr>
            <p:custDataLst>
              <p:tags r:id="rId12"/>
            </p:custDataLst>
          </p:nvPr>
        </p:nvGrpSpPr>
        <p:grpSpPr>
          <a:xfrm>
            <a:off x="0" y="0"/>
            <a:ext cx="9144000" cy="635000"/>
            <a:chOff x="0" y="0"/>
            <a:chExt cx="14400" cy="1000"/>
          </a:xfrm>
        </p:grpSpPr>
        <p:sp>
          <p:nvSpPr>
            <p:cNvPr id="13" name="TitleBackground"/>
            <p:cNvSpPr/>
            <p:nvPr>
              <p:custDataLst>
                <p:tags r:id="rId13"/>
              </p:custDataLst>
            </p:nvPr>
          </p:nvSpPr>
          <p:spPr>
            <a:xfrm>
              <a:off x="0" y="0"/>
              <a:ext cx="14400" cy="1000"/>
            </a:xfrm>
            <a:prstGeom prst="rect">
              <a:avLst/>
            </a:prstGeom>
            <a:solidFill>
              <a:srgbClr val="F6F7F8"/>
            </a:solidFill>
            <a:ln w="9525" cap="flat" cmpd="sng" algn="ctr">
              <a:noFill/>
              <a:prstDash val="solid"/>
              <a:round/>
              <a:headEnd type="none" w="med" len="med"/>
              <a:tailEnd type="none" w="med" len="med"/>
            </a:ln>
          </p:spPr>
          <p:txBody>
            <a:bodyPr vert="horz" wrap="none" lIns="91440" tIns="45720" rIns="91440" bIns="45720" numCol="1" anchor="t" anchorCtr="0" compatLnSpc="1">
              <a:spAutoFit/>
            </a:bodyPr>
            <a:p>
              <a:pPr marL="0" marR="0" indent="0" algn="l" defTabSz="914400" rtl="0" eaLnBrk="1" fontAlgn="base" latinLnBrk="0" hangingPunct="1">
                <a:lnSpc>
                  <a:spcPct val="120000"/>
                </a:lnSpc>
                <a:spcBef>
                  <a:spcPct val="0"/>
                </a:spcBef>
                <a:spcAft>
                  <a:spcPct val="0"/>
                </a:spcAft>
                <a:buClrTx/>
                <a:buSzTx/>
                <a:buFontTx/>
                <a:buBlip>
                  <a:blip r:embed="rId11"/>
                </a:buBlip>
              </a:pPr>
              <a:endParaRPr kumimoji="1" lang="zh-CN" altLang="en-US" sz="2000" b="0" i="0" u="none" strike="noStrike" cap="none" normalizeH="0" baseline="0" smtClean="0">
                <a:ln>
                  <a:noFill/>
                </a:ln>
                <a:solidFill>
                  <a:srgbClr val="000099"/>
                </a:solidFill>
                <a:effectLst/>
                <a:latin typeface="Times New Roman" panose="02020603050405020304" pitchFamily="18" charset="0"/>
                <a:ea typeface="华文中宋" panose="02010600040101010101" pitchFamily="2" charset="-122"/>
              </a:endParaRPr>
            </a:p>
          </p:txBody>
        </p:sp>
        <p:sp>
          <p:nvSpPr>
            <p:cNvPr id="14" name="ColorBlock"/>
            <p:cNvSpPr/>
            <p:nvPr>
              <p:custDataLst>
                <p:tags r:id="rId14"/>
              </p:custDataLst>
            </p:nvPr>
          </p:nvSpPr>
          <p:spPr>
            <a:xfrm>
              <a:off x="0" y="0"/>
              <a:ext cx="300" cy="1000"/>
            </a:xfrm>
            <a:prstGeom prst="rect">
              <a:avLst/>
            </a:prstGeom>
            <a:solidFill>
              <a:srgbClr val="639EF4"/>
            </a:solidFill>
            <a:ln w="9525" cap="flat" cmpd="sng" algn="ctr">
              <a:noFill/>
              <a:prstDash val="solid"/>
              <a:round/>
              <a:headEnd type="none" w="med" len="med"/>
              <a:tailEnd type="none" w="med" len="med"/>
            </a:ln>
          </p:spPr>
          <p:txBody>
            <a:bodyPr vert="horz" wrap="none" lIns="91440" tIns="45720" rIns="91440" bIns="45720" numCol="1" anchor="t" anchorCtr="0" compatLnSpc="1">
              <a:spAutoFit/>
            </a:bodyPr>
            <a:p>
              <a:pPr marL="0" marR="0" indent="0" algn="l" defTabSz="914400" rtl="0" eaLnBrk="1" fontAlgn="base" latinLnBrk="0" hangingPunct="1">
                <a:lnSpc>
                  <a:spcPct val="120000"/>
                </a:lnSpc>
                <a:spcBef>
                  <a:spcPct val="0"/>
                </a:spcBef>
                <a:spcAft>
                  <a:spcPct val="0"/>
                </a:spcAft>
                <a:buClrTx/>
                <a:buSzTx/>
                <a:buFontTx/>
                <a:buBlip>
                  <a:blip r:embed="rId11"/>
                </a:buBlip>
              </a:pPr>
              <a:endParaRPr kumimoji="1" lang="zh-CN" altLang="en-US" sz="2000" b="0" i="0" u="none" strike="noStrike" cap="none" normalizeH="0" baseline="0" smtClean="0">
                <a:ln>
                  <a:noFill/>
                </a:ln>
                <a:solidFill>
                  <a:srgbClr val="000099"/>
                </a:solidFill>
                <a:effectLst/>
                <a:latin typeface="Times New Roman" panose="02020603050405020304" pitchFamily="18" charset="0"/>
                <a:ea typeface="华文中宋" panose="02010600040101010101" pitchFamily="2" charset="-122"/>
              </a:endParaRPr>
            </a:p>
          </p:txBody>
        </p:sp>
        <p:sp>
          <p:nvSpPr>
            <p:cNvPr id="15" name="TypeText"/>
            <p:cNvSpPr txBox="1"/>
            <p:nvPr>
              <p:custDataLst>
                <p:tags r:id="rId15"/>
              </p:custDataLst>
            </p:nvPr>
          </p:nvSpPr>
          <p:spPr>
            <a:xfrm>
              <a:off x="400" y="0"/>
              <a:ext cx="3000" cy="1000"/>
            </a:xfrm>
            <a:prstGeom prst="rect">
              <a:avLst/>
            </a:prstGeom>
            <a:noFill/>
          </p:spPr>
          <p:txBody>
            <a:bodyPr wrap="none" rtlCol="0" anchor="ctr" anchorCtr="0">
              <a:noAutofit/>
            </a:bodyPr>
            <a:p>
              <a:pPr lvl="0" algn="l">
                <a:buNone/>
              </a:pPr>
              <a:r>
                <a:rPr lang="zh-CN" altLang="en-US" sz="2600">
                  <a:solidFill>
                    <a:srgbClr val="000000"/>
                  </a:solidFill>
                  <a:latin typeface="微软雅黑" panose="020B0503020204020204" charset="-122"/>
                  <a:ea typeface="微软雅黑" panose="020B0503020204020204" charset="-122"/>
                </a:rPr>
                <a:t>单选题</a:t>
              </a:r>
              <a:endParaRPr lang="zh-CN" altLang="en-US" sz="2600">
                <a:solidFill>
                  <a:srgbClr val="000000"/>
                </a:solidFill>
                <a:latin typeface="微软雅黑" panose="020B0503020204020204" charset="-122"/>
                <a:ea typeface="微软雅黑" panose="020B0503020204020204" charset="-122"/>
              </a:endParaRPr>
            </a:p>
          </p:txBody>
        </p:sp>
        <p:sp>
          <p:nvSpPr>
            <p:cNvPr id="16" name="TipText"/>
            <p:cNvSpPr txBox="1"/>
            <p:nvPr>
              <p:custDataLst>
                <p:tags r:id="rId16"/>
              </p:custDataLst>
            </p:nvPr>
          </p:nvSpPr>
          <p:spPr>
            <a:xfrm>
              <a:off x="2248" y="172"/>
              <a:ext cx="3600" cy="800"/>
            </a:xfrm>
            <a:prstGeom prst="rect">
              <a:avLst/>
            </a:prstGeom>
            <a:noFill/>
          </p:spPr>
          <p:txBody>
            <a:bodyPr wrap="none" rtlCol="0" anchor="ctr" anchorCtr="0">
              <a:noAutofit/>
            </a:bodyPr>
            <a:p>
              <a:pPr lvl="0" algn="l">
                <a:buNone/>
              </a:pPr>
              <a:r>
                <a:rPr lang="zh-CN" altLang="en-US">
                  <a:solidFill>
                    <a:srgbClr val="808080"/>
                  </a:solidFill>
                  <a:latin typeface="微软雅黑" panose="020B0503020204020204" charset="-122"/>
                  <a:ea typeface="微软雅黑" panose="020B0503020204020204" charset="-122"/>
                  <a:cs typeface="微软雅黑" panose="020B0503020204020204" charset="-122"/>
                </a:rPr>
                <a:t>2分</a:t>
              </a:r>
              <a:endParaRPr lang="zh-CN" altLang="en-US">
                <a:solidFill>
                  <a:srgbClr val="808080"/>
                </a:solidFill>
                <a:latin typeface="微软雅黑" panose="020B0503020204020204" charset="-122"/>
                <a:ea typeface="微软雅黑" panose="020B0503020204020204" charset="-122"/>
                <a:cs typeface="微软雅黑" panose="020B0503020204020204" charset="-122"/>
              </a:endParaRPr>
            </a:p>
          </p:txBody>
        </p:sp>
      </p:grpSp>
      <p:pic>
        <p:nvPicPr>
          <p:cNvPr id="2" name="图片 1" descr="tmpC5F0"/>
          <p:cNvPicPr>
            <a:picLocks noChangeAspect="1"/>
          </p:cNvPicPr>
          <p:nvPr>
            <p:custDataLst>
              <p:tags r:id="rId17"/>
            </p:custDataLst>
          </p:nvPr>
        </p:nvPicPr>
        <p:blipFill>
          <a:blip r:embed="rId18"/>
          <a:stretch>
            <a:fillRect/>
          </a:stretch>
        </p:blipFill>
        <p:spPr>
          <a:xfrm>
            <a:off x="7594600" y="63500"/>
            <a:ext cx="1422400" cy="508000"/>
          </a:xfrm>
          <a:prstGeom prst="rect">
            <a:avLst/>
          </a:prstGeom>
        </p:spPr>
      </p:pic>
    </p:spTree>
    <p:custDataLst>
      <p:tags r:id="rId19"/>
    </p:custDataLst>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xit" presetSubtype="1" fill="hold" grpId="0" nodeType="clickEffect">
                                  <p:stCondLst>
                                    <p:cond delay="0"/>
                                  </p:stCondLst>
                                  <p:childTnLst>
                                    <p:animEffect transition="out" filter="wipe(up)">
                                      <p:cBhvr>
                                        <p:cTn id="6" dur="500"/>
                                        <p:tgtEl>
                                          <p:spTgt spid="18"/>
                                        </p:tgtEl>
                                      </p:cBhvr>
                                    </p:animEffect>
                                    <p:set>
                                      <p:cBhvr>
                                        <p:cTn id="7" dur="1" fill="hold">
                                          <p:stCondLst>
                                            <p:cond delay="499"/>
                                          </p:stCondLst>
                                        </p:cTn>
                                        <p:tgtEl>
                                          <p:spTgt spid="18"/>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animBg="1"/>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文本框 2"/>
          <p:cNvSpPr txBox="1"/>
          <p:nvPr>
            <p:custDataLst>
              <p:tags r:id="rId1"/>
            </p:custDataLst>
          </p:nvPr>
        </p:nvSpPr>
        <p:spPr>
          <a:xfrm>
            <a:off x="914400" y="635000"/>
            <a:ext cx="7315200" cy="2143125"/>
          </a:xfrm>
          <a:prstGeom prst="rect">
            <a:avLst/>
          </a:prstGeom>
          <a:noFill/>
        </p:spPr>
        <p:txBody>
          <a:bodyPr wrap="square" rtlCol="0" anchor="ctr" anchorCtr="0">
            <a:noAutofit/>
          </a:bodyPr>
          <a:p>
            <a:pPr lvl="0" algn="l">
              <a:buNone/>
            </a:pPr>
            <a:r>
              <a:rPr lang="en-US" altLang="zh-CN" sz="2600">
                <a:solidFill>
                  <a:srgbClr val="000000"/>
                </a:solidFill>
                <a:latin typeface="微软雅黑" panose="020B0503020204020204" charset="-122"/>
                <a:ea typeface="微软雅黑" panose="020B0503020204020204" charset="-122"/>
              </a:rPr>
              <a:t>2</a:t>
            </a:r>
            <a:r>
              <a:rPr lang="zh-CN" altLang="en-US" sz="2600">
                <a:solidFill>
                  <a:srgbClr val="000000"/>
                </a:solidFill>
                <a:latin typeface="微软雅黑" panose="020B0503020204020204" charset="-122"/>
                <a:ea typeface="微软雅黑" panose="020B0503020204020204" charset="-122"/>
              </a:rPr>
              <a:t>、某轴承在基本额定动载荷下工作了10的6次方转时，其失效概率为____</a:t>
            </a:r>
            <a:endParaRPr lang="zh-CN" altLang="en-US" sz="2600">
              <a:solidFill>
                <a:srgbClr val="000000"/>
              </a:solidFill>
              <a:latin typeface="微软雅黑" panose="020B0503020204020204" charset="-122"/>
              <a:ea typeface="微软雅黑" panose="020B0503020204020204" charset="-122"/>
            </a:endParaRPr>
          </a:p>
        </p:txBody>
      </p:sp>
      <p:sp>
        <p:nvSpPr>
          <p:cNvPr id="4" name="文本框 3"/>
          <p:cNvSpPr txBox="1"/>
          <p:nvPr>
            <p:custDataLst>
              <p:tags r:id="rId2"/>
            </p:custDataLst>
          </p:nvPr>
        </p:nvSpPr>
        <p:spPr>
          <a:xfrm>
            <a:off x="1828800" y="2785745"/>
            <a:ext cx="6400800" cy="642620"/>
          </a:xfrm>
          <a:prstGeom prst="rect">
            <a:avLst/>
          </a:prstGeom>
          <a:noFill/>
        </p:spPr>
        <p:txBody>
          <a:bodyPr wrap="square" rtlCol="0" anchor="ctr" anchorCtr="0">
            <a:noAutofit/>
          </a:bodyPr>
          <a:p>
            <a:pPr lvl="0" algn="l">
              <a:buNone/>
            </a:pPr>
            <a:r>
              <a:rPr lang="en-US" altLang="zh-CN" sz="2600">
                <a:solidFill>
                  <a:srgbClr val="000000"/>
                </a:solidFill>
                <a:latin typeface="微软雅黑" panose="020B0503020204020204" charset="-122"/>
                <a:ea typeface="微软雅黑" panose="020B0503020204020204" charset="-122"/>
              </a:rPr>
              <a:t>90%</a:t>
            </a:r>
            <a:endParaRPr lang="en-US" altLang="zh-CN" sz="2600">
              <a:solidFill>
                <a:srgbClr val="000000"/>
              </a:solidFill>
              <a:latin typeface="微软雅黑" panose="020B0503020204020204" charset="-122"/>
              <a:ea typeface="微软雅黑" panose="020B0503020204020204" charset="-122"/>
            </a:endParaRPr>
          </a:p>
        </p:txBody>
      </p:sp>
      <p:sp>
        <p:nvSpPr>
          <p:cNvPr id="5" name="文本框 4"/>
          <p:cNvSpPr txBox="1"/>
          <p:nvPr>
            <p:custDataLst>
              <p:tags r:id="rId3"/>
            </p:custDataLst>
          </p:nvPr>
        </p:nvSpPr>
        <p:spPr>
          <a:xfrm>
            <a:off x="1828800" y="3632200"/>
            <a:ext cx="6400800" cy="642620"/>
          </a:xfrm>
          <a:prstGeom prst="rect">
            <a:avLst/>
          </a:prstGeom>
          <a:noFill/>
        </p:spPr>
        <p:txBody>
          <a:bodyPr wrap="square" rtlCol="0" anchor="ctr" anchorCtr="0">
            <a:noAutofit/>
          </a:bodyPr>
          <a:p>
            <a:pPr lvl="0" algn="l">
              <a:buNone/>
            </a:pPr>
            <a:r>
              <a:rPr lang="en-US" altLang="zh-CN" sz="2600">
                <a:solidFill>
                  <a:srgbClr val="000000"/>
                </a:solidFill>
                <a:latin typeface="微软雅黑" panose="020B0503020204020204" charset="-122"/>
                <a:ea typeface="微软雅黑" panose="020B0503020204020204" charset="-122"/>
              </a:rPr>
              <a:t>50%</a:t>
            </a:r>
            <a:endParaRPr lang="en-US" altLang="zh-CN" sz="2600">
              <a:solidFill>
                <a:srgbClr val="000000"/>
              </a:solidFill>
              <a:latin typeface="微软雅黑" panose="020B0503020204020204" charset="-122"/>
              <a:ea typeface="微软雅黑" panose="020B0503020204020204" charset="-122"/>
            </a:endParaRPr>
          </a:p>
        </p:txBody>
      </p:sp>
      <p:sp>
        <p:nvSpPr>
          <p:cNvPr id="6" name="文本框 5"/>
          <p:cNvSpPr txBox="1"/>
          <p:nvPr>
            <p:custDataLst>
              <p:tags r:id="rId4"/>
            </p:custDataLst>
          </p:nvPr>
        </p:nvSpPr>
        <p:spPr>
          <a:xfrm>
            <a:off x="1828800" y="4500245"/>
            <a:ext cx="6400800" cy="642620"/>
          </a:xfrm>
          <a:prstGeom prst="rect">
            <a:avLst/>
          </a:prstGeom>
          <a:noFill/>
        </p:spPr>
        <p:txBody>
          <a:bodyPr wrap="square" rtlCol="0" anchor="ctr" anchorCtr="0">
            <a:noAutofit/>
          </a:bodyPr>
          <a:p>
            <a:pPr lvl="0" algn="l">
              <a:buNone/>
            </a:pPr>
            <a:r>
              <a:rPr lang="en-US" altLang="zh-CN" sz="2600">
                <a:solidFill>
                  <a:srgbClr val="000000"/>
                </a:solidFill>
                <a:latin typeface="微软雅黑" panose="020B0503020204020204" charset="-122"/>
                <a:ea typeface="微软雅黑" panose="020B0503020204020204" charset="-122"/>
              </a:rPr>
              <a:t>10%</a:t>
            </a:r>
            <a:endParaRPr lang="en-US" altLang="zh-CN" sz="2600">
              <a:solidFill>
                <a:srgbClr val="000000"/>
              </a:solidFill>
              <a:latin typeface="微软雅黑" panose="020B0503020204020204" charset="-122"/>
              <a:ea typeface="微软雅黑" panose="020B0503020204020204" charset="-122"/>
            </a:endParaRPr>
          </a:p>
        </p:txBody>
      </p:sp>
      <p:sp>
        <p:nvSpPr>
          <p:cNvPr id="7" name="文本框 6"/>
          <p:cNvSpPr txBox="1"/>
          <p:nvPr>
            <p:custDataLst>
              <p:tags r:id="rId5"/>
            </p:custDataLst>
          </p:nvPr>
        </p:nvSpPr>
        <p:spPr>
          <a:xfrm>
            <a:off x="1828800" y="5357495"/>
            <a:ext cx="6400800" cy="642620"/>
          </a:xfrm>
          <a:prstGeom prst="rect">
            <a:avLst/>
          </a:prstGeom>
          <a:noFill/>
        </p:spPr>
        <p:txBody>
          <a:bodyPr wrap="square" rtlCol="0" anchor="ctr" anchorCtr="0">
            <a:noAutofit/>
          </a:bodyPr>
          <a:p>
            <a:pPr lvl="0" algn="l">
              <a:buNone/>
            </a:pPr>
            <a:r>
              <a:rPr lang="en-US" altLang="zh-CN" sz="2600">
                <a:solidFill>
                  <a:srgbClr val="000000"/>
                </a:solidFill>
                <a:latin typeface="微软雅黑" panose="020B0503020204020204" charset="-122"/>
                <a:ea typeface="微软雅黑" panose="020B0503020204020204" charset="-122"/>
              </a:rPr>
              <a:t>0</a:t>
            </a:r>
            <a:endParaRPr lang="en-US" altLang="zh-CN" sz="2600">
              <a:solidFill>
                <a:srgbClr val="000000"/>
              </a:solidFill>
              <a:latin typeface="微软雅黑" panose="020B0503020204020204" charset="-122"/>
              <a:ea typeface="微软雅黑" panose="020B0503020204020204" charset="-122"/>
            </a:endParaRPr>
          </a:p>
        </p:txBody>
      </p:sp>
      <p:sp>
        <p:nvSpPr>
          <p:cNvPr id="8" name="椭圆 7"/>
          <p:cNvSpPr>
            <a:spLocks noChangeAspect="1"/>
          </p:cNvSpPr>
          <p:nvPr>
            <p:custDataLst>
              <p:tags r:id="rId6"/>
            </p:custDataLst>
          </p:nvPr>
        </p:nvSpPr>
        <p:spPr>
          <a:xfrm>
            <a:off x="1114425" y="2849880"/>
            <a:ext cx="514350" cy="514350"/>
          </a:xfrm>
          <a:prstGeom prst="ellipse">
            <a:avLst/>
          </a:prstGeom>
          <a:solidFill>
            <a:srgbClr val="808080"/>
          </a:solidFill>
          <a:ln w="12700" cap="flat" cmpd="sng" algn="ctr">
            <a:solidFill>
              <a:srgbClr val="000000"/>
            </a:solidFill>
            <a:prstDash val="solid"/>
            <a:round/>
            <a:headEnd type="none" w="med" len="med"/>
            <a:tailEnd type="none" w="med" len="med"/>
          </a:ln>
        </p:spPr>
        <p:txBody>
          <a:bodyPr vert="horz" wrap="none" lIns="91440" tIns="45720" rIns="91440" bIns="45720" numCol="1" anchor="ctr" anchorCtr="1" compatLnSpc="1">
            <a:noAutofit/>
          </a:bodyPr>
          <a:p>
            <a:pPr marL="0" marR="0" indent="0" algn="l" defTabSz="914400" rtl="0" eaLnBrk="1" fontAlgn="base" latinLnBrk="0" hangingPunct="1">
              <a:lnSpc>
                <a:spcPct val="120000"/>
              </a:lnSpc>
              <a:spcBef>
                <a:spcPct val="0"/>
              </a:spcBef>
              <a:spcAft>
                <a:spcPct val="0"/>
              </a:spcAft>
              <a:buClrTx/>
              <a:buSzTx/>
              <a:buNone/>
            </a:pPr>
            <a:r>
              <a:rPr kumimoji="1" lang="zh-CN" altLang="en-US" sz="1600" b="0" i="0" u="none" strike="noStrike" cap="none" normalizeH="0" baseline="0" smtClean="0">
                <a:ln>
                  <a:noFill/>
                </a:ln>
                <a:solidFill>
                  <a:srgbClr val="FFFFFF"/>
                </a:solidFill>
                <a:effectLst/>
                <a:latin typeface="微软雅黑" panose="020B0503020204020204" charset="-122"/>
                <a:ea typeface="微软雅黑" panose="020B0503020204020204" charset="-122"/>
              </a:rPr>
              <a:t>A</a:t>
            </a:r>
            <a:endParaRPr kumimoji="1" lang="zh-CN" altLang="en-US" sz="1600" b="0" i="0" u="none" strike="noStrike" cap="none" normalizeH="0" baseline="0" smtClean="0">
              <a:ln>
                <a:noFill/>
              </a:ln>
              <a:solidFill>
                <a:srgbClr val="FFFFFF"/>
              </a:solidFill>
              <a:effectLst/>
              <a:latin typeface="微软雅黑" panose="020B0503020204020204" charset="-122"/>
              <a:ea typeface="微软雅黑" panose="020B0503020204020204" charset="-122"/>
            </a:endParaRPr>
          </a:p>
        </p:txBody>
      </p:sp>
      <p:sp>
        <p:nvSpPr>
          <p:cNvPr id="9" name="椭圆 8"/>
          <p:cNvSpPr>
            <a:spLocks noChangeAspect="1"/>
          </p:cNvSpPr>
          <p:nvPr>
            <p:custDataLst>
              <p:tags r:id="rId7"/>
            </p:custDataLst>
          </p:nvPr>
        </p:nvSpPr>
        <p:spPr>
          <a:xfrm>
            <a:off x="1114425" y="3707130"/>
            <a:ext cx="514350" cy="514350"/>
          </a:xfrm>
          <a:prstGeom prst="ellipse">
            <a:avLst/>
          </a:prstGeom>
          <a:solidFill>
            <a:srgbClr val="808080"/>
          </a:solidFill>
          <a:ln w="12700" cap="flat" cmpd="sng" algn="ctr">
            <a:solidFill>
              <a:srgbClr val="000000"/>
            </a:solidFill>
            <a:prstDash val="solid"/>
            <a:round/>
            <a:headEnd type="none" w="med" len="med"/>
            <a:tailEnd type="none" w="med" len="med"/>
          </a:ln>
        </p:spPr>
        <p:txBody>
          <a:bodyPr vert="horz" wrap="none" lIns="91440" tIns="45720" rIns="91440" bIns="45720" numCol="1" anchor="ctr" anchorCtr="1" compatLnSpc="1">
            <a:noAutofit/>
          </a:bodyPr>
          <a:p>
            <a:pPr marL="0" marR="0" indent="0" algn="l" defTabSz="914400" rtl="0" eaLnBrk="1" fontAlgn="base" latinLnBrk="0" hangingPunct="1">
              <a:lnSpc>
                <a:spcPct val="120000"/>
              </a:lnSpc>
              <a:spcBef>
                <a:spcPct val="0"/>
              </a:spcBef>
              <a:spcAft>
                <a:spcPct val="0"/>
              </a:spcAft>
              <a:buClrTx/>
              <a:buSzTx/>
              <a:buNone/>
            </a:pPr>
            <a:r>
              <a:rPr kumimoji="1" lang="zh-CN" altLang="en-US" sz="1600" b="0" i="0" u="none" strike="noStrike" cap="none" normalizeH="0" baseline="0" smtClean="0">
                <a:ln>
                  <a:noFill/>
                </a:ln>
                <a:solidFill>
                  <a:srgbClr val="FFFFFF"/>
                </a:solidFill>
                <a:effectLst/>
                <a:latin typeface="微软雅黑" panose="020B0503020204020204" charset="-122"/>
                <a:ea typeface="微软雅黑" panose="020B0503020204020204" charset="-122"/>
              </a:rPr>
              <a:t>B</a:t>
            </a:r>
            <a:endParaRPr kumimoji="1" lang="zh-CN" altLang="en-US" sz="1600" b="0" i="0" u="none" strike="noStrike" cap="none" normalizeH="0" baseline="0" smtClean="0">
              <a:ln>
                <a:noFill/>
              </a:ln>
              <a:solidFill>
                <a:srgbClr val="FFFFFF"/>
              </a:solidFill>
              <a:effectLst/>
              <a:latin typeface="微软雅黑" panose="020B0503020204020204" charset="-122"/>
              <a:ea typeface="微软雅黑" panose="020B0503020204020204" charset="-122"/>
            </a:endParaRPr>
          </a:p>
        </p:txBody>
      </p:sp>
      <p:sp>
        <p:nvSpPr>
          <p:cNvPr id="10" name="椭圆 9"/>
          <p:cNvSpPr>
            <a:spLocks noChangeAspect="1"/>
          </p:cNvSpPr>
          <p:nvPr>
            <p:custDataLst>
              <p:tags r:id="rId8"/>
            </p:custDataLst>
          </p:nvPr>
        </p:nvSpPr>
        <p:spPr>
          <a:xfrm>
            <a:off x="1114425" y="4564380"/>
            <a:ext cx="514350" cy="514350"/>
          </a:xfrm>
          <a:prstGeom prst="ellipse">
            <a:avLst/>
          </a:prstGeom>
          <a:solidFill>
            <a:srgbClr val="00FF00"/>
          </a:solidFill>
          <a:ln w="25400" cap="flat" cmpd="sng" algn="ctr">
            <a:solidFill>
              <a:srgbClr val="000000"/>
            </a:solidFill>
            <a:prstDash val="solid"/>
            <a:round/>
            <a:headEnd type="none" w="med" len="med"/>
            <a:tailEnd type="none" w="med" len="med"/>
          </a:ln>
        </p:spPr>
        <p:txBody>
          <a:bodyPr vert="horz" wrap="none" lIns="91440" tIns="45720" rIns="91440" bIns="45720" numCol="1" anchor="ctr" anchorCtr="1" compatLnSpc="1">
            <a:noAutofit/>
          </a:bodyPr>
          <a:p>
            <a:pPr marL="0" marR="0" indent="0" algn="l" defTabSz="914400" rtl="0" eaLnBrk="1" fontAlgn="base" latinLnBrk="0" hangingPunct="1">
              <a:lnSpc>
                <a:spcPct val="120000"/>
              </a:lnSpc>
              <a:spcBef>
                <a:spcPct val="0"/>
              </a:spcBef>
              <a:spcAft>
                <a:spcPct val="0"/>
              </a:spcAft>
              <a:buClrTx/>
              <a:buSzTx/>
              <a:buNone/>
            </a:pPr>
            <a:r>
              <a:rPr kumimoji="1" lang="zh-CN" altLang="en-US" sz="1600" b="0" i="0" u="none" strike="noStrike" cap="none" normalizeH="0" baseline="0" smtClean="0">
                <a:ln>
                  <a:noFill/>
                </a:ln>
                <a:solidFill>
                  <a:srgbClr val="FFFFFF"/>
                </a:solidFill>
                <a:effectLst/>
                <a:latin typeface="微软雅黑" panose="020B0503020204020204" charset="-122"/>
                <a:ea typeface="微软雅黑" panose="020B0503020204020204" charset="-122"/>
              </a:rPr>
              <a:t>C</a:t>
            </a:r>
            <a:endParaRPr kumimoji="1" lang="zh-CN" altLang="en-US" sz="1600" b="0" i="0" u="none" strike="noStrike" cap="none" normalizeH="0" baseline="0" smtClean="0">
              <a:ln>
                <a:noFill/>
              </a:ln>
              <a:solidFill>
                <a:srgbClr val="FFFFFF"/>
              </a:solidFill>
              <a:effectLst/>
              <a:latin typeface="微软雅黑" panose="020B0503020204020204" charset="-122"/>
              <a:ea typeface="微软雅黑" panose="020B0503020204020204" charset="-122"/>
            </a:endParaRPr>
          </a:p>
        </p:txBody>
      </p:sp>
      <p:sp>
        <p:nvSpPr>
          <p:cNvPr id="11" name="椭圆 10"/>
          <p:cNvSpPr>
            <a:spLocks noChangeAspect="1"/>
          </p:cNvSpPr>
          <p:nvPr>
            <p:custDataLst>
              <p:tags r:id="rId9"/>
            </p:custDataLst>
          </p:nvPr>
        </p:nvSpPr>
        <p:spPr>
          <a:xfrm>
            <a:off x="1114425" y="5421630"/>
            <a:ext cx="514350" cy="514350"/>
          </a:xfrm>
          <a:prstGeom prst="ellipse">
            <a:avLst/>
          </a:prstGeom>
          <a:solidFill>
            <a:srgbClr val="808080"/>
          </a:solidFill>
          <a:ln w="12700" cap="flat" cmpd="sng" algn="ctr">
            <a:solidFill>
              <a:srgbClr val="000000"/>
            </a:solidFill>
            <a:prstDash val="solid"/>
            <a:round/>
            <a:headEnd type="none" w="med" len="med"/>
            <a:tailEnd type="none" w="med" len="med"/>
          </a:ln>
        </p:spPr>
        <p:txBody>
          <a:bodyPr vert="horz" wrap="none" lIns="91440" tIns="45720" rIns="91440" bIns="45720" numCol="1" anchor="ctr" anchorCtr="1" compatLnSpc="1">
            <a:noAutofit/>
          </a:bodyPr>
          <a:p>
            <a:pPr marL="0" marR="0" indent="0" algn="l" defTabSz="914400" rtl="0" eaLnBrk="1" fontAlgn="base" latinLnBrk="0" hangingPunct="1">
              <a:lnSpc>
                <a:spcPct val="120000"/>
              </a:lnSpc>
              <a:spcBef>
                <a:spcPct val="0"/>
              </a:spcBef>
              <a:spcAft>
                <a:spcPct val="0"/>
              </a:spcAft>
              <a:buClrTx/>
              <a:buSzTx/>
              <a:buNone/>
            </a:pPr>
            <a:r>
              <a:rPr kumimoji="1" lang="zh-CN" altLang="en-US" sz="1600" b="0" i="0" u="none" strike="noStrike" cap="none" normalizeH="0" baseline="0" smtClean="0">
                <a:ln>
                  <a:noFill/>
                </a:ln>
                <a:solidFill>
                  <a:srgbClr val="FFFFFF"/>
                </a:solidFill>
                <a:effectLst/>
                <a:latin typeface="微软雅黑" panose="020B0503020204020204" charset="-122"/>
                <a:ea typeface="微软雅黑" panose="020B0503020204020204" charset="-122"/>
              </a:rPr>
              <a:t>D</a:t>
            </a:r>
            <a:endParaRPr kumimoji="1" lang="zh-CN" altLang="en-US" sz="1600" b="0" i="0" u="none" strike="noStrike" cap="none" normalizeH="0" baseline="0" smtClean="0">
              <a:ln>
                <a:noFill/>
              </a:ln>
              <a:solidFill>
                <a:srgbClr val="FFFFFF"/>
              </a:solidFill>
              <a:effectLst/>
              <a:latin typeface="微软雅黑" panose="020B0503020204020204" charset="-122"/>
              <a:ea typeface="微软雅黑" panose="020B0503020204020204" charset="-122"/>
            </a:endParaRPr>
          </a:p>
        </p:txBody>
      </p:sp>
      <p:sp>
        <p:nvSpPr>
          <p:cNvPr id="12" name="圆角矩形 11"/>
          <p:cNvSpPr/>
          <p:nvPr>
            <p:custDataLst>
              <p:tags r:id="rId10"/>
            </p:custDataLst>
          </p:nvPr>
        </p:nvSpPr>
        <p:spPr>
          <a:xfrm>
            <a:off x="6172200" y="6214745"/>
            <a:ext cx="1543050" cy="411480"/>
          </a:xfrm>
          <a:prstGeom prst="roundRect">
            <a:avLst/>
          </a:prstGeom>
          <a:solidFill>
            <a:srgbClr val="808080"/>
          </a:solidFill>
          <a:ln w="38100" cap="flat" cmpd="sng" algn="ctr">
            <a:solidFill>
              <a:srgbClr val="000000"/>
            </a:solidFill>
            <a:prstDash val="solid"/>
            <a:round/>
            <a:headEnd type="none" w="med" len="med"/>
            <a:tailEnd type="none" w="med" len="med"/>
          </a:ln>
        </p:spPr>
        <p:txBody>
          <a:bodyPr vert="horz" wrap="none" lIns="91440" tIns="45720" rIns="91440" bIns="45720" numCol="1" anchor="ctr" anchorCtr="1" compatLnSpc="1">
            <a:noAutofit/>
          </a:bodyPr>
          <a:p>
            <a:pPr marL="0" marR="0" indent="0" algn="l" defTabSz="914400" rtl="0" eaLnBrk="1" fontAlgn="base" latinLnBrk="0" hangingPunct="1">
              <a:lnSpc>
                <a:spcPct val="120000"/>
              </a:lnSpc>
              <a:spcBef>
                <a:spcPct val="0"/>
              </a:spcBef>
              <a:spcAft>
                <a:spcPct val="0"/>
              </a:spcAft>
              <a:buClrTx/>
              <a:buSzTx/>
              <a:buNone/>
            </a:pPr>
            <a:r>
              <a:rPr kumimoji="1" lang="zh-CN" altLang="en-US" sz="1600" b="0" i="0" u="none" strike="noStrike" cap="none" normalizeH="0" baseline="0" smtClean="0">
                <a:ln>
                  <a:noFill/>
                </a:ln>
                <a:solidFill>
                  <a:srgbClr val="FFFFFF"/>
                </a:solidFill>
                <a:effectLst/>
                <a:latin typeface="微软雅黑" panose="020B0503020204020204" charset="-122"/>
                <a:ea typeface="微软雅黑" panose="020B0503020204020204" charset="-122"/>
              </a:rPr>
              <a:t>提交</a:t>
            </a:r>
            <a:endParaRPr kumimoji="1" lang="zh-CN" altLang="en-US" sz="1600" b="0" i="0" u="none" strike="noStrike" cap="none" normalizeH="0" baseline="0" smtClean="0">
              <a:ln>
                <a:noFill/>
              </a:ln>
              <a:solidFill>
                <a:srgbClr val="FFFFFF"/>
              </a:solidFill>
              <a:effectLst/>
              <a:latin typeface="微软雅黑" panose="020B0503020204020204" charset="-122"/>
              <a:ea typeface="微软雅黑" panose="020B0503020204020204" charset="-122"/>
            </a:endParaRPr>
          </a:p>
        </p:txBody>
      </p:sp>
      <p:grpSp>
        <p:nvGrpSpPr>
          <p:cNvPr id="17" name="组合 16"/>
          <p:cNvGrpSpPr/>
          <p:nvPr>
            <p:custDataLst>
              <p:tags r:id="rId11"/>
            </p:custDataLst>
          </p:nvPr>
        </p:nvGrpSpPr>
        <p:grpSpPr>
          <a:xfrm>
            <a:off x="0" y="0"/>
            <a:ext cx="9144000" cy="635000"/>
            <a:chOff x="0" y="0"/>
            <a:chExt cx="14400" cy="1000"/>
          </a:xfrm>
        </p:grpSpPr>
        <p:sp>
          <p:nvSpPr>
            <p:cNvPr id="13" name="TitleBackground"/>
            <p:cNvSpPr/>
            <p:nvPr>
              <p:custDataLst>
                <p:tags r:id="rId12"/>
              </p:custDataLst>
            </p:nvPr>
          </p:nvSpPr>
          <p:spPr>
            <a:xfrm>
              <a:off x="0" y="0"/>
              <a:ext cx="14400" cy="1000"/>
            </a:xfrm>
            <a:prstGeom prst="rect">
              <a:avLst/>
            </a:prstGeom>
            <a:solidFill>
              <a:srgbClr val="F6F7F8"/>
            </a:solidFill>
            <a:ln w="9525" cap="flat" cmpd="sng" algn="ctr">
              <a:noFill/>
              <a:prstDash val="solid"/>
              <a:round/>
              <a:headEnd type="none" w="med" len="med"/>
              <a:tailEnd type="none" w="med" len="med"/>
            </a:ln>
          </p:spPr>
          <p:txBody>
            <a:bodyPr vert="horz" wrap="none" lIns="91440" tIns="45720" rIns="91440" bIns="45720" numCol="1" anchor="t" anchorCtr="0" compatLnSpc="1">
              <a:spAutoFit/>
            </a:bodyPr>
            <a:p>
              <a:pPr marL="0" marR="0" indent="0" algn="l" defTabSz="914400" rtl="0" eaLnBrk="1" fontAlgn="base" latinLnBrk="0" hangingPunct="1">
                <a:lnSpc>
                  <a:spcPct val="120000"/>
                </a:lnSpc>
                <a:spcBef>
                  <a:spcPct val="0"/>
                </a:spcBef>
                <a:spcAft>
                  <a:spcPct val="0"/>
                </a:spcAft>
                <a:buClrTx/>
                <a:buSzTx/>
                <a:buFontTx/>
                <a:buBlip>
                  <a:blip r:embed="rId13"/>
                </a:buBlip>
              </a:pPr>
              <a:endParaRPr kumimoji="1" lang="zh-CN" altLang="en-US" sz="2000" b="0" i="0" u="none" strike="noStrike" cap="none" normalizeH="0" baseline="0" smtClean="0">
                <a:ln>
                  <a:noFill/>
                </a:ln>
                <a:solidFill>
                  <a:srgbClr val="000099"/>
                </a:solidFill>
                <a:effectLst/>
                <a:latin typeface="Times New Roman" panose="02020603050405020304" pitchFamily="18" charset="0"/>
                <a:ea typeface="华文中宋" panose="02010600040101010101" pitchFamily="2" charset="-122"/>
              </a:endParaRPr>
            </a:p>
          </p:txBody>
        </p:sp>
        <p:sp>
          <p:nvSpPr>
            <p:cNvPr id="14" name="ColorBlock"/>
            <p:cNvSpPr/>
            <p:nvPr>
              <p:custDataLst>
                <p:tags r:id="rId14"/>
              </p:custDataLst>
            </p:nvPr>
          </p:nvSpPr>
          <p:spPr>
            <a:xfrm>
              <a:off x="0" y="0"/>
              <a:ext cx="300" cy="1000"/>
            </a:xfrm>
            <a:prstGeom prst="rect">
              <a:avLst/>
            </a:prstGeom>
            <a:solidFill>
              <a:srgbClr val="639EF4"/>
            </a:solidFill>
            <a:ln w="9525" cap="flat" cmpd="sng" algn="ctr">
              <a:noFill/>
              <a:prstDash val="solid"/>
              <a:round/>
              <a:headEnd type="none" w="med" len="med"/>
              <a:tailEnd type="none" w="med" len="med"/>
            </a:ln>
          </p:spPr>
          <p:txBody>
            <a:bodyPr vert="horz" wrap="none" lIns="91440" tIns="45720" rIns="91440" bIns="45720" numCol="1" anchor="t" anchorCtr="0" compatLnSpc="1">
              <a:spAutoFit/>
            </a:bodyPr>
            <a:p>
              <a:pPr marL="0" marR="0" indent="0" algn="l" defTabSz="914400" rtl="0" eaLnBrk="1" fontAlgn="base" latinLnBrk="0" hangingPunct="1">
                <a:lnSpc>
                  <a:spcPct val="120000"/>
                </a:lnSpc>
                <a:spcBef>
                  <a:spcPct val="0"/>
                </a:spcBef>
                <a:spcAft>
                  <a:spcPct val="0"/>
                </a:spcAft>
                <a:buClrTx/>
                <a:buSzTx/>
                <a:buFontTx/>
                <a:buBlip>
                  <a:blip r:embed="rId13"/>
                </a:buBlip>
              </a:pPr>
              <a:endParaRPr kumimoji="1" lang="zh-CN" altLang="en-US" sz="2000" b="0" i="0" u="none" strike="noStrike" cap="none" normalizeH="0" baseline="0" smtClean="0">
                <a:ln>
                  <a:noFill/>
                </a:ln>
                <a:solidFill>
                  <a:srgbClr val="000099"/>
                </a:solidFill>
                <a:effectLst/>
                <a:latin typeface="Times New Roman" panose="02020603050405020304" pitchFamily="18" charset="0"/>
                <a:ea typeface="华文中宋" panose="02010600040101010101" pitchFamily="2" charset="-122"/>
              </a:endParaRPr>
            </a:p>
          </p:txBody>
        </p:sp>
        <p:sp>
          <p:nvSpPr>
            <p:cNvPr id="15" name="TypeText"/>
            <p:cNvSpPr txBox="1"/>
            <p:nvPr>
              <p:custDataLst>
                <p:tags r:id="rId15"/>
              </p:custDataLst>
            </p:nvPr>
          </p:nvSpPr>
          <p:spPr>
            <a:xfrm>
              <a:off x="400" y="0"/>
              <a:ext cx="3000" cy="1000"/>
            </a:xfrm>
            <a:prstGeom prst="rect">
              <a:avLst/>
            </a:prstGeom>
            <a:noFill/>
          </p:spPr>
          <p:txBody>
            <a:bodyPr wrap="none" rtlCol="0" anchor="ctr" anchorCtr="0">
              <a:noAutofit/>
            </a:bodyPr>
            <a:p>
              <a:pPr lvl="0" algn="l">
                <a:buNone/>
              </a:pPr>
              <a:r>
                <a:rPr lang="zh-CN" altLang="en-US" sz="2600">
                  <a:solidFill>
                    <a:srgbClr val="000000"/>
                  </a:solidFill>
                  <a:latin typeface="微软雅黑" panose="020B0503020204020204" charset="-122"/>
                  <a:ea typeface="微软雅黑" panose="020B0503020204020204" charset="-122"/>
                </a:rPr>
                <a:t>单选题</a:t>
              </a:r>
              <a:endParaRPr lang="zh-CN" altLang="en-US" sz="2600">
                <a:solidFill>
                  <a:srgbClr val="000000"/>
                </a:solidFill>
                <a:latin typeface="微软雅黑" panose="020B0503020204020204" charset="-122"/>
                <a:ea typeface="微软雅黑" panose="020B0503020204020204" charset="-122"/>
              </a:endParaRPr>
            </a:p>
          </p:txBody>
        </p:sp>
        <p:sp>
          <p:nvSpPr>
            <p:cNvPr id="16" name="TipText"/>
            <p:cNvSpPr txBox="1"/>
            <p:nvPr>
              <p:custDataLst>
                <p:tags r:id="rId16"/>
              </p:custDataLst>
            </p:nvPr>
          </p:nvSpPr>
          <p:spPr>
            <a:xfrm>
              <a:off x="2248" y="172"/>
              <a:ext cx="3600" cy="800"/>
            </a:xfrm>
            <a:prstGeom prst="rect">
              <a:avLst/>
            </a:prstGeom>
            <a:noFill/>
          </p:spPr>
          <p:txBody>
            <a:bodyPr wrap="none" rtlCol="0" anchor="ctr" anchorCtr="0">
              <a:noAutofit/>
            </a:bodyPr>
            <a:p>
              <a:pPr lvl="0" algn="l">
                <a:buNone/>
              </a:pPr>
              <a:r>
                <a:rPr lang="zh-CN" altLang="en-US">
                  <a:solidFill>
                    <a:srgbClr val="808080"/>
                  </a:solidFill>
                  <a:latin typeface="微软雅黑" panose="020B0503020204020204" charset="-122"/>
                  <a:ea typeface="微软雅黑" panose="020B0503020204020204" charset="-122"/>
                  <a:cs typeface="微软雅黑" panose="020B0503020204020204" charset="-122"/>
                </a:rPr>
                <a:t>2分</a:t>
              </a:r>
              <a:endParaRPr lang="zh-CN" altLang="en-US">
                <a:solidFill>
                  <a:srgbClr val="808080"/>
                </a:solidFill>
                <a:latin typeface="微软雅黑" panose="020B0503020204020204" charset="-122"/>
                <a:ea typeface="微软雅黑" panose="020B0503020204020204" charset="-122"/>
                <a:cs typeface="微软雅黑" panose="020B0503020204020204" charset="-122"/>
              </a:endParaRPr>
            </a:p>
          </p:txBody>
        </p:sp>
      </p:grpSp>
      <p:pic>
        <p:nvPicPr>
          <p:cNvPr id="2" name="图片 1" descr="tmpC5F0"/>
          <p:cNvPicPr>
            <a:picLocks noChangeAspect="1"/>
          </p:cNvPicPr>
          <p:nvPr>
            <p:custDataLst>
              <p:tags r:id="rId17"/>
            </p:custDataLst>
          </p:nvPr>
        </p:nvPicPr>
        <p:blipFill>
          <a:blip r:embed="rId18"/>
          <a:stretch>
            <a:fillRect/>
          </a:stretch>
        </p:blipFill>
        <p:spPr>
          <a:xfrm>
            <a:off x="7594600" y="63500"/>
            <a:ext cx="1422400" cy="508000"/>
          </a:xfrm>
          <a:prstGeom prst="rect">
            <a:avLst/>
          </a:prstGeom>
        </p:spPr>
      </p:pic>
      <p:sp>
        <p:nvSpPr>
          <p:cNvPr id="18" name="矩形 17"/>
          <p:cNvSpPr/>
          <p:nvPr>
            <p:custDataLst>
              <p:tags r:id="rId19"/>
            </p:custDataLst>
          </p:nvPr>
        </p:nvSpPr>
        <p:spPr>
          <a:xfrm>
            <a:off x="969010" y="2562860"/>
            <a:ext cx="821690" cy="3766185"/>
          </a:xfrm>
          <a:prstGeom prst="rect">
            <a:avLst/>
          </a:prstGeom>
          <a:solidFill>
            <a:schemeClr val="bg1"/>
          </a:solidFill>
          <a:ln w="9525" cap="flat" cmpd="sng" algn="ctr">
            <a:noFill/>
            <a:prstDash val="solid"/>
            <a:round/>
            <a:headEnd type="none" w="med" len="med"/>
            <a:tailEnd type="none" w="med" len="med"/>
          </a:ln>
        </p:spPr>
        <p:txBody>
          <a:bodyPr vert="horz" wrap="none" lIns="91440" tIns="45720" rIns="91440" bIns="45720" numCol="1" anchor="t" anchorCtr="0" compatLnSpc="1">
            <a:spAutoFit/>
          </a:bodyPr>
          <a:p>
            <a:pPr marL="0" marR="0" indent="0" algn="l" defTabSz="914400" rtl="0" eaLnBrk="1" fontAlgn="base" latinLnBrk="0" hangingPunct="1">
              <a:lnSpc>
                <a:spcPct val="120000"/>
              </a:lnSpc>
              <a:spcBef>
                <a:spcPct val="0"/>
              </a:spcBef>
              <a:spcAft>
                <a:spcPct val="0"/>
              </a:spcAft>
              <a:buClrTx/>
              <a:buSzTx/>
              <a:buFontTx/>
              <a:buBlip>
                <a:blip r:embed="rId13"/>
              </a:buBlip>
            </a:pPr>
            <a:endParaRPr kumimoji="1" lang="zh-CN" altLang="en-US" sz="2000" b="0" i="0" u="none" strike="noStrike" cap="none" normalizeH="0" baseline="0" smtClean="0">
              <a:ln>
                <a:noFill/>
              </a:ln>
              <a:solidFill>
                <a:srgbClr val="000099"/>
              </a:solidFill>
              <a:effectLst/>
              <a:latin typeface="Times New Roman" panose="02020603050405020304" pitchFamily="18" charset="0"/>
              <a:ea typeface="华文中宋" panose="02010600040101010101" pitchFamily="2" charset="-122"/>
            </a:endParaRPr>
          </a:p>
        </p:txBody>
      </p:sp>
    </p:spTree>
    <p:custDataLst>
      <p:tags r:id="rId20"/>
    </p:custDataLst>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xit" presetSubtype="1" fill="hold" grpId="0" nodeType="clickEffect">
                                  <p:stCondLst>
                                    <p:cond delay="0"/>
                                  </p:stCondLst>
                                  <p:childTnLst>
                                    <p:animEffect transition="out" filter="wipe(up)">
                                      <p:cBhvr>
                                        <p:cTn id="6" dur="500"/>
                                        <p:tgtEl>
                                          <p:spTgt spid="18"/>
                                        </p:tgtEl>
                                      </p:cBhvr>
                                    </p:animEffect>
                                    <p:set>
                                      <p:cBhvr>
                                        <p:cTn id="7" dur="1" fill="hold">
                                          <p:stCondLst>
                                            <p:cond delay="499"/>
                                          </p:stCondLst>
                                        </p:cTn>
                                        <p:tgtEl>
                                          <p:spTgt spid="18"/>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bldLvl="0" animBg="1"/>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文本框 2"/>
          <p:cNvSpPr txBox="1"/>
          <p:nvPr>
            <p:custDataLst>
              <p:tags r:id="rId1"/>
            </p:custDataLst>
          </p:nvPr>
        </p:nvSpPr>
        <p:spPr>
          <a:xfrm>
            <a:off x="924560" y="490220"/>
            <a:ext cx="7315200" cy="2143125"/>
          </a:xfrm>
          <a:prstGeom prst="rect">
            <a:avLst/>
          </a:prstGeom>
          <a:noFill/>
        </p:spPr>
        <p:txBody>
          <a:bodyPr wrap="square" rtlCol="0" anchor="ctr" anchorCtr="0">
            <a:noAutofit/>
          </a:bodyPr>
          <a:p>
            <a:pPr lvl="0" algn="l">
              <a:buNone/>
            </a:pPr>
            <a:r>
              <a:rPr lang="en-US" altLang="zh-CN" sz="2600">
                <a:solidFill>
                  <a:srgbClr val="000000"/>
                </a:solidFill>
                <a:latin typeface="微软雅黑" panose="020B0503020204020204" charset="-122"/>
                <a:ea typeface="微软雅黑" panose="020B0503020204020204" charset="-122"/>
              </a:rPr>
              <a:t>3</a:t>
            </a:r>
            <a:r>
              <a:rPr lang="zh-CN" altLang="en-US" sz="2600">
                <a:solidFill>
                  <a:srgbClr val="000000"/>
                </a:solidFill>
                <a:latin typeface="微软雅黑" panose="020B0503020204020204" charset="-122"/>
                <a:ea typeface="微软雅黑" panose="020B0503020204020204" charset="-122"/>
              </a:rPr>
              <a:t>、仅直径系列</a:t>
            </a:r>
            <a:r>
              <a:rPr lang="zh-CN" altLang="en-US" sz="2600">
                <a:solidFill>
                  <a:srgbClr val="000000"/>
                </a:solidFill>
                <a:latin typeface="微软雅黑" panose="020B0503020204020204" charset="-122"/>
                <a:ea typeface="微软雅黑" panose="020B0503020204020204" charset="-122"/>
                <a:sym typeface="+mn-ea"/>
              </a:rPr>
              <a:t>不同</a:t>
            </a:r>
            <a:r>
              <a:rPr lang="zh-CN" altLang="en-US" sz="2600">
                <a:solidFill>
                  <a:srgbClr val="000000"/>
                </a:solidFill>
                <a:latin typeface="微软雅黑" panose="020B0503020204020204" charset="-122"/>
                <a:ea typeface="微软雅黑" panose="020B0503020204020204" charset="-122"/>
              </a:rPr>
              <a:t>的轴承____。  </a:t>
            </a:r>
            <a:endParaRPr lang="zh-CN" altLang="en-US" sz="2600">
              <a:solidFill>
                <a:srgbClr val="000000"/>
              </a:solidFill>
              <a:latin typeface="微软雅黑" panose="020B0503020204020204" charset="-122"/>
              <a:ea typeface="微软雅黑" panose="020B0503020204020204" charset="-122"/>
            </a:endParaRPr>
          </a:p>
        </p:txBody>
      </p:sp>
      <p:sp>
        <p:nvSpPr>
          <p:cNvPr id="4" name="文本框 3"/>
          <p:cNvSpPr txBox="1"/>
          <p:nvPr>
            <p:custDataLst>
              <p:tags r:id="rId2"/>
            </p:custDataLst>
          </p:nvPr>
        </p:nvSpPr>
        <p:spPr>
          <a:xfrm>
            <a:off x="1818640" y="2527300"/>
            <a:ext cx="6400800" cy="642620"/>
          </a:xfrm>
          <a:prstGeom prst="rect">
            <a:avLst/>
          </a:prstGeom>
          <a:noFill/>
        </p:spPr>
        <p:txBody>
          <a:bodyPr wrap="square" rtlCol="0" anchor="ctr" anchorCtr="0">
            <a:noAutofit/>
          </a:bodyPr>
          <a:p>
            <a:pPr lvl="0" indent="0" algn="l">
              <a:buNone/>
            </a:pPr>
            <a:r>
              <a:rPr lang="zh-CN" altLang="en-US" sz="2600">
                <a:solidFill>
                  <a:srgbClr val="000000"/>
                </a:solidFill>
                <a:latin typeface="微软雅黑" panose="020B0503020204020204" charset="-122"/>
                <a:ea typeface="微软雅黑" panose="020B0503020204020204" charset="-122"/>
              </a:rPr>
              <a:t>外径相同、内径和宽度不同</a:t>
            </a:r>
            <a:endParaRPr lang="zh-CN" altLang="en-US" sz="2600">
              <a:solidFill>
                <a:srgbClr val="000000"/>
              </a:solidFill>
              <a:latin typeface="微软雅黑" panose="020B0503020204020204" charset="-122"/>
              <a:ea typeface="微软雅黑" panose="020B0503020204020204" charset="-122"/>
            </a:endParaRPr>
          </a:p>
        </p:txBody>
      </p:sp>
      <p:sp>
        <p:nvSpPr>
          <p:cNvPr id="5" name="文本框 4"/>
          <p:cNvSpPr txBox="1"/>
          <p:nvPr>
            <p:custDataLst>
              <p:tags r:id="rId3"/>
            </p:custDataLst>
          </p:nvPr>
        </p:nvSpPr>
        <p:spPr>
          <a:xfrm>
            <a:off x="1818640" y="3384550"/>
            <a:ext cx="6400800" cy="642620"/>
          </a:xfrm>
          <a:prstGeom prst="rect">
            <a:avLst/>
          </a:prstGeom>
          <a:noFill/>
        </p:spPr>
        <p:txBody>
          <a:bodyPr wrap="square" rtlCol="0" anchor="ctr" anchorCtr="0">
            <a:noAutofit/>
          </a:bodyPr>
          <a:p>
            <a:pPr lvl="0" indent="0" algn="l">
              <a:buNone/>
            </a:pPr>
            <a:r>
              <a:rPr lang="zh-CN" altLang="en-US" sz="2600">
                <a:solidFill>
                  <a:srgbClr val="000000"/>
                </a:solidFill>
                <a:latin typeface="微软雅黑" panose="020B0503020204020204" charset="-122"/>
                <a:ea typeface="微软雅黑" panose="020B0503020204020204" charset="-122"/>
              </a:rPr>
              <a:t>内径相同、外径和宽度不同</a:t>
            </a:r>
            <a:endParaRPr lang="zh-CN" altLang="en-US" sz="2600">
              <a:solidFill>
                <a:srgbClr val="000000"/>
              </a:solidFill>
              <a:latin typeface="微软雅黑" panose="020B0503020204020204" charset="-122"/>
              <a:ea typeface="微软雅黑" panose="020B0503020204020204" charset="-122"/>
            </a:endParaRPr>
          </a:p>
        </p:txBody>
      </p:sp>
      <p:sp>
        <p:nvSpPr>
          <p:cNvPr id="6" name="文本框 5"/>
          <p:cNvSpPr txBox="1"/>
          <p:nvPr>
            <p:custDataLst>
              <p:tags r:id="rId4"/>
            </p:custDataLst>
          </p:nvPr>
        </p:nvSpPr>
        <p:spPr>
          <a:xfrm>
            <a:off x="1818640" y="4241800"/>
            <a:ext cx="6400800" cy="642620"/>
          </a:xfrm>
          <a:prstGeom prst="rect">
            <a:avLst/>
          </a:prstGeom>
          <a:noFill/>
        </p:spPr>
        <p:txBody>
          <a:bodyPr wrap="square" rtlCol="0" anchor="ctr" anchorCtr="0">
            <a:noAutofit/>
          </a:bodyPr>
          <a:p>
            <a:pPr lvl="0" indent="0" algn="l">
              <a:buNone/>
            </a:pPr>
            <a:r>
              <a:rPr lang="zh-CN" altLang="en-US" sz="2600">
                <a:solidFill>
                  <a:srgbClr val="000000"/>
                </a:solidFill>
                <a:latin typeface="微软雅黑" panose="020B0503020204020204" charset="-122"/>
                <a:ea typeface="微软雅黑" panose="020B0503020204020204" charset="-122"/>
              </a:rPr>
              <a:t>内径、外径相同而宽度不同 </a:t>
            </a:r>
            <a:endParaRPr lang="zh-CN" altLang="en-US" sz="2600">
              <a:solidFill>
                <a:srgbClr val="000000"/>
              </a:solidFill>
              <a:latin typeface="微软雅黑" panose="020B0503020204020204" charset="-122"/>
              <a:ea typeface="微软雅黑" panose="020B0503020204020204" charset="-122"/>
            </a:endParaRPr>
          </a:p>
        </p:txBody>
      </p:sp>
      <p:sp>
        <p:nvSpPr>
          <p:cNvPr id="7" name="文本框 6"/>
          <p:cNvSpPr txBox="1"/>
          <p:nvPr>
            <p:custDataLst>
              <p:tags r:id="rId5"/>
            </p:custDataLst>
          </p:nvPr>
        </p:nvSpPr>
        <p:spPr>
          <a:xfrm>
            <a:off x="1818640" y="5099050"/>
            <a:ext cx="6400800" cy="642620"/>
          </a:xfrm>
          <a:prstGeom prst="rect">
            <a:avLst/>
          </a:prstGeom>
          <a:noFill/>
        </p:spPr>
        <p:txBody>
          <a:bodyPr wrap="square" rtlCol="0" anchor="ctr" anchorCtr="0">
            <a:noAutofit/>
          </a:bodyPr>
          <a:p>
            <a:pPr lvl="0" indent="0" algn="l">
              <a:buNone/>
            </a:pPr>
            <a:r>
              <a:rPr lang="zh-CN" altLang="en-US" sz="2600">
                <a:solidFill>
                  <a:srgbClr val="000000"/>
                </a:solidFill>
                <a:latin typeface="微软雅黑" panose="020B0503020204020204" charset="-122"/>
                <a:ea typeface="微软雅黑" panose="020B0503020204020204" charset="-122"/>
              </a:rPr>
              <a:t>宽度相同而内径、外径不同</a:t>
            </a:r>
            <a:endParaRPr lang="zh-CN" altLang="en-US" sz="2600">
              <a:solidFill>
                <a:srgbClr val="000000"/>
              </a:solidFill>
              <a:latin typeface="微软雅黑" panose="020B0503020204020204" charset="-122"/>
              <a:ea typeface="微软雅黑" panose="020B0503020204020204" charset="-122"/>
            </a:endParaRPr>
          </a:p>
        </p:txBody>
      </p:sp>
      <p:sp>
        <p:nvSpPr>
          <p:cNvPr id="8" name="椭圆 7"/>
          <p:cNvSpPr>
            <a:spLocks noChangeAspect="1"/>
          </p:cNvSpPr>
          <p:nvPr>
            <p:custDataLst>
              <p:tags r:id="rId6"/>
            </p:custDataLst>
          </p:nvPr>
        </p:nvSpPr>
        <p:spPr>
          <a:xfrm>
            <a:off x="1104265" y="2591435"/>
            <a:ext cx="514350" cy="514350"/>
          </a:xfrm>
          <a:prstGeom prst="ellipse">
            <a:avLst/>
          </a:prstGeom>
          <a:solidFill>
            <a:srgbClr val="808080"/>
          </a:solidFill>
          <a:ln w="12700" cap="flat" cmpd="sng" algn="ctr">
            <a:solidFill>
              <a:srgbClr val="000000"/>
            </a:solidFill>
            <a:prstDash val="solid"/>
            <a:round/>
            <a:headEnd type="none" w="med" len="med"/>
            <a:tailEnd type="none" w="med" len="med"/>
          </a:ln>
        </p:spPr>
        <p:txBody>
          <a:bodyPr vert="horz" wrap="none" lIns="91440" tIns="45720" rIns="91440" bIns="45720" numCol="1" anchor="ctr" anchorCtr="1" compatLnSpc="1">
            <a:noAutofit/>
          </a:bodyPr>
          <a:p>
            <a:pPr marR="0" indent="0" algn="l" defTabSz="914400" rtl="0" eaLnBrk="1" fontAlgn="base" latinLnBrk="0" hangingPunct="1">
              <a:lnSpc>
                <a:spcPct val="120000"/>
              </a:lnSpc>
              <a:spcBef>
                <a:spcPct val="0"/>
              </a:spcBef>
              <a:spcAft>
                <a:spcPct val="0"/>
              </a:spcAft>
              <a:buClrTx/>
              <a:buSzTx/>
              <a:buNone/>
            </a:pPr>
            <a:r>
              <a:rPr kumimoji="1" lang="zh-CN" altLang="en-US" sz="1600" b="0" i="0" u="none" strike="noStrike" cap="none" normalizeH="0" baseline="0" smtClean="0">
                <a:ln>
                  <a:noFill/>
                </a:ln>
                <a:solidFill>
                  <a:srgbClr val="FFFFFF"/>
                </a:solidFill>
                <a:effectLst/>
                <a:latin typeface="微软雅黑" panose="020B0503020204020204" charset="-122"/>
                <a:ea typeface="微软雅黑" panose="020B0503020204020204" charset="-122"/>
              </a:rPr>
              <a:t>A</a:t>
            </a:r>
            <a:endParaRPr kumimoji="1" lang="zh-CN" altLang="en-US" sz="1600" b="0" i="0" u="none" strike="noStrike" cap="none" normalizeH="0" baseline="0" smtClean="0">
              <a:ln>
                <a:noFill/>
              </a:ln>
              <a:solidFill>
                <a:srgbClr val="FFFFFF"/>
              </a:solidFill>
              <a:effectLst/>
              <a:latin typeface="微软雅黑" panose="020B0503020204020204" charset="-122"/>
              <a:ea typeface="微软雅黑" panose="020B0503020204020204" charset="-122"/>
            </a:endParaRPr>
          </a:p>
        </p:txBody>
      </p:sp>
      <p:sp>
        <p:nvSpPr>
          <p:cNvPr id="9" name="椭圆 8"/>
          <p:cNvSpPr>
            <a:spLocks noChangeAspect="1"/>
          </p:cNvSpPr>
          <p:nvPr>
            <p:custDataLst>
              <p:tags r:id="rId7"/>
            </p:custDataLst>
          </p:nvPr>
        </p:nvSpPr>
        <p:spPr>
          <a:xfrm>
            <a:off x="1104265" y="3448685"/>
            <a:ext cx="514350" cy="514350"/>
          </a:xfrm>
          <a:prstGeom prst="ellipse">
            <a:avLst/>
          </a:prstGeom>
          <a:solidFill>
            <a:srgbClr val="00FF00"/>
          </a:solidFill>
          <a:ln w="25400" cap="flat" cmpd="sng" algn="ctr">
            <a:solidFill>
              <a:srgbClr val="000000"/>
            </a:solidFill>
            <a:prstDash val="solid"/>
            <a:round/>
            <a:headEnd type="none" w="med" len="med"/>
            <a:tailEnd type="none" w="med" len="med"/>
          </a:ln>
        </p:spPr>
        <p:txBody>
          <a:bodyPr vert="horz" wrap="none" lIns="91440" tIns="45720" rIns="91440" bIns="45720" numCol="1" anchor="ctr" anchorCtr="1" compatLnSpc="1">
            <a:noAutofit/>
          </a:bodyPr>
          <a:p>
            <a:pPr marR="0" indent="0" algn="l" defTabSz="914400" rtl="0" eaLnBrk="1" fontAlgn="base" latinLnBrk="0" hangingPunct="1">
              <a:lnSpc>
                <a:spcPct val="120000"/>
              </a:lnSpc>
              <a:spcBef>
                <a:spcPct val="0"/>
              </a:spcBef>
              <a:spcAft>
                <a:spcPct val="0"/>
              </a:spcAft>
              <a:buClrTx/>
              <a:buSzTx/>
              <a:buNone/>
            </a:pPr>
            <a:r>
              <a:rPr kumimoji="1" lang="zh-CN" altLang="en-US" sz="1600" b="0" i="0" u="none" strike="noStrike" cap="none" normalizeH="0" baseline="0" smtClean="0">
                <a:ln>
                  <a:noFill/>
                </a:ln>
                <a:solidFill>
                  <a:srgbClr val="FFFFFF"/>
                </a:solidFill>
                <a:effectLst/>
                <a:latin typeface="微软雅黑" panose="020B0503020204020204" charset="-122"/>
                <a:ea typeface="微软雅黑" panose="020B0503020204020204" charset="-122"/>
              </a:rPr>
              <a:t>B</a:t>
            </a:r>
            <a:endParaRPr kumimoji="1" lang="zh-CN" altLang="en-US" sz="1600" b="0" i="0" u="none" strike="noStrike" cap="none" normalizeH="0" baseline="0" smtClean="0">
              <a:ln>
                <a:noFill/>
              </a:ln>
              <a:solidFill>
                <a:srgbClr val="FFFFFF"/>
              </a:solidFill>
              <a:effectLst/>
              <a:latin typeface="微软雅黑" panose="020B0503020204020204" charset="-122"/>
              <a:ea typeface="微软雅黑" panose="020B0503020204020204" charset="-122"/>
            </a:endParaRPr>
          </a:p>
        </p:txBody>
      </p:sp>
      <p:sp>
        <p:nvSpPr>
          <p:cNvPr id="10" name="椭圆 9"/>
          <p:cNvSpPr>
            <a:spLocks noChangeAspect="1"/>
          </p:cNvSpPr>
          <p:nvPr>
            <p:custDataLst>
              <p:tags r:id="rId8"/>
            </p:custDataLst>
          </p:nvPr>
        </p:nvSpPr>
        <p:spPr>
          <a:xfrm>
            <a:off x="1104265" y="4305935"/>
            <a:ext cx="514350" cy="514350"/>
          </a:xfrm>
          <a:prstGeom prst="ellipse">
            <a:avLst/>
          </a:prstGeom>
          <a:solidFill>
            <a:srgbClr val="808080"/>
          </a:solidFill>
          <a:ln w="12700" cap="flat" cmpd="sng" algn="ctr">
            <a:solidFill>
              <a:srgbClr val="000000"/>
            </a:solidFill>
            <a:prstDash val="solid"/>
            <a:round/>
            <a:headEnd type="none" w="med" len="med"/>
            <a:tailEnd type="none" w="med" len="med"/>
          </a:ln>
        </p:spPr>
        <p:txBody>
          <a:bodyPr vert="horz" wrap="none" lIns="91440" tIns="45720" rIns="91440" bIns="45720" numCol="1" anchor="ctr" anchorCtr="1" compatLnSpc="1">
            <a:noAutofit/>
          </a:bodyPr>
          <a:p>
            <a:pPr marR="0" indent="0" algn="l" defTabSz="914400" rtl="0" eaLnBrk="1" fontAlgn="base" latinLnBrk="0" hangingPunct="1">
              <a:lnSpc>
                <a:spcPct val="120000"/>
              </a:lnSpc>
              <a:spcBef>
                <a:spcPct val="0"/>
              </a:spcBef>
              <a:spcAft>
                <a:spcPct val="0"/>
              </a:spcAft>
              <a:buClrTx/>
              <a:buSzTx/>
              <a:buNone/>
            </a:pPr>
            <a:r>
              <a:rPr kumimoji="1" lang="zh-CN" altLang="en-US" sz="1600" b="0" i="0" u="none" strike="noStrike" cap="none" normalizeH="0" baseline="0" smtClean="0">
                <a:ln>
                  <a:noFill/>
                </a:ln>
                <a:solidFill>
                  <a:srgbClr val="FFFFFF"/>
                </a:solidFill>
                <a:effectLst/>
                <a:latin typeface="微软雅黑" panose="020B0503020204020204" charset="-122"/>
                <a:ea typeface="微软雅黑" panose="020B0503020204020204" charset="-122"/>
              </a:rPr>
              <a:t>C</a:t>
            </a:r>
            <a:endParaRPr kumimoji="1" lang="zh-CN" altLang="en-US" sz="1600" b="0" i="0" u="none" strike="noStrike" cap="none" normalizeH="0" baseline="0" smtClean="0">
              <a:ln>
                <a:noFill/>
              </a:ln>
              <a:solidFill>
                <a:srgbClr val="FFFFFF"/>
              </a:solidFill>
              <a:effectLst/>
              <a:latin typeface="微软雅黑" panose="020B0503020204020204" charset="-122"/>
              <a:ea typeface="微软雅黑" panose="020B0503020204020204" charset="-122"/>
            </a:endParaRPr>
          </a:p>
        </p:txBody>
      </p:sp>
      <p:sp>
        <p:nvSpPr>
          <p:cNvPr id="11" name="椭圆 10"/>
          <p:cNvSpPr>
            <a:spLocks noChangeAspect="1"/>
          </p:cNvSpPr>
          <p:nvPr>
            <p:custDataLst>
              <p:tags r:id="rId9"/>
            </p:custDataLst>
          </p:nvPr>
        </p:nvSpPr>
        <p:spPr>
          <a:xfrm>
            <a:off x="1104265" y="5163185"/>
            <a:ext cx="514350" cy="514350"/>
          </a:xfrm>
          <a:prstGeom prst="ellipse">
            <a:avLst/>
          </a:prstGeom>
          <a:solidFill>
            <a:srgbClr val="808080"/>
          </a:solidFill>
          <a:ln w="12700" cap="flat" cmpd="sng" algn="ctr">
            <a:solidFill>
              <a:srgbClr val="000000"/>
            </a:solidFill>
            <a:prstDash val="solid"/>
            <a:round/>
            <a:headEnd type="none" w="med" len="med"/>
            <a:tailEnd type="none" w="med" len="med"/>
          </a:ln>
        </p:spPr>
        <p:txBody>
          <a:bodyPr vert="horz" wrap="none" lIns="91440" tIns="45720" rIns="91440" bIns="45720" numCol="1" anchor="ctr" anchorCtr="1" compatLnSpc="1">
            <a:noAutofit/>
          </a:bodyPr>
          <a:p>
            <a:pPr marR="0" indent="0" algn="l" defTabSz="914400" rtl="0" eaLnBrk="1" fontAlgn="base" latinLnBrk="0" hangingPunct="1">
              <a:lnSpc>
                <a:spcPct val="120000"/>
              </a:lnSpc>
              <a:spcBef>
                <a:spcPct val="0"/>
              </a:spcBef>
              <a:spcAft>
                <a:spcPct val="0"/>
              </a:spcAft>
              <a:buClrTx/>
              <a:buSzTx/>
              <a:buNone/>
            </a:pPr>
            <a:r>
              <a:rPr kumimoji="1" lang="zh-CN" altLang="en-US" sz="1600" b="0" i="0" u="none" strike="noStrike" cap="none" normalizeH="0" baseline="0" smtClean="0">
                <a:ln>
                  <a:noFill/>
                </a:ln>
                <a:solidFill>
                  <a:srgbClr val="FFFFFF"/>
                </a:solidFill>
                <a:effectLst/>
                <a:latin typeface="微软雅黑" panose="020B0503020204020204" charset="-122"/>
                <a:ea typeface="微软雅黑" panose="020B0503020204020204" charset="-122"/>
              </a:rPr>
              <a:t>D</a:t>
            </a:r>
            <a:endParaRPr kumimoji="1" lang="zh-CN" altLang="en-US" sz="1600" b="0" i="0" u="none" strike="noStrike" cap="none" normalizeH="0" baseline="0" smtClean="0">
              <a:ln>
                <a:noFill/>
              </a:ln>
              <a:solidFill>
                <a:srgbClr val="FFFFFF"/>
              </a:solidFill>
              <a:effectLst/>
              <a:latin typeface="微软雅黑" panose="020B0503020204020204" charset="-122"/>
              <a:ea typeface="微软雅黑" panose="020B0503020204020204" charset="-122"/>
            </a:endParaRPr>
          </a:p>
        </p:txBody>
      </p:sp>
      <p:sp>
        <p:nvSpPr>
          <p:cNvPr id="12" name="圆角矩形 11"/>
          <p:cNvSpPr/>
          <p:nvPr>
            <p:custDataLst>
              <p:tags r:id="rId10"/>
            </p:custDataLst>
          </p:nvPr>
        </p:nvSpPr>
        <p:spPr>
          <a:xfrm>
            <a:off x="6172200" y="6214745"/>
            <a:ext cx="1543050" cy="411480"/>
          </a:xfrm>
          <a:prstGeom prst="roundRect">
            <a:avLst/>
          </a:prstGeom>
          <a:solidFill>
            <a:srgbClr val="808080"/>
          </a:solidFill>
          <a:ln w="38100" cap="flat" cmpd="sng" algn="ctr">
            <a:solidFill>
              <a:srgbClr val="000000"/>
            </a:solidFill>
            <a:prstDash val="solid"/>
            <a:round/>
            <a:headEnd type="none" w="med" len="med"/>
            <a:tailEnd type="none" w="med" len="med"/>
          </a:ln>
        </p:spPr>
        <p:txBody>
          <a:bodyPr vert="horz" wrap="none" lIns="91440" tIns="45720" rIns="91440" bIns="45720" numCol="1" anchor="ctr" anchorCtr="1" compatLnSpc="1">
            <a:noAutofit/>
          </a:bodyPr>
          <a:p>
            <a:pPr marR="0" indent="0" algn="l" defTabSz="914400" rtl="0" eaLnBrk="1" fontAlgn="base" latinLnBrk="0" hangingPunct="1">
              <a:lnSpc>
                <a:spcPct val="120000"/>
              </a:lnSpc>
              <a:spcBef>
                <a:spcPct val="0"/>
              </a:spcBef>
              <a:spcAft>
                <a:spcPct val="0"/>
              </a:spcAft>
              <a:buClrTx/>
              <a:buSzTx/>
              <a:buNone/>
            </a:pPr>
            <a:r>
              <a:rPr kumimoji="1" lang="zh-CN" altLang="en-US" sz="1600" b="0" i="0" u="none" strike="noStrike" cap="none" normalizeH="0" baseline="0" smtClean="0">
                <a:ln>
                  <a:noFill/>
                </a:ln>
                <a:solidFill>
                  <a:srgbClr val="FFFFFF"/>
                </a:solidFill>
                <a:effectLst/>
                <a:latin typeface="微软雅黑" panose="020B0503020204020204" charset="-122"/>
                <a:ea typeface="微软雅黑" panose="020B0503020204020204" charset="-122"/>
              </a:rPr>
              <a:t>提交</a:t>
            </a:r>
            <a:endParaRPr kumimoji="1" lang="zh-CN" altLang="en-US" sz="1600" b="0" i="0" u="none" strike="noStrike" cap="none" normalizeH="0" baseline="0" smtClean="0">
              <a:ln>
                <a:noFill/>
              </a:ln>
              <a:solidFill>
                <a:srgbClr val="FFFFFF"/>
              </a:solidFill>
              <a:effectLst/>
              <a:latin typeface="微软雅黑" panose="020B0503020204020204" charset="-122"/>
              <a:ea typeface="微软雅黑" panose="020B0503020204020204" charset="-122"/>
            </a:endParaRPr>
          </a:p>
        </p:txBody>
      </p:sp>
      <p:sp>
        <p:nvSpPr>
          <p:cNvPr id="18" name="矩形 17"/>
          <p:cNvSpPr/>
          <p:nvPr>
            <p:custDataLst>
              <p:tags r:id="rId11"/>
            </p:custDataLst>
          </p:nvPr>
        </p:nvSpPr>
        <p:spPr>
          <a:xfrm>
            <a:off x="969010" y="2562860"/>
            <a:ext cx="821690" cy="3766185"/>
          </a:xfrm>
          <a:prstGeom prst="rect">
            <a:avLst/>
          </a:prstGeom>
          <a:solidFill>
            <a:schemeClr val="bg1"/>
          </a:solidFill>
          <a:ln w="9525" cap="flat" cmpd="sng" algn="ctr">
            <a:noFill/>
            <a:prstDash val="solid"/>
            <a:round/>
            <a:headEnd type="none" w="med" len="med"/>
            <a:tailEnd type="none" w="med" len="med"/>
          </a:ln>
        </p:spPr>
        <p:txBody>
          <a:bodyPr vert="horz" wrap="none" lIns="91440" tIns="45720" rIns="91440" bIns="45720" numCol="1" anchor="t" anchorCtr="0" compatLnSpc="1">
            <a:spAutoFit/>
          </a:bodyPr>
          <a:p>
            <a:pPr marL="0" marR="0" indent="0" algn="l" defTabSz="914400" rtl="0" eaLnBrk="1" fontAlgn="base" latinLnBrk="0" hangingPunct="1">
              <a:lnSpc>
                <a:spcPct val="120000"/>
              </a:lnSpc>
              <a:spcBef>
                <a:spcPct val="0"/>
              </a:spcBef>
              <a:spcAft>
                <a:spcPct val="0"/>
              </a:spcAft>
              <a:buClrTx/>
              <a:buSzTx/>
              <a:buFontTx/>
              <a:buBlip>
                <a:blip r:embed="rId12"/>
              </a:buBlip>
            </a:pPr>
            <a:endParaRPr kumimoji="1" lang="zh-CN" altLang="en-US" sz="2000" b="0" i="0" u="none" strike="noStrike" cap="none" normalizeH="0" baseline="0" smtClean="0">
              <a:ln>
                <a:noFill/>
              </a:ln>
              <a:solidFill>
                <a:srgbClr val="000099"/>
              </a:solidFill>
              <a:effectLst/>
              <a:latin typeface="Times New Roman" panose="02020603050405020304" pitchFamily="18" charset="0"/>
              <a:ea typeface="华文中宋" panose="02010600040101010101" pitchFamily="2" charset="-122"/>
            </a:endParaRPr>
          </a:p>
        </p:txBody>
      </p:sp>
      <p:grpSp>
        <p:nvGrpSpPr>
          <p:cNvPr id="17" name="组合 16"/>
          <p:cNvGrpSpPr/>
          <p:nvPr>
            <p:custDataLst>
              <p:tags r:id="rId13"/>
            </p:custDataLst>
          </p:nvPr>
        </p:nvGrpSpPr>
        <p:grpSpPr>
          <a:xfrm>
            <a:off x="0" y="0"/>
            <a:ext cx="9144000" cy="635000"/>
            <a:chOff x="0" y="0"/>
            <a:chExt cx="14400" cy="1000"/>
          </a:xfrm>
        </p:grpSpPr>
        <p:sp>
          <p:nvSpPr>
            <p:cNvPr id="13" name="TitleBackground"/>
            <p:cNvSpPr/>
            <p:nvPr>
              <p:custDataLst>
                <p:tags r:id="rId14"/>
              </p:custDataLst>
            </p:nvPr>
          </p:nvSpPr>
          <p:spPr>
            <a:xfrm>
              <a:off x="0" y="0"/>
              <a:ext cx="14400" cy="1000"/>
            </a:xfrm>
            <a:prstGeom prst="rect">
              <a:avLst/>
            </a:prstGeom>
            <a:solidFill>
              <a:srgbClr val="F6F7F8"/>
            </a:solidFill>
            <a:ln w="9525" cap="flat" cmpd="sng" algn="ctr">
              <a:noFill/>
              <a:prstDash val="solid"/>
              <a:round/>
              <a:headEnd type="none" w="med" len="med"/>
              <a:tailEnd type="none" w="med" len="med"/>
            </a:ln>
          </p:spPr>
          <p:txBody>
            <a:bodyPr vert="horz" wrap="none" lIns="91440" tIns="45720" rIns="91440" bIns="45720" numCol="1" anchor="t" anchorCtr="0" compatLnSpc="1">
              <a:spAutoFit/>
            </a:bodyPr>
            <a:p>
              <a:pPr marL="0" marR="0" indent="0" algn="l" defTabSz="914400" rtl="0" eaLnBrk="1" fontAlgn="base" latinLnBrk="0" hangingPunct="1">
                <a:lnSpc>
                  <a:spcPct val="120000"/>
                </a:lnSpc>
                <a:spcBef>
                  <a:spcPct val="0"/>
                </a:spcBef>
                <a:spcAft>
                  <a:spcPct val="0"/>
                </a:spcAft>
                <a:buClrTx/>
                <a:buSzTx/>
                <a:buFontTx/>
                <a:buBlip>
                  <a:blip r:embed="rId12"/>
                </a:buBlip>
              </a:pPr>
              <a:endParaRPr kumimoji="1" lang="zh-CN" altLang="en-US" sz="2000" b="0" i="0" u="none" strike="noStrike" cap="none" normalizeH="0" baseline="0" smtClean="0">
                <a:ln>
                  <a:noFill/>
                </a:ln>
                <a:solidFill>
                  <a:srgbClr val="000099"/>
                </a:solidFill>
                <a:effectLst/>
                <a:latin typeface="Times New Roman" panose="02020603050405020304" pitchFamily="18" charset="0"/>
                <a:ea typeface="华文中宋" panose="02010600040101010101" pitchFamily="2" charset="-122"/>
              </a:endParaRPr>
            </a:p>
          </p:txBody>
        </p:sp>
        <p:sp>
          <p:nvSpPr>
            <p:cNvPr id="14" name="ColorBlock"/>
            <p:cNvSpPr/>
            <p:nvPr>
              <p:custDataLst>
                <p:tags r:id="rId15"/>
              </p:custDataLst>
            </p:nvPr>
          </p:nvSpPr>
          <p:spPr>
            <a:xfrm>
              <a:off x="0" y="0"/>
              <a:ext cx="300" cy="1000"/>
            </a:xfrm>
            <a:prstGeom prst="rect">
              <a:avLst/>
            </a:prstGeom>
            <a:solidFill>
              <a:srgbClr val="639EF4"/>
            </a:solidFill>
            <a:ln w="9525" cap="flat" cmpd="sng" algn="ctr">
              <a:noFill/>
              <a:prstDash val="solid"/>
              <a:round/>
              <a:headEnd type="none" w="med" len="med"/>
              <a:tailEnd type="none" w="med" len="med"/>
            </a:ln>
          </p:spPr>
          <p:txBody>
            <a:bodyPr vert="horz" wrap="none" lIns="91440" tIns="45720" rIns="91440" bIns="45720" numCol="1" anchor="t" anchorCtr="0" compatLnSpc="1">
              <a:spAutoFit/>
            </a:bodyPr>
            <a:p>
              <a:pPr marL="0" marR="0" indent="0" algn="l" defTabSz="914400" rtl="0" eaLnBrk="1" fontAlgn="base" latinLnBrk="0" hangingPunct="1">
                <a:lnSpc>
                  <a:spcPct val="120000"/>
                </a:lnSpc>
                <a:spcBef>
                  <a:spcPct val="0"/>
                </a:spcBef>
                <a:spcAft>
                  <a:spcPct val="0"/>
                </a:spcAft>
                <a:buClrTx/>
                <a:buSzTx/>
                <a:buFontTx/>
                <a:buBlip>
                  <a:blip r:embed="rId12"/>
                </a:buBlip>
              </a:pPr>
              <a:endParaRPr kumimoji="1" lang="zh-CN" altLang="en-US" sz="2000" b="0" i="0" u="none" strike="noStrike" cap="none" normalizeH="0" baseline="0" smtClean="0">
                <a:ln>
                  <a:noFill/>
                </a:ln>
                <a:solidFill>
                  <a:srgbClr val="000099"/>
                </a:solidFill>
                <a:effectLst/>
                <a:latin typeface="Times New Roman" panose="02020603050405020304" pitchFamily="18" charset="0"/>
                <a:ea typeface="华文中宋" panose="02010600040101010101" pitchFamily="2" charset="-122"/>
              </a:endParaRPr>
            </a:p>
          </p:txBody>
        </p:sp>
        <p:sp>
          <p:nvSpPr>
            <p:cNvPr id="15" name="TypeText"/>
            <p:cNvSpPr txBox="1"/>
            <p:nvPr>
              <p:custDataLst>
                <p:tags r:id="rId16"/>
              </p:custDataLst>
            </p:nvPr>
          </p:nvSpPr>
          <p:spPr>
            <a:xfrm>
              <a:off x="400" y="0"/>
              <a:ext cx="3000" cy="1000"/>
            </a:xfrm>
            <a:prstGeom prst="rect">
              <a:avLst/>
            </a:prstGeom>
            <a:noFill/>
          </p:spPr>
          <p:txBody>
            <a:bodyPr wrap="none" rtlCol="0" anchor="ctr" anchorCtr="0">
              <a:noAutofit/>
            </a:bodyPr>
            <a:p>
              <a:pPr lvl="0" algn="l">
                <a:buNone/>
              </a:pPr>
              <a:r>
                <a:rPr lang="zh-CN" altLang="en-US" sz="2600">
                  <a:solidFill>
                    <a:srgbClr val="000000"/>
                  </a:solidFill>
                  <a:latin typeface="微软雅黑" panose="020B0503020204020204" charset="-122"/>
                  <a:ea typeface="微软雅黑" panose="020B0503020204020204" charset="-122"/>
                </a:rPr>
                <a:t>单选题</a:t>
              </a:r>
              <a:endParaRPr lang="zh-CN" altLang="en-US" sz="2600">
                <a:solidFill>
                  <a:srgbClr val="000000"/>
                </a:solidFill>
                <a:latin typeface="微软雅黑" panose="020B0503020204020204" charset="-122"/>
                <a:ea typeface="微软雅黑" panose="020B0503020204020204" charset="-122"/>
              </a:endParaRPr>
            </a:p>
          </p:txBody>
        </p:sp>
        <p:sp>
          <p:nvSpPr>
            <p:cNvPr id="16" name="TipText"/>
            <p:cNvSpPr txBox="1"/>
            <p:nvPr>
              <p:custDataLst>
                <p:tags r:id="rId17"/>
              </p:custDataLst>
            </p:nvPr>
          </p:nvSpPr>
          <p:spPr>
            <a:xfrm>
              <a:off x="2248" y="172"/>
              <a:ext cx="3600" cy="800"/>
            </a:xfrm>
            <a:prstGeom prst="rect">
              <a:avLst/>
            </a:prstGeom>
            <a:noFill/>
          </p:spPr>
          <p:txBody>
            <a:bodyPr wrap="none" rtlCol="0" anchor="ctr" anchorCtr="0">
              <a:noAutofit/>
            </a:bodyPr>
            <a:p>
              <a:pPr lvl="0" algn="l">
                <a:buNone/>
              </a:pPr>
              <a:r>
                <a:rPr lang="zh-CN" altLang="en-US">
                  <a:solidFill>
                    <a:srgbClr val="808080"/>
                  </a:solidFill>
                  <a:latin typeface="微软雅黑" panose="020B0503020204020204" charset="-122"/>
                  <a:ea typeface="微软雅黑" panose="020B0503020204020204" charset="-122"/>
                  <a:cs typeface="微软雅黑" panose="020B0503020204020204" charset="-122"/>
                </a:rPr>
                <a:t>2分</a:t>
              </a:r>
              <a:endParaRPr lang="zh-CN" altLang="en-US">
                <a:solidFill>
                  <a:srgbClr val="808080"/>
                </a:solidFill>
                <a:latin typeface="微软雅黑" panose="020B0503020204020204" charset="-122"/>
                <a:ea typeface="微软雅黑" panose="020B0503020204020204" charset="-122"/>
                <a:cs typeface="微软雅黑" panose="020B0503020204020204" charset="-122"/>
              </a:endParaRPr>
            </a:p>
          </p:txBody>
        </p:sp>
      </p:grpSp>
      <p:pic>
        <p:nvPicPr>
          <p:cNvPr id="2" name="图片 1" descr="tmpC5F0"/>
          <p:cNvPicPr>
            <a:picLocks noChangeAspect="1"/>
          </p:cNvPicPr>
          <p:nvPr>
            <p:custDataLst>
              <p:tags r:id="rId18"/>
            </p:custDataLst>
          </p:nvPr>
        </p:nvPicPr>
        <p:blipFill>
          <a:blip r:embed="rId19"/>
          <a:stretch>
            <a:fillRect/>
          </a:stretch>
        </p:blipFill>
        <p:spPr>
          <a:xfrm>
            <a:off x="7594600" y="63500"/>
            <a:ext cx="1422400" cy="508000"/>
          </a:xfrm>
          <a:prstGeom prst="rect">
            <a:avLst/>
          </a:prstGeom>
        </p:spPr>
      </p:pic>
    </p:spTree>
    <p:custDataLst>
      <p:tags r:id="rId20"/>
    </p:custDataLst>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xit" presetSubtype="1" fill="hold" grpId="0" nodeType="clickEffect">
                                  <p:stCondLst>
                                    <p:cond delay="0"/>
                                  </p:stCondLst>
                                  <p:childTnLst>
                                    <p:animEffect transition="out" filter="wipe(up)">
                                      <p:cBhvr>
                                        <p:cTn id="6" dur="500"/>
                                        <p:tgtEl>
                                          <p:spTgt spid="18"/>
                                        </p:tgtEl>
                                      </p:cBhvr>
                                    </p:animEffect>
                                    <p:set>
                                      <p:cBhvr>
                                        <p:cTn id="7" dur="1" fill="hold">
                                          <p:stCondLst>
                                            <p:cond delay="499"/>
                                          </p:stCondLst>
                                        </p:cTn>
                                        <p:tgtEl>
                                          <p:spTgt spid="18"/>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bldLvl="0" animBg="1"/>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文本框 2"/>
          <p:cNvSpPr txBox="1"/>
          <p:nvPr>
            <p:custDataLst>
              <p:tags r:id="rId1"/>
            </p:custDataLst>
          </p:nvPr>
        </p:nvSpPr>
        <p:spPr>
          <a:xfrm>
            <a:off x="914400" y="635000"/>
            <a:ext cx="7315200" cy="2143125"/>
          </a:xfrm>
          <a:prstGeom prst="rect">
            <a:avLst/>
          </a:prstGeom>
          <a:noFill/>
        </p:spPr>
        <p:txBody>
          <a:bodyPr wrap="square" rtlCol="0" anchor="ctr" anchorCtr="0">
            <a:noAutofit/>
          </a:bodyPr>
          <a:p>
            <a:pPr lvl="0" algn="l">
              <a:buNone/>
            </a:pPr>
            <a:r>
              <a:rPr lang="en-US" altLang="zh-CN" sz="2600">
                <a:solidFill>
                  <a:srgbClr val="000000"/>
                </a:solidFill>
                <a:latin typeface="微软雅黑" panose="020B0503020204020204" charset="-122"/>
                <a:ea typeface="微软雅黑" panose="020B0503020204020204" charset="-122"/>
              </a:rPr>
              <a:t>4</a:t>
            </a:r>
            <a:r>
              <a:rPr lang="zh-CN" altLang="en-US" sz="2600">
                <a:solidFill>
                  <a:srgbClr val="000000"/>
                </a:solidFill>
                <a:latin typeface="微软雅黑" panose="020B0503020204020204" charset="-122"/>
                <a:ea typeface="微软雅黑" panose="020B0503020204020204" charset="-122"/>
              </a:rPr>
              <a:t>、在轴承同时承受径向载荷和轴向载荷时，当量动载荷指的是轴承所受的</a:t>
            </a:r>
            <a:r>
              <a:rPr lang="en-US" altLang="zh-CN" sz="2600" u="sng">
                <a:solidFill>
                  <a:srgbClr val="000000"/>
                </a:solidFill>
                <a:latin typeface="微软雅黑" panose="020B0503020204020204" charset="-122"/>
                <a:ea typeface="微软雅黑" panose="020B0503020204020204" charset="-122"/>
              </a:rPr>
              <a:t>         </a:t>
            </a:r>
            <a:r>
              <a:rPr lang="en-US" altLang="zh-CN" sz="2600">
                <a:solidFill>
                  <a:srgbClr val="000000"/>
                </a:solidFill>
                <a:latin typeface="微软雅黑" panose="020B0503020204020204" charset="-122"/>
                <a:ea typeface="微软雅黑" panose="020B0503020204020204" charset="-122"/>
              </a:rPr>
              <a:t> </a:t>
            </a:r>
            <a:r>
              <a:rPr lang="zh-CN" altLang="en-US" sz="2600">
                <a:solidFill>
                  <a:srgbClr val="000000"/>
                </a:solidFill>
                <a:latin typeface="微软雅黑" panose="020B0503020204020204" charset="-122"/>
                <a:ea typeface="微软雅黑" panose="020B0503020204020204" charset="-122"/>
              </a:rPr>
              <a:t>。</a:t>
            </a:r>
            <a:endParaRPr lang="zh-CN" altLang="en-US" sz="2600">
              <a:solidFill>
                <a:srgbClr val="000000"/>
              </a:solidFill>
              <a:latin typeface="微软雅黑" panose="020B0503020204020204" charset="-122"/>
              <a:ea typeface="微软雅黑" panose="020B0503020204020204" charset="-122"/>
            </a:endParaRPr>
          </a:p>
        </p:txBody>
      </p:sp>
      <p:sp>
        <p:nvSpPr>
          <p:cNvPr id="4" name="文本框 3"/>
          <p:cNvSpPr txBox="1"/>
          <p:nvPr>
            <p:custDataLst>
              <p:tags r:id="rId2"/>
            </p:custDataLst>
          </p:nvPr>
        </p:nvSpPr>
        <p:spPr>
          <a:xfrm>
            <a:off x="1784350" y="2576195"/>
            <a:ext cx="6400800" cy="642620"/>
          </a:xfrm>
          <a:prstGeom prst="rect">
            <a:avLst/>
          </a:prstGeom>
          <a:noFill/>
        </p:spPr>
        <p:txBody>
          <a:bodyPr wrap="square" rtlCol="0" anchor="ctr" anchorCtr="0">
            <a:noAutofit/>
          </a:bodyPr>
          <a:p>
            <a:pPr lvl="0" indent="0" algn="l">
              <a:buNone/>
            </a:pPr>
            <a:r>
              <a:rPr lang="zh-CN" altLang="en-US" sz="2600">
                <a:solidFill>
                  <a:srgbClr val="000000"/>
                </a:solidFill>
                <a:latin typeface="微软雅黑" panose="020B0503020204020204" charset="-122"/>
                <a:ea typeface="微软雅黑" panose="020B0503020204020204" charset="-122"/>
              </a:rPr>
              <a:t>径向载荷和轴向载荷的代数和</a:t>
            </a:r>
            <a:endParaRPr lang="zh-CN" altLang="en-US" sz="2600">
              <a:solidFill>
                <a:srgbClr val="000000"/>
              </a:solidFill>
              <a:latin typeface="微软雅黑" panose="020B0503020204020204" charset="-122"/>
              <a:ea typeface="微软雅黑" panose="020B0503020204020204" charset="-122"/>
            </a:endParaRPr>
          </a:p>
        </p:txBody>
      </p:sp>
      <p:sp>
        <p:nvSpPr>
          <p:cNvPr id="5" name="文本框 4"/>
          <p:cNvSpPr txBox="1"/>
          <p:nvPr>
            <p:custDataLst>
              <p:tags r:id="rId3"/>
            </p:custDataLst>
          </p:nvPr>
        </p:nvSpPr>
        <p:spPr>
          <a:xfrm>
            <a:off x="1784350" y="3433445"/>
            <a:ext cx="6400800" cy="642620"/>
          </a:xfrm>
          <a:prstGeom prst="rect">
            <a:avLst/>
          </a:prstGeom>
          <a:noFill/>
        </p:spPr>
        <p:txBody>
          <a:bodyPr wrap="square" rtlCol="0" anchor="ctr" anchorCtr="0">
            <a:noAutofit/>
          </a:bodyPr>
          <a:p>
            <a:pPr lvl="0" indent="0" algn="l">
              <a:buNone/>
            </a:pPr>
            <a:r>
              <a:rPr lang="zh-CN" altLang="en-US" sz="2600">
                <a:solidFill>
                  <a:srgbClr val="000000"/>
                </a:solidFill>
                <a:latin typeface="微软雅黑" panose="020B0503020204020204" charset="-122"/>
                <a:ea typeface="微软雅黑" panose="020B0503020204020204" charset="-122"/>
              </a:rPr>
              <a:t>与径向载荷和轴向载荷等效的假想载荷</a:t>
            </a:r>
            <a:endParaRPr lang="zh-CN" altLang="en-US" sz="2600">
              <a:solidFill>
                <a:srgbClr val="000000"/>
              </a:solidFill>
              <a:latin typeface="微软雅黑" panose="020B0503020204020204" charset="-122"/>
              <a:ea typeface="微软雅黑" panose="020B0503020204020204" charset="-122"/>
            </a:endParaRPr>
          </a:p>
        </p:txBody>
      </p:sp>
      <p:sp>
        <p:nvSpPr>
          <p:cNvPr id="6" name="文本框 5"/>
          <p:cNvSpPr txBox="1"/>
          <p:nvPr>
            <p:custDataLst>
              <p:tags r:id="rId4"/>
            </p:custDataLst>
          </p:nvPr>
        </p:nvSpPr>
        <p:spPr>
          <a:xfrm>
            <a:off x="1784350" y="4290695"/>
            <a:ext cx="6400800" cy="642620"/>
          </a:xfrm>
          <a:prstGeom prst="rect">
            <a:avLst/>
          </a:prstGeom>
          <a:noFill/>
        </p:spPr>
        <p:txBody>
          <a:bodyPr wrap="square" rtlCol="0" anchor="ctr" anchorCtr="0">
            <a:noAutofit/>
          </a:bodyPr>
          <a:p>
            <a:pPr lvl="0" indent="0" algn="l">
              <a:buNone/>
            </a:pPr>
            <a:r>
              <a:rPr lang="zh-CN" altLang="en-US" sz="2600">
                <a:solidFill>
                  <a:srgbClr val="000000"/>
                </a:solidFill>
                <a:latin typeface="微软雅黑" panose="020B0503020204020204" charset="-122"/>
                <a:ea typeface="微软雅黑" panose="020B0503020204020204" charset="-122"/>
              </a:rPr>
              <a:t>径向载荷</a:t>
            </a:r>
            <a:endParaRPr lang="zh-CN" altLang="en-US" sz="2600">
              <a:solidFill>
                <a:srgbClr val="000000"/>
              </a:solidFill>
              <a:latin typeface="微软雅黑" panose="020B0503020204020204" charset="-122"/>
              <a:ea typeface="微软雅黑" panose="020B0503020204020204" charset="-122"/>
            </a:endParaRPr>
          </a:p>
        </p:txBody>
      </p:sp>
      <p:sp>
        <p:nvSpPr>
          <p:cNvPr id="7" name="文本框 6"/>
          <p:cNvSpPr txBox="1"/>
          <p:nvPr>
            <p:custDataLst>
              <p:tags r:id="rId5"/>
            </p:custDataLst>
          </p:nvPr>
        </p:nvSpPr>
        <p:spPr>
          <a:xfrm>
            <a:off x="1784350" y="5147945"/>
            <a:ext cx="6400800" cy="642620"/>
          </a:xfrm>
          <a:prstGeom prst="rect">
            <a:avLst/>
          </a:prstGeom>
          <a:noFill/>
        </p:spPr>
        <p:txBody>
          <a:bodyPr wrap="square" rtlCol="0" anchor="ctr" anchorCtr="0">
            <a:noAutofit/>
          </a:bodyPr>
          <a:p>
            <a:pPr lvl="0" indent="0" algn="l">
              <a:buNone/>
            </a:pPr>
            <a:r>
              <a:rPr lang="zh-CN" altLang="en-US" sz="2600">
                <a:solidFill>
                  <a:srgbClr val="000000"/>
                </a:solidFill>
                <a:latin typeface="微软雅黑" panose="020B0503020204020204" charset="-122"/>
                <a:ea typeface="微软雅黑" panose="020B0503020204020204" charset="-122"/>
              </a:rPr>
              <a:t>轴向载荷</a:t>
            </a:r>
            <a:endParaRPr lang="zh-CN" altLang="en-US" sz="2600">
              <a:solidFill>
                <a:srgbClr val="000000"/>
              </a:solidFill>
              <a:latin typeface="微软雅黑" panose="020B0503020204020204" charset="-122"/>
              <a:ea typeface="微软雅黑" panose="020B0503020204020204" charset="-122"/>
            </a:endParaRPr>
          </a:p>
        </p:txBody>
      </p:sp>
      <p:sp>
        <p:nvSpPr>
          <p:cNvPr id="8" name="椭圆 7"/>
          <p:cNvSpPr>
            <a:spLocks noChangeAspect="1"/>
          </p:cNvSpPr>
          <p:nvPr>
            <p:custDataLst>
              <p:tags r:id="rId6"/>
            </p:custDataLst>
          </p:nvPr>
        </p:nvSpPr>
        <p:spPr>
          <a:xfrm>
            <a:off x="1069975" y="2640330"/>
            <a:ext cx="514350" cy="514350"/>
          </a:xfrm>
          <a:prstGeom prst="ellipse">
            <a:avLst/>
          </a:prstGeom>
          <a:solidFill>
            <a:srgbClr val="808080"/>
          </a:solidFill>
          <a:ln w="12700" cap="flat" cmpd="sng" algn="ctr">
            <a:solidFill>
              <a:srgbClr val="000000"/>
            </a:solidFill>
            <a:prstDash val="solid"/>
            <a:round/>
            <a:headEnd type="none" w="med" len="med"/>
            <a:tailEnd type="none" w="med" len="med"/>
          </a:ln>
        </p:spPr>
        <p:txBody>
          <a:bodyPr vert="horz" wrap="none" lIns="91440" tIns="45720" rIns="91440" bIns="45720" numCol="1" anchor="ctr" anchorCtr="1" compatLnSpc="1">
            <a:noAutofit/>
          </a:bodyPr>
          <a:p>
            <a:pPr marL="0" marR="0" indent="0" algn="l" defTabSz="914400" rtl="0" eaLnBrk="1" fontAlgn="base" latinLnBrk="0" hangingPunct="1">
              <a:lnSpc>
                <a:spcPct val="120000"/>
              </a:lnSpc>
              <a:spcBef>
                <a:spcPct val="0"/>
              </a:spcBef>
              <a:spcAft>
                <a:spcPct val="0"/>
              </a:spcAft>
              <a:buClrTx/>
              <a:buSzTx/>
              <a:buNone/>
            </a:pPr>
            <a:r>
              <a:rPr kumimoji="1" lang="zh-CN" altLang="en-US" sz="1600" b="0" i="0" u="none" strike="noStrike" cap="none" normalizeH="0" baseline="0" smtClean="0">
                <a:ln>
                  <a:noFill/>
                </a:ln>
                <a:solidFill>
                  <a:srgbClr val="FFFFFF"/>
                </a:solidFill>
                <a:effectLst/>
                <a:latin typeface="微软雅黑" panose="020B0503020204020204" charset="-122"/>
                <a:ea typeface="微软雅黑" panose="020B0503020204020204" charset="-122"/>
              </a:rPr>
              <a:t>A</a:t>
            </a:r>
            <a:endParaRPr kumimoji="1" lang="zh-CN" altLang="en-US" sz="1600" b="0" i="0" u="none" strike="noStrike" cap="none" normalizeH="0" baseline="0" smtClean="0">
              <a:ln>
                <a:noFill/>
              </a:ln>
              <a:solidFill>
                <a:srgbClr val="FFFFFF"/>
              </a:solidFill>
              <a:effectLst/>
              <a:latin typeface="微软雅黑" panose="020B0503020204020204" charset="-122"/>
              <a:ea typeface="微软雅黑" panose="020B0503020204020204" charset="-122"/>
            </a:endParaRPr>
          </a:p>
        </p:txBody>
      </p:sp>
      <p:sp>
        <p:nvSpPr>
          <p:cNvPr id="9" name="椭圆 8"/>
          <p:cNvSpPr>
            <a:spLocks noChangeAspect="1"/>
          </p:cNvSpPr>
          <p:nvPr>
            <p:custDataLst>
              <p:tags r:id="rId7"/>
            </p:custDataLst>
          </p:nvPr>
        </p:nvSpPr>
        <p:spPr>
          <a:xfrm>
            <a:off x="1069975" y="3497580"/>
            <a:ext cx="514350" cy="514350"/>
          </a:xfrm>
          <a:prstGeom prst="ellipse">
            <a:avLst/>
          </a:prstGeom>
          <a:solidFill>
            <a:srgbClr val="00FF00"/>
          </a:solidFill>
          <a:ln w="25400" cap="flat" cmpd="sng" algn="ctr">
            <a:solidFill>
              <a:srgbClr val="000000"/>
            </a:solidFill>
            <a:prstDash val="solid"/>
            <a:round/>
            <a:headEnd type="none" w="med" len="med"/>
            <a:tailEnd type="none" w="med" len="med"/>
          </a:ln>
        </p:spPr>
        <p:txBody>
          <a:bodyPr vert="horz" wrap="none" lIns="91440" tIns="45720" rIns="91440" bIns="45720" numCol="1" anchor="ctr" anchorCtr="1" compatLnSpc="1">
            <a:noAutofit/>
          </a:bodyPr>
          <a:p>
            <a:pPr marL="0" marR="0" indent="0" algn="l" defTabSz="914400" rtl="0" eaLnBrk="1" fontAlgn="base" latinLnBrk="0" hangingPunct="1">
              <a:lnSpc>
                <a:spcPct val="120000"/>
              </a:lnSpc>
              <a:spcBef>
                <a:spcPct val="0"/>
              </a:spcBef>
              <a:spcAft>
                <a:spcPct val="0"/>
              </a:spcAft>
              <a:buClrTx/>
              <a:buSzTx/>
              <a:buNone/>
            </a:pPr>
            <a:r>
              <a:rPr kumimoji="1" lang="zh-CN" altLang="en-US" sz="1600" b="0" i="0" u="none" strike="noStrike" cap="none" normalizeH="0" baseline="0" smtClean="0">
                <a:ln>
                  <a:noFill/>
                </a:ln>
                <a:solidFill>
                  <a:srgbClr val="FFFFFF"/>
                </a:solidFill>
                <a:effectLst/>
                <a:latin typeface="微软雅黑" panose="020B0503020204020204" charset="-122"/>
                <a:ea typeface="微软雅黑" panose="020B0503020204020204" charset="-122"/>
              </a:rPr>
              <a:t>B</a:t>
            </a:r>
            <a:endParaRPr kumimoji="1" lang="zh-CN" altLang="en-US" sz="1600" b="0" i="0" u="none" strike="noStrike" cap="none" normalizeH="0" baseline="0" smtClean="0">
              <a:ln>
                <a:noFill/>
              </a:ln>
              <a:solidFill>
                <a:srgbClr val="FFFFFF"/>
              </a:solidFill>
              <a:effectLst/>
              <a:latin typeface="微软雅黑" panose="020B0503020204020204" charset="-122"/>
              <a:ea typeface="微软雅黑" panose="020B0503020204020204" charset="-122"/>
            </a:endParaRPr>
          </a:p>
        </p:txBody>
      </p:sp>
      <p:sp>
        <p:nvSpPr>
          <p:cNvPr id="10" name="椭圆 9"/>
          <p:cNvSpPr>
            <a:spLocks noChangeAspect="1"/>
          </p:cNvSpPr>
          <p:nvPr>
            <p:custDataLst>
              <p:tags r:id="rId8"/>
            </p:custDataLst>
          </p:nvPr>
        </p:nvSpPr>
        <p:spPr>
          <a:xfrm>
            <a:off x="1069975" y="4354830"/>
            <a:ext cx="514350" cy="514350"/>
          </a:xfrm>
          <a:prstGeom prst="ellipse">
            <a:avLst/>
          </a:prstGeom>
          <a:solidFill>
            <a:srgbClr val="808080"/>
          </a:solidFill>
          <a:ln w="12700" cap="flat" cmpd="sng" algn="ctr">
            <a:solidFill>
              <a:srgbClr val="000000"/>
            </a:solidFill>
            <a:prstDash val="solid"/>
            <a:round/>
            <a:headEnd type="none" w="med" len="med"/>
            <a:tailEnd type="none" w="med" len="med"/>
          </a:ln>
        </p:spPr>
        <p:txBody>
          <a:bodyPr vert="horz" wrap="none" lIns="91440" tIns="45720" rIns="91440" bIns="45720" numCol="1" anchor="ctr" anchorCtr="1" compatLnSpc="1">
            <a:noAutofit/>
          </a:bodyPr>
          <a:p>
            <a:pPr marL="0" marR="0" indent="0" algn="l" defTabSz="914400" rtl="0" eaLnBrk="1" fontAlgn="base" latinLnBrk="0" hangingPunct="1">
              <a:lnSpc>
                <a:spcPct val="120000"/>
              </a:lnSpc>
              <a:spcBef>
                <a:spcPct val="0"/>
              </a:spcBef>
              <a:spcAft>
                <a:spcPct val="0"/>
              </a:spcAft>
              <a:buClrTx/>
              <a:buSzTx/>
              <a:buNone/>
            </a:pPr>
            <a:r>
              <a:rPr kumimoji="1" lang="zh-CN" altLang="en-US" sz="1600" b="0" i="0" u="none" strike="noStrike" cap="none" normalizeH="0" baseline="0" smtClean="0">
                <a:ln>
                  <a:noFill/>
                </a:ln>
                <a:solidFill>
                  <a:srgbClr val="FFFFFF"/>
                </a:solidFill>
                <a:effectLst/>
                <a:latin typeface="微软雅黑" panose="020B0503020204020204" charset="-122"/>
                <a:ea typeface="微软雅黑" panose="020B0503020204020204" charset="-122"/>
              </a:rPr>
              <a:t>C</a:t>
            </a:r>
            <a:endParaRPr kumimoji="1" lang="zh-CN" altLang="en-US" sz="1600" b="0" i="0" u="none" strike="noStrike" cap="none" normalizeH="0" baseline="0" smtClean="0">
              <a:ln>
                <a:noFill/>
              </a:ln>
              <a:solidFill>
                <a:srgbClr val="FFFFFF"/>
              </a:solidFill>
              <a:effectLst/>
              <a:latin typeface="微软雅黑" panose="020B0503020204020204" charset="-122"/>
              <a:ea typeface="微软雅黑" panose="020B0503020204020204" charset="-122"/>
            </a:endParaRPr>
          </a:p>
        </p:txBody>
      </p:sp>
      <p:sp>
        <p:nvSpPr>
          <p:cNvPr id="11" name="椭圆 10"/>
          <p:cNvSpPr>
            <a:spLocks noChangeAspect="1"/>
          </p:cNvSpPr>
          <p:nvPr>
            <p:custDataLst>
              <p:tags r:id="rId9"/>
            </p:custDataLst>
          </p:nvPr>
        </p:nvSpPr>
        <p:spPr>
          <a:xfrm>
            <a:off x="1069975" y="5212080"/>
            <a:ext cx="514350" cy="514350"/>
          </a:xfrm>
          <a:prstGeom prst="ellipse">
            <a:avLst/>
          </a:prstGeom>
          <a:solidFill>
            <a:srgbClr val="808080"/>
          </a:solidFill>
          <a:ln w="12700" cap="flat" cmpd="sng" algn="ctr">
            <a:solidFill>
              <a:srgbClr val="000000"/>
            </a:solidFill>
            <a:prstDash val="solid"/>
            <a:round/>
            <a:headEnd type="none" w="med" len="med"/>
            <a:tailEnd type="none" w="med" len="med"/>
          </a:ln>
        </p:spPr>
        <p:txBody>
          <a:bodyPr vert="horz" wrap="none" lIns="91440" tIns="45720" rIns="91440" bIns="45720" numCol="1" anchor="ctr" anchorCtr="1" compatLnSpc="1">
            <a:noAutofit/>
          </a:bodyPr>
          <a:p>
            <a:pPr marL="0" marR="0" indent="0" algn="l" defTabSz="914400" rtl="0" eaLnBrk="1" fontAlgn="base" latinLnBrk="0" hangingPunct="1">
              <a:lnSpc>
                <a:spcPct val="120000"/>
              </a:lnSpc>
              <a:spcBef>
                <a:spcPct val="0"/>
              </a:spcBef>
              <a:spcAft>
                <a:spcPct val="0"/>
              </a:spcAft>
              <a:buClrTx/>
              <a:buSzTx/>
              <a:buNone/>
            </a:pPr>
            <a:r>
              <a:rPr kumimoji="1" lang="zh-CN" altLang="en-US" sz="1600" b="0" i="0" u="none" strike="noStrike" cap="none" normalizeH="0" baseline="0" smtClean="0">
                <a:ln>
                  <a:noFill/>
                </a:ln>
                <a:solidFill>
                  <a:srgbClr val="FFFFFF"/>
                </a:solidFill>
                <a:effectLst/>
                <a:latin typeface="微软雅黑" panose="020B0503020204020204" charset="-122"/>
                <a:ea typeface="微软雅黑" panose="020B0503020204020204" charset="-122"/>
              </a:rPr>
              <a:t>D</a:t>
            </a:r>
            <a:endParaRPr kumimoji="1" lang="zh-CN" altLang="en-US" sz="1600" b="0" i="0" u="none" strike="noStrike" cap="none" normalizeH="0" baseline="0" smtClean="0">
              <a:ln>
                <a:noFill/>
              </a:ln>
              <a:solidFill>
                <a:srgbClr val="FFFFFF"/>
              </a:solidFill>
              <a:effectLst/>
              <a:latin typeface="微软雅黑" panose="020B0503020204020204" charset="-122"/>
              <a:ea typeface="微软雅黑" panose="020B0503020204020204" charset="-122"/>
            </a:endParaRPr>
          </a:p>
        </p:txBody>
      </p:sp>
      <p:sp>
        <p:nvSpPr>
          <p:cNvPr id="12" name="圆角矩形 11"/>
          <p:cNvSpPr/>
          <p:nvPr>
            <p:custDataLst>
              <p:tags r:id="rId10"/>
            </p:custDataLst>
          </p:nvPr>
        </p:nvSpPr>
        <p:spPr>
          <a:xfrm>
            <a:off x="6172200" y="6214745"/>
            <a:ext cx="1543050" cy="411480"/>
          </a:xfrm>
          <a:prstGeom prst="roundRect">
            <a:avLst/>
          </a:prstGeom>
          <a:solidFill>
            <a:srgbClr val="808080"/>
          </a:solidFill>
          <a:ln w="38100" cap="flat" cmpd="sng" algn="ctr">
            <a:solidFill>
              <a:srgbClr val="000000"/>
            </a:solidFill>
            <a:prstDash val="solid"/>
            <a:round/>
            <a:headEnd type="none" w="med" len="med"/>
            <a:tailEnd type="none" w="med" len="med"/>
          </a:ln>
        </p:spPr>
        <p:txBody>
          <a:bodyPr vert="horz" wrap="none" lIns="91440" tIns="45720" rIns="91440" bIns="45720" numCol="1" anchor="ctr" anchorCtr="1" compatLnSpc="1">
            <a:noAutofit/>
          </a:bodyPr>
          <a:p>
            <a:pPr marL="0" marR="0" indent="0" algn="l" defTabSz="914400" rtl="0" eaLnBrk="1" fontAlgn="base" latinLnBrk="0" hangingPunct="1">
              <a:lnSpc>
                <a:spcPct val="120000"/>
              </a:lnSpc>
              <a:spcBef>
                <a:spcPct val="0"/>
              </a:spcBef>
              <a:spcAft>
                <a:spcPct val="0"/>
              </a:spcAft>
              <a:buClrTx/>
              <a:buSzTx/>
              <a:buNone/>
            </a:pPr>
            <a:r>
              <a:rPr kumimoji="1" lang="zh-CN" altLang="en-US" sz="1600" b="0" i="0" u="none" strike="noStrike" cap="none" normalizeH="0" baseline="0" smtClean="0">
                <a:ln>
                  <a:noFill/>
                </a:ln>
                <a:solidFill>
                  <a:srgbClr val="FFFFFF"/>
                </a:solidFill>
                <a:effectLst/>
                <a:latin typeface="微软雅黑" panose="020B0503020204020204" charset="-122"/>
                <a:ea typeface="微软雅黑" panose="020B0503020204020204" charset="-122"/>
              </a:rPr>
              <a:t>提交</a:t>
            </a:r>
            <a:endParaRPr kumimoji="1" lang="zh-CN" altLang="en-US" sz="1600" b="0" i="0" u="none" strike="noStrike" cap="none" normalizeH="0" baseline="0" smtClean="0">
              <a:ln>
                <a:noFill/>
              </a:ln>
              <a:solidFill>
                <a:srgbClr val="FFFFFF"/>
              </a:solidFill>
              <a:effectLst/>
              <a:latin typeface="微软雅黑" panose="020B0503020204020204" charset="-122"/>
              <a:ea typeface="微软雅黑" panose="020B0503020204020204" charset="-122"/>
            </a:endParaRPr>
          </a:p>
        </p:txBody>
      </p:sp>
      <p:sp>
        <p:nvSpPr>
          <p:cNvPr id="18" name="矩形 17"/>
          <p:cNvSpPr/>
          <p:nvPr>
            <p:custDataLst>
              <p:tags r:id="rId11"/>
            </p:custDataLst>
          </p:nvPr>
        </p:nvSpPr>
        <p:spPr>
          <a:xfrm>
            <a:off x="969010" y="2562860"/>
            <a:ext cx="821690" cy="3766185"/>
          </a:xfrm>
          <a:prstGeom prst="rect">
            <a:avLst/>
          </a:prstGeom>
          <a:solidFill>
            <a:schemeClr val="bg1"/>
          </a:solidFill>
          <a:ln w="9525" cap="flat" cmpd="sng" algn="ctr">
            <a:noFill/>
            <a:prstDash val="solid"/>
            <a:round/>
            <a:headEnd type="none" w="med" len="med"/>
            <a:tailEnd type="none" w="med" len="med"/>
          </a:ln>
        </p:spPr>
        <p:txBody>
          <a:bodyPr vert="horz" wrap="none" lIns="91440" tIns="45720" rIns="91440" bIns="45720" numCol="1" anchor="t" anchorCtr="0" compatLnSpc="1">
            <a:spAutoFit/>
          </a:bodyPr>
          <a:p>
            <a:pPr marL="0" marR="0" indent="0" algn="l" defTabSz="914400" rtl="0" eaLnBrk="1" fontAlgn="base" latinLnBrk="0" hangingPunct="1">
              <a:lnSpc>
                <a:spcPct val="120000"/>
              </a:lnSpc>
              <a:spcBef>
                <a:spcPct val="0"/>
              </a:spcBef>
              <a:spcAft>
                <a:spcPct val="0"/>
              </a:spcAft>
              <a:buClrTx/>
              <a:buSzTx/>
              <a:buFontTx/>
              <a:buBlip>
                <a:blip r:embed="rId12"/>
              </a:buBlip>
            </a:pPr>
            <a:endParaRPr kumimoji="1" lang="zh-CN" altLang="en-US" sz="2000" b="0" i="0" u="none" strike="noStrike" cap="none" normalizeH="0" baseline="0" smtClean="0">
              <a:ln>
                <a:noFill/>
              </a:ln>
              <a:solidFill>
                <a:srgbClr val="000099"/>
              </a:solidFill>
              <a:effectLst/>
              <a:latin typeface="Times New Roman" panose="02020603050405020304" pitchFamily="18" charset="0"/>
              <a:ea typeface="华文中宋" panose="02010600040101010101" pitchFamily="2" charset="-122"/>
            </a:endParaRPr>
          </a:p>
        </p:txBody>
      </p:sp>
      <p:grpSp>
        <p:nvGrpSpPr>
          <p:cNvPr id="17" name="组合 16"/>
          <p:cNvGrpSpPr/>
          <p:nvPr>
            <p:custDataLst>
              <p:tags r:id="rId13"/>
            </p:custDataLst>
          </p:nvPr>
        </p:nvGrpSpPr>
        <p:grpSpPr>
          <a:xfrm>
            <a:off x="0" y="0"/>
            <a:ext cx="9144000" cy="635000"/>
            <a:chOff x="0" y="0"/>
            <a:chExt cx="14400" cy="1000"/>
          </a:xfrm>
        </p:grpSpPr>
        <p:sp>
          <p:nvSpPr>
            <p:cNvPr id="13" name="TitleBackground"/>
            <p:cNvSpPr/>
            <p:nvPr>
              <p:custDataLst>
                <p:tags r:id="rId14"/>
              </p:custDataLst>
            </p:nvPr>
          </p:nvSpPr>
          <p:spPr>
            <a:xfrm>
              <a:off x="0" y="0"/>
              <a:ext cx="14400" cy="1000"/>
            </a:xfrm>
            <a:prstGeom prst="rect">
              <a:avLst/>
            </a:prstGeom>
            <a:solidFill>
              <a:srgbClr val="F6F7F8"/>
            </a:solidFill>
            <a:ln w="9525" cap="flat" cmpd="sng" algn="ctr">
              <a:noFill/>
              <a:prstDash val="solid"/>
              <a:round/>
              <a:headEnd type="none" w="med" len="med"/>
              <a:tailEnd type="none" w="med" len="med"/>
            </a:ln>
          </p:spPr>
          <p:txBody>
            <a:bodyPr vert="horz" wrap="none" lIns="91440" tIns="45720" rIns="91440" bIns="45720" numCol="1" anchor="t" anchorCtr="0" compatLnSpc="1">
              <a:spAutoFit/>
            </a:bodyPr>
            <a:p>
              <a:pPr marL="0" marR="0" indent="0" algn="l" defTabSz="914400" rtl="0" eaLnBrk="1" fontAlgn="base" latinLnBrk="0" hangingPunct="1">
                <a:lnSpc>
                  <a:spcPct val="120000"/>
                </a:lnSpc>
                <a:spcBef>
                  <a:spcPct val="0"/>
                </a:spcBef>
                <a:spcAft>
                  <a:spcPct val="0"/>
                </a:spcAft>
                <a:buClrTx/>
                <a:buSzTx/>
                <a:buFontTx/>
                <a:buBlip>
                  <a:blip r:embed="rId12"/>
                </a:buBlip>
              </a:pPr>
              <a:endParaRPr kumimoji="1" lang="zh-CN" altLang="en-US" sz="2000" b="0" i="0" u="none" strike="noStrike" cap="none" normalizeH="0" baseline="0" smtClean="0">
                <a:ln>
                  <a:noFill/>
                </a:ln>
                <a:solidFill>
                  <a:srgbClr val="000099"/>
                </a:solidFill>
                <a:effectLst/>
                <a:latin typeface="Times New Roman" panose="02020603050405020304" pitchFamily="18" charset="0"/>
                <a:ea typeface="华文中宋" panose="02010600040101010101" pitchFamily="2" charset="-122"/>
              </a:endParaRPr>
            </a:p>
          </p:txBody>
        </p:sp>
        <p:sp>
          <p:nvSpPr>
            <p:cNvPr id="14" name="ColorBlock"/>
            <p:cNvSpPr/>
            <p:nvPr>
              <p:custDataLst>
                <p:tags r:id="rId15"/>
              </p:custDataLst>
            </p:nvPr>
          </p:nvSpPr>
          <p:spPr>
            <a:xfrm>
              <a:off x="0" y="0"/>
              <a:ext cx="300" cy="1000"/>
            </a:xfrm>
            <a:prstGeom prst="rect">
              <a:avLst/>
            </a:prstGeom>
            <a:solidFill>
              <a:srgbClr val="639EF4"/>
            </a:solidFill>
            <a:ln w="9525" cap="flat" cmpd="sng" algn="ctr">
              <a:noFill/>
              <a:prstDash val="solid"/>
              <a:round/>
              <a:headEnd type="none" w="med" len="med"/>
              <a:tailEnd type="none" w="med" len="med"/>
            </a:ln>
          </p:spPr>
          <p:txBody>
            <a:bodyPr vert="horz" wrap="none" lIns="91440" tIns="45720" rIns="91440" bIns="45720" numCol="1" anchor="t" anchorCtr="0" compatLnSpc="1">
              <a:spAutoFit/>
            </a:bodyPr>
            <a:p>
              <a:pPr marL="0" marR="0" indent="0" algn="l" defTabSz="914400" rtl="0" eaLnBrk="1" fontAlgn="base" latinLnBrk="0" hangingPunct="1">
                <a:lnSpc>
                  <a:spcPct val="120000"/>
                </a:lnSpc>
                <a:spcBef>
                  <a:spcPct val="0"/>
                </a:spcBef>
                <a:spcAft>
                  <a:spcPct val="0"/>
                </a:spcAft>
                <a:buClrTx/>
                <a:buSzTx/>
                <a:buFontTx/>
                <a:buBlip>
                  <a:blip r:embed="rId12"/>
                </a:buBlip>
              </a:pPr>
              <a:endParaRPr kumimoji="1" lang="zh-CN" altLang="en-US" sz="2000" b="0" i="0" u="none" strike="noStrike" cap="none" normalizeH="0" baseline="0" smtClean="0">
                <a:ln>
                  <a:noFill/>
                </a:ln>
                <a:solidFill>
                  <a:srgbClr val="000099"/>
                </a:solidFill>
                <a:effectLst/>
                <a:latin typeface="Times New Roman" panose="02020603050405020304" pitchFamily="18" charset="0"/>
                <a:ea typeface="华文中宋" panose="02010600040101010101" pitchFamily="2" charset="-122"/>
              </a:endParaRPr>
            </a:p>
          </p:txBody>
        </p:sp>
        <p:sp>
          <p:nvSpPr>
            <p:cNvPr id="15" name="TypeText"/>
            <p:cNvSpPr txBox="1"/>
            <p:nvPr>
              <p:custDataLst>
                <p:tags r:id="rId16"/>
              </p:custDataLst>
            </p:nvPr>
          </p:nvSpPr>
          <p:spPr>
            <a:xfrm>
              <a:off x="400" y="0"/>
              <a:ext cx="3000" cy="1000"/>
            </a:xfrm>
            <a:prstGeom prst="rect">
              <a:avLst/>
            </a:prstGeom>
            <a:noFill/>
          </p:spPr>
          <p:txBody>
            <a:bodyPr wrap="none" rtlCol="0" anchor="ctr" anchorCtr="0">
              <a:noAutofit/>
            </a:bodyPr>
            <a:p>
              <a:pPr lvl="0" algn="l">
                <a:buNone/>
              </a:pPr>
              <a:r>
                <a:rPr lang="zh-CN" altLang="en-US" sz="2600">
                  <a:solidFill>
                    <a:srgbClr val="000000"/>
                  </a:solidFill>
                  <a:latin typeface="微软雅黑" panose="020B0503020204020204" charset="-122"/>
                  <a:ea typeface="微软雅黑" panose="020B0503020204020204" charset="-122"/>
                </a:rPr>
                <a:t>单选题</a:t>
              </a:r>
              <a:endParaRPr lang="zh-CN" altLang="en-US" sz="2600">
                <a:solidFill>
                  <a:srgbClr val="000000"/>
                </a:solidFill>
                <a:latin typeface="微软雅黑" panose="020B0503020204020204" charset="-122"/>
                <a:ea typeface="微软雅黑" panose="020B0503020204020204" charset="-122"/>
              </a:endParaRPr>
            </a:p>
          </p:txBody>
        </p:sp>
        <p:sp>
          <p:nvSpPr>
            <p:cNvPr id="16" name="TipText"/>
            <p:cNvSpPr txBox="1"/>
            <p:nvPr>
              <p:custDataLst>
                <p:tags r:id="rId17"/>
              </p:custDataLst>
            </p:nvPr>
          </p:nvSpPr>
          <p:spPr>
            <a:xfrm>
              <a:off x="2248" y="172"/>
              <a:ext cx="3600" cy="800"/>
            </a:xfrm>
            <a:prstGeom prst="rect">
              <a:avLst/>
            </a:prstGeom>
            <a:noFill/>
          </p:spPr>
          <p:txBody>
            <a:bodyPr wrap="none" rtlCol="0" anchor="ctr" anchorCtr="0">
              <a:noAutofit/>
            </a:bodyPr>
            <a:p>
              <a:pPr lvl="0" algn="l">
                <a:buNone/>
              </a:pPr>
              <a:r>
                <a:rPr lang="zh-CN" altLang="en-US">
                  <a:solidFill>
                    <a:srgbClr val="808080"/>
                  </a:solidFill>
                  <a:latin typeface="微软雅黑" panose="020B0503020204020204" charset="-122"/>
                  <a:ea typeface="微软雅黑" panose="020B0503020204020204" charset="-122"/>
                  <a:cs typeface="微软雅黑" panose="020B0503020204020204" charset="-122"/>
                </a:rPr>
                <a:t>2分</a:t>
              </a:r>
              <a:endParaRPr lang="zh-CN" altLang="en-US">
                <a:solidFill>
                  <a:srgbClr val="808080"/>
                </a:solidFill>
                <a:latin typeface="微软雅黑" panose="020B0503020204020204" charset="-122"/>
                <a:ea typeface="微软雅黑" panose="020B0503020204020204" charset="-122"/>
                <a:cs typeface="微软雅黑" panose="020B0503020204020204" charset="-122"/>
              </a:endParaRPr>
            </a:p>
          </p:txBody>
        </p:sp>
      </p:grpSp>
      <p:pic>
        <p:nvPicPr>
          <p:cNvPr id="2" name="图片 1" descr="tmpC5F0"/>
          <p:cNvPicPr>
            <a:picLocks noChangeAspect="1"/>
          </p:cNvPicPr>
          <p:nvPr>
            <p:custDataLst>
              <p:tags r:id="rId18"/>
            </p:custDataLst>
          </p:nvPr>
        </p:nvPicPr>
        <p:blipFill>
          <a:blip r:embed="rId19"/>
          <a:stretch>
            <a:fillRect/>
          </a:stretch>
        </p:blipFill>
        <p:spPr>
          <a:xfrm>
            <a:off x="7594600" y="63500"/>
            <a:ext cx="1422400" cy="508000"/>
          </a:xfrm>
          <a:prstGeom prst="rect">
            <a:avLst/>
          </a:prstGeom>
        </p:spPr>
      </p:pic>
    </p:spTree>
    <p:custDataLst>
      <p:tags r:id="rId20"/>
    </p:custDataLst>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xit" presetSubtype="1" fill="hold" grpId="0" nodeType="clickEffect">
                                  <p:stCondLst>
                                    <p:cond delay="0"/>
                                  </p:stCondLst>
                                  <p:childTnLst>
                                    <p:animEffect transition="out" filter="wipe(up)">
                                      <p:cBhvr>
                                        <p:cTn id="6" dur="500"/>
                                        <p:tgtEl>
                                          <p:spTgt spid="18"/>
                                        </p:tgtEl>
                                      </p:cBhvr>
                                    </p:animEffect>
                                    <p:set>
                                      <p:cBhvr>
                                        <p:cTn id="7" dur="1" fill="hold">
                                          <p:stCondLst>
                                            <p:cond delay="499"/>
                                          </p:stCondLst>
                                        </p:cTn>
                                        <p:tgtEl>
                                          <p:spTgt spid="18"/>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bldLvl="0" animBg="1"/>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文本框 2"/>
          <p:cNvSpPr txBox="1"/>
          <p:nvPr>
            <p:custDataLst>
              <p:tags r:id="rId1"/>
            </p:custDataLst>
          </p:nvPr>
        </p:nvSpPr>
        <p:spPr>
          <a:xfrm>
            <a:off x="914400" y="635000"/>
            <a:ext cx="7315200" cy="2143125"/>
          </a:xfrm>
          <a:prstGeom prst="rect">
            <a:avLst/>
          </a:prstGeom>
          <a:noFill/>
        </p:spPr>
        <p:txBody>
          <a:bodyPr wrap="square" rtlCol="0" anchor="ctr" anchorCtr="0">
            <a:noAutofit/>
          </a:bodyPr>
          <a:p>
            <a:pPr lvl="0" algn="l">
              <a:buNone/>
            </a:pPr>
            <a:r>
              <a:rPr lang="en-US" altLang="zh-CN" sz="2600">
                <a:solidFill>
                  <a:srgbClr val="000000"/>
                </a:solidFill>
                <a:latin typeface="微软雅黑" panose="020B0503020204020204" charset="-122"/>
                <a:ea typeface="微软雅黑" panose="020B0503020204020204" charset="-122"/>
              </a:rPr>
              <a:t>5</a:t>
            </a:r>
            <a:r>
              <a:rPr lang="zh-CN" altLang="en-US" sz="2600">
                <a:solidFill>
                  <a:srgbClr val="000000"/>
                </a:solidFill>
                <a:latin typeface="微软雅黑" panose="020B0503020204020204" charset="-122"/>
                <a:ea typeface="微软雅黑" panose="020B0503020204020204" charset="-122"/>
              </a:rPr>
              <a:t>、起重机吊钩宜选用____</a:t>
            </a:r>
            <a:endParaRPr lang="zh-CN" altLang="en-US" sz="2600">
              <a:solidFill>
                <a:srgbClr val="000000"/>
              </a:solidFill>
              <a:latin typeface="微软雅黑" panose="020B0503020204020204" charset="-122"/>
              <a:ea typeface="微软雅黑" panose="020B0503020204020204" charset="-122"/>
            </a:endParaRPr>
          </a:p>
        </p:txBody>
      </p:sp>
      <p:sp>
        <p:nvSpPr>
          <p:cNvPr id="4" name="文本框 3"/>
          <p:cNvSpPr txBox="1"/>
          <p:nvPr>
            <p:custDataLst>
              <p:tags r:id="rId2"/>
            </p:custDataLst>
          </p:nvPr>
        </p:nvSpPr>
        <p:spPr>
          <a:xfrm>
            <a:off x="1828800" y="2785745"/>
            <a:ext cx="6400800" cy="642620"/>
          </a:xfrm>
          <a:prstGeom prst="rect">
            <a:avLst/>
          </a:prstGeom>
          <a:noFill/>
        </p:spPr>
        <p:txBody>
          <a:bodyPr wrap="square" rtlCol="0" anchor="ctr" anchorCtr="0">
            <a:noAutofit/>
          </a:bodyPr>
          <a:p>
            <a:pPr lvl="0" indent="0" algn="l">
              <a:buNone/>
            </a:pPr>
            <a:r>
              <a:rPr lang="zh-CN" altLang="en-US" sz="2600">
                <a:solidFill>
                  <a:srgbClr val="000000"/>
                </a:solidFill>
                <a:latin typeface="微软雅黑" panose="020B0503020204020204" charset="-122"/>
                <a:ea typeface="微软雅黑" panose="020B0503020204020204" charset="-122"/>
              </a:rPr>
              <a:t>角接触球轴承</a:t>
            </a:r>
            <a:endParaRPr lang="zh-CN" altLang="en-US" sz="2600">
              <a:solidFill>
                <a:srgbClr val="000000"/>
              </a:solidFill>
              <a:latin typeface="微软雅黑" panose="020B0503020204020204" charset="-122"/>
              <a:ea typeface="微软雅黑" panose="020B0503020204020204" charset="-122"/>
            </a:endParaRPr>
          </a:p>
        </p:txBody>
      </p:sp>
      <p:sp>
        <p:nvSpPr>
          <p:cNvPr id="5" name="文本框 4"/>
          <p:cNvSpPr txBox="1"/>
          <p:nvPr>
            <p:custDataLst>
              <p:tags r:id="rId3"/>
            </p:custDataLst>
          </p:nvPr>
        </p:nvSpPr>
        <p:spPr>
          <a:xfrm>
            <a:off x="1828800" y="3642995"/>
            <a:ext cx="6400800" cy="642620"/>
          </a:xfrm>
          <a:prstGeom prst="rect">
            <a:avLst/>
          </a:prstGeom>
          <a:noFill/>
        </p:spPr>
        <p:txBody>
          <a:bodyPr wrap="square" rtlCol="0" anchor="ctr" anchorCtr="0">
            <a:noAutofit/>
          </a:bodyPr>
          <a:p>
            <a:pPr lvl="0" indent="0" algn="l">
              <a:buNone/>
            </a:pPr>
            <a:r>
              <a:rPr lang="zh-CN" altLang="en-US" sz="2600">
                <a:solidFill>
                  <a:srgbClr val="000000"/>
                </a:solidFill>
                <a:latin typeface="微软雅黑" panose="020B0503020204020204" charset="-122"/>
                <a:ea typeface="微软雅黑" panose="020B0503020204020204" charset="-122"/>
              </a:rPr>
              <a:t>深沟球轴承</a:t>
            </a:r>
            <a:endParaRPr lang="zh-CN" altLang="en-US" sz="2600">
              <a:solidFill>
                <a:srgbClr val="000000"/>
              </a:solidFill>
              <a:latin typeface="微软雅黑" panose="020B0503020204020204" charset="-122"/>
              <a:ea typeface="微软雅黑" panose="020B0503020204020204" charset="-122"/>
            </a:endParaRPr>
          </a:p>
        </p:txBody>
      </p:sp>
      <p:sp>
        <p:nvSpPr>
          <p:cNvPr id="6" name="文本框 5"/>
          <p:cNvSpPr txBox="1"/>
          <p:nvPr>
            <p:custDataLst>
              <p:tags r:id="rId4"/>
            </p:custDataLst>
          </p:nvPr>
        </p:nvSpPr>
        <p:spPr>
          <a:xfrm>
            <a:off x="1828800" y="4500245"/>
            <a:ext cx="6400800" cy="642620"/>
          </a:xfrm>
          <a:prstGeom prst="rect">
            <a:avLst/>
          </a:prstGeom>
          <a:noFill/>
        </p:spPr>
        <p:txBody>
          <a:bodyPr wrap="square" rtlCol="0" anchor="ctr" anchorCtr="0">
            <a:noAutofit/>
          </a:bodyPr>
          <a:p>
            <a:pPr lvl="0" indent="0" algn="l">
              <a:buNone/>
            </a:pPr>
            <a:r>
              <a:rPr lang="zh-CN" altLang="en-US" sz="2600">
                <a:solidFill>
                  <a:srgbClr val="000000"/>
                </a:solidFill>
                <a:latin typeface="微软雅黑" panose="020B0503020204020204" charset="-122"/>
                <a:ea typeface="微软雅黑" panose="020B0503020204020204" charset="-122"/>
              </a:rPr>
              <a:t>推力球轴承</a:t>
            </a:r>
            <a:endParaRPr lang="zh-CN" altLang="en-US" sz="2600">
              <a:solidFill>
                <a:srgbClr val="000000"/>
              </a:solidFill>
              <a:latin typeface="微软雅黑" panose="020B0503020204020204" charset="-122"/>
              <a:ea typeface="微软雅黑" panose="020B0503020204020204" charset="-122"/>
            </a:endParaRPr>
          </a:p>
        </p:txBody>
      </p:sp>
      <p:sp>
        <p:nvSpPr>
          <p:cNvPr id="7" name="文本框 6"/>
          <p:cNvSpPr txBox="1"/>
          <p:nvPr>
            <p:custDataLst>
              <p:tags r:id="rId5"/>
            </p:custDataLst>
          </p:nvPr>
        </p:nvSpPr>
        <p:spPr>
          <a:xfrm>
            <a:off x="1828800" y="5357495"/>
            <a:ext cx="6400800" cy="642620"/>
          </a:xfrm>
          <a:prstGeom prst="rect">
            <a:avLst/>
          </a:prstGeom>
          <a:noFill/>
        </p:spPr>
        <p:txBody>
          <a:bodyPr wrap="square" rtlCol="0" anchor="ctr" anchorCtr="0">
            <a:noAutofit/>
          </a:bodyPr>
          <a:p>
            <a:pPr lvl="0" indent="0" algn="l">
              <a:buNone/>
            </a:pPr>
            <a:r>
              <a:rPr lang="zh-CN" altLang="en-US" sz="2600">
                <a:solidFill>
                  <a:srgbClr val="000000"/>
                </a:solidFill>
                <a:latin typeface="微软雅黑" panose="020B0503020204020204" charset="-122"/>
                <a:ea typeface="微软雅黑" panose="020B0503020204020204" charset="-122"/>
              </a:rPr>
              <a:t>调心球轴承</a:t>
            </a:r>
            <a:endParaRPr lang="zh-CN" altLang="en-US" sz="2600">
              <a:solidFill>
                <a:srgbClr val="000000"/>
              </a:solidFill>
              <a:latin typeface="微软雅黑" panose="020B0503020204020204" charset="-122"/>
              <a:ea typeface="微软雅黑" panose="020B0503020204020204" charset="-122"/>
            </a:endParaRPr>
          </a:p>
        </p:txBody>
      </p:sp>
      <p:sp>
        <p:nvSpPr>
          <p:cNvPr id="8" name="椭圆 7"/>
          <p:cNvSpPr>
            <a:spLocks noChangeAspect="1"/>
          </p:cNvSpPr>
          <p:nvPr>
            <p:custDataLst>
              <p:tags r:id="rId6"/>
            </p:custDataLst>
          </p:nvPr>
        </p:nvSpPr>
        <p:spPr>
          <a:xfrm>
            <a:off x="1114425" y="2849880"/>
            <a:ext cx="514350" cy="514350"/>
          </a:xfrm>
          <a:prstGeom prst="ellipse">
            <a:avLst/>
          </a:prstGeom>
          <a:solidFill>
            <a:srgbClr val="808080"/>
          </a:solidFill>
          <a:ln w="12700" cap="flat" cmpd="sng" algn="ctr">
            <a:solidFill>
              <a:srgbClr val="000000"/>
            </a:solidFill>
            <a:prstDash val="solid"/>
            <a:round/>
            <a:headEnd type="none" w="med" len="med"/>
            <a:tailEnd type="none" w="med" len="med"/>
          </a:ln>
        </p:spPr>
        <p:txBody>
          <a:bodyPr vert="horz" wrap="none" lIns="91440" tIns="45720" rIns="91440" bIns="45720" numCol="1" anchor="ctr" anchorCtr="1" compatLnSpc="1">
            <a:noAutofit/>
          </a:bodyPr>
          <a:p>
            <a:pPr marL="0" marR="0" indent="0" algn="l" defTabSz="914400" rtl="0" eaLnBrk="1" fontAlgn="base" latinLnBrk="0" hangingPunct="1">
              <a:lnSpc>
                <a:spcPct val="120000"/>
              </a:lnSpc>
              <a:spcBef>
                <a:spcPct val="0"/>
              </a:spcBef>
              <a:spcAft>
                <a:spcPct val="0"/>
              </a:spcAft>
              <a:buClrTx/>
              <a:buSzTx/>
              <a:buNone/>
            </a:pPr>
            <a:r>
              <a:rPr kumimoji="1" lang="zh-CN" altLang="en-US" sz="1600" b="0" i="0" u="none" strike="noStrike" cap="none" normalizeH="0" baseline="0" smtClean="0">
                <a:ln>
                  <a:noFill/>
                </a:ln>
                <a:solidFill>
                  <a:srgbClr val="FFFFFF"/>
                </a:solidFill>
                <a:effectLst/>
                <a:latin typeface="微软雅黑" panose="020B0503020204020204" charset="-122"/>
                <a:ea typeface="微软雅黑" panose="020B0503020204020204" charset="-122"/>
              </a:rPr>
              <a:t>A</a:t>
            </a:r>
            <a:endParaRPr kumimoji="1" lang="zh-CN" altLang="en-US" sz="1600" b="0" i="0" u="none" strike="noStrike" cap="none" normalizeH="0" baseline="0" smtClean="0">
              <a:ln>
                <a:noFill/>
              </a:ln>
              <a:solidFill>
                <a:srgbClr val="FFFFFF"/>
              </a:solidFill>
              <a:effectLst/>
              <a:latin typeface="微软雅黑" panose="020B0503020204020204" charset="-122"/>
              <a:ea typeface="微软雅黑" panose="020B0503020204020204" charset="-122"/>
            </a:endParaRPr>
          </a:p>
        </p:txBody>
      </p:sp>
      <p:sp>
        <p:nvSpPr>
          <p:cNvPr id="9" name="椭圆 8"/>
          <p:cNvSpPr>
            <a:spLocks noChangeAspect="1"/>
          </p:cNvSpPr>
          <p:nvPr>
            <p:custDataLst>
              <p:tags r:id="rId7"/>
            </p:custDataLst>
          </p:nvPr>
        </p:nvSpPr>
        <p:spPr>
          <a:xfrm>
            <a:off x="1114425" y="3707130"/>
            <a:ext cx="514350" cy="514350"/>
          </a:xfrm>
          <a:prstGeom prst="ellipse">
            <a:avLst/>
          </a:prstGeom>
          <a:solidFill>
            <a:srgbClr val="808080"/>
          </a:solidFill>
          <a:ln w="12700" cap="flat" cmpd="sng" algn="ctr">
            <a:solidFill>
              <a:srgbClr val="000000"/>
            </a:solidFill>
            <a:prstDash val="solid"/>
            <a:round/>
            <a:headEnd type="none" w="med" len="med"/>
            <a:tailEnd type="none" w="med" len="med"/>
          </a:ln>
        </p:spPr>
        <p:txBody>
          <a:bodyPr vert="horz" wrap="none" lIns="91440" tIns="45720" rIns="91440" bIns="45720" numCol="1" anchor="ctr" anchorCtr="1" compatLnSpc="1">
            <a:noAutofit/>
          </a:bodyPr>
          <a:p>
            <a:pPr marL="0" marR="0" indent="0" algn="l" defTabSz="914400" rtl="0" eaLnBrk="1" fontAlgn="base" latinLnBrk="0" hangingPunct="1">
              <a:lnSpc>
                <a:spcPct val="120000"/>
              </a:lnSpc>
              <a:spcBef>
                <a:spcPct val="0"/>
              </a:spcBef>
              <a:spcAft>
                <a:spcPct val="0"/>
              </a:spcAft>
              <a:buClrTx/>
              <a:buSzTx/>
              <a:buNone/>
            </a:pPr>
            <a:r>
              <a:rPr kumimoji="1" lang="zh-CN" altLang="en-US" sz="1600" b="0" i="0" u="none" strike="noStrike" cap="none" normalizeH="0" baseline="0" smtClean="0">
                <a:ln>
                  <a:noFill/>
                </a:ln>
                <a:solidFill>
                  <a:srgbClr val="FFFFFF"/>
                </a:solidFill>
                <a:effectLst/>
                <a:latin typeface="微软雅黑" panose="020B0503020204020204" charset="-122"/>
                <a:ea typeface="微软雅黑" panose="020B0503020204020204" charset="-122"/>
              </a:rPr>
              <a:t>B</a:t>
            </a:r>
            <a:endParaRPr kumimoji="1" lang="zh-CN" altLang="en-US" sz="1600" b="0" i="0" u="none" strike="noStrike" cap="none" normalizeH="0" baseline="0" smtClean="0">
              <a:ln>
                <a:noFill/>
              </a:ln>
              <a:solidFill>
                <a:srgbClr val="FFFFFF"/>
              </a:solidFill>
              <a:effectLst/>
              <a:latin typeface="微软雅黑" panose="020B0503020204020204" charset="-122"/>
              <a:ea typeface="微软雅黑" panose="020B0503020204020204" charset="-122"/>
            </a:endParaRPr>
          </a:p>
        </p:txBody>
      </p:sp>
      <p:sp>
        <p:nvSpPr>
          <p:cNvPr id="10" name="椭圆 9"/>
          <p:cNvSpPr>
            <a:spLocks noChangeAspect="1"/>
          </p:cNvSpPr>
          <p:nvPr>
            <p:custDataLst>
              <p:tags r:id="rId8"/>
            </p:custDataLst>
          </p:nvPr>
        </p:nvSpPr>
        <p:spPr>
          <a:xfrm>
            <a:off x="1114425" y="4564380"/>
            <a:ext cx="514350" cy="514350"/>
          </a:xfrm>
          <a:prstGeom prst="ellipse">
            <a:avLst/>
          </a:prstGeom>
          <a:solidFill>
            <a:srgbClr val="00FF00"/>
          </a:solidFill>
          <a:ln w="25400" cap="flat" cmpd="sng" algn="ctr">
            <a:solidFill>
              <a:srgbClr val="000000"/>
            </a:solidFill>
            <a:prstDash val="solid"/>
            <a:round/>
            <a:headEnd type="none" w="med" len="med"/>
            <a:tailEnd type="none" w="med" len="med"/>
          </a:ln>
        </p:spPr>
        <p:txBody>
          <a:bodyPr vert="horz" wrap="none" lIns="91440" tIns="45720" rIns="91440" bIns="45720" numCol="1" anchor="ctr" anchorCtr="1" compatLnSpc="1">
            <a:noAutofit/>
          </a:bodyPr>
          <a:p>
            <a:pPr marL="0" marR="0" indent="0" algn="l" defTabSz="914400" rtl="0" eaLnBrk="1" fontAlgn="base" latinLnBrk="0" hangingPunct="1">
              <a:lnSpc>
                <a:spcPct val="120000"/>
              </a:lnSpc>
              <a:spcBef>
                <a:spcPct val="0"/>
              </a:spcBef>
              <a:spcAft>
                <a:spcPct val="0"/>
              </a:spcAft>
              <a:buClrTx/>
              <a:buSzTx/>
              <a:buNone/>
            </a:pPr>
            <a:r>
              <a:rPr kumimoji="1" lang="zh-CN" altLang="en-US" sz="1600" b="0" i="0" u="none" strike="noStrike" cap="none" normalizeH="0" baseline="0" smtClean="0">
                <a:ln>
                  <a:noFill/>
                </a:ln>
                <a:solidFill>
                  <a:srgbClr val="FFFFFF"/>
                </a:solidFill>
                <a:effectLst/>
                <a:latin typeface="微软雅黑" panose="020B0503020204020204" charset="-122"/>
                <a:ea typeface="微软雅黑" panose="020B0503020204020204" charset="-122"/>
              </a:rPr>
              <a:t>C</a:t>
            </a:r>
            <a:endParaRPr kumimoji="1" lang="zh-CN" altLang="en-US" sz="1600" b="0" i="0" u="none" strike="noStrike" cap="none" normalizeH="0" baseline="0" smtClean="0">
              <a:ln>
                <a:noFill/>
              </a:ln>
              <a:solidFill>
                <a:srgbClr val="FFFFFF"/>
              </a:solidFill>
              <a:effectLst/>
              <a:latin typeface="微软雅黑" panose="020B0503020204020204" charset="-122"/>
              <a:ea typeface="微软雅黑" panose="020B0503020204020204" charset="-122"/>
            </a:endParaRPr>
          </a:p>
        </p:txBody>
      </p:sp>
      <p:sp>
        <p:nvSpPr>
          <p:cNvPr id="11" name="椭圆 10"/>
          <p:cNvSpPr>
            <a:spLocks noChangeAspect="1"/>
          </p:cNvSpPr>
          <p:nvPr>
            <p:custDataLst>
              <p:tags r:id="rId9"/>
            </p:custDataLst>
          </p:nvPr>
        </p:nvSpPr>
        <p:spPr>
          <a:xfrm>
            <a:off x="1114425" y="5421630"/>
            <a:ext cx="514350" cy="514350"/>
          </a:xfrm>
          <a:prstGeom prst="ellipse">
            <a:avLst/>
          </a:prstGeom>
          <a:solidFill>
            <a:srgbClr val="808080"/>
          </a:solidFill>
          <a:ln w="12700" cap="flat" cmpd="sng" algn="ctr">
            <a:solidFill>
              <a:srgbClr val="000000"/>
            </a:solidFill>
            <a:prstDash val="solid"/>
            <a:round/>
            <a:headEnd type="none" w="med" len="med"/>
            <a:tailEnd type="none" w="med" len="med"/>
          </a:ln>
        </p:spPr>
        <p:txBody>
          <a:bodyPr vert="horz" wrap="none" lIns="91440" tIns="45720" rIns="91440" bIns="45720" numCol="1" anchor="ctr" anchorCtr="1" compatLnSpc="1">
            <a:noAutofit/>
          </a:bodyPr>
          <a:p>
            <a:pPr marL="0" marR="0" indent="0" algn="l" defTabSz="914400" rtl="0" eaLnBrk="1" fontAlgn="base" latinLnBrk="0" hangingPunct="1">
              <a:lnSpc>
                <a:spcPct val="120000"/>
              </a:lnSpc>
              <a:spcBef>
                <a:spcPct val="0"/>
              </a:spcBef>
              <a:spcAft>
                <a:spcPct val="0"/>
              </a:spcAft>
              <a:buClrTx/>
              <a:buSzTx/>
              <a:buNone/>
            </a:pPr>
            <a:r>
              <a:rPr kumimoji="1" lang="zh-CN" altLang="en-US" sz="1600" b="0" i="0" u="none" strike="noStrike" cap="none" normalizeH="0" baseline="0" smtClean="0">
                <a:ln>
                  <a:noFill/>
                </a:ln>
                <a:solidFill>
                  <a:srgbClr val="FFFFFF"/>
                </a:solidFill>
                <a:effectLst/>
                <a:latin typeface="微软雅黑" panose="020B0503020204020204" charset="-122"/>
                <a:ea typeface="微软雅黑" panose="020B0503020204020204" charset="-122"/>
              </a:rPr>
              <a:t>D</a:t>
            </a:r>
            <a:endParaRPr kumimoji="1" lang="zh-CN" altLang="en-US" sz="1600" b="0" i="0" u="none" strike="noStrike" cap="none" normalizeH="0" baseline="0" smtClean="0">
              <a:ln>
                <a:noFill/>
              </a:ln>
              <a:solidFill>
                <a:srgbClr val="FFFFFF"/>
              </a:solidFill>
              <a:effectLst/>
              <a:latin typeface="微软雅黑" panose="020B0503020204020204" charset="-122"/>
              <a:ea typeface="微软雅黑" panose="020B0503020204020204" charset="-122"/>
            </a:endParaRPr>
          </a:p>
        </p:txBody>
      </p:sp>
      <p:sp>
        <p:nvSpPr>
          <p:cNvPr id="12" name="圆角矩形 11"/>
          <p:cNvSpPr/>
          <p:nvPr>
            <p:custDataLst>
              <p:tags r:id="rId10"/>
            </p:custDataLst>
          </p:nvPr>
        </p:nvSpPr>
        <p:spPr>
          <a:xfrm>
            <a:off x="6172200" y="6214745"/>
            <a:ext cx="1543050" cy="411480"/>
          </a:xfrm>
          <a:prstGeom prst="roundRect">
            <a:avLst/>
          </a:prstGeom>
          <a:solidFill>
            <a:srgbClr val="808080"/>
          </a:solidFill>
          <a:ln w="38100" cap="flat" cmpd="sng" algn="ctr">
            <a:solidFill>
              <a:srgbClr val="000000"/>
            </a:solidFill>
            <a:prstDash val="solid"/>
            <a:round/>
            <a:headEnd type="none" w="med" len="med"/>
            <a:tailEnd type="none" w="med" len="med"/>
          </a:ln>
        </p:spPr>
        <p:txBody>
          <a:bodyPr vert="horz" wrap="none" lIns="91440" tIns="45720" rIns="91440" bIns="45720" numCol="1" anchor="ctr" anchorCtr="1" compatLnSpc="1">
            <a:noAutofit/>
          </a:bodyPr>
          <a:p>
            <a:pPr marL="0" marR="0" indent="0" algn="l" defTabSz="914400" rtl="0" eaLnBrk="1" fontAlgn="base" latinLnBrk="0" hangingPunct="1">
              <a:lnSpc>
                <a:spcPct val="120000"/>
              </a:lnSpc>
              <a:spcBef>
                <a:spcPct val="0"/>
              </a:spcBef>
              <a:spcAft>
                <a:spcPct val="0"/>
              </a:spcAft>
              <a:buClrTx/>
              <a:buSzTx/>
              <a:buNone/>
            </a:pPr>
            <a:r>
              <a:rPr kumimoji="1" lang="zh-CN" altLang="en-US" sz="1600" b="0" i="0" u="none" strike="noStrike" cap="none" normalizeH="0" baseline="0" smtClean="0">
                <a:ln>
                  <a:noFill/>
                </a:ln>
                <a:solidFill>
                  <a:srgbClr val="FFFFFF"/>
                </a:solidFill>
                <a:effectLst/>
                <a:latin typeface="微软雅黑" panose="020B0503020204020204" charset="-122"/>
                <a:ea typeface="微软雅黑" panose="020B0503020204020204" charset="-122"/>
              </a:rPr>
              <a:t>提交</a:t>
            </a:r>
            <a:endParaRPr kumimoji="1" lang="zh-CN" altLang="en-US" sz="1600" b="0" i="0" u="none" strike="noStrike" cap="none" normalizeH="0" baseline="0" smtClean="0">
              <a:ln>
                <a:noFill/>
              </a:ln>
              <a:solidFill>
                <a:srgbClr val="FFFFFF"/>
              </a:solidFill>
              <a:effectLst/>
              <a:latin typeface="微软雅黑" panose="020B0503020204020204" charset="-122"/>
              <a:ea typeface="微软雅黑" panose="020B0503020204020204" charset="-122"/>
            </a:endParaRPr>
          </a:p>
        </p:txBody>
      </p:sp>
      <p:grpSp>
        <p:nvGrpSpPr>
          <p:cNvPr id="17" name="组合 16"/>
          <p:cNvGrpSpPr/>
          <p:nvPr>
            <p:custDataLst>
              <p:tags r:id="rId11"/>
            </p:custDataLst>
          </p:nvPr>
        </p:nvGrpSpPr>
        <p:grpSpPr>
          <a:xfrm>
            <a:off x="0" y="0"/>
            <a:ext cx="9144000" cy="635000"/>
            <a:chOff x="0" y="0"/>
            <a:chExt cx="14400" cy="1000"/>
          </a:xfrm>
        </p:grpSpPr>
        <p:sp>
          <p:nvSpPr>
            <p:cNvPr id="13" name="TitleBackground"/>
            <p:cNvSpPr/>
            <p:nvPr>
              <p:custDataLst>
                <p:tags r:id="rId12"/>
              </p:custDataLst>
            </p:nvPr>
          </p:nvSpPr>
          <p:spPr>
            <a:xfrm>
              <a:off x="0" y="0"/>
              <a:ext cx="14400" cy="1000"/>
            </a:xfrm>
            <a:prstGeom prst="rect">
              <a:avLst/>
            </a:prstGeom>
            <a:solidFill>
              <a:srgbClr val="F6F7F8"/>
            </a:solidFill>
            <a:ln w="9525" cap="flat" cmpd="sng" algn="ctr">
              <a:noFill/>
              <a:prstDash val="solid"/>
              <a:round/>
              <a:headEnd type="none" w="med" len="med"/>
              <a:tailEnd type="none" w="med" len="med"/>
            </a:ln>
          </p:spPr>
          <p:txBody>
            <a:bodyPr vert="horz" wrap="none" lIns="91440" tIns="45720" rIns="91440" bIns="45720" numCol="1" anchor="t" anchorCtr="0" compatLnSpc="1">
              <a:spAutoFit/>
            </a:bodyPr>
            <a:p>
              <a:pPr marL="0" marR="0" indent="0" algn="l" defTabSz="914400" rtl="0" eaLnBrk="1" fontAlgn="base" latinLnBrk="0" hangingPunct="1">
                <a:lnSpc>
                  <a:spcPct val="120000"/>
                </a:lnSpc>
                <a:spcBef>
                  <a:spcPct val="0"/>
                </a:spcBef>
                <a:spcAft>
                  <a:spcPct val="0"/>
                </a:spcAft>
                <a:buClrTx/>
                <a:buSzTx/>
                <a:buFontTx/>
                <a:buBlip>
                  <a:blip r:embed="rId13"/>
                </a:buBlip>
              </a:pPr>
              <a:endParaRPr kumimoji="1" lang="zh-CN" altLang="en-US" sz="2000" b="0" i="0" u="none" strike="noStrike" cap="none" normalizeH="0" baseline="0" smtClean="0">
                <a:ln>
                  <a:noFill/>
                </a:ln>
                <a:solidFill>
                  <a:srgbClr val="000099"/>
                </a:solidFill>
                <a:effectLst/>
                <a:latin typeface="Times New Roman" panose="02020603050405020304" pitchFamily="18" charset="0"/>
                <a:ea typeface="华文中宋" panose="02010600040101010101" pitchFamily="2" charset="-122"/>
              </a:endParaRPr>
            </a:p>
          </p:txBody>
        </p:sp>
        <p:sp>
          <p:nvSpPr>
            <p:cNvPr id="14" name="ColorBlock"/>
            <p:cNvSpPr/>
            <p:nvPr>
              <p:custDataLst>
                <p:tags r:id="rId14"/>
              </p:custDataLst>
            </p:nvPr>
          </p:nvSpPr>
          <p:spPr>
            <a:xfrm>
              <a:off x="0" y="0"/>
              <a:ext cx="300" cy="1000"/>
            </a:xfrm>
            <a:prstGeom prst="rect">
              <a:avLst/>
            </a:prstGeom>
            <a:solidFill>
              <a:srgbClr val="639EF4"/>
            </a:solidFill>
            <a:ln w="9525" cap="flat" cmpd="sng" algn="ctr">
              <a:noFill/>
              <a:prstDash val="solid"/>
              <a:round/>
              <a:headEnd type="none" w="med" len="med"/>
              <a:tailEnd type="none" w="med" len="med"/>
            </a:ln>
          </p:spPr>
          <p:txBody>
            <a:bodyPr vert="horz" wrap="none" lIns="91440" tIns="45720" rIns="91440" bIns="45720" numCol="1" anchor="t" anchorCtr="0" compatLnSpc="1">
              <a:spAutoFit/>
            </a:bodyPr>
            <a:p>
              <a:pPr marL="0" marR="0" indent="0" algn="l" defTabSz="914400" rtl="0" eaLnBrk="1" fontAlgn="base" latinLnBrk="0" hangingPunct="1">
                <a:lnSpc>
                  <a:spcPct val="120000"/>
                </a:lnSpc>
                <a:spcBef>
                  <a:spcPct val="0"/>
                </a:spcBef>
                <a:spcAft>
                  <a:spcPct val="0"/>
                </a:spcAft>
                <a:buClrTx/>
                <a:buSzTx/>
                <a:buFontTx/>
                <a:buBlip>
                  <a:blip r:embed="rId13"/>
                </a:buBlip>
              </a:pPr>
              <a:endParaRPr kumimoji="1" lang="zh-CN" altLang="en-US" sz="2000" b="0" i="0" u="none" strike="noStrike" cap="none" normalizeH="0" baseline="0" smtClean="0">
                <a:ln>
                  <a:noFill/>
                </a:ln>
                <a:solidFill>
                  <a:srgbClr val="000099"/>
                </a:solidFill>
                <a:effectLst/>
                <a:latin typeface="Times New Roman" panose="02020603050405020304" pitchFamily="18" charset="0"/>
                <a:ea typeface="华文中宋" panose="02010600040101010101" pitchFamily="2" charset="-122"/>
              </a:endParaRPr>
            </a:p>
          </p:txBody>
        </p:sp>
        <p:sp>
          <p:nvSpPr>
            <p:cNvPr id="15" name="TypeText"/>
            <p:cNvSpPr txBox="1"/>
            <p:nvPr>
              <p:custDataLst>
                <p:tags r:id="rId15"/>
              </p:custDataLst>
            </p:nvPr>
          </p:nvSpPr>
          <p:spPr>
            <a:xfrm>
              <a:off x="400" y="0"/>
              <a:ext cx="3000" cy="1000"/>
            </a:xfrm>
            <a:prstGeom prst="rect">
              <a:avLst/>
            </a:prstGeom>
            <a:noFill/>
          </p:spPr>
          <p:txBody>
            <a:bodyPr wrap="none" rtlCol="0" anchor="ctr" anchorCtr="0">
              <a:noAutofit/>
            </a:bodyPr>
            <a:p>
              <a:pPr lvl="0" algn="l">
                <a:buNone/>
              </a:pPr>
              <a:r>
                <a:rPr lang="zh-CN" altLang="en-US" sz="2600">
                  <a:solidFill>
                    <a:srgbClr val="000000"/>
                  </a:solidFill>
                  <a:latin typeface="微软雅黑" panose="020B0503020204020204" charset="-122"/>
                  <a:ea typeface="微软雅黑" panose="020B0503020204020204" charset="-122"/>
                </a:rPr>
                <a:t>单选题</a:t>
              </a:r>
              <a:endParaRPr lang="zh-CN" altLang="en-US" sz="2600">
                <a:solidFill>
                  <a:srgbClr val="000000"/>
                </a:solidFill>
                <a:latin typeface="微软雅黑" panose="020B0503020204020204" charset="-122"/>
                <a:ea typeface="微软雅黑" panose="020B0503020204020204" charset="-122"/>
              </a:endParaRPr>
            </a:p>
          </p:txBody>
        </p:sp>
        <p:sp>
          <p:nvSpPr>
            <p:cNvPr id="16" name="TipText"/>
            <p:cNvSpPr txBox="1"/>
            <p:nvPr>
              <p:custDataLst>
                <p:tags r:id="rId16"/>
              </p:custDataLst>
            </p:nvPr>
          </p:nvSpPr>
          <p:spPr>
            <a:xfrm>
              <a:off x="2248" y="172"/>
              <a:ext cx="3600" cy="800"/>
            </a:xfrm>
            <a:prstGeom prst="rect">
              <a:avLst/>
            </a:prstGeom>
            <a:noFill/>
          </p:spPr>
          <p:txBody>
            <a:bodyPr wrap="none" rtlCol="0" anchor="ctr" anchorCtr="0">
              <a:noAutofit/>
            </a:bodyPr>
            <a:p>
              <a:pPr lvl="0" algn="l">
                <a:buNone/>
              </a:pPr>
              <a:r>
                <a:rPr lang="zh-CN" altLang="en-US">
                  <a:solidFill>
                    <a:srgbClr val="808080"/>
                  </a:solidFill>
                  <a:latin typeface="微软雅黑" panose="020B0503020204020204" charset="-122"/>
                  <a:ea typeface="微软雅黑" panose="020B0503020204020204" charset="-122"/>
                  <a:cs typeface="微软雅黑" panose="020B0503020204020204" charset="-122"/>
                </a:rPr>
                <a:t>2分</a:t>
              </a:r>
              <a:endParaRPr lang="zh-CN" altLang="en-US">
                <a:solidFill>
                  <a:srgbClr val="808080"/>
                </a:solidFill>
                <a:latin typeface="微软雅黑" panose="020B0503020204020204" charset="-122"/>
                <a:ea typeface="微软雅黑" panose="020B0503020204020204" charset="-122"/>
                <a:cs typeface="微软雅黑" panose="020B0503020204020204" charset="-122"/>
              </a:endParaRPr>
            </a:p>
          </p:txBody>
        </p:sp>
      </p:grpSp>
      <p:pic>
        <p:nvPicPr>
          <p:cNvPr id="2" name="图片 1" descr="tmpC5F0"/>
          <p:cNvPicPr>
            <a:picLocks noChangeAspect="1"/>
          </p:cNvPicPr>
          <p:nvPr>
            <p:custDataLst>
              <p:tags r:id="rId17"/>
            </p:custDataLst>
          </p:nvPr>
        </p:nvPicPr>
        <p:blipFill>
          <a:blip r:embed="rId18"/>
          <a:stretch>
            <a:fillRect/>
          </a:stretch>
        </p:blipFill>
        <p:spPr>
          <a:xfrm>
            <a:off x="7594600" y="63500"/>
            <a:ext cx="1422400" cy="508000"/>
          </a:xfrm>
          <a:prstGeom prst="rect">
            <a:avLst/>
          </a:prstGeom>
        </p:spPr>
      </p:pic>
      <p:sp>
        <p:nvSpPr>
          <p:cNvPr id="18" name="矩形 17"/>
          <p:cNvSpPr/>
          <p:nvPr>
            <p:custDataLst>
              <p:tags r:id="rId19"/>
            </p:custDataLst>
          </p:nvPr>
        </p:nvSpPr>
        <p:spPr>
          <a:xfrm>
            <a:off x="969010" y="2562860"/>
            <a:ext cx="821690" cy="3766185"/>
          </a:xfrm>
          <a:prstGeom prst="rect">
            <a:avLst/>
          </a:prstGeom>
          <a:solidFill>
            <a:schemeClr val="bg1"/>
          </a:solidFill>
          <a:ln w="9525" cap="flat" cmpd="sng" algn="ctr">
            <a:noFill/>
            <a:prstDash val="solid"/>
            <a:round/>
            <a:headEnd type="none" w="med" len="med"/>
            <a:tailEnd type="none" w="med" len="med"/>
          </a:ln>
        </p:spPr>
        <p:txBody>
          <a:bodyPr vert="horz" wrap="none" lIns="91440" tIns="45720" rIns="91440" bIns="45720" numCol="1" anchor="t" anchorCtr="0" compatLnSpc="1">
            <a:spAutoFit/>
          </a:bodyPr>
          <a:p>
            <a:pPr marL="0" marR="0" indent="0" algn="l" defTabSz="914400" rtl="0" eaLnBrk="1" fontAlgn="base" latinLnBrk="0" hangingPunct="1">
              <a:lnSpc>
                <a:spcPct val="120000"/>
              </a:lnSpc>
              <a:spcBef>
                <a:spcPct val="0"/>
              </a:spcBef>
              <a:spcAft>
                <a:spcPct val="0"/>
              </a:spcAft>
              <a:buClrTx/>
              <a:buSzTx/>
              <a:buFontTx/>
              <a:buBlip>
                <a:blip r:embed="rId13"/>
              </a:buBlip>
            </a:pPr>
            <a:endParaRPr kumimoji="1" lang="zh-CN" altLang="en-US" sz="2000" b="0" i="0" u="none" strike="noStrike" cap="none" normalizeH="0" baseline="0" smtClean="0">
              <a:ln>
                <a:noFill/>
              </a:ln>
              <a:solidFill>
                <a:srgbClr val="000099"/>
              </a:solidFill>
              <a:effectLst/>
              <a:latin typeface="Times New Roman" panose="02020603050405020304" pitchFamily="18" charset="0"/>
              <a:ea typeface="华文中宋" panose="02010600040101010101" pitchFamily="2" charset="-122"/>
            </a:endParaRPr>
          </a:p>
        </p:txBody>
      </p:sp>
    </p:spTree>
    <p:custDataLst>
      <p:tags r:id="rId20"/>
    </p:custDataLst>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xit" presetSubtype="1" fill="hold" grpId="0" nodeType="clickEffect">
                                  <p:stCondLst>
                                    <p:cond delay="0"/>
                                  </p:stCondLst>
                                  <p:childTnLst>
                                    <p:animEffect transition="out" filter="wipe(up)">
                                      <p:cBhvr>
                                        <p:cTn id="6" dur="500"/>
                                        <p:tgtEl>
                                          <p:spTgt spid="18"/>
                                        </p:tgtEl>
                                      </p:cBhvr>
                                    </p:animEffect>
                                    <p:set>
                                      <p:cBhvr>
                                        <p:cTn id="7" dur="1" fill="hold">
                                          <p:stCondLst>
                                            <p:cond delay="499"/>
                                          </p:stCondLst>
                                        </p:cTn>
                                        <p:tgtEl>
                                          <p:spTgt spid="18"/>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bldLvl="0" animBg="1"/>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9" name="Rectangle 7"/>
          <p:cNvSpPr>
            <a:spLocks noGrp="1" noChangeArrowheads="1"/>
          </p:cNvSpPr>
          <p:nvPr>
            <p:ph type="title"/>
          </p:nvPr>
        </p:nvSpPr>
        <p:spPr bwMode="auto">
          <a:xfrm>
            <a:off x="5689600" y="711200"/>
            <a:ext cx="1854200" cy="177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eaLnBrk="1" hangingPunct="1"/>
            <a:r>
              <a:rPr lang="zh-CN" altLang="en-US" sz="800" smtClean="0">
                <a:solidFill>
                  <a:schemeClr val="bg1"/>
                </a:solidFill>
                <a:latin typeface="华文中宋" panose="02010600040101010101" pitchFamily="2" charset="-122"/>
                <a:ea typeface="华文中宋" panose="02010600040101010101" pitchFamily="2" charset="-122"/>
              </a:rPr>
              <a:t>滚动轴承尺寸的选择</a:t>
            </a:r>
            <a:r>
              <a:rPr lang="en-US" altLang="zh-CN" sz="800" smtClean="0">
                <a:solidFill>
                  <a:schemeClr val="bg1"/>
                </a:solidFill>
                <a:latin typeface="华文中宋" panose="02010600040101010101" pitchFamily="2" charset="-122"/>
                <a:ea typeface="华文中宋" panose="02010600040101010101" pitchFamily="2" charset="-122"/>
              </a:rPr>
              <a:t>3</a:t>
            </a:r>
            <a:endParaRPr lang="en-US" altLang="zh-CN" sz="800" smtClean="0">
              <a:solidFill>
                <a:schemeClr val="bg1"/>
              </a:solidFill>
              <a:latin typeface="华文中宋" panose="02010600040101010101" pitchFamily="2" charset="-122"/>
              <a:ea typeface="华文中宋" panose="02010600040101010101" pitchFamily="2" charset="-122"/>
            </a:endParaRPr>
          </a:p>
        </p:txBody>
      </p:sp>
      <p:sp>
        <p:nvSpPr>
          <p:cNvPr id="22657" name="Text Box 129"/>
          <p:cNvSpPr txBox="1">
            <a:spLocks noChangeArrowheads="1"/>
          </p:cNvSpPr>
          <p:nvPr/>
        </p:nvSpPr>
        <p:spPr bwMode="auto">
          <a:xfrm>
            <a:off x="241383" y="880014"/>
            <a:ext cx="399288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000">
                <a:solidFill>
                  <a:srgbClr val="000099"/>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rgbClr val="000099"/>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rgbClr val="000099"/>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rgbClr val="000099"/>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9pPr>
          </a:lstStyle>
          <a:p>
            <a:pPr indent="0" eaLnBrk="1" hangingPunct="1">
              <a:lnSpc>
                <a:spcPct val="100000"/>
              </a:lnSpc>
              <a:buClr>
                <a:srgbClr val="EB6623"/>
              </a:buClr>
              <a:buSzPct val="70000"/>
              <a:buFont typeface="Wingdings" panose="05000000000000000000" pitchFamily="2" charset="2"/>
              <a:buNone/>
            </a:pPr>
            <a:r>
              <a:rPr lang="zh-CN" altLang="en-US" sz="2400" dirty="0">
                <a:solidFill>
                  <a:srgbClr val="C00000"/>
                </a:solidFill>
                <a:latin typeface="黑体" panose="02010609060101010101" pitchFamily="49" charset="-122"/>
                <a:ea typeface="黑体" panose="02010609060101010101" pitchFamily="49" charset="-122"/>
              </a:rPr>
              <a:t>三、</a:t>
            </a:r>
            <a:r>
              <a:rPr lang="en-US" altLang="zh-CN" sz="2400" dirty="0">
                <a:solidFill>
                  <a:srgbClr val="C00000"/>
                </a:solidFill>
                <a:latin typeface="黑体" panose="02010609060101010101" pitchFamily="49" charset="-122"/>
                <a:ea typeface="黑体" panose="02010609060101010101" pitchFamily="49" charset="-122"/>
              </a:rPr>
              <a:t> </a:t>
            </a:r>
            <a:r>
              <a:rPr lang="zh-CN" altLang="en-US" sz="2400" dirty="0">
                <a:solidFill>
                  <a:srgbClr val="C00000"/>
                </a:solidFill>
                <a:latin typeface="黑体" panose="02010609060101010101" pitchFamily="49" charset="-122"/>
                <a:ea typeface="黑体" panose="02010609060101010101" pitchFamily="49" charset="-122"/>
              </a:rPr>
              <a:t>基本额定寿命的计算　</a:t>
            </a:r>
            <a:endParaRPr lang="zh-CN" altLang="en-US" sz="2400" dirty="0">
              <a:solidFill>
                <a:srgbClr val="C00000"/>
              </a:solidFill>
              <a:latin typeface="黑体" panose="02010609060101010101" pitchFamily="49" charset="-122"/>
              <a:ea typeface="黑体" panose="02010609060101010101" pitchFamily="49" charset="-122"/>
            </a:endParaRPr>
          </a:p>
        </p:txBody>
      </p:sp>
      <p:graphicFrame>
        <p:nvGraphicFramePr>
          <p:cNvPr id="3074" name="Object 130"/>
          <p:cNvGraphicFramePr>
            <a:graphicFrameLocks noChangeAspect="1"/>
          </p:cNvGraphicFramePr>
          <p:nvPr/>
        </p:nvGraphicFramePr>
        <p:xfrm>
          <a:off x="3844925" y="2092960"/>
          <a:ext cx="5370513" cy="1481138"/>
        </p:xfrm>
        <a:graphic>
          <a:graphicData uri="http://schemas.openxmlformats.org/presentationml/2006/ole">
            <mc:AlternateContent xmlns:mc="http://schemas.openxmlformats.org/markup-compatibility/2006">
              <mc:Choice xmlns:v="urn:schemas-microsoft-com:vml" Requires="v">
                <p:oleObj spid="_x0000_s3300" name="公式" r:id="rId1" imgW="75285600" imgH="20726400" progId="Equation.3">
                  <p:embed/>
                </p:oleObj>
              </mc:Choice>
              <mc:Fallback>
                <p:oleObj name="公式" r:id="rId1" imgW="75285600" imgH="20726400" progId="Equation.3">
                  <p:embed/>
                  <p:pic>
                    <p:nvPicPr>
                      <p:cNvPr id="0" name="Object 130"/>
                      <p:cNvPicPr>
                        <a:picLocks noChangeAspect="1" noChangeArrowheads="1"/>
                      </p:cNvPicPr>
                      <p:nvPr/>
                    </p:nvPicPr>
                    <p:blipFill>
                      <a:blip r:embed="rId2"/>
                      <a:srcRect/>
                      <a:stretch>
                        <a:fillRect/>
                      </a:stretch>
                    </p:blipFill>
                    <p:spPr bwMode="auto">
                      <a:xfrm>
                        <a:off x="3844925" y="2092960"/>
                        <a:ext cx="5370513" cy="1481138"/>
                      </a:xfrm>
                      <a:prstGeom prst="rect">
                        <a:avLst/>
                      </a:prstGeom>
                      <a:noFill/>
                      <a:ln>
                        <a:noFill/>
                      </a:ln>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57150">
                            <a:solidFill>
                              <a:srgbClr val="FF3300"/>
                            </a:solidFill>
                            <a:miter lim="800000"/>
                            <a:headEnd/>
                            <a:tailEnd/>
                          </a14:hiddenLine>
                        </a:ext>
                      </a:extLst>
                    </p:spPr>
                  </p:pic>
                </p:oleObj>
              </mc:Fallback>
            </mc:AlternateContent>
          </a:graphicData>
        </a:graphic>
      </p:graphicFrame>
      <p:grpSp>
        <p:nvGrpSpPr>
          <p:cNvPr id="2" name="Group 134"/>
          <p:cNvGrpSpPr/>
          <p:nvPr/>
        </p:nvGrpSpPr>
        <p:grpSpPr bwMode="auto">
          <a:xfrm>
            <a:off x="553251" y="1969990"/>
            <a:ext cx="3255963" cy="1819275"/>
            <a:chOff x="361" y="2974"/>
            <a:chExt cx="2051" cy="1146"/>
          </a:xfrm>
          <a:solidFill>
            <a:srgbClr val="FFFF00"/>
          </a:solidFill>
        </p:grpSpPr>
        <p:graphicFrame>
          <p:nvGraphicFramePr>
            <p:cNvPr id="3077" name="Object 135"/>
            <p:cNvGraphicFramePr>
              <a:graphicFrameLocks noChangeAspect="1"/>
            </p:cNvGraphicFramePr>
            <p:nvPr/>
          </p:nvGraphicFramePr>
          <p:xfrm>
            <a:off x="714" y="2974"/>
            <a:ext cx="1698" cy="573"/>
          </p:xfrm>
          <a:graphic>
            <a:graphicData uri="http://schemas.openxmlformats.org/presentationml/2006/ole">
              <mc:AlternateContent xmlns:mc="http://schemas.openxmlformats.org/markup-compatibility/2006">
                <mc:Choice xmlns:v="urn:schemas-microsoft-com:vml" Requires="v">
                  <p:oleObj spid="_x0000_s3301" name="公式" r:id="rId3" imgW="1397000" imgH="469900" progId="Equation.3">
                    <p:embed/>
                  </p:oleObj>
                </mc:Choice>
                <mc:Fallback>
                  <p:oleObj name="公式" r:id="rId3" imgW="1397000" imgH="469900" progId="Equation.3">
                    <p:embed/>
                    <p:pic>
                      <p:nvPicPr>
                        <p:cNvPr id="0" name="Object 135"/>
                        <p:cNvPicPr>
                          <a:picLocks noChangeAspect="1" noChangeArrowheads="1"/>
                        </p:cNvPicPr>
                        <p:nvPr/>
                      </p:nvPicPr>
                      <p:blipFill>
                        <a:blip r:embed="rId4"/>
                        <a:srcRect/>
                        <a:stretch>
                          <a:fillRect/>
                        </a:stretch>
                      </p:blipFill>
                      <p:spPr bwMode="auto">
                        <a:xfrm>
                          <a:off x="714" y="2974"/>
                          <a:ext cx="1698" cy="573"/>
                        </a:xfrm>
                        <a:prstGeom prst="rect">
                          <a:avLst/>
                        </a:prstGeom>
                        <a:solidFill>
                          <a:srgbClr val="FFFF00"/>
                        </a:solidFill>
                        <a:ln>
                          <a:noFill/>
                        </a:ln>
                      </p:spPr>
                    </p:pic>
                  </p:oleObj>
                </mc:Fallback>
              </mc:AlternateContent>
            </a:graphicData>
          </a:graphic>
        </p:graphicFrame>
        <p:graphicFrame>
          <p:nvGraphicFramePr>
            <p:cNvPr id="3078" name="Object 136"/>
            <p:cNvGraphicFramePr>
              <a:graphicFrameLocks noChangeAspect="1"/>
            </p:cNvGraphicFramePr>
            <p:nvPr/>
          </p:nvGraphicFramePr>
          <p:xfrm>
            <a:off x="361" y="3535"/>
            <a:ext cx="1975" cy="585"/>
          </p:xfrm>
          <a:graphic>
            <a:graphicData uri="http://schemas.openxmlformats.org/presentationml/2006/ole">
              <mc:AlternateContent xmlns:mc="http://schemas.openxmlformats.org/markup-compatibility/2006">
                <mc:Choice xmlns:v="urn:schemas-microsoft-com:vml" Requires="v">
                  <p:oleObj spid="_x0000_s3302" name="Equation" r:id="rId5" imgW="1446530" imgH="427990" progId="Equation.3">
                    <p:embed/>
                  </p:oleObj>
                </mc:Choice>
                <mc:Fallback>
                  <p:oleObj name="Equation" r:id="rId5" imgW="1446530" imgH="427990" progId="Equation.3">
                    <p:embed/>
                    <p:pic>
                      <p:nvPicPr>
                        <p:cNvPr id="0" name="Object 13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61" y="3535"/>
                          <a:ext cx="1975" cy="585"/>
                        </a:xfrm>
                        <a:prstGeom prst="rect">
                          <a:avLst/>
                        </a:prstGeom>
                        <a:solidFill>
                          <a:srgbClr val="FFFF00"/>
                        </a:solidFill>
                        <a:ln>
                          <a:noFill/>
                        </a:ln>
                      </p:spPr>
                    </p:pic>
                  </p:oleObj>
                </mc:Fallback>
              </mc:AlternateContent>
            </a:graphicData>
          </a:graphic>
        </p:graphicFrame>
      </p:grpSp>
      <p:sp>
        <p:nvSpPr>
          <p:cNvPr id="3084" name="Text Box 140"/>
          <p:cNvSpPr txBox="1">
            <a:spLocks noChangeArrowheads="1"/>
          </p:cNvSpPr>
          <p:nvPr/>
        </p:nvSpPr>
        <p:spPr bwMode="auto">
          <a:xfrm>
            <a:off x="6626225" y="6470015"/>
            <a:ext cx="9271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57150">
                <a:solidFill>
                  <a:srgbClr val="000000"/>
                </a:solidFill>
                <a:miter lim="800000"/>
                <a:headEnd/>
                <a:tailEnd/>
              </a14:hiddenLine>
            </a:ext>
          </a:extLst>
        </p:spPr>
        <p:txBody>
          <a:bodyPr>
            <a:spAutoFit/>
          </a:bodyPr>
          <a:lstStyle>
            <a:lvl1pPr eaLnBrk="0" hangingPunct="0">
              <a:defRPr kumimoji="1" sz="2000">
                <a:solidFill>
                  <a:srgbClr val="000099"/>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rgbClr val="000099"/>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rgbClr val="000099"/>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rgbClr val="000099"/>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9pPr>
          </a:lstStyle>
          <a:p>
            <a:pPr algn="ctr" eaLnBrk="1" hangingPunct="1">
              <a:lnSpc>
                <a:spcPct val="100000"/>
              </a:lnSpc>
              <a:spcBef>
                <a:spcPct val="50000"/>
              </a:spcBef>
              <a:buFontTx/>
              <a:buNone/>
            </a:pPr>
            <a:r>
              <a:rPr lang="en-US" altLang="zh-CN" sz="1800">
                <a:latin typeface="华文中宋" panose="02010600040101010101" pitchFamily="2" charset="-122"/>
              </a:rPr>
              <a:t>  </a:t>
            </a:r>
            <a:endParaRPr lang="en-US" altLang="zh-CN" sz="1800">
              <a:latin typeface="华文中宋" panose="02010600040101010101" pitchFamily="2" charset="-122"/>
            </a:endParaRPr>
          </a:p>
        </p:txBody>
      </p:sp>
      <p:pic>
        <p:nvPicPr>
          <p:cNvPr id="22669" name="Picture 141" descr="back1">
            <a:hlinkClick r:id="" tooltip="上一页" action="ppaction://hlinkshowjump?jump=previousslide"/>
          </p:cNvPr>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8397875" y="6483350"/>
            <a:ext cx="306388" cy="306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2670" name="Picture 142" descr="rewind1">
            <a:hlinkClick r:id="" action="ppaction://hlinkshowjump?jump=firstslide"/>
          </p:cNvPr>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8023225" y="6483350"/>
            <a:ext cx="306388" cy="306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2671" name="Picture 143" descr="NEXT1">
            <a:hlinkClick r:id="" tooltip="下一页" action="ppaction://hlinkshowjump?jump=nextslide"/>
          </p:cNvPr>
          <p:cNvPicPr>
            <a:picLocks noChangeAspect="1" noChangeArrowheads="1"/>
          </p:cNvPicPr>
          <p:nvPr/>
        </p:nvPicPr>
        <p:blipFill>
          <a:blip r:embed="rId9" cstate="print">
            <a:extLst>
              <a:ext uri="{28A0092B-C50C-407E-A947-70E740481C1C}">
                <a14:useLocalDpi xmlns:a14="http://schemas.microsoft.com/office/drawing/2010/main" val="0"/>
              </a:ext>
            </a:extLst>
          </a:blip>
          <a:srcRect/>
          <a:stretch>
            <a:fillRect/>
          </a:stretch>
        </p:blipFill>
        <p:spPr bwMode="auto">
          <a:xfrm>
            <a:off x="8774113" y="6483350"/>
            <a:ext cx="306387" cy="306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089" name="Rectangle 146"/>
          <p:cNvSpPr>
            <a:spLocks noChangeArrowheads="1"/>
          </p:cNvSpPr>
          <p:nvPr/>
        </p:nvSpPr>
        <p:spPr bwMode="auto">
          <a:xfrm>
            <a:off x="254055" y="3921104"/>
            <a:ext cx="8826500"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indent="304800" eaLnBrk="0" hangingPunct="0">
              <a:defRPr kumimoji="1" sz="2000">
                <a:solidFill>
                  <a:srgbClr val="000099"/>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rgbClr val="000099"/>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rgbClr val="000099"/>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rgbClr val="000099"/>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lnSpc>
                <a:spcPct val="100000"/>
              </a:lnSpc>
              <a:buFontTx/>
              <a:buNone/>
            </a:pPr>
            <a:r>
              <a:rPr lang="zh-CN" altLang="en-US" dirty="0">
                <a:latin typeface="华文中宋" panose="02010600040101010101" pitchFamily="2" charset="-122"/>
              </a:rPr>
              <a:t>对于在较高温度下工作的轴承（例如工作温度高于</a:t>
            </a:r>
            <a:r>
              <a:rPr lang="en-US" altLang="zh-CN" dirty="0">
                <a:latin typeface="华文中宋" panose="02010600040101010101" pitchFamily="2" charset="-122"/>
              </a:rPr>
              <a:t>120°</a:t>
            </a:r>
            <a:r>
              <a:rPr lang="zh-CN" altLang="en-US" dirty="0">
                <a:latin typeface="华文中宋" panose="02010600040101010101" pitchFamily="2" charset="-122"/>
              </a:rPr>
              <a:t>），基本额定动载荷</a:t>
            </a:r>
            <a:r>
              <a:rPr lang="en-US" altLang="zh-CN" i="1" dirty="0">
                <a:cs typeface="Times New Roman" panose="02020603050405020304" pitchFamily="18" charset="0"/>
              </a:rPr>
              <a:t>C</a:t>
            </a:r>
            <a:r>
              <a:rPr lang="zh-CN" altLang="en-US" dirty="0">
                <a:latin typeface="华文中宋" panose="02010600040101010101" pitchFamily="2" charset="-122"/>
              </a:rPr>
              <a:t>需乘以温度系数</a:t>
            </a:r>
            <a:r>
              <a:rPr lang="en-US" altLang="zh-CN" i="1" dirty="0" err="1">
                <a:solidFill>
                  <a:srgbClr val="FF0000"/>
                </a:solidFill>
                <a:cs typeface="Times New Roman" panose="02020603050405020304" pitchFamily="18" charset="0"/>
              </a:rPr>
              <a:t>f</a:t>
            </a:r>
            <a:r>
              <a:rPr lang="en-US" altLang="zh-CN" baseline="-25000" dirty="0" err="1">
                <a:solidFill>
                  <a:srgbClr val="FF0000"/>
                </a:solidFill>
              </a:rPr>
              <a:t>t</a:t>
            </a:r>
            <a:r>
              <a:rPr lang="zh-CN" altLang="en-US" dirty="0">
                <a:latin typeface="华文中宋" panose="02010600040101010101" pitchFamily="2" charset="-122"/>
              </a:rPr>
              <a:t>，此时轴承寿命公式</a:t>
            </a:r>
            <a:r>
              <a:rPr lang="zh-CN" altLang="en-US" dirty="0" smtClean="0">
                <a:latin typeface="华文中宋" panose="02010600040101010101" pitchFamily="2" charset="-122"/>
              </a:rPr>
              <a:t>变为</a:t>
            </a:r>
            <a:r>
              <a:rPr lang="en-US" altLang="zh-CN" dirty="0" smtClean="0">
                <a:latin typeface="华文中宋" panose="02010600040101010101" pitchFamily="2" charset="-122"/>
              </a:rPr>
              <a:t>:</a:t>
            </a:r>
            <a:endParaRPr lang="zh-CN" altLang="en-US" dirty="0">
              <a:latin typeface="华文中宋" panose="02010600040101010101" pitchFamily="2" charset="-122"/>
            </a:endParaRPr>
          </a:p>
        </p:txBody>
      </p:sp>
      <p:graphicFrame>
        <p:nvGraphicFramePr>
          <p:cNvPr id="3075" name="Object 148"/>
          <p:cNvGraphicFramePr>
            <a:graphicFrameLocks noChangeAspect="1"/>
          </p:cNvGraphicFramePr>
          <p:nvPr/>
        </p:nvGraphicFramePr>
        <p:xfrm>
          <a:off x="1629410" y="4649374"/>
          <a:ext cx="2988310" cy="982980"/>
        </p:xfrm>
        <a:graphic>
          <a:graphicData uri="http://schemas.openxmlformats.org/presentationml/2006/ole">
            <mc:AlternateContent xmlns:mc="http://schemas.openxmlformats.org/markup-compatibility/2006">
              <mc:Choice xmlns:v="urn:schemas-microsoft-com:vml" Requires="v">
                <p:oleObj spid="_x0000_s3303" name="公式" r:id="rId10" imgW="1548765" imgH="508000" progId="Equation.3">
                  <p:embed/>
                </p:oleObj>
              </mc:Choice>
              <mc:Fallback>
                <p:oleObj name="公式" r:id="rId10" imgW="1548765" imgH="508000" progId="Equation.3">
                  <p:embed/>
                  <p:pic>
                    <p:nvPicPr>
                      <p:cNvPr id="0" name="Object 148"/>
                      <p:cNvPicPr>
                        <a:picLocks noChangeAspect="1" noChangeArrowheads="1"/>
                      </p:cNvPicPr>
                      <p:nvPr/>
                    </p:nvPicPr>
                    <p:blipFill>
                      <a:blip r:embed="rId11"/>
                      <a:srcRect/>
                      <a:stretch>
                        <a:fillRect/>
                      </a:stretch>
                    </p:blipFill>
                    <p:spPr bwMode="auto">
                      <a:xfrm>
                        <a:off x="1629410" y="4649374"/>
                        <a:ext cx="2988310" cy="982980"/>
                      </a:xfrm>
                      <a:prstGeom prst="rect">
                        <a:avLst/>
                      </a:prstGeom>
                      <a:gradFill flip="none" rotWithShape="1">
                        <a:gsLst>
                          <a:gs pos="0">
                            <a:srgbClr val="FFC000">
                              <a:tint val="66000"/>
                              <a:satMod val="160000"/>
                            </a:srgbClr>
                          </a:gs>
                          <a:gs pos="50000">
                            <a:srgbClr val="FFC000">
                              <a:tint val="44500"/>
                              <a:satMod val="160000"/>
                            </a:srgbClr>
                          </a:gs>
                          <a:gs pos="100000">
                            <a:srgbClr val="FFC000">
                              <a:tint val="23500"/>
                              <a:satMod val="160000"/>
                            </a:srgbClr>
                          </a:gs>
                        </a:gsLst>
                        <a:lin ang="5400000" scaled="1"/>
                        <a:tileRect/>
                      </a:gradFill>
                      <a:ln>
                        <a:noFill/>
                      </a:ln>
                    </p:spPr>
                  </p:pic>
                </p:oleObj>
              </mc:Fallback>
            </mc:AlternateContent>
          </a:graphicData>
        </a:graphic>
      </p:graphicFrame>
      <p:graphicFrame>
        <p:nvGraphicFramePr>
          <p:cNvPr id="3076" name="Object 149"/>
          <p:cNvGraphicFramePr>
            <a:graphicFrameLocks noChangeAspect="1"/>
          </p:cNvGraphicFramePr>
          <p:nvPr/>
        </p:nvGraphicFramePr>
        <p:xfrm>
          <a:off x="1362862" y="5663966"/>
          <a:ext cx="3360737" cy="928687"/>
        </p:xfrm>
        <a:graphic>
          <a:graphicData uri="http://schemas.openxmlformats.org/presentationml/2006/ole">
            <mc:AlternateContent xmlns:mc="http://schemas.openxmlformats.org/markup-compatibility/2006">
              <mc:Choice xmlns:v="urn:schemas-microsoft-com:vml" Requires="v">
                <p:oleObj spid="_x0000_s3304" name="公式" r:id="rId12" imgW="1551305" imgH="427990" progId="Equation.3">
                  <p:embed/>
                </p:oleObj>
              </mc:Choice>
              <mc:Fallback>
                <p:oleObj name="公式" r:id="rId12" imgW="1551305" imgH="427990" progId="Equation.3">
                  <p:embed/>
                  <p:pic>
                    <p:nvPicPr>
                      <p:cNvPr id="0" name="Object 149"/>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1362862" y="5663966"/>
                        <a:ext cx="3360737" cy="928687"/>
                      </a:xfrm>
                      <a:prstGeom prst="rect">
                        <a:avLst/>
                      </a:prstGeom>
                      <a:gradFill flip="none" rotWithShape="1">
                        <a:gsLst>
                          <a:gs pos="0">
                            <a:srgbClr val="FFC000">
                              <a:tint val="66000"/>
                              <a:satMod val="160000"/>
                            </a:srgbClr>
                          </a:gs>
                          <a:gs pos="50000">
                            <a:srgbClr val="FFC000">
                              <a:tint val="44500"/>
                              <a:satMod val="160000"/>
                            </a:srgbClr>
                          </a:gs>
                          <a:gs pos="100000">
                            <a:srgbClr val="FFC000">
                              <a:tint val="23500"/>
                              <a:satMod val="160000"/>
                            </a:srgbClr>
                          </a:gs>
                        </a:gsLst>
                        <a:lin ang="5400000" scaled="1"/>
                        <a:tileRect/>
                      </a:gradFill>
                      <a:ln>
                        <a:noFill/>
                      </a:ln>
                    </p:spPr>
                  </p:pic>
                </p:oleObj>
              </mc:Fallback>
            </mc:AlternateContent>
          </a:graphicData>
        </a:graphic>
      </p:graphicFrame>
      <p:sp>
        <p:nvSpPr>
          <p:cNvPr id="19" name="直接连接符 6"/>
          <p:cNvSpPr>
            <a:spLocks noChangeShapeType="1"/>
          </p:cNvSpPr>
          <p:nvPr/>
        </p:nvSpPr>
        <p:spPr bwMode="auto">
          <a:xfrm>
            <a:off x="0" y="715479"/>
            <a:ext cx="9144000" cy="0"/>
          </a:xfrm>
          <a:prstGeom prst="line">
            <a:avLst/>
          </a:prstGeom>
          <a:noFill/>
          <a:ln w="28575">
            <a:solidFill>
              <a:srgbClr val="CC3300"/>
            </a:solidFill>
            <a:miter lim="800000"/>
          </a:ln>
          <a:extLst>
            <a:ext uri="{909E8E84-426E-40DD-AFC4-6F175D3DCCD1}">
              <a14:hiddenFill xmlns:a14="http://schemas.microsoft.com/office/drawing/2010/main">
                <a:noFill/>
              </a14:hiddenFill>
            </a:ext>
          </a:extLst>
        </p:spPr>
        <p:txBody>
          <a:bodyPr/>
          <a:lstStyle/>
          <a:p>
            <a:endParaRPr lang="zh-CN" altLang="en-US"/>
          </a:p>
        </p:txBody>
      </p:sp>
      <mc:AlternateContent xmlns:mc="http://schemas.openxmlformats.org/markup-compatibility/2006">
        <mc:Choice xmlns:a14="http://schemas.microsoft.com/office/drawing/2010/main" Requires="a14">
          <p:sp>
            <p:nvSpPr>
              <p:cNvPr id="3" name="文本框 2"/>
              <p:cNvSpPr txBox="1"/>
              <p:nvPr/>
            </p:nvSpPr>
            <p:spPr>
              <a:xfrm>
                <a:off x="5565664" y="5397059"/>
                <a:ext cx="2623930" cy="460375"/>
              </a:xfrm>
              <a:prstGeom prst="rect">
                <a:avLst/>
              </a:prstGeom>
              <a:gradFill flip="none" rotWithShape="1">
                <a:gsLst>
                  <a:gs pos="0">
                    <a:srgbClr val="00B0F0">
                      <a:tint val="66000"/>
                      <a:satMod val="160000"/>
                    </a:srgbClr>
                  </a:gs>
                  <a:gs pos="50000">
                    <a:srgbClr val="00B0F0">
                      <a:tint val="44500"/>
                      <a:satMod val="160000"/>
                    </a:srgbClr>
                  </a:gs>
                  <a:gs pos="100000">
                    <a:srgbClr val="00B0F0">
                      <a:tint val="23500"/>
                      <a:satMod val="160000"/>
                    </a:srgbClr>
                  </a:gs>
                </a:gsLst>
                <a:lin ang="5400000" scaled="1"/>
                <a:tileRect/>
              </a:gradFill>
            </p:spPr>
            <p:txBody>
              <a:bodyPr wrap="square" rtlCol="0">
                <a:spAutoFit/>
              </a:bodyPr>
              <a:lstStyle/>
              <a:p>
                <a:pPr>
                  <a:buNone/>
                </a:pPr>
                <a:r>
                  <a:rPr lang="zh-CN" altLang="en-US" dirty="0" smtClean="0"/>
                  <a:t>温度系数</a:t>
                </a:r>
                <a14:m>
                  <m:oMath xmlns:m="http://schemas.openxmlformats.org/officeDocument/2006/math">
                    <m:sSub>
                      <m:sSubPr>
                        <m:ctrlPr>
                          <a:rPr lang="en-US" altLang="zh-CN" i="1" smtClean="0">
                            <a:latin typeface="Cambria Math" panose="02040503050406030204" pitchFamily="18" charset="0"/>
                          </a:rPr>
                        </m:ctrlPr>
                      </m:sSubPr>
                      <m:e>
                        <m:r>
                          <a:rPr lang="en-US" altLang="zh-CN" b="0" i="1" smtClean="0">
                            <a:latin typeface="Cambria Math" panose="02040503050406030204" pitchFamily="18" charset="0"/>
                          </a:rPr>
                          <m:t>𝑓</m:t>
                        </m:r>
                      </m:e>
                      <m:sub>
                        <m:r>
                          <a:rPr lang="en-US" altLang="zh-CN" b="0" i="1" smtClean="0">
                            <a:latin typeface="Cambria Math" panose="02040503050406030204" pitchFamily="18" charset="0"/>
                          </a:rPr>
                          <m:t>𝑡</m:t>
                        </m:r>
                      </m:sub>
                    </m:sSub>
                  </m:oMath>
                </a14:m>
                <a:r>
                  <a:rPr lang="zh-CN" altLang="en-US" dirty="0" smtClean="0"/>
                  <a:t>查表</a:t>
                </a:r>
                <a:r>
                  <a:rPr lang="en-US" altLang="zh-CN" dirty="0" smtClean="0"/>
                  <a:t>3.6-9</a:t>
                </a:r>
                <a:endParaRPr lang="zh-CN" altLang="en-US" dirty="0"/>
              </a:p>
            </p:txBody>
          </p:sp>
        </mc:Choice>
        <mc:Fallback>
          <p:sp>
            <p:nvSpPr>
              <p:cNvPr id="3" name="文本框 2"/>
              <p:cNvSpPr txBox="1">
                <a:spLocks noRot="1" noChangeAspect="1" noMove="1" noResize="1" noEditPoints="1" noAdjustHandles="1" noChangeArrowheads="1" noChangeShapeType="1" noTextEdit="1"/>
              </p:cNvSpPr>
              <p:nvPr/>
            </p:nvSpPr>
            <p:spPr>
              <a:xfrm>
                <a:off x="5565664" y="5397059"/>
                <a:ext cx="2623930" cy="460375"/>
              </a:xfrm>
              <a:prstGeom prst="rect">
                <a:avLst/>
              </a:prstGeom>
              <a:blipFill rotWithShape="1">
                <a:blip r:embed="rId14"/>
                <a:stretch>
                  <a:fillRect l="-20" t="-42" r="24" b="42"/>
                </a:stretch>
              </a:blipFill>
            </p:spPr>
            <p:txBody>
              <a:bodyPr/>
              <a:lstStyle/>
              <a:p>
                <a:r>
                  <a:rPr lang="zh-CN" altLang="en-US">
                    <a:noFill/>
                  </a:rPr>
                  <a:t> </a:t>
                </a:r>
              </a:p>
            </p:txBody>
          </p:sp>
        </mc:Fallback>
      </mc:AlternateContent>
      <p:sp>
        <p:nvSpPr>
          <p:cNvPr id="14339" name="Rectangle 34"/>
          <p:cNvSpPr>
            <a:spLocks noChangeArrowheads="1"/>
          </p:cNvSpPr>
          <p:nvPr/>
        </p:nvSpPr>
        <p:spPr bwMode="auto">
          <a:xfrm>
            <a:off x="3687417" y="228600"/>
            <a:ext cx="4846983" cy="533400"/>
          </a:xfrm>
          <a:prstGeom prst="rect">
            <a:avLst/>
          </a:prstGeom>
          <a:noFill/>
          <a:ln>
            <a:noFill/>
          </a:ln>
          <a:effectLst/>
          <a:extLst>
            <a:ext uri="{909E8E84-426E-40DD-AFC4-6F175D3DCCD1}">
              <a14:hiddenFill xmlns:a14="http://schemas.microsoft.com/office/drawing/2010/main">
                <a:gradFill rotWithShape="0">
                  <a:gsLst>
                    <a:gs pos="0">
                      <a:srgbClr val="E5DCB5"/>
                    </a:gs>
                    <a:gs pos="100000">
                      <a:srgbClr val="FDFBF1"/>
                    </a:gs>
                  </a:gsLst>
                  <a:lin ang="0" scaled="1"/>
                </a:gradFill>
              </a14:hiddenFill>
            </a:ext>
            <a:ext uri="{91240B29-F687-4F45-9708-019B960494DF}">
              <a14:hiddenLine xmlns:a14="http://schemas.microsoft.com/office/drawing/2010/main" w="9525">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tIns="36000" bIns="72000" anchor="ctr" anchorCtr="1"/>
          <a:lstStyle>
            <a:lvl1pPr>
              <a:lnSpc>
                <a:spcPct val="120000"/>
              </a:lnSpc>
              <a:buChar char="•"/>
              <a:defRPr kumimoji="1" sz="2000">
                <a:solidFill>
                  <a:srgbClr val="000099"/>
                </a:solidFill>
                <a:latin typeface="Times New Roman" panose="02020603050405020304" pitchFamily="18" charset="0"/>
                <a:ea typeface="华文中宋" panose="02010600040101010101" pitchFamily="2" charset="-122"/>
              </a:defRPr>
            </a:lvl1pPr>
            <a:lvl2pPr marL="742950" indent="-285750">
              <a:lnSpc>
                <a:spcPct val="120000"/>
              </a:lnSpc>
              <a:buChar char="•"/>
              <a:defRPr kumimoji="1" sz="2000">
                <a:solidFill>
                  <a:srgbClr val="000099"/>
                </a:solidFill>
                <a:latin typeface="Times New Roman" panose="02020603050405020304" pitchFamily="18" charset="0"/>
                <a:ea typeface="华文中宋" panose="02010600040101010101" pitchFamily="2" charset="-122"/>
              </a:defRPr>
            </a:lvl2pPr>
            <a:lvl3pPr marL="1143000" indent="-228600">
              <a:lnSpc>
                <a:spcPct val="120000"/>
              </a:lnSpc>
              <a:buChar char="•"/>
              <a:defRPr kumimoji="1" sz="2000">
                <a:solidFill>
                  <a:srgbClr val="000099"/>
                </a:solidFill>
                <a:latin typeface="Times New Roman" panose="02020603050405020304" pitchFamily="18" charset="0"/>
                <a:ea typeface="华文中宋" panose="02010600040101010101" pitchFamily="2" charset="-122"/>
              </a:defRPr>
            </a:lvl3pPr>
            <a:lvl4pPr marL="1600200" indent="-228600">
              <a:lnSpc>
                <a:spcPct val="120000"/>
              </a:lnSpc>
              <a:buChar char="•"/>
              <a:defRPr kumimoji="1" sz="2000">
                <a:solidFill>
                  <a:srgbClr val="000099"/>
                </a:solidFill>
                <a:latin typeface="Times New Roman" panose="02020603050405020304" pitchFamily="18" charset="0"/>
                <a:ea typeface="华文中宋" panose="02010600040101010101" pitchFamily="2" charset="-122"/>
              </a:defRPr>
            </a:lvl4pPr>
            <a:lvl5pPr marL="2057400" indent="-228600">
              <a:lnSpc>
                <a:spcPct val="120000"/>
              </a:lnSpc>
              <a:buChar char="•"/>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lnSpc>
                <a:spcPct val="100000"/>
              </a:lnSpc>
              <a:buFontTx/>
              <a:buNone/>
            </a:pPr>
            <a:r>
              <a:rPr lang="en-US" altLang="zh-CN" sz="3000" dirty="0" smtClean="0">
                <a:solidFill>
                  <a:srgbClr val="CC3300"/>
                </a:solidFill>
                <a:latin typeface="黑体" panose="02010609060101010101" pitchFamily="49" charset="-122"/>
                <a:ea typeface="黑体" panose="02010609060101010101" pitchFamily="49" charset="-122"/>
              </a:rPr>
              <a:t>3.6-5 </a:t>
            </a:r>
            <a:r>
              <a:rPr lang="zh-CN" altLang="en-US" sz="3000" dirty="0" smtClean="0">
                <a:solidFill>
                  <a:srgbClr val="CC3300"/>
                </a:solidFill>
                <a:latin typeface="黑体" panose="02010609060101010101" pitchFamily="49" charset="-122"/>
                <a:ea typeface="黑体" panose="02010609060101010101" pitchFamily="49" charset="-122"/>
              </a:rPr>
              <a:t>滚动轴承的寿命计算</a:t>
            </a:r>
            <a:endParaRPr lang="en-US" altLang="zh-CN" sz="3000" dirty="0">
              <a:solidFill>
                <a:srgbClr val="CC3300"/>
              </a:solidFill>
              <a:latin typeface="黑体" panose="02010609060101010101" pitchFamily="49" charset="-122"/>
              <a:ea typeface="黑体" panose="02010609060101010101" pitchFamily="49" charset="-122"/>
            </a:endParaRPr>
          </a:p>
        </p:txBody>
      </p:sp>
      <p:sp>
        <p:nvSpPr>
          <p:cNvPr id="4" name="文本框 3"/>
          <p:cNvSpPr txBox="1"/>
          <p:nvPr/>
        </p:nvSpPr>
        <p:spPr>
          <a:xfrm>
            <a:off x="474980" y="1249680"/>
            <a:ext cx="8352790" cy="829945"/>
          </a:xfrm>
          <a:prstGeom prst="rect">
            <a:avLst/>
          </a:prstGeom>
          <a:noFill/>
        </p:spPr>
        <p:txBody>
          <a:bodyPr wrap="square" rtlCol="0">
            <a:spAutoFit/>
          </a:bodyPr>
          <a:p>
            <a:pPr indent="0">
              <a:buNone/>
            </a:pPr>
            <a:r>
              <a:rPr lang="zh-CN" altLang="en-US"/>
              <a:t>基本额定动载荷为</a:t>
            </a:r>
            <a:r>
              <a:rPr lang="en-US" altLang="zh-CN"/>
              <a:t>C</a:t>
            </a:r>
            <a:r>
              <a:rPr lang="zh-CN" altLang="en-US"/>
              <a:t>的轴承，当其当量动载荷</a:t>
            </a:r>
            <a:r>
              <a:rPr lang="en-US" altLang="zh-CN"/>
              <a:t>P=C</a:t>
            </a:r>
            <a:r>
              <a:rPr lang="zh-CN" altLang="en-US"/>
              <a:t>，则该轴承的基本额定寿命是</a:t>
            </a:r>
            <a:r>
              <a:rPr lang="en-US" altLang="zh-CN"/>
              <a:t>10</a:t>
            </a:r>
            <a:r>
              <a:rPr lang="en-US" altLang="zh-CN" baseline="30000"/>
              <a:t>6</a:t>
            </a:r>
            <a:r>
              <a:rPr lang="en-US" altLang="zh-CN"/>
              <a:t>r</a:t>
            </a:r>
            <a:r>
              <a:rPr lang="zh-CN" altLang="en-US"/>
              <a:t>。</a:t>
            </a:r>
            <a:endParaRPr lang="zh-CN" altLang="en-US"/>
          </a:p>
        </p:txBody>
      </p:sp>
    </p:spTree>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left)">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childTnLst>
                                </p:cTn>
                              </p:par>
                            </p:childTnLst>
                          </p:cTn>
                        </p:par>
                        <p:par>
                          <p:cTn id="12" fill="hold">
                            <p:stCondLst>
                              <p:cond delay="0"/>
                            </p:stCondLst>
                            <p:childTnLst>
                              <p:par>
                                <p:cTn id="13" presetID="22" presetClass="entr" presetSubtype="8" fill="hold" nodeType="afterEffect">
                                  <p:stCondLst>
                                    <p:cond delay="0"/>
                                  </p:stCondLst>
                                  <p:childTnLst>
                                    <p:set>
                                      <p:cBhvr>
                                        <p:cTn id="14" dur="1" fill="hold">
                                          <p:stCondLst>
                                            <p:cond delay="0"/>
                                          </p:stCondLst>
                                        </p:cTn>
                                        <p:tgtEl>
                                          <p:spTgt spid="3074"/>
                                        </p:tgtEl>
                                        <p:attrNameLst>
                                          <p:attrName>style.visibility</p:attrName>
                                        </p:attrNameLst>
                                      </p:cBhvr>
                                      <p:to>
                                        <p:strVal val="visible"/>
                                      </p:to>
                                    </p:set>
                                    <p:animEffect transition="in" filter="wipe(left)">
                                      <p:cBhvr>
                                        <p:cTn id="15" dur="500"/>
                                        <p:tgtEl>
                                          <p:spTgt spid="3074"/>
                                        </p:tgtEl>
                                      </p:cBhvr>
                                    </p:animEffec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grpId="0" nodeType="clickEffect">
                                  <p:stCondLst>
                                    <p:cond delay="0"/>
                                  </p:stCondLst>
                                  <p:childTnLst>
                                    <p:set>
                                      <p:cBhvr>
                                        <p:cTn id="19" dur="1" fill="hold">
                                          <p:stCondLst>
                                            <p:cond delay="0"/>
                                          </p:stCondLst>
                                        </p:cTn>
                                        <p:tgtEl>
                                          <p:spTgt spid="3089"/>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clickEffect">
                                  <p:stCondLst>
                                    <p:cond delay="0"/>
                                  </p:stCondLst>
                                  <p:childTnLst>
                                    <p:set>
                                      <p:cBhvr>
                                        <p:cTn id="23" dur="1" fill="hold">
                                          <p:stCondLst>
                                            <p:cond delay="0"/>
                                          </p:stCondLst>
                                        </p:cTn>
                                        <p:tgtEl>
                                          <p:spTgt spid="3075"/>
                                        </p:tgtEl>
                                        <p:attrNameLst>
                                          <p:attrName>style.visibility</p:attrName>
                                        </p:attrNameLst>
                                      </p:cBhvr>
                                      <p:to>
                                        <p:strVal val="visible"/>
                                      </p:to>
                                    </p:set>
                                  </p:childTnLst>
                                </p:cTn>
                              </p:par>
                            </p:childTnLst>
                          </p:cTn>
                        </p:par>
                      </p:childTnLst>
                    </p:cTn>
                  </p:par>
                  <p:par>
                    <p:cTn id="24" fill="hold">
                      <p:stCondLst>
                        <p:cond delay="indefinite"/>
                      </p:stCondLst>
                      <p:childTnLst>
                        <p:par>
                          <p:cTn id="25" fill="hold">
                            <p:stCondLst>
                              <p:cond delay="0"/>
                            </p:stCondLst>
                            <p:childTnLst>
                              <p:par>
                                <p:cTn id="26" presetID="1" presetClass="entr" presetSubtype="0" fill="hold" nodeType="clickEffect">
                                  <p:stCondLst>
                                    <p:cond delay="0"/>
                                  </p:stCondLst>
                                  <p:childTnLst>
                                    <p:set>
                                      <p:cBhvr>
                                        <p:cTn id="27" dur="1" fill="hold">
                                          <p:stCondLst>
                                            <p:cond delay="0"/>
                                          </p:stCondLst>
                                        </p:cTn>
                                        <p:tgtEl>
                                          <p:spTgt spid="3076"/>
                                        </p:tgtEl>
                                        <p:attrNameLst>
                                          <p:attrName>style.visibility</p:attrName>
                                        </p:attrNameLst>
                                      </p:cBhvr>
                                      <p:to>
                                        <p:strVal val="visible"/>
                                      </p:to>
                                    </p:set>
                                  </p:childTnLst>
                                </p:cTn>
                              </p:par>
                            </p:childTnLst>
                          </p:cTn>
                        </p:par>
                        <p:par>
                          <p:cTn id="28" fill="hold">
                            <p:stCondLst>
                              <p:cond delay="0"/>
                            </p:stCondLst>
                            <p:childTnLst>
                              <p:par>
                                <p:cTn id="29" presetID="1" presetClass="entr" presetSubtype="0" fill="hold" nodeType="afterEffect">
                                  <p:stCondLst>
                                    <p:cond delay="0"/>
                                  </p:stCondLst>
                                  <p:childTnLst>
                                    <p:set>
                                      <p:cBhvr>
                                        <p:cTn id="30" dur="1" fill="hold">
                                          <p:stCondLst>
                                            <p:cond delay="499"/>
                                          </p:stCondLst>
                                        </p:cTn>
                                        <p:tgtEl>
                                          <p:spTgt spid="22671"/>
                                        </p:tgtEl>
                                        <p:attrNameLst>
                                          <p:attrName>style.visibility</p:attrName>
                                        </p:attrNameLst>
                                      </p:cBhvr>
                                      <p:to>
                                        <p:strVal val="visible"/>
                                      </p:to>
                                    </p:set>
                                  </p:childTnLst>
                                </p:cTn>
                              </p:par>
                            </p:childTnLst>
                          </p:cTn>
                        </p:par>
                        <p:par>
                          <p:cTn id="31" fill="hold">
                            <p:stCondLst>
                              <p:cond delay="500"/>
                            </p:stCondLst>
                            <p:childTnLst>
                              <p:par>
                                <p:cTn id="32" presetID="2" presetClass="entr" presetSubtype="8" fill="hold" nodeType="afterEffect">
                                  <p:stCondLst>
                                    <p:cond delay="0"/>
                                  </p:stCondLst>
                                  <p:childTnLst>
                                    <p:set>
                                      <p:cBhvr>
                                        <p:cTn id="33" dur="1" fill="hold">
                                          <p:stCondLst>
                                            <p:cond delay="0"/>
                                          </p:stCondLst>
                                        </p:cTn>
                                        <p:tgtEl>
                                          <p:spTgt spid="22669"/>
                                        </p:tgtEl>
                                        <p:attrNameLst>
                                          <p:attrName>style.visibility</p:attrName>
                                        </p:attrNameLst>
                                      </p:cBhvr>
                                      <p:to>
                                        <p:strVal val="visible"/>
                                      </p:to>
                                    </p:set>
                                    <p:anim calcmode="lin" valueType="num">
                                      <p:cBhvr additive="base">
                                        <p:cTn id="34" dur="500" fill="hold"/>
                                        <p:tgtEl>
                                          <p:spTgt spid="22669"/>
                                        </p:tgtEl>
                                        <p:attrNameLst>
                                          <p:attrName>ppt_x</p:attrName>
                                        </p:attrNameLst>
                                      </p:cBhvr>
                                      <p:tavLst>
                                        <p:tav tm="0">
                                          <p:val>
                                            <p:strVal val="0-#ppt_w/2"/>
                                          </p:val>
                                        </p:tav>
                                        <p:tav tm="100000">
                                          <p:val>
                                            <p:strVal val="#ppt_x"/>
                                          </p:val>
                                        </p:tav>
                                      </p:tavLst>
                                    </p:anim>
                                    <p:anim calcmode="lin" valueType="num">
                                      <p:cBhvr additive="base">
                                        <p:cTn id="35" dur="500" fill="hold"/>
                                        <p:tgtEl>
                                          <p:spTgt spid="22669"/>
                                        </p:tgtEl>
                                        <p:attrNameLst>
                                          <p:attrName>ppt_y</p:attrName>
                                        </p:attrNameLst>
                                      </p:cBhvr>
                                      <p:tavLst>
                                        <p:tav tm="0">
                                          <p:val>
                                            <p:strVal val="#ppt_y"/>
                                          </p:val>
                                        </p:tav>
                                        <p:tav tm="100000">
                                          <p:val>
                                            <p:strVal val="#ppt_y"/>
                                          </p:val>
                                        </p:tav>
                                      </p:tavLst>
                                    </p:anim>
                                  </p:childTnLst>
                                </p:cTn>
                              </p:par>
                            </p:childTnLst>
                          </p:cTn>
                        </p:par>
                        <p:par>
                          <p:cTn id="36" fill="hold">
                            <p:stCondLst>
                              <p:cond delay="1000"/>
                            </p:stCondLst>
                            <p:childTnLst>
                              <p:par>
                                <p:cTn id="37" presetID="2" presetClass="entr" presetSubtype="8" fill="hold" nodeType="afterEffect">
                                  <p:stCondLst>
                                    <p:cond delay="0"/>
                                  </p:stCondLst>
                                  <p:childTnLst>
                                    <p:set>
                                      <p:cBhvr>
                                        <p:cTn id="38" dur="1" fill="hold">
                                          <p:stCondLst>
                                            <p:cond delay="0"/>
                                          </p:stCondLst>
                                        </p:cTn>
                                        <p:tgtEl>
                                          <p:spTgt spid="22670"/>
                                        </p:tgtEl>
                                        <p:attrNameLst>
                                          <p:attrName>style.visibility</p:attrName>
                                        </p:attrNameLst>
                                      </p:cBhvr>
                                      <p:to>
                                        <p:strVal val="visible"/>
                                      </p:to>
                                    </p:set>
                                    <p:anim calcmode="lin" valueType="num">
                                      <p:cBhvr additive="base">
                                        <p:cTn id="39" dur="500" fill="hold"/>
                                        <p:tgtEl>
                                          <p:spTgt spid="22670"/>
                                        </p:tgtEl>
                                        <p:attrNameLst>
                                          <p:attrName>ppt_x</p:attrName>
                                        </p:attrNameLst>
                                      </p:cBhvr>
                                      <p:tavLst>
                                        <p:tav tm="0">
                                          <p:val>
                                            <p:strVal val="0-#ppt_w/2"/>
                                          </p:val>
                                        </p:tav>
                                        <p:tav tm="100000">
                                          <p:val>
                                            <p:strVal val="#ppt_x"/>
                                          </p:val>
                                        </p:tav>
                                      </p:tavLst>
                                    </p:anim>
                                    <p:anim calcmode="lin" valueType="num">
                                      <p:cBhvr additive="base">
                                        <p:cTn id="40" dur="500" fill="hold"/>
                                        <p:tgtEl>
                                          <p:spTgt spid="22670"/>
                                        </p:tgtEl>
                                        <p:attrNameLst>
                                          <p:attrName>ppt_y</p:attrName>
                                        </p:attrNameLst>
                                      </p:cBhvr>
                                      <p:tavLst>
                                        <p:tav tm="0">
                                          <p:val>
                                            <p:strVal val="#ppt_y"/>
                                          </p:val>
                                        </p:tav>
                                        <p:tav tm="100000">
                                          <p:val>
                                            <p:strVal val="#ppt_y"/>
                                          </p:val>
                                        </p:tav>
                                      </p:tavLst>
                                    </p:anim>
                                  </p:childTnLst>
                                </p:cTn>
                              </p:par>
                            </p:childTnLst>
                          </p:cTn>
                        </p:par>
                      </p:childTnLst>
                    </p:cTn>
                  </p:par>
                  <p:par>
                    <p:cTn id="41" fill="hold">
                      <p:stCondLst>
                        <p:cond delay="indefinite"/>
                      </p:stCondLst>
                      <p:childTnLst>
                        <p:par>
                          <p:cTn id="42" fill="hold">
                            <p:stCondLst>
                              <p:cond delay="0"/>
                            </p:stCondLst>
                            <p:childTnLst>
                              <p:par>
                                <p:cTn id="43" presetID="22" presetClass="entr" presetSubtype="8" fill="hold" grpId="0" nodeType="clickEffect">
                                  <p:stCondLst>
                                    <p:cond delay="0"/>
                                  </p:stCondLst>
                                  <p:childTnLst>
                                    <p:set>
                                      <p:cBhvr>
                                        <p:cTn id="44" dur="1" fill="hold">
                                          <p:stCondLst>
                                            <p:cond delay="0"/>
                                          </p:stCondLst>
                                        </p:cTn>
                                        <p:tgtEl>
                                          <p:spTgt spid="3"/>
                                        </p:tgtEl>
                                        <p:attrNameLst>
                                          <p:attrName>style.visibility</p:attrName>
                                        </p:attrNameLst>
                                      </p:cBhvr>
                                      <p:to>
                                        <p:strVal val="visible"/>
                                      </p:to>
                                    </p:set>
                                    <p:animEffect transition="in" filter="wipe(left)">
                                      <p:cBhvr>
                                        <p:cTn id="45"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89" grpId="0"/>
      <p:bldP spid="3" grpId="0" bldLvl="0" animBg="1"/>
      <p:bldP spid="4" grpId="0"/>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0807" name="Text Box 7"/>
          <p:cNvSpPr txBox="1">
            <a:spLocks noChangeArrowheads="1"/>
          </p:cNvSpPr>
          <p:nvPr/>
        </p:nvSpPr>
        <p:spPr bwMode="auto">
          <a:xfrm>
            <a:off x="166963" y="717964"/>
            <a:ext cx="8907463" cy="47428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eaLnBrk="1" hangingPunct="1">
              <a:lnSpc>
                <a:spcPct val="120000"/>
              </a:lnSpc>
              <a:buNone/>
            </a:pPr>
            <a:r>
              <a:rPr kumimoji="1" lang="zh-CN" altLang="en-US" b="1" dirty="0">
                <a:solidFill>
                  <a:srgbClr val="FF0000"/>
                </a:solidFill>
                <a:ea typeface="宋体" panose="02010600030101010101" pitchFamily="2" charset="-122"/>
                <a:cs typeface="Times New Roman" panose="02020603050405020304" pitchFamily="18" charset="0"/>
              </a:rPr>
              <a:t>        </a:t>
            </a:r>
            <a:r>
              <a:rPr kumimoji="1" lang="en-US" altLang="zh-CN" b="1" dirty="0" smtClean="0">
                <a:solidFill>
                  <a:srgbClr val="FF0000"/>
                </a:solidFill>
                <a:ea typeface="宋体" panose="02010600030101010101" pitchFamily="2" charset="-122"/>
                <a:cs typeface="Times New Roman" panose="02020603050405020304" pitchFamily="18" charset="0"/>
              </a:rPr>
              <a:t>[</a:t>
            </a:r>
            <a:r>
              <a:rPr kumimoji="1" lang="zh-CN" altLang="en-US" sz="2200" b="1" dirty="0" smtClean="0">
                <a:solidFill>
                  <a:srgbClr val="FF0000"/>
                </a:solidFill>
                <a:ea typeface="宋体" panose="02010600030101010101" pitchFamily="2" charset="-122"/>
                <a:cs typeface="Times New Roman" panose="02020603050405020304" pitchFamily="18" charset="0"/>
              </a:rPr>
              <a:t>例题</a:t>
            </a:r>
            <a:r>
              <a:rPr kumimoji="1" lang="en-US" altLang="zh-CN" sz="2200" b="1" dirty="0" smtClean="0">
                <a:solidFill>
                  <a:srgbClr val="FF0000"/>
                </a:solidFill>
                <a:ea typeface="宋体" panose="02010600030101010101" pitchFamily="2" charset="-122"/>
                <a:cs typeface="Times New Roman" panose="02020603050405020304" pitchFamily="18" charset="0"/>
              </a:rPr>
              <a:t>1 ] </a:t>
            </a:r>
            <a:r>
              <a:rPr kumimoji="1" lang="zh-CN" altLang="en-US" sz="2200" b="1" dirty="0">
                <a:solidFill>
                  <a:srgbClr val="002060"/>
                </a:solidFill>
                <a:ea typeface="宋体" panose="02010600030101010101" pitchFamily="2" charset="-122"/>
                <a:cs typeface="Times New Roman" panose="02020603050405020304" pitchFamily="18" charset="0"/>
              </a:rPr>
              <a:t>一深沟球轴承</a:t>
            </a:r>
            <a:r>
              <a:rPr kumimoji="1" lang="en-US" altLang="zh-CN" sz="2200" b="1" dirty="0">
                <a:solidFill>
                  <a:srgbClr val="002060"/>
                </a:solidFill>
                <a:ea typeface="宋体" panose="02010600030101010101" pitchFamily="2" charset="-122"/>
                <a:cs typeface="Times New Roman" panose="02020603050405020304" pitchFamily="18" charset="0"/>
              </a:rPr>
              <a:t>6210</a:t>
            </a:r>
            <a:r>
              <a:rPr kumimoji="1" lang="zh-CN" altLang="en-US" sz="2200" b="1" dirty="0">
                <a:solidFill>
                  <a:srgbClr val="002060"/>
                </a:solidFill>
                <a:ea typeface="宋体" panose="02010600030101010101" pitchFamily="2" charset="-122"/>
                <a:cs typeface="Times New Roman" panose="02020603050405020304" pitchFamily="18" charset="0"/>
              </a:rPr>
              <a:t>．承受的径向载荷</a:t>
            </a:r>
            <a:r>
              <a:rPr kumimoji="1" lang="en-US" altLang="zh-CN" sz="2200" b="1" dirty="0">
                <a:solidFill>
                  <a:srgbClr val="002060"/>
                </a:solidFill>
                <a:ea typeface="宋体" panose="02010600030101010101" pitchFamily="2" charset="-122"/>
                <a:cs typeface="Times New Roman" panose="02020603050405020304" pitchFamily="18" charset="0"/>
              </a:rPr>
              <a:t>F</a:t>
            </a:r>
            <a:r>
              <a:rPr kumimoji="1" lang="en-US" altLang="zh-CN" sz="2200" b="1" baseline="-30000" dirty="0">
                <a:solidFill>
                  <a:srgbClr val="002060"/>
                </a:solidFill>
                <a:ea typeface="宋体" panose="02010600030101010101" pitchFamily="2" charset="-122"/>
                <a:cs typeface="Times New Roman" panose="02020603050405020304" pitchFamily="18" charset="0"/>
              </a:rPr>
              <a:t>r </a:t>
            </a:r>
            <a:r>
              <a:rPr kumimoji="1" lang="en-US" altLang="zh-CN" sz="2200" b="1" dirty="0">
                <a:solidFill>
                  <a:srgbClr val="002060"/>
                </a:solidFill>
                <a:ea typeface="宋体" panose="02010600030101010101" pitchFamily="2" charset="-122"/>
                <a:cs typeface="Times New Roman" panose="02020603050405020304" pitchFamily="18" charset="0"/>
              </a:rPr>
              <a:t>= 3000N</a:t>
            </a:r>
            <a:r>
              <a:rPr kumimoji="1" lang="zh-CN" altLang="en-US" sz="2200" b="1" dirty="0">
                <a:solidFill>
                  <a:srgbClr val="002060"/>
                </a:solidFill>
                <a:ea typeface="宋体" panose="02010600030101010101" pitchFamily="2" charset="-122"/>
                <a:cs typeface="Times New Roman" panose="02020603050405020304" pitchFamily="18" charset="0"/>
              </a:rPr>
              <a:t>，轴向载荷</a:t>
            </a:r>
            <a:r>
              <a:rPr kumimoji="1" lang="en-US" altLang="zh-CN" sz="2200" b="1" dirty="0" err="1">
                <a:solidFill>
                  <a:srgbClr val="002060"/>
                </a:solidFill>
                <a:ea typeface="宋体" panose="02010600030101010101" pitchFamily="2" charset="-122"/>
                <a:cs typeface="Times New Roman" panose="02020603050405020304" pitchFamily="18" charset="0"/>
              </a:rPr>
              <a:t>F</a:t>
            </a:r>
            <a:r>
              <a:rPr kumimoji="1" lang="en-US" altLang="zh-CN" sz="2200" b="1" baseline="-30000" dirty="0" err="1">
                <a:solidFill>
                  <a:srgbClr val="002060"/>
                </a:solidFill>
                <a:ea typeface="宋体" panose="02010600030101010101" pitchFamily="2" charset="-122"/>
                <a:cs typeface="Times New Roman" panose="02020603050405020304" pitchFamily="18" charset="0"/>
              </a:rPr>
              <a:t>a</a:t>
            </a:r>
            <a:r>
              <a:rPr kumimoji="1" lang="en-US" altLang="zh-CN" sz="2200" b="1" baseline="-30000" dirty="0">
                <a:solidFill>
                  <a:srgbClr val="002060"/>
                </a:solidFill>
                <a:ea typeface="宋体" panose="02010600030101010101" pitchFamily="2" charset="-122"/>
                <a:cs typeface="Times New Roman" panose="02020603050405020304" pitchFamily="18" charset="0"/>
              </a:rPr>
              <a:t> </a:t>
            </a:r>
            <a:r>
              <a:rPr kumimoji="1" lang="en-US" altLang="zh-CN" sz="2200" b="1" dirty="0">
                <a:solidFill>
                  <a:srgbClr val="002060"/>
                </a:solidFill>
                <a:ea typeface="宋体" panose="02010600030101010101" pitchFamily="2" charset="-122"/>
                <a:cs typeface="Times New Roman" panose="02020603050405020304" pitchFamily="18" charset="0"/>
              </a:rPr>
              <a:t>= 870N</a:t>
            </a:r>
            <a:r>
              <a:rPr kumimoji="1" lang="zh-CN" altLang="en-US" sz="2200" b="1" dirty="0">
                <a:solidFill>
                  <a:srgbClr val="002060"/>
                </a:solidFill>
                <a:ea typeface="宋体" panose="02010600030101010101" pitchFamily="2" charset="-122"/>
                <a:cs typeface="Times New Roman" panose="02020603050405020304" pitchFamily="18" charset="0"/>
              </a:rPr>
              <a:t>，试求其径向当量动载荷。</a:t>
            </a:r>
            <a:endParaRPr kumimoji="1" lang="zh-CN" altLang="en-US" sz="2200" b="1" dirty="0">
              <a:solidFill>
                <a:srgbClr val="002060"/>
              </a:solidFill>
              <a:ea typeface="宋体" panose="02010600030101010101" pitchFamily="2" charset="-122"/>
              <a:cs typeface="Times New Roman" panose="02020603050405020304" pitchFamily="18" charset="0"/>
            </a:endParaRPr>
          </a:p>
          <a:p>
            <a:pPr algn="just" eaLnBrk="1" hangingPunct="1">
              <a:lnSpc>
                <a:spcPct val="120000"/>
              </a:lnSpc>
              <a:buNone/>
            </a:pPr>
            <a:r>
              <a:rPr kumimoji="1" lang="zh-CN" altLang="en-US" b="1" dirty="0">
                <a:solidFill>
                  <a:srgbClr val="CC0099"/>
                </a:solidFill>
                <a:ea typeface="宋体" panose="02010600030101010101" pitchFamily="2" charset="-122"/>
                <a:cs typeface="Times New Roman" panose="02020603050405020304" pitchFamily="18" charset="0"/>
              </a:rPr>
              <a:t>        </a:t>
            </a:r>
            <a:r>
              <a:rPr kumimoji="1" lang="zh-CN" altLang="en-US" b="1" dirty="0">
                <a:solidFill>
                  <a:srgbClr val="FF0066"/>
                </a:solidFill>
                <a:ea typeface="宋体" panose="02010600030101010101" pitchFamily="2" charset="-122"/>
                <a:cs typeface="Times New Roman" panose="02020603050405020304" pitchFamily="18" charset="0"/>
              </a:rPr>
              <a:t>解</a:t>
            </a:r>
            <a:r>
              <a:rPr kumimoji="1" lang="zh-CN" altLang="en-US" b="1" dirty="0">
                <a:solidFill>
                  <a:srgbClr val="000000"/>
                </a:solidFill>
                <a:ea typeface="宋体" panose="02010600030101010101" pitchFamily="2" charset="-122"/>
                <a:cs typeface="Times New Roman" panose="02020603050405020304" pitchFamily="18" charset="0"/>
              </a:rPr>
              <a:t>：</a:t>
            </a:r>
            <a:endParaRPr kumimoji="1" lang="zh-CN" altLang="en-US" b="1" dirty="0">
              <a:solidFill>
                <a:srgbClr val="000000"/>
              </a:solidFill>
              <a:ea typeface="宋体" panose="02010600030101010101" pitchFamily="2" charset="-122"/>
              <a:cs typeface="Times New Roman" panose="02020603050405020304" pitchFamily="18" charset="0"/>
            </a:endParaRPr>
          </a:p>
          <a:p>
            <a:pPr algn="just" eaLnBrk="1" hangingPunct="1">
              <a:lnSpc>
                <a:spcPct val="120000"/>
              </a:lnSpc>
              <a:buNone/>
            </a:pPr>
            <a:r>
              <a:rPr kumimoji="1" lang="zh-CN" altLang="en-US" b="1" dirty="0">
                <a:solidFill>
                  <a:srgbClr val="000000"/>
                </a:solidFill>
                <a:ea typeface="宋体" panose="02010600030101010101" pitchFamily="2" charset="-122"/>
                <a:cs typeface="Times New Roman" panose="02020603050405020304" pitchFamily="18" charset="0"/>
              </a:rPr>
              <a:t>        </a:t>
            </a:r>
            <a:r>
              <a:rPr kumimoji="1" lang="zh-CN" altLang="en-US" sz="2200" b="1" dirty="0" smtClean="0">
                <a:solidFill>
                  <a:srgbClr val="002060"/>
                </a:solidFill>
                <a:ea typeface="宋体" panose="02010600030101010101" pitchFamily="2" charset="-122"/>
                <a:cs typeface="Times New Roman" panose="02020603050405020304" pitchFamily="18" charset="0"/>
              </a:rPr>
              <a:t>由</a:t>
            </a:r>
            <a:r>
              <a:rPr lang="zh-CN" altLang="en-US" sz="2200" b="1" dirty="0" smtClean="0">
                <a:solidFill>
                  <a:srgbClr val="002060"/>
                </a:solidFill>
                <a:ea typeface="宋体" panose="02010600030101010101" pitchFamily="2" charset="-122"/>
                <a:cs typeface="Times New Roman" panose="02020603050405020304" pitchFamily="18" charset="0"/>
              </a:rPr>
              <a:t>设计手册</a:t>
            </a:r>
            <a:r>
              <a:rPr kumimoji="1" lang="zh-CN" altLang="en-US" sz="2200" b="1" dirty="0" smtClean="0">
                <a:solidFill>
                  <a:srgbClr val="002060"/>
                </a:solidFill>
                <a:ea typeface="宋体" panose="02010600030101010101" pitchFamily="2" charset="-122"/>
                <a:cs typeface="Times New Roman" panose="02020603050405020304" pitchFamily="18" charset="0"/>
              </a:rPr>
              <a:t>表</a:t>
            </a:r>
            <a:r>
              <a:rPr kumimoji="1" lang="en-US" altLang="zh-CN" sz="2200" b="1" dirty="0" smtClean="0">
                <a:solidFill>
                  <a:srgbClr val="002060"/>
                </a:solidFill>
                <a:ea typeface="宋体" panose="02010600030101010101" pitchFamily="2" charset="-122"/>
                <a:cs typeface="Times New Roman" panose="02020603050405020304" pitchFamily="18" charset="0"/>
              </a:rPr>
              <a:t>6-1</a:t>
            </a:r>
            <a:r>
              <a:rPr kumimoji="1" lang="zh-CN" altLang="en-US" sz="2200" b="1" dirty="0" smtClean="0">
                <a:solidFill>
                  <a:srgbClr val="002060"/>
                </a:solidFill>
                <a:ea typeface="宋体" panose="02010600030101010101" pitchFamily="2" charset="-122"/>
                <a:cs typeface="Times New Roman" panose="02020603050405020304" pitchFamily="18" charset="0"/>
              </a:rPr>
              <a:t>查得</a:t>
            </a:r>
            <a:r>
              <a:rPr kumimoji="1" lang="en-US" altLang="zh-CN" sz="2200" b="1" dirty="0">
                <a:solidFill>
                  <a:srgbClr val="002060"/>
                </a:solidFill>
                <a:ea typeface="宋体" panose="02010600030101010101" pitchFamily="2" charset="-122"/>
                <a:cs typeface="Times New Roman" panose="02020603050405020304" pitchFamily="18" charset="0"/>
              </a:rPr>
              <a:t>6210</a:t>
            </a:r>
            <a:r>
              <a:rPr kumimoji="1" lang="zh-CN" altLang="en-US" sz="2200" b="1" dirty="0">
                <a:solidFill>
                  <a:srgbClr val="002060"/>
                </a:solidFill>
                <a:ea typeface="宋体" panose="02010600030101010101" pitchFamily="2" charset="-122"/>
                <a:cs typeface="Times New Roman" panose="02020603050405020304" pitchFamily="18" charset="0"/>
              </a:rPr>
              <a:t>轴承的额定静荷载</a:t>
            </a:r>
            <a:r>
              <a:rPr kumimoji="1" lang="en-US" altLang="zh-CN" sz="2200" b="1" dirty="0">
                <a:solidFill>
                  <a:srgbClr val="002060"/>
                </a:solidFill>
                <a:ea typeface="宋体" panose="02010600030101010101" pitchFamily="2" charset="-122"/>
                <a:cs typeface="Times New Roman" panose="02020603050405020304" pitchFamily="18" charset="0"/>
              </a:rPr>
              <a:t>C</a:t>
            </a:r>
            <a:r>
              <a:rPr kumimoji="1" lang="en-US" altLang="zh-CN" sz="2200" b="1" baseline="-30000" dirty="0">
                <a:solidFill>
                  <a:srgbClr val="002060"/>
                </a:solidFill>
                <a:ea typeface="宋体" panose="02010600030101010101" pitchFamily="2" charset="-122"/>
                <a:cs typeface="Times New Roman" panose="02020603050405020304" pitchFamily="18" charset="0"/>
              </a:rPr>
              <a:t>0</a:t>
            </a:r>
            <a:r>
              <a:rPr kumimoji="1" lang="en-US" altLang="zh-CN" sz="2200" b="1" dirty="0">
                <a:solidFill>
                  <a:srgbClr val="002060"/>
                </a:solidFill>
                <a:ea typeface="宋体" panose="02010600030101010101" pitchFamily="2" charset="-122"/>
                <a:cs typeface="Times New Roman" panose="02020603050405020304" pitchFamily="18" charset="0"/>
              </a:rPr>
              <a:t>=23.20 </a:t>
            </a:r>
            <a:r>
              <a:rPr kumimoji="1" lang="en-US" altLang="zh-CN" sz="2200" b="1" dirty="0" err="1">
                <a:solidFill>
                  <a:srgbClr val="002060"/>
                </a:solidFill>
                <a:ea typeface="宋体" panose="02010600030101010101" pitchFamily="2" charset="-122"/>
                <a:cs typeface="Times New Roman" panose="02020603050405020304" pitchFamily="18" charset="0"/>
              </a:rPr>
              <a:t>kN</a:t>
            </a:r>
            <a:r>
              <a:rPr kumimoji="1" lang="zh-CN" altLang="en-US" sz="2200" b="1" dirty="0">
                <a:solidFill>
                  <a:srgbClr val="002060"/>
                </a:solidFill>
                <a:ea typeface="宋体" panose="02010600030101010101" pitchFamily="2" charset="-122"/>
                <a:cs typeface="Times New Roman" panose="02020603050405020304" pitchFamily="18" charset="0"/>
              </a:rPr>
              <a:t>，则：</a:t>
            </a:r>
            <a:endParaRPr kumimoji="1" lang="zh-CN" altLang="en-US" sz="2200" b="1" dirty="0">
              <a:solidFill>
                <a:srgbClr val="002060"/>
              </a:solidFill>
              <a:ea typeface="宋体" panose="02010600030101010101" pitchFamily="2" charset="-122"/>
              <a:cs typeface="Times New Roman" panose="02020603050405020304" pitchFamily="18" charset="0"/>
            </a:endParaRPr>
          </a:p>
          <a:p>
            <a:pPr algn="just" eaLnBrk="1" hangingPunct="1">
              <a:lnSpc>
                <a:spcPct val="120000"/>
              </a:lnSpc>
              <a:buNone/>
            </a:pPr>
            <a:endParaRPr kumimoji="1" lang="zh-CN" altLang="en-US" b="1" dirty="0">
              <a:solidFill>
                <a:srgbClr val="002060"/>
              </a:solidFill>
              <a:ea typeface="宋体" panose="02010600030101010101" pitchFamily="2" charset="-122"/>
              <a:cs typeface="Times New Roman" panose="02020603050405020304" pitchFamily="18" charset="0"/>
            </a:endParaRPr>
          </a:p>
          <a:p>
            <a:pPr algn="just" eaLnBrk="1" hangingPunct="1">
              <a:lnSpc>
                <a:spcPct val="120000"/>
              </a:lnSpc>
              <a:buNone/>
            </a:pPr>
            <a:endParaRPr kumimoji="1" lang="zh-CN" altLang="en-US" b="1" dirty="0">
              <a:solidFill>
                <a:srgbClr val="0000FF"/>
              </a:solidFill>
              <a:ea typeface="宋体" panose="02010600030101010101" pitchFamily="2" charset="-122"/>
              <a:cs typeface="Times New Roman" panose="02020603050405020304" pitchFamily="18" charset="0"/>
            </a:endParaRPr>
          </a:p>
          <a:p>
            <a:pPr algn="just">
              <a:buNone/>
            </a:pPr>
            <a:r>
              <a:rPr lang="zh-CN" altLang="en-US" b="1" dirty="0" smtClean="0">
                <a:solidFill>
                  <a:srgbClr val="0000FF"/>
                </a:solidFill>
                <a:ea typeface="宋体" panose="02010600030101010101" pitchFamily="2" charset="-122"/>
                <a:cs typeface="Times New Roman" panose="02020603050405020304" pitchFamily="18" charset="0"/>
              </a:rPr>
              <a:t>                </a:t>
            </a:r>
            <a:endParaRPr lang="en-US" altLang="zh-CN" b="1" dirty="0" smtClean="0">
              <a:solidFill>
                <a:srgbClr val="0000FF"/>
              </a:solidFill>
              <a:ea typeface="宋体" panose="02010600030101010101" pitchFamily="2" charset="-122"/>
              <a:cs typeface="Times New Roman" panose="02020603050405020304" pitchFamily="18" charset="0"/>
            </a:endParaRPr>
          </a:p>
          <a:p>
            <a:pPr algn="just">
              <a:buNone/>
            </a:pPr>
            <a:r>
              <a:rPr lang="zh-CN" altLang="en-US" sz="2200" b="1" dirty="0" smtClean="0">
                <a:solidFill>
                  <a:srgbClr val="0000FF"/>
                </a:solidFill>
                <a:ea typeface="宋体" panose="02010600030101010101" pitchFamily="2" charset="-122"/>
                <a:cs typeface="Times New Roman" panose="02020603050405020304" pitchFamily="18" charset="0"/>
              </a:rPr>
              <a:t>           </a:t>
            </a:r>
            <a:r>
              <a:rPr lang="zh-CN" altLang="en-US" sz="2200" b="1" dirty="0" smtClean="0">
                <a:solidFill>
                  <a:srgbClr val="002060"/>
                </a:solidFill>
                <a:ea typeface="宋体" panose="02010600030101010101" pitchFamily="2" charset="-122"/>
                <a:cs typeface="Times New Roman" panose="02020603050405020304" pitchFamily="18" charset="0"/>
              </a:rPr>
              <a:t>由</a:t>
            </a:r>
            <a:r>
              <a:rPr lang="zh-CN" altLang="en-US" sz="2200" b="1" dirty="0">
                <a:solidFill>
                  <a:srgbClr val="002060"/>
                </a:solidFill>
                <a:ea typeface="宋体" panose="02010600030101010101" pitchFamily="2" charset="-122"/>
                <a:cs typeface="Times New Roman" panose="02020603050405020304" pitchFamily="18" charset="0"/>
              </a:rPr>
              <a:t>表</a:t>
            </a:r>
            <a:r>
              <a:rPr lang="en-US" altLang="zh-CN" sz="2200" b="1" dirty="0">
                <a:solidFill>
                  <a:srgbClr val="002060"/>
                </a:solidFill>
                <a:ea typeface="宋体" panose="02010600030101010101" pitchFamily="2" charset="-122"/>
                <a:cs typeface="Times New Roman" panose="02020603050405020304" pitchFamily="18" charset="0"/>
              </a:rPr>
              <a:t>3.6 – </a:t>
            </a:r>
            <a:r>
              <a:rPr lang="en-US" altLang="zh-CN" sz="2200" b="1" dirty="0" smtClean="0">
                <a:solidFill>
                  <a:srgbClr val="002060"/>
                </a:solidFill>
                <a:ea typeface="宋体" panose="02010600030101010101" pitchFamily="2" charset="-122"/>
                <a:cs typeface="Times New Roman" panose="02020603050405020304" pitchFamily="18" charset="0"/>
              </a:rPr>
              <a:t>7</a:t>
            </a:r>
            <a:r>
              <a:rPr lang="en-US" altLang="zh-CN" sz="2200" b="1" dirty="0" smtClean="0">
                <a:solidFill>
                  <a:srgbClr val="002060"/>
                </a:solidFill>
                <a:ea typeface="宋体" panose="02010600030101010101" pitchFamily="2" charset="-122"/>
                <a:cs typeface="Times New Roman" panose="02020603050405020304" pitchFamily="18" charset="0"/>
              </a:rPr>
              <a:t> </a:t>
            </a:r>
            <a:r>
              <a:rPr lang="zh-CN" altLang="en-US" sz="2200" b="1" dirty="0" smtClean="0">
                <a:solidFill>
                  <a:srgbClr val="002060"/>
                </a:solidFill>
                <a:ea typeface="宋体" panose="02010600030101010101" pitchFamily="2" charset="-122"/>
                <a:cs typeface="Times New Roman" panose="02020603050405020304" pitchFamily="18" charset="0"/>
              </a:rPr>
              <a:t>插值得  </a:t>
            </a:r>
            <a:r>
              <a:rPr lang="en-US" altLang="zh-CN" sz="2200" b="1" i="1" dirty="0" smtClean="0">
                <a:solidFill>
                  <a:srgbClr val="002060"/>
                </a:solidFill>
                <a:ea typeface="宋体" panose="02010600030101010101" pitchFamily="2" charset="-122"/>
                <a:cs typeface="Times New Roman" panose="02020603050405020304" pitchFamily="18" charset="0"/>
              </a:rPr>
              <a:t>e</a:t>
            </a:r>
            <a:r>
              <a:rPr lang="en-US" altLang="zh-CN" sz="2200" b="1" dirty="0" smtClean="0">
                <a:solidFill>
                  <a:srgbClr val="002060"/>
                </a:solidFill>
                <a:ea typeface="宋体" panose="02010600030101010101" pitchFamily="2" charset="-122"/>
                <a:cs typeface="Times New Roman" panose="02020603050405020304" pitchFamily="18" charset="0"/>
              </a:rPr>
              <a:t> </a:t>
            </a:r>
            <a:r>
              <a:rPr lang="en-US" altLang="zh-CN" sz="2200" b="1" dirty="0">
                <a:solidFill>
                  <a:srgbClr val="002060"/>
                </a:solidFill>
                <a:ea typeface="宋体" panose="02010600030101010101" pitchFamily="2" charset="-122"/>
                <a:cs typeface="Times New Roman" panose="02020603050405020304" pitchFamily="18" charset="0"/>
              </a:rPr>
              <a:t>= 0.236</a:t>
            </a:r>
            <a:r>
              <a:rPr lang="zh-CN" altLang="en-US" sz="2200" b="1" dirty="0">
                <a:solidFill>
                  <a:srgbClr val="002060"/>
                </a:solidFill>
                <a:ea typeface="宋体" panose="02010600030101010101" pitchFamily="2" charset="-122"/>
                <a:cs typeface="Times New Roman" panose="02020603050405020304" pitchFamily="18" charset="0"/>
              </a:rPr>
              <a:t>，则</a:t>
            </a:r>
            <a:r>
              <a:rPr lang="zh-CN" altLang="en-US" sz="2200" b="1" dirty="0" smtClean="0">
                <a:solidFill>
                  <a:srgbClr val="002060"/>
                </a:solidFill>
                <a:ea typeface="宋体" panose="02010600030101010101" pitchFamily="2" charset="-122"/>
                <a:cs typeface="Times New Roman" panose="02020603050405020304" pitchFamily="18" charset="0"/>
              </a:rPr>
              <a:t>：</a:t>
            </a:r>
            <a:endParaRPr lang="en-US" altLang="zh-CN" sz="2200" b="1" dirty="0" smtClean="0">
              <a:solidFill>
                <a:srgbClr val="002060"/>
              </a:solidFill>
              <a:ea typeface="宋体" panose="02010600030101010101" pitchFamily="2" charset="-122"/>
              <a:cs typeface="Times New Roman" panose="02020603050405020304" pitchFamily="18" charset="0"/>
            </a:endParaRPr>
          </a:p>
          <a:p>
            <a:pPr algn="just">
              <a:buNone/>
            </a:pPr>
            <a:endParaRPr lang="zh-CN" altLang="en-US" sz="2200" b="1" dirty="0">
              <a:solidFill>
                <a:srgbClr val="0000FF"/>
              </a:solidFill>
              <a:ea typeface="宋体" panose="02010600030101010101" pitchFamily="2" charset="-122"/>
              <a:cs typeface="Times New Roman" panose="02020603050405020304" pitchFamily="18" charset="0"/>
            </a:endParaRPr>
          </a:p>
          <a:p>
            <a:pPr algn="just" eaLnBrk="1" hangingPunct="1">
              <a:lnSpc>
                <a:spcPct val="120000"/>
              </a:lnSpc>
              <a:buNone/>
            </a:pPr>
            <a:endParaRPr kumimoji="1" lang="zh-CN" altLang="en-US" b="1" dirty="0">
              <a:solidFill>
                <a:srgbClr val="0000FF"/>
              </a:solidFill>
              <a:ea typeface="宋体" panose="02010600030101010101" pitchFamily="2" charset="-122"/>
              <a:cs typeface="Times New Roman" panose="02020603050405020304" pitchFamily="18" charset="0"/>
            </a:endParaRPr>
          </a:p>
          <a:p>
            <a:pPr algn="just" eaLnBrk="1" hangingPunct="1">
              <a:lnSpc>
                <a:spcPct val="120000"/>
              </a:lnSpc>
              <a:buNone/>
            </a:pPr>
            <a:endParaRPr kumimoji="1" lang="zh-CN" altLang="en-US" b="1" dirty="0">
              <a:solidFill>
                <a:srgbClr val="0000FF"/>
              </a:solidFill>
              <a:ea typeface="宋体" panose="02010600030101010101" pitchFamily="2" charset="-122"/>
              <a:cs typeface="Times New Roman" panose="02020603050405020304" pitchFamily="18" charset="0"/>
            </a:endParaRPr>
          </a:p>
          <a:p>
            <a:pPr algn="just" eaLnBrk="1" hangingPunct="1">
              <a:lnSpc>
                <a:spcPct val="120000"/>
              </a:lnSpc>
              <a:buNone/>
            </a:pPr>
            <a:r>
              <a:rPr kumimoji="1" lang="zh-CN" altLang="en-US" sz="2200" b="1" dirty="0" smtClean="0">
                <a:solidFill>
                  <a:srgbClr val="0000FF"/>
                </a:solidFill>
                <a:ea typeface="宋体" panose="02010600030101010101" pitchFamily="2" charset="-122"/>
                <a:cs typeface="Times New Roman" panose="02020603050405020304" pitchFamily="18" charset="0"/>
              </a:rPr>
              <a:t>     </a:t>
            </a:r>
            <a:r>
              <a:rPr kumimoji="1" lang="zh-CN" altLang="en-US" sz="2200" b="1" dirty="0" smtClean="0">
                <a:solidFill>
                  <a:srgbClr val="002060"/>
                </a:solidFill>
                <a:ea typeface="宋体" panose="02010600030101010101" pitchFamily="2" charset="-122"/>
                <a:cs typeface="Times New Roman" panose="02020603050405020304" pitchFamily="18" charset="0"/>
              </a:rPr>
              <a:t>由</a:t>
            </a:r>
            <a:r>
              <a:rPr kumimoji="1" lang="zh-CN" altLang="en-US" sz="2200" b="1" dirty="0">
                <a:solidFill>
                  <a:srgbClr val="002060"/>
                </a:solidFill>
                <a:ea typeface="宋体" panose="02010600030101010101" pitchFamily="2" charset="-122"/>
                <a:cs typeface="Times New Roman" panose="02020603050405020304" pitchFamily="18" charset="0"/>
              </a:rPr>
              <a:t>表</a:t>
            </a:r>
            <a:r>
              <a:rPr kumimoji="1" lang="en-US" altLang="zh-CN" sz="2200" b="1" dirty="0" smtClean="0">
                <a:solidFill>
                  <a:srgbClr val="002060"/>
                </a:solidFill>
                <a:ea typeface="宋体" panose="02010600030101010101" pitchFamily="2" charset="-122"/>
                <a:cs typeface="Times New Roman" panose="02020603050405020304" pitchFamily="18" charset="0"/>
              </a:rPr>
              <a:t>13-5</a:t>
            </a:r>
            <a:r>
              <a:rPr kumimoji="1" lang="zh-CN" altLang="en-US" sz="2200" b="1" dirty="0" smtClean="0">
                <a:solidFill>
                  <a:srgbClr val="002060"/>
                </a:solidFill>
                <a:ea typeface="宋体" panose="02010600030101010101" pitchFamily="2" charset="-122"/>
                <a:cs typeface="Times New Roman" panose="02020603050405020304" pitchFamily="18" charset="0"/>
              </a:rPr>
              <a:t>查得 </a:t>
            </a:r>
            <a:r>
              <a:rPr kumimoji="1" lang="en-US" altLang="zh-CN" sz="2200" b="1" dirty="0" smtClean="0">
                <a:solidFill>
                  <a:srgbClr val="002060"/>
                </a:solidFill>
                <a:ea typeface="宋体" panose="02010600030101010101" pitchFamily="2" charset="-122"/>
                <a:cs typeface="Times New Roman" panose="02020603050405020304" pitchFamily="18" charset="0"/>
              </a:rPr>
              <a:t>X </a:t>
            </a:r>
            <a:r>
              <a:rPr kumimoji="1" lang="en-US" altLang="zh-CN" sz="2200" b="1" dirty="0">
                <a:solidFill>
                  <a:srgbClr val="002060"/>
                </a:solidFill>
                <a:ea typeface="宋体" panose="02010600030101010101" pitchFamily="2" charset="-122"/>
                <a:cs typeface="Times New Roman" panose="02020603050405020304" pitchFamily="18" charset="0"/>
              </a:rPr>
              <a:t>= 0.56</a:t>
            </a:r>
            <a:r>
              <a:rPr kumimoji="1" lang="zh-CN" altLang="en-US" sz="2200" b="1" dirty="0">
                <a:solidFill>
                  <a:srgbClr val="002060"/>
                </a:solidFill>
                <a:ea typeface="宋体" panose="02010600030101010101" pitchFamily="2" charset="-122"/>
                <a:cs typeface="Times New Roman" panose="02020603050405020304" pitchFamily="18" charset="0"/>
              </a:rPr>
              <a:t>，插值得</a:t>
            </a:r>
            <a:r>
              <a:rPr kumimoji="1" lang="en-US" altLang="zh-CN" sz="2200" b="1" dirty="0">
                <a:solidFill>
                  <a:srgbClr val="002060"/>
                </a:solidFill>
                <a:ea typeface="宋体" panose="02010600030101010101" pitchFamily="2" charset="-122"/>
                <a:cs typeface="Times New Roman" panose="02020603050405020304" pitchFamily="18" charset="0"/>
              </a:rPr>
              <a:t>Y = 1.85</a:t>
            </a:r>
            <a:r>
              <a:rPr kumimoji="1" lang="zh-CN" altLang="en-US" sz="2200" b="1" dirty="0">
                <a:solidFill>
                  <a:srgbClr val="002060"/>
                </a:solidFill>
                <a:ea typeface="宋体" panose="02010600030101010101" pitchFamily="2" charset="-122"/>
                <a:cs typeface="Times New Roman" panose="02020603050405020304" pitchFamily="18" charset="0"/>
              </a:rPr>
              <a:t>，故径向当量动载荷为</a:t>
            </a:r>
            <a:r>
              <a:rPr kumimoji="1" lang="zh-CN" altLang="en-US" sz="2200" b="1" dirty="0" smtClean="0">
                <a:solidFill>
                  <a:srgbClr val="002060"/>
                </a:solidFill>
                <a:ea typeface="宋体" panose="02010600030101010101" pitchFamily="2" charset="-122"/>
                <a:cs typeface="Times New Roman" panose="02020603050405020304" pitchFamily="18" charset="0"/>
              </a:rPr>
              <a:t>：</a:t>
            </a:r>
            <a:endParaRPr kumimoji="1" lang="zh-CN" altLang="en-US" sz="2200" b="1" dirty="0">
              <a:solidFill>
                <a:srgbClr val="002060"/>
              </a:solidFill>
              <a:ea typeface="宋体" panose="02010600030101010101" pitchFamily="2" charset="-122"/>
              <a:cs typeface="Times New Roman" panose="02020603050405020304" pitchFamily="18" charset="0"/>
            </a:endParaRPr>
          </a:p>
        </p:txBody>
      </p:sp>
      <p:graphicFrame>
        <p:nvGraphicFramePr>
          <p:cNvPr id="1100809" name="Object 9"/>
          <p:cNvGraphicFramePr>
            <a:graphicFrameLocks noChangeAspect="1"/>
          </p:cNvGraphicFramePr>
          <p:nvPr/>
        </p:nvGraphicFramePr>
        <p:xfrm>
          <a:off x="2318164" y="2464698"/>
          <a:ext cx="2624138" cy="801687"/>
        </p:xfrm>
        <a:graphic>
          <a:graphicData uri="http://schemas.openxmlformats.org/presentationml/2006/ole">
            <mc:AlternateContent xmlns:mc="http://schemas.openxmlformats.org/markup-compatibility/2006">
              <mc:Choice xmlns:v="urn:schemas-microsoft-com:vml" Requires="v">
                <p:oleObj spid="_x0000_s10315" name="公式" r:id="rId1" imgW="35052000" imgH="10668000" progId="Equation.3">
                  <p:embed/>
                </p:oleObj>
              </mc:Choice>
              <mc:Fallback>
                <p:oleObj name="公式" r:id="rId1" imgW="35052000" imgH="10668000" progId="Equation.3">
                  <p:embed/>
                  <p:pic>
                    <p:nvPicPr>
                      <p:cNvPr id="0" name="图片 10314"/>
                      <p:cNvPicPr>
                        <a:picLocks noChangeAspect="1" noChangeArrowheads="1"/>
                      </p:cNvPicPr>
                      <p:nvPr/>
                    </p:nvPicPr>
                    <p:blipFill>
                      <a:blip r:embed="rId2"/>
                      <a:srcRect/>
                      <a:stretch>
                        <a:fillRect/>
                      </a:stretch>
                    </p:blipFill>
                    <p:spPr bwMode="auto">
                      <a:xfrm>
                        <a:off x="2318164" y="2464698"/>
                        <a:ext cx="2624138" cy="801687"/>
                      </a:xfrm>
                      <a:prstGeom prst="rect">
                        <a:avLst/>
                      </a:prstGeom>
                      <a:noFill/>
                    </p:spPr>
                  </p:pic>
                </p:oleObj>
              </mc:Fallback>
            </mc:AlternateContent>
          </a:graphicData>
        </a:graphic>
      </p:graphicFrame>
      <p:sp>
        <p:nvSpPr>
          <p:cNvPr id="1100812" name="Rectangle 12"/>
          <p:cNvSpPr>
            <a:spLocks noChangeArrowheads="1"/>
          </p:cNvSpPr>
          <p:nvPr/>
        </p:nvSpPr>
        <p:spPr bwMode="auto">
          <a:xfrm>
            <a:off x="0" y="322421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graphicFrame>
        <p:nvGraphicFramePr>
          <p:cNvPr id="1100811" name="Object 11"/>
          <p:cNvGraphicFramePr>
            <a:graphicFrameLocks noChangeAspect="1"/>
          </p:cNvGraphicFramePr>
          <p:nvPr/>
        </p:nvGraphicFramePr>
        <p:xfrm>
          <a:off x="2236788" y="3902075"/>
          <a:ext cx="3284537" cy="908050"/>
        </p:xfrm>
        <a:graphic>
          <a:graphicData uri="http://schemas.openxmlformats.org/presentationml/2006/ole">
            <mc:AlternateContent xmlns:mc="http://schemas.openxmlformats.org/markup-compatibility/2006">
              <mc:Choice xmlns:v="urn:schemas-microsoft-com:vml" Requires="v">
                <p:oleObj spid="_x0000_s10316" name="公式" r:id="rId3" imgW="39014400" imgH="10668000" progId="Equation.3">
                  <p:embed/>
                </p:oleObj>
              </mc:Choice>
              <mc:Fallback>
                <p:oleObj name="公式" r:id="rId3" imgW="39014400" imgH="10668000" progId="Equation.3">
                  <p:embed/>
                  <p:pic>
                    <p:nvPicPr>
                      <p:cNvPr id="0" name="图片 10315"/>
                      <p:cNvPicPr>
                        <a:picLocks noChangeAspect="1" noChangeArrowheads="1"/>
                      </p:cNvPicPr>
                      <p:nvPr/>
                    </p:nvPicPr>
                    <p:blipFill>
                      <a:blip r:embed="rId4"/>
                      <a:srcRect/>
                      <a:stretch>
                        <a:fillRect/>
                      </a:stretch>
                    </p:blipFill>
                    <p:spPr bwMode="auto">
                      <a:xfrm>
                        <a:off x="2236788" y="3902075"/>
                        <a:ext cx="3284537" cy="9080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100814" name="Rectangle 14"/>
          <p:cNvSpPr>
            <a:spLocks noChangeArrowheads="1"/>
          </p:cNvSpPr>
          <p:nvPr/>
        </p:nvSpPr>
        <p:spPr bwMode="auto">
          <a:xfrm>
            <a:off x="0" y="33147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graphicFrame>
        <p:nvGraphicFramePr>
          <p:cNvPr id="1100813" name="Object 13"/>
          <p:cNvGraphicFramePr>
            <a:graphicFrameLocks noChangeAspect="1"/>
          </p:cNvGraphicFramePr>
          <p:nvPr/>
        </p:nvGraphicFramePr>
        <p:xfrm>
          <a:off x="862496" y="5730599"/>
          <a:ext cx="7080250" cy="446088"/>
        </p:xfrm>
        <a:graphic>
          <a:graphicData uri="http://schemas.openxmlformats.org/presentationml/2006/ole">
            <mc:AlternateContent xmlns:mc="http://schemas.openxmlformats.org/markup-compatibility/2006">
              <mc:Choice xmlns:v="urn:schemas-microsoft-com:vml" Requires="v">
                <p:oleObj spid="_x0000_s10317" name="公式" r:id="rId5" imgW="87172800" imgH="5486400" progId="Equation.3">
                  <p:embed/>
                </p:oleObj>
              </mc:Choice>
              <mc:Fallback>
                <p:oleObj name="公式" r:id="rId5" imgW="87172800" imgH="5486400" progId="Equation.3">
                  <p:embed/>
                  <p:pic>
                    <p:nvPicPr>
                      <p:cNvPr id="0" name="图片 10316"/>
                      <p:cNvPicPr>
                        <a:picLocks noChangeAspect="1" noChangeArrowheads="1"/>
                      </p:cNvPicPr>
                      <p:nvPr/>
                    </p:nvPicPr>
                    <p:blipFill>
                      <a:blip r:embed="rId6"/>
                      <a:srcRect/>
                      <a:stretch>
                        <a:fillRect/>
                      </a:stretch>
                    </p:blipFill>
                    <p:spPr bwMode="auto">
                      <a:xfrm>
                        <a:off x="862496" y="5730599"/>
                        <a:ext cx="7080250" cy="4460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8" presetClass="entr" presetSubtype="6" fill="hold" grpId="0" nodeType="afterEffect">
                                  <p:stCondLst>
                                    <p:cond delay="0"/>
                                  </p:stCondLst>
                                  <p:childTnLst>
                                    <p:set>
                                      <p:cBhvr>
                                        <p:cTn id="6" dur="1" fill="hold">
                                          <p:stCondLst>
                                            <p:cond delay="0"/>
                                          </p:stCondLst>
                                        </p:cTn>
                                        <p:tgtEl>
                                          <p:spTgt spid="1100807">
                                            <p:txEl>
                                              <p:pRg st="4294967295" end="4294967295"/>
                                            </p:txEl>
                                          </p:spTgt>
                                        </p:tgtEl>
                                        <p:attrNameLst>
                                          <p:attrName>style.visibility</p:attrName>
                                        </p:attrNameLst>
                                      </p:cBhvr>
                                      <p:to>
                                        <p:strVal val="visible"/>
                                      </p:to>
                                    </p:set>
                                    <p:animEffect transition="in" filter="strips(downRight)">
                                      <p:cBhvr>
                                        <p:cTn id="7" dur="500"/>
                                        <p:tgtEl>
                                          <p:spTgt spid="1100807">
                                            <p:txEl>
                                              <p:pRg st="4294967295" end="4294967295"/>
                                            </p:txEl>
                                          </p:spTgt>
                                        </p:tgtEl>
                                      </p:cBhvr>
                                    </p:animEffect>
                                  </p:childTnLst>
                                </p:cTn>
                              </p:par>
                            </p:childTnLst>
                          </p:cTn>
                        </p:par>
                        <p:par>
                          <p:cTn id="8" fill="hold">
                            <p:stCondLst>
                              <p:cond delay="500"/>
                            </p:stCondLst>
                            <p:childTnLst>
                              <p:par>
                                <p:cTn id="9" presetID="18" presetClass="entr" presetSubtype="6" fill="hold" grpId="0" nodeType="afterEffect">
                                  <p:stCondLst>
                                    <p:cond delay="0"/>
                                  </p:stCondLst>
                                  <p:childTnLst>
                                    <p:set>
                                      <p:cBhvr>
                                        <p:cTn id="10" dur="1" fill="hold">
                                          <p:stCondLst>
                                            <p:cond delay="0"/>
                                          </p:stCondLst>
                                        </p:cTn>
                                        <p:tgtEl>
                                          <p:spTgt spid="1100807">
                                            <p:txEl>
                                              <p:pRg st="0" end="0"/>
                                            </p:txEl>
                                          </p:spTgt>
                                        </p:tgtEl>
                                        <p:attrNameLst>
                                          <p:attrName>style.visibility</p:attrName>
                                        </p:attrNameLst>
                                      </p:cBhvr>
                                      <p:to>
                                        <p:strVal val="visible"/>
                                      </p:to>
                                    </p:set>
                                    <p:animEffect transition="in" filter="strips(downRight)">
                                      <p:cBhvr>
                                        <p:cTn id="11" dur="500"/>
                                        <p:tgtEl>
                                          <p:spTgt spid="1100807">
                                            <p:txEl>
                                              <p:pRg st="0" end="0"/>
                                            </p:txEl>
                                          </p:spTgt>
                                        </p:tgtEl>
                                      </p:cBhvr>
                                    </p:animEffect>
                                  </p:childTnLst>
                                </p:cTn>
                              </p:par>
                            </p:childTnLst>
                          </p:cTn>
                        </p:par>
                      </p:childTnLst>
                    </p:cTn>
                  </p:par>
                  <p:par>
                    <p:cTn id="12" fill="hold">
                      <p:stCondLst>
                        <p:cond delay="indefinite"/>
                      </p:stCondLst>
                      <p:childTnLst>
                        <p:par>
                          <p:cTn id="13" fill="hold">
                            <p:stCondLst>
                              <p:cond delay="0"/>
                            </p:stCondLst>
                            <p:childTnLst>
                              <p:par>
                                <p:cTn id="14" presetID="18" presetClass="entr" presetSubtype="6" fill="hold" grpId="0" nodeType="clickEffect">
                                  <p:stCondLst>
                                    <p:cond delay="0"/>
                                  </p:stCondLst>
                                  <p:childTnLst>
                                    <p:set>
                                      <p:cBhvr>
                                        <p:cTn id="15" dur="1" fill="hold">
                                          <p:stCondLst>
                                            <p:cond delay="0"/>
                                          </p:stCondLst>
                                        </p:cTn>
                                        <p:tgtEl>
                                          <p:spTgt spid="1100807">
                                            <p:txEl>
                                              <p:pRg st="1" end="1"/>
                                            </p:txEl>
                                          </p:spTgt>
                                        </p:tgtEl>
                                        <p:attrNameLst>
                                          <p:attrName>style.visibility</p:attrName>
                                        </p:attrNameLst>
                                      </p:cBhvr>
                                      <p:to>
                                        <p:strVal val="visible"/>
                                      </p:to>
                                    </p:set>
                                    <p:animEffect transition="in" filter="strips(downRight)">
                                      <p:cBhvr>
                                        <p:cTn id="16" dur="500"/>
                                        <p:tgtEl>
                                          <p:spTgt spid="1100807">
                                            <p:txEl>
                                              <p:pRg st="1" end="1"/>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18" presetClass="entr" presetSubtype="6" fill="hold" grpId="0" nodeType="clickEffect">
                                  <p:stCondLst>
                                    <p:cond delay="0"/>
                                  </p:stCondLst>
                                  <p:childTnLst>
                                    <p:set>
                                      <p:cBhvr>
                                        <p:cTn id="20" dur="1" fill="hold">
                                          <p:stCondLst>
                                            <p:cond delay="0"/>
                                          </p:stCondLst>
                                        </p:cTn>
                                        <p:tgtEl>
                                          <p:spTgt spid="1100807">
                                            <p:txEl>
                                              <p:pRg st="2" end="2"/>
                                            </p:txEl>
                                          </p:spTgt>
                                        </p:tgtEl>
                                        <p:attrNameLst>
                                          <p:attrName>style.visibility</p:attrName>
                                        </p:attrNameLst>
                                      </p:cBhvr>
                                      <p:to>
                                        <p:strVal val="visible"/>
                                      </p:to>
                                    </p:set>
                                    <p:animEffect transition="in" filter="strips(downRight)">
                                      <p:cBhvr>
                                        <p:cTn id="21" dur="500"/>
                                        <p:tgtEl>
                                          <p:spTgt spid="1100807">
                                            <p:txEl>
                                              <p:pRg st="2" end="2"/>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nodeType="clickEffect">
                                  <p:stCondLst>
                                    <p:cond delay="0"/>
                                  </p:stCondLst>
                                  <p:childTnLst>
                                    <p:set>
                                      <p:cBhvr>
                                        <p:cTn id="25" dur="1" fill="hold">
                                          <p:stCondLst>
                                            <p:cond delay="0"/>
                                          </p:stCondLst>
                                        </p:cTn>
                                        <p:tgtEl>
                                          <p:spTgt spid="1100809"/>
                                        </p:tgtEl>
                                        <p:attrNameLst>
                                          <p:attrName>style.visibility</p:attrName>
                                        </p:attrNameLst>
                                      </p:cBhvr>
                                      <p:to>
                                        <p:strVal val="visible"/>
                                      </p:to>
                                    </p:set>
                                  </p:childTnLst>
                                </p:cTn>
                              </p:par>
                            </p:childTnLst>
                          </p:cTn>
                        </p:par>
                      </p:childTnLst>
                    </p:cTn>
                  </p:par>
                  <p:par>
                    <p:cTn id="26" fill="hold">
                      <p:stCondLst>
                        <p:cond delay="indefinite"/>
                      </p:stCondLst>
                      <p:childTnLst>
                        <p:par>
                          <p:cTn id="27" fill="hold">
                            <p:stCondLst>
                              <p:cond delay="0"/>
                            </p:stCondLst>
                            <p:childTnLst>
                              <p:par>
                                <p:cTn id="28" presetID="18" presetClass="entr" presetSubtype="6" fill="hold" grpId="0" nodeType="clickEffect">
                                  <p:stCondLst>
                                    <p:cond delay="0"/>
                                  </p:stCondLst>
                                  <p:childTnLst>
                                    <p:set>
                                      <p:cBhvr>
                                        <p:cTn id="29" dur="1" fill="hold">
                                          <p:stCondLst>
                                            <p:cond delay="0"/>
                                          </p:stCondLst>
                                        </p:cTn>
                                        <p:tgtEl>
                                          <p:spTgt spid="1100807">
                                            <p:txEl>
                                              <p:pRg st="5" end="5"/>
                                            </p:txEl>
                                          </p:spTgt>
                                        </p:tgtEl>
                                        <p:attrNameLst>
                                          <p:attrName>style.visibility</p:attrName>
                                        </p:attrNameLst>
                                      </p:cBhvr>
                                      <p:to>
                                        <p:strVal val="visible"/>
                                      </p:to>
                                    </p:set>
                                    <p:animEffect transition="in" filter="strips(downRight)">
                                      <p:cBhvr>
                                        <p:cTn id="30" dur="500"/>
                                        <p:tgtEl>
                                          <p:spTgt spid="1100807">
                                            <p:txEl>
                                              <p:pRg st="5" end="5"/>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18" presetClass="entr" presetSubtype="6" fill="hold" grpId="0" nodeType="clickEffect">
                                  <p:stCondLst>
                                    <p:cond delay="0"/>
                                  </p:stCondLst>
                                  <p:childTnLst>
                                    <p:set>
                                      <p:cBhvr>
                                        <p:cTn id="34" dur="1" fill="hold">
                                          <p:stCondLst>
                                            <p:cond delay="0"/>
                                          </p:stCondLst>
                                        </p:cTn>
                                        <p:tgtEl>
                                          <p:spTgt spid="1100807">
                                            <p:txEl>
                                              <p:pRg st="6" end="6"/>
                                            </p:txEl>
                                          </p:spTgt>
                                        </p:tgtEl>
                                        <p:attrNameLst>
                                          <p:attrName>style.visibility</p:attrName>
                                        </p:attrNameLst>
                                      </p:cBhvr>
                                      <p:to>
                                        <p:strVal val="visible"/>
                                      </p:to>
                                    </p:set>
                                    <p:animEffect transition="in" filter="strips(downRight)">
                                      <p:cBhvr>
                                        <p:cTn id="35" dur="500"/>
                                        <p:tgtEl>
                                          <p:spTgt spid="1100807">
                                            <p:txEl>
                                              <p:pRg st="6" end="6"/>
                                            </p:txEl>
                                          </p:spTgt>
                                        </p:tgtEl>
                                      </p:cBhvr>
                                    </p:animEffect>
                                  </p:childTnLst>
                                </p:cTn>
                              </p:par>
                            </p:childTnLst>
                          </p:cTn>
                        </p:par>
                      </p:childTnLst>
                    </p:cTn>
                  </p:par>
                  <p:par>
                    <p:cTn id="36" fill="hold">
                      <p:stCondLst>
                        <p:cond delay="indefinite"/>
                      </p:stCondLst>
                      <p:childTnLst>
                        <p:par>
                          <p:cTn id="37" fill="hold">
                            <p:stCondLst>
                              <p:cond delay="0"/>
                            </p:stCondLst>
                            <p:childTnLst>
                              <p:par>
                                <p:cTn id="38" presetID="1" presetClass="entr" presetSubtype="0" fill="hold" nodeType="clickEffect">
                                  <p:stCondLst>
                                    <p:cond delay="0"/>
                                  </p:stCondLst>
                                  <p:childTnLst>
                                    <p:set>
                                      <p:cBhvr>
                                        <p:cTn id="39" dur="1" fill="hold">
                                          <p:stCondLst>
                                            <p:cond delay="0"/>
                                          </p:stCondLst>
                                        </p:cTn>
                                        <p:tgtEl>
                                          <p:spTgt spid="1100811"/>
                                        </p:tgtEl>
                                        <p:attrNameLst>
                                          <p:attrName>style.visibility</p:attrName>
                                        </p:attrNameLst>
                                      </p:cBhvr>
                                      <p:to>
                                        <p:strVal val="visible"/>
                                      </p:to>
                                    </p:set>
                                  </p:childTnLst>
                                </p:cTn>
                              </p:par>
                            </p:childTnLst>
                          </p:cTn>
                        </p:par>
                      </p:childTnLst>
                    </p:cTn>
                  </p:par>
                  <p:par>
                    <p:cTn id="40" fill="hold">
                      <p:stCondLst>
                        <p:cond delay="indefinite"/>
                      </p:stCondLst>
                      <p:childTnLst>
                        <p:par>
                          <p:cTn id="41" fill="hold">
                            <p:stCondLst>
                              <p:cond delay="0"/>
                            </p:stCondLst>
                            <p:childTnLst>
                              <p:par>
                                <p:cTn id="42" presetID="18" presetClass="entr" presetSubtype="6" fill="hold" grpId="0" nodeType="clickEffect">
                                  <p:stCondLst>
                                    <p:cond delay="0"/>
                                  </p:stCondLst>
                                  <p:childTnLst>
                                    <p:set>
                                      <p:cBhvr>
                                        <p:cTn id="43" dur="1" fill="hold">
                                          <p:stCondLst>
                                            <p:cond delay="0"/>
                                          </p:stCondLst>
                                        </p:cTn>
                                        <p:tgtEl>
                                          <p:spTgt spid="1100807">
                                            <p:txEl>
                                              <p:pRg st="10" end="10"/>
                                            </p:txEl>
                                          </p:spTgt>
                                        </p:tgtEl>
                                        <p:attrNameLst>
                                          <p:attrName>style.visibility</p:attrName>
                                        </p:attrNameLst>
                                      </p:cBhvr>
                                      <p:to>
                                        <p:strVal val="visible"/>
                                      </p:to>
                                    </p:set>
                                    <p:animEffect transition="in" filter="strips(downRight)">
                                      <p:cBhvr>
                                        <p:cTn id="44" dur="500"/>
                                        <p:tgtEl>
                                          <p:spTgt spid="1100807">
                                            <p:txEl>
                                              <p:pRg st="10" end="10"/>
                                            </p:txEl>
                                          </p:spTgt>
                                        </p:tgtEl>
                                      </p:cBhvr>
                                    </p:animEffec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nodeType="clickEffect">
                                  <p:stCondLst>
                                    <p:cond delay="0"/>
                                  </p:stCondLst>
                                  <p:childTnLst>
                                    <p:set>
                                      <p:cBhvr>
                                        <p:cTn id="48" dur="1" fill="hold">
                                          <p:stCondLst>
                                            <p:cond delay="0"/>
                                          </p:stCondLst>
                                        </p:cTn>
                                        <p:tgtEl>
                                          <p:spTgt spid="11008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00807" grpId="0" uiExpand="1" build="p"/>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4903" name="Text Box 7"/>
          <p:cNvSpPr txBox="1">
            <a:spLocks noChangeArrowheads="1"/>
          </p:cNvSpPr>
          <p:nvPr/>
        </p:nvSpPr>
        <p:spPr bwMode="auto">
          <a:xfrm>
            <a:off x="268550" y="561892"/>
            <a:ext cx="8647043" cy="47705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just" eaLnBrk="1" hangingPunct="1">
              <a:lnSpc>
                <a:spcPct val="130000"/>
              </a:lnSpc>
              <a:buNone/>
            </a:pPr>
            <a:r>
              <a:rPr kumimoji="1" lang="zh-CN" altLang="en-US" b="1" dirty="0">
                <a:solidFill>
                  <a:srgbClr val="FF0000"/>
                </a:solidFill>
                <a:ea typeface="宋体" panose="02010600030101010101" pitchFamily="2" charset="-122"/>
                <a:cs typeface="Times New Roman" panose="02020603050405020304" pitchFamily="18" charset="0"/>
              </a:rPr>
              <a:t>       </a:t>
            </a:r>
            <a:r>
              <a:rPr lang="en-US" altLang="zh-CN" b="1" dirty="0" smtClean="0">
                <a:solidFill>
                  <a:srgbClr val="FF0000"/>
                </a:solidFill>
                <a:ea typeface="宋体" panose="02010600030101010101" pitchFamily="2" charset="-122"/>
                <a:cs typeface="Times New Roman" panose="02020603050405020304" pitchFamily="18" charset="0"/>
              </a:rPr>
              <a:t>[</a:t>
            </a:r>
            <a:r>
              <a:rPr kumimoji="1" lang="zh-CN" altLang="en-US" sz="2200" b="1" dirty="0" smtClean="0">
                <a:solidFill>
                  <a:srgbClr val="FF0000"/>
                </a:solidFill>
                <a:ea typeface="宋体" panose="02010600030101010101" pitchFamily="2" charset="-122"/>
                <a:cs typeface="Times New Roman" panose="02020603050405020304" pitchFamily="18" charset="0"/>
              </a:rPr>
              <a:t>例题</a:t>
            </a:r>
            <a:r>
              <a:rPr kumimoji="1" lang="en-US" altLang="zh-CN" sz="2200" b="1" dirty="0" smtClean="0">
                <a:solidFill>
                  <a:srgbClr val="FF0000"/>
                </a:solidFill>
                <a:ea typeface="宋体" panose="02010600030101010101" pitchFamily="2" charset="-122"/>
                <a:cs typeface="Times New Roman" panose="02020603050405020304" pitchFamily="18" charset="0"/>
              </a:rPr>
              <a:t>2] </a:t>
            </a:r>
            <a:r>
              <a:rPr kumimoji="1" lang="zh-CN" altLang="en-US" sz="2200" b="1" dirty="0" smtClean="0">
                <a:solidFill>
                  <a:srgbClr val="002060"/>
                </a:solidFill>
                <a:ea typeface="宋体" panose="02010600030101010101" pitchFamily="2" charset="-122"/>
                <a:cs typeface="Times New Roman" panose="02020603050405020304" pitchFamily="18" charset="0"/>
              </a:rPr>
              <a:t>试</a:t>
            </a:r>
            <a:r>
              <a:rPr kumimoji="1" lang="zh-CN" altLang="en-US" sz="2200" b="1" dirty="0">
                <a:solidFill>
                  <a:srgbClr val="002060"/>
                </a:solidFill>
                <a:ea typeface="宋体" panose="02010600030101010101" pitchFamily="2" charset="-122"/>
                <a:cs typeface="Times New Roman" panose="02020603050405020304" pitchFamily="18" charset="0"/>
              </a:rPr>
              <a:t>为一鼓风机选一轴承类型及尺寸。已知轴颈直径</a:t>
            </a:r>
            <a:r>
              <a:rPr kumimoji="1" lang="en-US" altLang="zh-CN" sz="2200" b="1" i="1" dirty="0">
                <a:solidFill>
                  <a:srgbClr val="002060"/>
                </a:solidFill>
                <a:ea typeface="宋体" panose="02010600030101010101" pitchFamily="2" charset="-122"/>
                <a:cs typeface="Times New Roman" panose="02020603050405020304" pitchFamily="18" charset="0"/>
              </a:rPr>
              <a:t>d</a:t>
            </a:r>
            <a:r>
              <a:rPr kumimoji="1" lang="en-US" altLang="zh-CN" sz="2200" b="1" baseline="-30000" dirty="0">
                <a:solidFill>
                  <a:srgbClr val="002060"/>
                </a:solidFill>
                <a:ea typeface="宋体" panose="02010600030101010101" pitchFamily="2" charset="-122"/>
                <a:cs typeface="Times New Roman" panose="02020603050405020304" pitchFamily="18" charset="0"/>
              </a:rPr>
              <a:t> </a:t>
            </a:r>
            <a:r>
              <a:rPr kumimoji="1" lang="en-US" altLang="zh-CN" sz="2200" b="1" dirty="0">
                <a:solidFill>
                  <a:srgbClr val="002060"/>
                </a:solidFill>
                <a:ea typeface="宋体" panose="02010600030101010101" pitchFamily="2" charset="-122"/>
                <a:cs typeface="Times New Roman" panose="02020603050405020304" pitchFamily="18" charset="0"/>
              </a:rPr>
              <a:t>= 35 mm</a:t>
            </a:r>
            <a:r>
              <a:rPr kumimoji="1" lang="zh-CN" altLang="en-US" sz="2200" b="1" dirty="0">
                <a:solidFill>
                  <a:srgbClr val="002060"/>
                </a:solidFill>
                <a:ea typeface="宋体" panose="02010600030101010101" pitchFamily="2" charset="-122"/>
                <a:cs typeface="Times New Roman" panose="02020603050405020304" pitchFamily="18" charset="0"/>
              </a:rPr>
              <a:t>，转速</a:t>
            </a:r>
            <a:r>
              <a:rPr kumimoji="1" lang="en-US" altLang="zh-CN" sz="2200" b="1" i="1" dirty="0">
                <a:solidFill>
                  <a:srgbClr val="002060"/>
                </a:solidFill>
                <a:ea typeface="宋体" panose="02010600030101010101" pitchFamily="2" charset="-122"/>
                <a:cs typeface="Times New Roman" panose="02020603050405020304" pitchFamily="18" charset="0"/>
              </a:rPr>
              <a:t>n</a:t>
            </a:r>
            <a:r>
              <a:rPr kumimoji="1" lang="en-US" altLang="zh-CN" sz="2200" b="1" dirty="0">
                <a:solidFill>
                  <a:srgbClr val="002060"/>
                </a:solidFill>
                <a:ea typeface="宋体" panose="02010600030101010101" pitchFamily="2" charset="-122"/>
                <a:cs typeface="Times New Roman" panose="02020603050405020304" pitchFamily="18" charset="0"/>
              </a:rPr>
              <a:t> = 2900 r</a:t>
            </a:r>
            <a:r>
              <a:rPr kumimoji="1" lang="zh-CN" altLang="en-US" sz="2200" b="1" dirty="0">
                <a:solidFill>
                  <a:srgbClr val="002060"/>
                </a:solidFill>
                <a:ea typeface="宋体" panose="02010600030101010101" pitchFamily="2" charset="-122"/>
                <a:cs typeface="Times New Roman" panose="02020603050405020304" pitchFamily="18" charset="0"/>
              </a:rPr>
              <a:t>／</a:t>
            </a:r>
            <a:r>
              <a:rPr kumimoji="1" lang="en-US" altLang="zh-CN" sz="2200" b="1" dirty="0">
                <a:solidFill>
                  <a:srgbClr val="002060"/>
                </a:solidFill>
                <a:ea typeface="宋体" panose="02010600030101010101" pitchFamily="2" charset="-122"/>
                <a:cs typeface="Times New Roman" panose="02020603050405020304" pitchFamily="18" charset="0"/>
              </a:rPr>
              <a:t>min</a:t>
            </a:r>
            <a:r>
              <a:rPr kumimoji="1" lang="zh-CN" altLang="en-US" sz="2200" b="1" dirty="0">
                <a:solidFill>
                  <a:srgbClr val="002060"/>
                </a:solidFill>
                <a:ea typeface="宋体" panose="02010600030101010101" pitchFamily="2" charset="-122"/>
                <a:cs typeface="Times New Roman" panose="02020603050405020304" pitchFamily="18" charset="0"/>
              </a:rPr>
              <a:t>，轴承承受径向载荷</a:t>
            </a:r>
            <a:r>
              <a:rPr kumimoji="1" lang="en-US" altLang="zh-CN" sz="2200" b="1" i="1" dirty="0">
                <a:solidFill>
                  <a:srgbClr val="002060"/>
                </a:solidFill>
                <a:ea typeface="宋体" panose="02010600030101010101" pitchFamily="2" charset="-122"/>
                <a:cs typeface="Times New Roman" panose="02020603050405020304" pitchFamily="18" charset="0"/>
              </a:rPr>
              <a:t>F</a:t>
            </a:r>
            <a:r>
              <a:rPr kumimoji="1" lang="en-US" altLang="zh-CN" sz="2200" b="1" baseline="-30000" dirty="0">
                <a:solidFill>
                  <a:srgbClr val="002060"/>
                </a:solidFill>
                <a:ea typeface="宋体" panose="02010600030101010101" pitchFamily="2" charset="-122"/>
                <a:cs typeface="Times New Roman" panose="02020603050405020304" pitchFamily="18" charset="0"/>
              </a:rPr>
              <a:t> r </a:t>
            </a:r>
            <a:r>
              <a:rPr kumimoji="1" lang="en-US" altLang="zh-CN" sz="2200" b="1" dirty="0">
                <a:solidFill>
                  <a:srgbClr val="002060"/>
                </a:solidFill>
                <a:ea typeface="宋体" panose="02010600030101010101" pitchFamily="2" charset="-122"/>
                <a:cs typeface="Times New Roman" panose="02020603050405020304" pitchFamily="18" charset="0"/>
              </a:rPr>
              <a:t>= 1800 N</a:t>
            </a:r>
            <a:r>
              <a:rPr kumimoji="1" lang="zh-CN" altLang="en-US" sz="2200" b="1" dirty="0">
                <a:solidFill>
                  <a:srgbClr val="002060"/>
                </a:solidFill>
                <a:ea typeface="宋体" panose="02010600030101010101" pitchFamily="2" charset="-122"/>
                <a:cs typeface="Times New Roman" panose="02020603050405020304" pitchFamily="18" charset="0"/>
              </a:rPr>
              <a:t>，轴向载荷</a:t>
            </a:r>
            <a:r>
              <a:rPr kumimoji="1" lang="en-US" altLang="zh-CN" sz="2200" b="1" i="1" dirty="0">
                <a:solidFill>
                  <a:srgbClr val="002060"/>
                </a:solidFill>
                <a:ea typeface="宋体" panose="02010600030101010101" pitchFamily="2" charset="-122"/>
                <a:cs typeface="Times New Roman" panose="02020603050405020304" pitchFamily="18" charset="0"/>
              </a:rPr>
              <a:t>F</a:t>
            </a:r>
            <a:r>
              <a:rPr kumimoji="1" lang="en-US" altLang="zh-CN" sz="2200" b="1" baseline="-30000" dirty="0">
                <a:solidFill>
                  <a:srgbClr val="002060"/>
                </a:solidFill>
                <a:ea typeface="宋体" panose="02010600030101010101" pitchFamily="2" charset="-122"/>
                <a:cs typeface="Times New Roman" panose="02020603050405020304" pitchFamily="18" charset="0"/>
              </a:rPr>
              <a:t> a </a:t>
            </a:r>
            <a:r>
              <a:rPr kumimoji="1" lang="en-US" altLang="zh-CN" sz="2200" b="1" dirty="0">
                <a:solidFill>
                  <a:srgbClr val="002060"/>
                </a:solidFill>
                <a:ea typeface="宋体" panose="02010600030101010101" pitchFamily="2" charset="-122"/>
                <a:cs typeface="Times New Roman" panose="02020603050405020304" pitchFamily="18" charset="0"/>
              </a:rPr>
              <a:t>= 450 N</a:t>
            </a:r>
            <a:r>
              <a:rPr kumimoji="1" lang="zh-CN" altLang="en-US" sz="2200" b="1" dirty="0">
                <a:solidFill>
                  <a:srgbClr val="002060"/>
                </a:solidFill>
                <a:ea typeface="宋体" panose="02010600030101010101" pitchFamily="2" charset="-122"/>
                <a:cs typeface="Times New Roman" panose="02020603050405020304" pitchFamily="18" charset="0"/>
              </a:rPr>
              <a:t>，使用时间</a:t>
            </a:r>
            <a:r>
              <a:rPr kumimoji="1" lang="en-US" altLang="zh-CN" sz="2200" b="1" dirty="0">
                <a:solidFill>
                  <a:srgbClr val="002060"/>
                </a:solidFill>
                <a:ea typeface="宋体" panose="02010600030101010101" pitchFamily="2" charset="-122"/>
                <a:cs typeface="Times New Roman" panose="02020603050405020304" pitchFamily="18" charset="0"/>
              </a:rPr>
              <a:t>8000 h</a:t>
            </a:r>
            <a:r>
              <a:rPr kumimoji="1" lang="zh-CN" altLang="en-US" sz="2200" b="1" dirty="0">
                <a:solidFill>
                  <a:srgbClr val="002060"/>
                </a:solidFill>
                <a:ea typeface="宋体" panose="02010600030101010101" pitchFamily="2" charset="-122"/>
                <a:cs typeface="Times New Roman" panose="02020603050405020304" pitchFamily="18" charset="0"/>
              </a:rPr>
              <a:t>。 </a:t>
            </a:r>
            <a:endParaRPr kumimoji="1" lang="zh-CN" altLang="en-US" sz="2200" b="1" dirty="0">
              <a:solidFill>
                <a:srgbClr val="002060"/>
              </a:solidFill>
              <a:ea typeface="宋体" panose="02010600030101010101" pitchFamily="2" charset="-122"/>
              <a:cs typeface="Times New Roman" panose="02020603050405020304" pitchFamily="18" charset="0"/>
            </a:endParaRPr>
          </a:p>
          <a:p>
            <a:pPr algn="just" eaLnBrk="1" hangingPunct="1">
              <a:lnSpc>
                <a:spcPct val="130000"/>
              </a:lnSpc>
              <a:buNone/>
            </a:pPr>
            <a:r>
              <a:rPr kumimoji="1" lang="zh-CN" altLang="en-US" sz="2200" b="1" dirty="0">
                <a:solidFill>
                  <a:srgbClr val="CC0099"/>
                </a:solidFill>
                <a:ea typeface="宋体" panose="02010600030101010101" pitchFamily="2" charset="-122"/>
                <a:cs typeface="Times New Roman" panose="02020603050405020304" pitchFamily="18" charset="0"/>
              </a:rPr>
              <a:t>        </a:t>
            </a:r>
            <a:r>
              <a:rPr kumimoji="1" lang="zh-CN" altLang="en-US" sz="2200" b="1" dirty="0">
                <a:solidFill>
                  <a:srgbClr val="FF0066"/>
                </a:solidFill>
                <a:ea typeface="宋体" panose="02010600030101010101" pitchFamily="2" charset="-122"/>
                <a:cs typeface="Times New Roman" panose="02020603050405020304" pitchFamily="18" charset="0"/>
              </a:rPr>
              <a:t>解</a:t>
            </a:r>
            <a:r>
              <a:rPr kumimoji="1" lang="zh-CN" altLang="en-US" sz="2200" b="1" dirty="0">
                <a:solidFill>
                  <a:srgbClr val="000000"/>
                </a:solidFill>
                <a:ea typeface="宋体" panose="02010600030101010101" pitchFamily="2" charset="-122"/>
                <a:cs typeface="Times New Roman" panose="02020603050405020304" pitchFamily="18" charset="0"/>
              </a:rPr>
              <a:t>：</a:t>
            </a:r>
            <a:endParaRPr kumimoji="1" lang="zh-CN" altLang="en-US" sz="2200" b="1" dirty="0">
              <a:solidFill>
                <a:srgbClr val="000000"/>
              </a:solidFill>
              <a:ea typeface="宋体" panose="02010600030101010101" pitchFamily="2" charset="-122"/>
              <a:cs typeface="Times New Roman" panose="02020603050405020304" pitchFamily="18" charset="0"/>
            </a:endParaRPr>
          </a:p>
          <a:p>
            <a:pPr algn="just" eaLnBrk="1" hangingPunct="1">
              <a:lnSpc>
                <a:spcPct val="150000"/>
              </a:lnSpc>
              <a:buNone/>
            </a:pPr>
            <a:r>
              <a:rPr kumimoji="1" lang="en-US" altLang="zh-CN" sz="2200" b="1" dirty="0">
                <a:ea typeface="宋体" panose="02010600030101010101" pitchFamily="2" charset="-122"/>
                <a:cs typeface="Times New Roman" panose="02020603050405020304" pitchFamily="18" charset="0"/>
              </a:rPr>
              <a:t>        </a:t>
            </a:r>
            <a:r>
              <a:rPr kumimoji="1" lang="en-US" altLang="zh-CN" sz="2200" b="1" dirty="0">
                <a:solidFill>
                  <a:srgbClr val="A50021"/>
                </a:solidFill>
                <a:ea typeface="宋体" panose="02010600030101010101" pitchFamily="2" charset="-122"/>
                <a:cs typeface="Times New Roman" panose="02020603050405020304" pitchFamily="18" charset="0"/>
              </a:rPr>
              <a:t>1</a:t>
            </a:r>
            <a:r>
              <a:rPr kumimoji="1" lang="zh-CN" altLang="en-US" sz="2200" b="1" dirty="0">
                <a:solidFill>
                  <a:srgbClr val="A50021"/>
                </a:solidFill>
                <a:ea typeface="宋体" panose="02010600030101010101" pitchFamily="2" charset="-122"/>
                <a:cs typeface="Times New Roman" panose="02020603050405020304" pitchFamily="18" charset="0"/>
              </a:rPr>
              <a:t>）选择轴承类型及型号</a:t>
            </a:r>
            <a:r>
              <a:rPr kumimoji="1" lang="zh-CN" altLang="en-US" sz="2200" dirty="0">
                <a:ea typeface="宋体" panose="02010600030101010101" pitchFamily="2" charset="-122"/>
                <a:cs typeface="Times New Roman" panose="02020603050405020304" pitchFamily="18" charset="0"/>
              </a:rPr>
              <a:t> </a:t>
            </a:r>
            <a:endParaRPr kumimoji="1" lang="zh-CN" altLang="en-US" sz="2200" dirty="0">
              <a:ea typeface="宋体" panose="02010600030101010101" pitchFamily="2" charset="-122"/>
              <a:cs typeface="Times New Roman" panose="02020603050405020304" pitchFamily="18" charset="0"/>
            </a:endParaRPr>
          </a:p>
          <a:p>
            <a:pPr algn="just" eaLnBrk="1" hangingPunct="1">
              <a:lnSpc>
                <a:spcPct val="150000"/>
              </a:lnSpc>
              <a:buNone/>
            </a:pPr>
            <a:r>
              <a:rPr kumimoji="1" lang="zh-CN" altLang="en-US" sz="2200" b="1" dirty="0">
                <a:solidFill>
                  <a:srgbClr val="002060"/>
                </a:solidFill>
                <a:ea typeface="宋体" panose="02010600030101010101" pitchFamily="2" charset="-122"/>
                <a:cs typeface="Times New Roman" panose="02020603050405020304" pitchFamily="18" charset="0"/>
              </a:rPr>
              <a:t>        由于转速较高，轴向载荷比径向载荷小很多，故选用深沟球轴承。又已知</a:t>
            </a:r>
            <a:r>
              <a:rPr kumimoji="1" lang="en-US" altLang="zh-CN" sz="2200" b="1" dirty="0">
                <a:solidFill>
                  <a:srgbClr val="002060"/>
                </a:solidFill>
                <a:ea typeface="宋体" panose="02010600030101010101" pitchFamily="2" charset="-122"/>
                <a:cs typeface="Times New Roman" panose="02020603050405020304" pitchFamily="18" charset="0"/>
              </a:rPr>
              <a:t>d=35 mm</a:t>
            </a:r>
            <a:r>
              <a:rPr kumimoji="1" lang="zh-CN" altLang="en-US" sz="2200" b="1" dirty="0">
                <a:solidFill>
                  <a:srgbClr val="002060"/>
                </a:solidFill>
                <a:ea typeface="宋体" panose="02010600030101010101" pitchFamily="2" charset="-122"/>
                <a:cs typeface="Times New Roman" panose="02020603050405020304" pitchFamily="18" charset="0"/>
              </a:rPr>
              <a:t>，初选</a:t>
            </a:r>
            <a:r>
              <a:rPr kumimoji="1" lang="en-US" altLang="zh-CN" sz="2200" b="1" dirty="0">
                <a:solidFill>
                  <a:srgbClr val="002060"/>
                </a:solidFill>
                <a:ea typeface="宋体" panose="02010600030101010101" pitchFamily="2" charset="-122"/>
                <a:cs typeface="Times New Roman" panose="02020603050405020304" pitchFamily="18" charset="0"/>
              </a:rPr>
              <a:t>6207</a:t>
            </a:r>
            <a:r>
              <a:rPr kumimoji="1" lang="zh-CN" altLang="en-US" sz="2200" b="1" dirty="0">
                <a:solidFill>
                  <a:srgbClr val="002060"/>
                </a:solidFill>
                <a:ea typeface="宋体" panose="02010600030101010101" pitchFamily="2" charset="-122"/>
                <a:cs typeface="Times New Roman" panose="02020603050405020304" pitchFamily="18" charset="0"/>
              </a:rPr>
              <a:t>轴承，</a:t>
            </a:r>
            <a:r>
              <a:rPr kumimoji="1" lang="zh-CN" altLang="en-US" sz="2200" b="1" dirty="0" smtClean="0">
                <a:solidFill>
                  <a:srgbClr val="002060"/>
                </a:solidFill>
                <a:ea typeface="宋体" panose="02010600030101010101" pitchFamily="2" charset="-122"/>
                <a:cs typeface="Times New Roman" panose="02020603050405020304" pitchFamily="18" charset="0"/>
              </a:rPr>
              <a:t>由</a:t>
            </a:r>
            <a:r>
              <a:rPr lang="zh-CN" altLang="en-US" sz="2200" b="1" dirty="0" smtClean="0">
                <a:solidFill>
                  <a:srgbClr val="002060"/>
                </a:solidFill>
                <a:ea typeface="宋体" panose="02010600030101010101" pitchFamily="2" charset="-122"/>
                <a:cs typeface="Times New Roman" panose="02020603050405020304" pitchFamily="18" charset="0"/>
              </a:rPr>
              <a:t>设计手册</a:t>
            </a:r>
            <a:r>
              <a:rPr kumimoji="1" lang="zh-CN" altLang="en-US" sz="2200" b="1" dirty="0" smtClean="0">
                <a:solidFill>
                  <a:srgbClr val="002060"/>
                </a:solidFill>
                <a:ea typeface="宋体" panose="02010600030101010101" pitchFamily="2" charset="-122"/>
                <a:cs typeface="Times New Roman" panose="02020603050405020304" pitchFamily="18" charset="0"/>
              </a:rPr>
              <a:t>的表</a:t>
            </a:r>
            <a:r>
              <a:rPr kumimoji="1" lang="en-US" altLang="zh-CN" sz="2200" b="1" dirty="0" smtClean="0">
                <a:solidFill>
                  <a:srgbClr val="002060"/>
                </a:solidFill>
                <a:ea typeface="宋体" panose="02010600030101010101" pitchFamily="2" charset="-122"/>
                <a:cs typeface="Times New Roman" panose="02020603050405020304" pitchFamily="18" charset="0"/>
              </a:rPr>
              <a:t>6-1</a:t>
            </a:r>
            <a:r>
              <a:rPr kumimoji="1" lang="zh-CN" altLang="en-US" sz="2200" b="1" dirty="0" smtClean="0">
                <a:solidFill>
                  <a:srgbClr val="002060"/>
                </a:solidFill>
                <a:ea typeface="宋体" panose="02010600030101010101" pitchFamily="2" charset="-122"/>
                <a:cs typeface="Times New Roman" panose="02020603050405020304" pitchFamily="18" charset="0"/>
              </a:rPr>
              <a:t>查得 </a:t>
            </a:r>
            <a:r>
              <a:rPr kumimoji="1" lang="en-US" altLang="zh-CN" sz="2200" b="1" dirty="0">
                <a:solidFill>
                  <a:srgbClr val="002060"/>
                </a:solidFill>
                <a:ea typeface="宋体" panose="02010600030101010101" pitchFamily="2" charset="-122"/>
                <a:cs typeface="Times New Roman" panose="02020603050405020304" pitchFamily="18" charset="0"/>
              </a:rPr>
              <a:t>C = 25500 N</a:t>
            </a:r>
            <a:r>
              <a:rPr kumimoji="1" lang="zh-CN" altLang="en-US" sz="2200" b="1" dirty="0">
                <a:solidFill>
                  <a:srgbClr val="002060"/>
                </a:solidFill>
                <a:ea typeface="宋体" panose="02010600030101010101" pitchFamily="2" charset="-122"/>
                <a:cs typeface="Times New Roman" panose="02020603050405020304" pitchFamily="18" charset="0"/>
              </a:rPr>
              <a:t>，</a:t>
            </a:r>
            <a:r>
              <a:rPr kumimoji="1" lang="en-US" altLang="zh-CN" sz="2200" b="1" dirty="0">
                <a:solidFill>
                  <a:srgbClr val="002060"/>
                </a:solidFill>
                <a:ea typeface="宋体" panose="02010600030101010101" pitchFamily="2" charset="-122"/>
                <a:cs typeface="Times New Roman" panose="02020603050405020304" pitchFamily="18" charset="0"/>
              </a:rPr>
              <a:t>C</a:t>
            </a:r>
            <a:r>
              <a:rPr kumimoji="1" lang="en-US" altLang="zh-CN" sz="2200" b="1" baseline="-30000" dirty="0">
                <a:solidFill>
                  <a:srgbClr val="002060"/>
                </a:solidFill>
                <a:ea typeface="宋体" panose="02010600030101010101" pitchFamily="2" charset="-122"/>
                <a:cs typeface="Times New Roman" panose="02020603050405020304" pitchFamily="18" charset="0"/>
              </a:rPr>
              <a:t>0 </a:t>
            </a:r>
            <a:r>
              <a:rPr kumimoji="1" lang="en-US" altLang="zh-CN" sz="2200" b="1" dirty="0">
                <a:solidFill>
                  <a:srgbClr val="002060"/>
                </a:solidFill>
                <a:ea typeface="宋体" panose="02010600030101010101" pitchFamily="2" charset="-122"/>
                <a:cs typeface="Times New Roman" panose="02020603050405020304" pitchFamily="18" charset="0"/>
              </a:rPr>
              <a:t>= 15200 N</a:t>
            </a:r>
            <a:r>
              <a:rPr kumimoji="1" lang="zh-CN" altLang="en-US" sz="2200" b="1" dirty="0">
                <a:solidFill>
                  <a:srgbClr val="002060"/>
                </a:solidFill>
                <a:ea typeface="宋体" panose="02010600030101010101" pitchFamily="2" charset="-122"/>
                <a:cs typeface="Times New Roman" panose="02020603050405020304" pitchFamily="18" charset="0"/>
              </a:rPr>
              <a:t>。</a:t>
            </a:r>
            <a:endParaRPr kumimoji="1" lang="zh-CN" altLang="en-US" sz="2200" b="1" dirty="0">
              <a:solidFill>
                <a:srgbClr val="002060"/>
              </a:solidFill>
              <a:ea typeface="宋体" panose="02010600030101010101" pitchFamily="2" charset="-122"/>
              <a:cs typeface="Times New Roman" panose="02020603050405020304" pitchFamily="18" charset="0"/>
            </a:endParaRPr>
          </a:p>
          <a:p>
            <a:pPr algn="just" eaLnBrk="1" hangingPunct="1">
              <a:lnSpc>
                <a:spcPct val="130000"/>
              </a:lnSpc>
              <a:spcBef>
                <a:spcPts val="600"/>
              </a:spcBef>
              <a:buNone/>
            </a:pPr>
            <a:r>
              <a:rPr kumimoji="1" lang="en-US" altLang="zh-CN" sz="2200" b="1" dirty="0">
                <a:ea typeface="宋体" panose="02010600030101010101" pitchFamily="2" charset="-122"/>
                <a:cs typeface="Times New Roman" panose="02020603050405020304" pitchFamily="18" charset="0"/>
              </a:rPr>
              <a:t>        </a:t>
            </a:r>
            <a:r>
              <a:rPr kumimoji="1" lang="en-US" altLang="zh-CN" sz="2200" b="1" dirty="0">
                <a:solidFill>
                  <a:srgbClr val="A50021"/>
                </a:solidFill>
                <a:ea typeface="宋体" panose="02010600030101010101" pitchFamily="2" charset="-122"/>
                <a:cs typeface="Times New Roman" panose="02020603050405020304" pitchFamily="18" charset="0"/>
              </a:rPr>
              <a:t>2</a:t>
            </a:r>
            <a:r>
              <a:rPr kumimoji="1" lang="zh-CN" altLang="en-US" sz="2200" b="1" dirty="0">
                <a:solidFill>
                  <a:srgbClr val="A50021"/>
                </a:solidFill>
                <a:ea typeface="宋体" panose="02010600030101010101" pitchFamily="2" charset="-122"/>
                <a:cs typeface="Times New Roman" panose="02020603050405020304" pitchFamily="18" charset="0"/>
              </a:rPr>
              <a:t>）计算当量动载荷</a:t>
            </a:r>
            <a:r>
              <a:rPr kumimoji="1" lang="zh-CN" altLang="en-US" sz="2200" dirty="0">
                <a:ea typeface="宋体" panose="02010600030101010101" pitchFamily="2" charset="-122"/>
                <a:cs typeface="Times New Roman" panose="02020603050405020304" pitchFamily="18" charset="0"/>
              </a:rPr>
              <a:t> </a:t>
            </a:r>
            <a:endParaRPr kumimoji="1" lang="zh-CN" altLang="en-US" sz="2200" dirty="0">
              <a:ea typeface="宋体" panose="02010600030101010101" pitchFamily="2" charset="-122"/>
              <a:cs typeface="Times New Roman" panose="02020603050405020304" pitchFamily="18" charset="0"/>
            </a:endParaRPr>
          </a:p>
          <a:p>
            <a:pPr algn="just" eaLnBrk="1" hangingPunct="1">
              <a:lnSpc>
                <a:spcPct val="120000"/>
              </a:lnSpc>
              <a:buNone/>
            </a:pPr>
            <a:endParaRPr kumimoji="1" lang="zh-CN" altLang="en-US" dirty="0">
              <a:ea typeface="宋体" panose="02010600030101010101" pitchFamily="2" charset="-122"/>
              <a:cs typeface="Times New Roman" panose="02020603050405020304" pitchFamily="18" charset="0"/>
            </a:endParaRPr>
          </a:p>
        </p:txBody>
      </p:sp>
      <p:sp>
        <p:nvSpPr>
          <p:cNvPr id="1104905" name="Rectangle 9"/>
          <p:cNvSpPr>
            <a:spLocks noChangeArrowheads="1"/>
          </p:cNvSpPr>
          <p:nvPr/>
        </p:nvSpPr>
        <p:spPr bwMode="auto">
          <a:xfrm>
            <a:off x="0" y="322421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1104907" name="Rectangle 11"/>
          <p:cNvSpPr>
            <a:spLocks noChangeArrowheads="1"/>
          </p:cNvSpPr>
          <p:nvPr/>
        </p:nvSpPr>
        <p:spPr bwMode="auto">
          <a:xfrm>
            <a:off x="0" y="33147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1104910" name="Rectangle 14"/>
          <p:cNvSpPr>
            <a:spLocks noChangeArrowheads="1"/>
          </p:cNvSpPr>
          <p:nvPr/>
        </p:nvSpPr>
        <p:spPr bwMode="auto">
          <a:xfrm>
            <a:off x="0" y="320516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graphicFrame>
        <p:nvGraphicFramePr>
          <p:cNvPr id="1104909" name="Object 13"/>
          <p:cNvGraphicFramePr>
            <a:graphicFrameLocks noChangeAspect="1"/>
          </p:cNvGraphicFramePr>
          <p:nvPr/>
        </p:nvGraphicFramePr>
        <p:xfrm>
          <a:off x="1623048" y="5037111"/>
          <a:ext cx="2970212" cy="911225"/>
        </p:xfrm>
        <a:graphic>
          <a:graphicData uri="http://schemas.openxmlformats.org/presentationml/2006/ole">
            <mc:AlternateContent xmlns:mc="http://schemas.openxmlformats.org/markup-compatibility/2006">
              <mc:Choice xmlns:v="urn:schemas-microsoft-com:vml" Requires="v">
                <p:oleObj spid="_x0000_s11288" name="公式" r:id="rId1" imgW="35052000" imgH="10668000" progId="Equation.3">
                  <p:embed/>
                </p:oleObj>
              </mc:Choice>
              <mc:Fallback>
                <p:oleObj name="公式" r:id="rId1" imgW="35052000" imgH="10668000" progId="Equation.3">
                  <p:embed/>
                  <p:pic>
                    <p:nvPicPr>
                      <p:cNvPr id="0" name="图片 11287"/>
                      <p:cNvPicPr>
                        <a:picLocks noChangeAspect="1" noChangeArrowheads="1"/>
                      </p:cNvPicPr>
                      <p:nvPr/>
                    </p:nvPicPr>
                    <p:blipFill>
                      <a:blip r:embed="rId2"/>
                      <a:srcRect/>
                      <a:stretch>
                        <a:fillRect/>
                      </a:stretch>
                    </p:blipFill>
                    <p:spPr bwMode="auto">
                      <a:xfrm>
                        <a:off x="1623048" y="5037111"/>
                        <a:ext cx="2970212" cy="9112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8" presetClass="entr" presetSubtype="6" fill="hold" grpId="0" nodeType="afterEffect">
                                  <p:stCondLst>
                                    <p:cond delay="0"/>
                                  </p:stCondLst>
                                  <p:childTnLst>
                                    <p:set>
                                      <p:cBhvr>
                                        <p:cTn id="6" dur="1" fill="hold">
                                          <p:stCondLst>
                                            <p:cond delay="0"/>
                                          </p:stCondLst>
                                        </p:cTn>
                                        <p:tgtEl>
                                          <p:spTgt spid="1104903">
                                            <p:txEl>
                                              <p:pRg st="4294967295" end="4294967295"/>
                                            </p:txEl>
                                          </p:spTgt>
                                        </p:tgtEl>
                                        <p:attrNameLst>
                                          <p:attrName>style.visibility</p:attrName>
                                        </p:attrNameLst>
                                      </p:cBhvr>
                                      <p:to>
                                        <p:strVal val="visible"/>
                                      </p:to>
                                    </p:set>
                                    <p:animEffect transition="in" filter="strips(downRight)">
                                      <p:cBhvr>
                                        <p:cTn id="7" dur="500"/>
                                        <p:tgtEl>
                                          <p:spTgt spid="1104903">
                                            <p:txEl>
                                              <p:pRg st="4294967295" end="4294967295"/>
                                            </p:txEl>
                                          </p:spTgt>
                                        </p:tgtEl>
                                      </p:cBhvr>
                                    </p:animEffect>
                                  </p:childTnLst>
                                </p:cTn>
                              </p:par>
                            </p:childTnLst>
                          </p:cTn>
                        </p:par>
                        <p:par>
                          <p:cTn id="8" fill="hold">
                            <p:stCondLst>
                              <p:cond delay="500"/>
                            </p:stCondLst>
                            <p:childTnLst>
                              <p:par>
                                <p:cTn id="9" presetID="18" presetClass="entr" presetSubtype="6" fill="hold" grpId="0" nodeType="afterEffect">
                                  <p:stCondLst>
                                    <p:cond delay="0"/>
                                  </p:stCondLst>
                                  <p:childTnLst>
                                    <p:set>
                                      <p:cBhvr>
                                        <p:cTn id="10" dur="1" fill="hold">
                                          <p:stCondLst>
                                            <p:cond delay="0"/>
                                          </p:stCondLst>
                                        </p:cTn>
                                        <p:tgtEl>
                                          <p:spTgt spid="1104903">
                                            <p:txEl>
                                              <p:pRg st="0" end="0"/>
                                            </p:txEl>
                                          </p:spTgt>
                                        </p:tgtEl>
                                        <p:attrNameLst>
                                          <p:attrName>style.visibility</p:attrName>
                                        </p:attrNameLst>
                                      </p:cBhvr>
                                      <p:to>
                                        <p:strVal val="visible"/>
                                      </p:to>
                                    </p:set>
                                    <p:animEffect transition="in" filter="strips(downRight)">
                                      <p:cBhvr>
                                        <p:cTn id="11" dur="500"/>
                                        <p:tgtEl>
                                          <p:spTgt spid="1104903">
                                            <p:txEl>
                                              <p:pRg st="0" end="0"/>
                                            </p:txEl>
                                          </p:spTgt>
                                        </p:tgtEl>
                                      </p:cBhvr>
                                    </p:animEffect>
                                  </p:childTnLst>
                                </p:cTn>
                              </p:par>
                            </p:childTnLst>
                          </p:cTn>
                        </p:par>
                      </p:childTnLst>
                    </p:cTn>
                  </p:par>
                  <p:par>
                    <p:cTn id="12" fill="hold">
                      <p:stCondLst>
                        <p:cond delay="indefinite"/>
                      </p:stCondLst>
                      <p:childTnLst>
                        <p:par>
                          <p:cTn id="13" fill="hold">
                            <p:stCondLst>
                              <p:cond delay="0"/>
                            </p:stCondLst>
                            <p:childTnLst>
                              <p:par>
                                <p:cTn id="14" presetID="18" presetClass="entr" presetSubtype="6" fill="hold" grpId="0" nodeType="clickEffect">
                                  <p:stCondLst>
                                    <p:cond delay="0"/>
                                  </p:stCondLst>
                                  <p:childTnLst>
                                    <p:set>
                                      <p:cBhvr>
                                        <p:cTn id="15" dur="1" fill="hold">
                                          <p:stCondLst>
                                            <p:cond delay="0"/>
                                          </p:stCondLst>
                                        </p:cTn>
                                        <p:tgtEl>
                                          <p:spTgt spid="1104903">
                                            <p:txEl>
                                              <p:pRg st="1" end="1"/>
                                            </p:txEl>
                                          </p:spTgt>
                                        </p:tgtEl>
                                        <p:attrNameLst>
                                          <p:attrName>style.visibility</p:attrName>
                                        </p:attrNameLst>
                                      </p:cBhvr>
                                      <p:to>
                                        <p:strVal val="visible"/>
                                      </p:to>
                                    </p:set>
                                    <p:animEffect transition="in" filter="strips(downRight)">
                                      <p:cBhvr>
                                        <p:cTn id="16" dur="500"/>
                                        <p:tgtEl>
                                          <p:spTgt spid="1104903">
                                            <p:txEl>
                                              <p:pRg st="1" end="1"/>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18" presetClass="entr" presetSubtype="6" fill="hold" grpId="0" nodeType="clickEffect">
                                  <p:stCondLst>
                                    <p:cond delay="0"/>
                                  </p:stCondLst>
                                  <p:childTnLst>
                                    <p:set>
                                      <p:cBhvr>
                                        <p:cTn id="20" dur="1" fill="hold">
                                          <p:stCondLst>
                                            <p:cond delay="0"/>
                                          </p:stCondLst>
                                        </p:cTn>
                                        <p:tgtEl>
                                          <p:spTgt spid="1104903">
                                            <p:txEl>
                                              <p:pRg st="2" end="2"/>
                                            </p:txEl>
                                          </p:spTgt>
                                        </p:tgtEl>
                                        <p:attrNameLst>
                                          <p:attrName>style.visibility</p:attrName>
                                        </p:attrNameLst>
                                      </p:cBhvr>
                                      <p:to>
                                        <p:strVal val="visible"/>
                                      </p:to>
                                    </p:set>
                                    <p:animEffect transition="in" filter="strips(downRight)">
                                      <p:cBhvr>
                                        <p:cTn id="21" dur="500"/>
                                        <p:tgtEl>
                                          <p:spTgt spid="1104903">
                                            <p:txEl>
                                              <p:pRg st="2" end="2"/>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8" presetClass="entr" presetSubtype="6" fill="hold" grpId="0" nodeType="clickEffect">
                                  <p:stCondLst>
                                    <p:cond delay="0"/>
                                  </p:stCondLst>
                                  <p:childTnLst>
                                    <p:set>
                                      <p:cBhvr>
                                        <p:cTn id="25" dur="1" fill="hold">
                                          <p:stCondLst>
                                            <p:cond delay="0"/>
                                          </p:stCondLst>
                                        </p:cTn>
                                        <p:tgtEl>
                                          <p:spTgt spid="1104903">
                                            <p:txEl>
                                              <p:pRg st="3" end="3"/>
                                            </p:txEl>
                                          </p:spTgt>
                                        </p:tgtEl>
                                        <p:attrNameLst>
                                          <p:attrName>style.visibility</p:attrName>
                                        </p:attrNameLst>
                                      </p:cBhvr>
                                      <p:to>
                                        <p:strVal val="visible"/>
                                      </p:to>
                                    </p:set>
                                    <p:animEffect transition="in" filter="strips(downRight)">
                                      <p:cBhvr>
                                        <p:cTn id="26" dur="500"/>
                                        <p:tgtEl>
                                          <p:spTgt spid="1104903">
                                            <p:txEl>
                                              <p:pRg st="3" end="3"/>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18" presetClass="entr" presetSubtype="6" fill="hold" grpId="0" nodeType="clickEffect">
                                  <p:stCondLst>
                                    <p:cond delay="0"/>
                                  </p:stCondLst>
                                  <p:childTnLst>
                                    <p:set>
                                      <p:cBhvr>
                                        <p:cTn id="30" dur="1" fill="hold">
                                          <p:stCondLst>
                                            <p:cond delay="0"/>
                                          </p:stCondLst>
                                        </p:cTn>
                                        <p:tgtEl>
                                          <p:spTgt spid="1104903">
                                            <p:txEl>
                                              <p:pRg st="4" end="4"/>
                                            </p:txEl>
                                          </p:spTgt>
                                        </p:tgtEl>
                                        <p:attrNameLst>
                                          <p:attrName>style.visibility</p:attrName>
                                        </p:attrNameLst>
                                      </p:cBhvr>
                                      <p:to>
                                        <p:strVal val="visible"/>
                                      </p:to>
                                    </p:set>
                                    <p:animEffect transition="in" filter="strips(downRight)">
                                      <p:cBhvr>
                                        <p:cTn id="31" dur="500"/>
                                        <p:tgtEl>
                                          <p:spTgt spid="1104903">
                                            <p:txEl>
                                              <p:pRg st="4" end="4"/>
                                            </p:txEl>
                                          </p:spTgt>
                                        </p:tgtEl>
                                      </p:cBhvr>
                                    </p:animEffect>
                                  </p:childTnLst>
                                </p:cTn>
                              </p:par>
                            </p:childTnLst>
                          </p:cTn>
                        </p:par>
                      </p:childTnLst>
                    </p:cTn>
                  </p:par>
                  <p:par>
                    <p:cTn id="32" fill="hold">
                      <p:stCondLst>
                        <p:cond delay="indefinite"/>
                      </p:stCondLst>
                      <p:childTnLst>
                        <p:par>
                          <p:cTn id="33" fill="hold">
                            <p:stCondLst>
                              <p:cond delay="0"/>
                            </p:stCondLst>
                            <p:childTnLst>
                              <p:par>
                                <p:cTn id="34" presetID="1" presetClass="entr" presetSubtype="0" fill="hold" nodeType="clickEffect">
                                  <p:stCondLst>
                                    <p:cond delay="0"/>
                                  </p:stCondLst>
                                  <p:childTnLst>
                                    <p:set>
                                      <p:cBhvr>
                                        <p:cTn id="35" dur="1" fill="hold">
                                          <p:stCondLst>
                                            <p:cond delay="0"/>
                                          </p:stCondLst>
                                        </p:cTn>
                                        <p:tgtEl>
                                          <p:spTgt spid="110490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04903" grpId="0" build="p"/>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27" name="Text Box 7"/>
          <p:cNvSpPr txBox="1">
            <a:spLocks noChangeArrowheads="1"/>
          </p:cNvSpPr>
          <p:nvPr/>
        </p:nvSpPr>
        <p:spPr bwMode="auto">
          <a:xfrm>
            <a:off x="458582" y="466104"/>
            <a:ext cx="8907463" cy="5829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eaLnBrk="1" hangingPunct="1">
              <a:lnSpc>
                <a:spcPct val="120000"/>
              </a:lnSpc>
              <a:buNone/>
            </a:pPr>
            <a:r>
              <a:rPr kumimoji="1" lang="zh-CN" altLang="en-US" sz="2200" b="1" dirty="0">
                <a:solidFill>
                  <a:srgbClr val="002060"/>
                </a:solidFill>
                <a:ea typeface="宋体" panose="02010600030101010101" pitchFamily="2" charset="-122"/>
              </a:rPr>
              <a:t>由表</a:t>
            </a:r>
            <a:r>
              <a:rPr kumimoji="1" lang="en-US" altLang="zh-CN" sz="2200" b="1" dirty="0">
                <a:solidFill>
                  <a:srgbClr val="002060"/>
                </a:solidFill>
                <a:ea typeface="宋体" panose="02010600030101010101" pitchFamily="2" charset="-122"/>
              </a:rPr>
              <a:t>3.6</a:t>
            </a:r>
            <a:r>
              <a:rPr kumimoji="1" lang="en-US" altLang="zh-CN" sz="2200" b="1" dirty="0">
                <a:solidFill>
                  <a:srgbClr val="002060"/>
                </a:solidFill>
                <a:ea typeface="宋体" panose="02010600030101010101" pitchFamily="2" charset="-122"/>
              </a:rPr>
              <a:t>– </a:t>
            </a:r>
            <a:r>
              <a:rPr kumimoji="1" lang="en-US" altLang="zh-CN" sz="2200" b="1" dirty="0" smtClean="0">
                <a:solidFill>
                  <a:srgbClr val="002060"/>
                </a:solidFill>
                <a:ea typeface="宋体" panose="02010600030101010101" pitchFamily="2" charset="-122"/>
              </a:rPr>
              <a:t>7</a:t>
            </a:r>
            <a:r>
              <a:rPr kumimoji="1" lang="zh-CN" altLang="en-US" sz="2200" b="1" dirty="0">
                <a:solidFill>
                  <a:srgbClr val="002060"/>
                </a:solidFill>
                <a:ea typeface="宋体" panose="02010600030101010101" pitchFamily="2" charset="-122"/>
              </a:rPr>
              <a:t>插值得 </a:t>
            </a:r>
            <a:r>
              <a:rPr kumimoji="1" lang="en-US" altLang="zh-CN" sz="2200" b="1" dirty="0">
                <a:solidFill>
                  <a:srgbClr val="002060"/>
                </a:solidFill>
                <a:ea typeface="宋体" panose="02010600030101010101" pitchFamily="2" charset="-122"/>
              </a:rPr>
              <a:t>e = 0.225</a:t>
            </a:r>
            <a:r>
              <a:rPr kumimoji="1" lang="zh-CN" altLang="en-US" sz="2200" b="1" dirty="0">
                <a:solidFill>
                  <a:srgbClr val="002060"/>
                </a:solidFill>
                <a:ea typeface="宋体" panose="02010600030101010101" pitchFamily="2" charset="-122"/>
              </a:rPr>
              <a:t>，则：</a:t>
            </a:r>
            <a:endParaRPr kumimoji="1" lang="zh-CN" altLang="en-US" sz="2200" b="1" dirty="0">
              <a:solidFill>
                <a:srgbClr val="002060"/>
              </a:solidFill>
              <a:ea typeface="宋体" panose="02010600030101010101" pitchFamily="2" charset="-122"/>
            </a:endParaRPr>
          </a:p>
          <a:p>
            <a:pPr algn="just" eaLnBrk="1" hangingPunct="1">
              <a:lnSpc>
                <a:spcPct val="120000"/>
              </a:lnSpc>
              <a:buNone/>
            </a:pPr>
            <a:endParaRPr kumimoji="1" lang="zh-CN" altLang="en-US" sz="2200" b="1" dirty="0">
              <a:solidFill>
                <a:srgbClr val="002060"/>
              </a:solidFill>
              <a:ea typeface="宋体" panose="02010600030101010101" pitchFamily="2" charset="-122"/>
            </a:endParaRPr>
          </a:p>
          <a:p>
            <a:pPr algn="just" eaLnBrk="1" hangingPunct="1">
              <a:lnSpc>
                <a:spcPct val="120000"/>
              </a:lnSpc>
              <a:buNone/>
            </a:pPr>
            <a:endParaRPr kumimoji="1" lang="zh-CN" altLang="en-US" sz="2200" b="1" dirty="0">
              <a:solidFill>
                <a:srgbClr val="002060"/>
              </a:solidFill>
              <a:ea typeface="宋体" panose="02010600030101010101" pitchFamily="2" charset="-122"/>
            </a:endParaRPr>
          </a:p>
          <a:p>
            <a:pPr algn="just" eaLnBrk="1" hangingPunct="1">
              <a:lnSpc>
                <a:spcPct val="120000"/>
              </a:lnSpc>
              <a:spcBef>
                <a:spcPts val="1200"/>
              </a:spcBef>
              <a:buNone/>
            </a:pPr>
            <a:r>
              <a:rPr kumimoji="1" lang="zh-CN" altLang="en-US" sz="2200" b="1" dirty="0">
                <a:solidFill>
                  <a:srgbClr val="002060"/>
                </a:solidFill>
                <a:ea typeface="宋体" panose="02010600030101010101" pitchFamily="2" charset="-122"/>
              </a:rPr>
              <a:t>由表</a:t>
            </a:r>
            <a:r>
              <a:rPr kumimoji="1" lang="en-US" altLang="zh-CN" sz="2200" b="1" dirty="0" smtClean="0">
                <a:solidFill>
                  <a:srgbClr val="002060"/>
                </a:solidFill>
                <a:ea typeface="宋体" panose="02010600030101010101" pitchFamily="2" charset="-122"/>
              </a:rPr>
              <a:t>3.6</a:t>
            </a:r>
            <a:r>
              <a:rPr kumimoji="1" lang="en-US" altLang="zh-CN" sz="2200" b="1" dirty="0" smtClean="0">
                <a:solidFill>
                  <a:srgbClr val="002060"/>
                </a:solidFill>
                <a:ea typeface="宋体" panose="02010600030101010101" pitchFamily="2" charset="-122"/>
              </a:rPr>
              <a:t>-7</a:t>
            </a:r>
            <a:r>
              <a:rPr kumimoji="1" lang="zh-CN" altLang="en-US" sz="2200" b="1" dirty="0" smtClean="0">
                <a:solidFill>
                  <a:srgbClr val="002060"/>
                </a:solidFill>
                <a:ea typeface="宋体" panose="02010600030101010101" pitchFamily="2" charset="-122"/>
              </a:rPr>
              <a:t>查得</a:t>
            </a:r>
            <a:r>
              <a:rPr kumimoji="1" lang="en-US" altLang="zh-CN" sz="2200" b="1" dirty="0">
                <a:solidFill>
                  <a:srgbClr val="002060"/>
                </a:solidFill>
                <a:ea typeface="宋体" panose="02010600030101010101" pitchFamily="2" charset="-122"/>
              </a:rPr>
              <a:t>X = 0.56</a:t>
            </a:r>
            <a:r>
              <a:rPr kumimoji="1" lang="zh-CN" altLang="en-US" sz="2200" b="1" dirty="0">
                <a:solidFill>
                  <a:srgbClr val="002060"/>
                </a:solidFill>
                <a:ea typeface="宋体" panose="02010600030101010101" pitchFamily="2" charset="-122"/>
              </a:rPr>
              <a:t>，插值的</a:t>
            </a:r>
            <a:r>
              <a:rPr kumimoji="1" lang="en-US" altLang="zh-CN" sz="2200" b="1" dirty="0">
                <a:solidFill>
                  <a:srgbClr val="002060"/>
                </a:solidFill>
                <a:ea typeface="宋体" panose="02010600030101010101" pitchFamily="2" charset="-122"/>
              </a:rPr>
              <a:t>Y = 1.95</a:t>
            </a:r>
            <a:r>
              <a:rPr kumimoji="1" lang="zh-CN" altLang="en-US" sz="2200" b="1" dirty="0">
                <a:solidFill>
                  <a:srgbClr val="002060"/>
                </a:solidFill>
                <a:ea typeface="宋体" panose="02010600030101010101" pitchFamily="2" charset="-122"/>
              </a:rPr>
              <a:t>，故径向当量动载荷为：</a:t>
            </a:r>
            <a:endParaRPr kumimoji="1" lang="zh-CN" altLang="en-US" sz="2200" b="1" dirty="0">
              <a:solidFill>
                <a:srgbClr val="002060"/>
              </a:solidFill>
              <a:ea typeface="宋体" panose="02010600030101010101" pitchFamily="2" charset="-122"/>
            </a:endParaRPr>
          </a:p>
          <a:p>
            <a:pPr algn="just" eaLnBrk="1" hangingPunct="1">
              <a:lnSpc>
                <a:spcPct val="120000"/>
              </a:lnSpc>
              <a:spcBef>
                <a:spcPts val="1200"/>
              </a:spcBef>
              <a:buNone/>
            </a:pPr>
            <a:endParaRPr kumimoji="1" lang="zh-CN" altLang="en-US" sz="2200" b="1" dirty="0">
              <a:solidFill>
                <a:srgbClr val="002060"/>
              </a:solidFill>
              <a:ea typeface="宋体" panose="02010600030101010101" pitchFamily="2" charset="-122"/>
            </a:endParaRPr>
          </a:p>
          <a:p>
            <a:pPr algn="just" eaLnBrk="1" hangingPunct="1">
              <a:lnSpc>
                <a:spcPct val="120000"/>
              </a:lnSpc>
              <a:buNone/>
            </a:pPr>
            <a:endParaRPr kumimoji="1" lang="zh-CN" altLang="en-US" sz="2200" b="1" dirty="0">
              <a:solidFill>
                <a:srgbClr val="002060"/>
              </a:solidFill>
              <a:ea typeface="宋体" panose="02010600030101010101" pitchFamily="2" charset="-122"/>
            </a:endParaRPr>
          </a:p>
          <a:p>
            <a:pPr algn="just" eaLnBrk="1" hangingPunct="1">
              <a:lnSpc>
                <a:spcPct val="120000"/>
              </a:lnSpc>
              <a:buNone/>
            </a:pPr>
            <a:r>
              <a:rPr kumimoji="1" lang="en-US" altLang="zh-CN" sz="2200" b="1" dirty="0">
                <a:solidFill>
                  <a:srgbClr val="002060"/>
                </a:solidFill>
                <a:ea typeface="宋体" panose="02010600030101010101" pitchFamily="2" charset="-122"/>
              </a:rPr>
              <a:t>        3</a:t>
            </a:r>
            <a:r>
              <a:rPr kumimoji="1" lang="zh-CN" altLang="en-US" sz="2200" b="1" dirty="0">
                <a:solidFill>
                  <a:srgbClr val="002060"/>
                </a:solidFill>
                <a:ea typeface="宋体" panose="02010600030101010101" pitchFamily="2" charset="-122"/>
              </a:rPr>
              <a:t>） 计算必需的额定动载荷</a:t>
            </a:r>
            <a:endParaRPr kumimoji="1" lang="zh-CN" altLang="en-US" sz="2200" b="1" dirty="0">
              <a:solidFill>
                <a:srgbClr val="002060"/>
              </a:solidFill>
              <a:ea typeface="宋体" panose="02010600030101010101" pitchFamily="2" charset="-122"/>
            </a:endParaRPr>
          </a:p>
          <a:p>
            <a:pPr algn="just" eaLnBrk="1" hangingPunct="1">
              <a:lnSpc>
                <a:spcPct val="120000"/>
              </a:lnSpc>
              <a:spcBef>
                <a:spcPts val="1200"/>
              </a:spcBef>
              <a:buNone/>
            </a:pPr>
            <a:r>
              <a:rPr kumimoji="1" lang="zh-CN" altLang="en-US" sz="2200" b="1" dirty="0" smtClean="0">
                <a:solidFill>
                  <a:srgbClr val="002060"/>
                </a:solidFill>
                <a:ea typeface="宋体" panose="02010600030101010101" pitchFamily="2" charset="-122"/>
                <a:cs typeface="Times New Roman" panose="02020603050405020304" pitchFamily="18" charset="0"/>
              </a:rPr>
              <a:t>       由</a:t>
            </a:r>
            <a:r>
              <a:rPr kumimoji="1" lang="zh-CN" altLang="en-US" sz="2200" b="1" dirty="0">
                <a:solidFill>
                  <a:srgbClr val="002060"/>
                </a:solidFill>
                <a:ea typeface="宋体" panose="02010600030101010101" pitchFamily="2" charset="-122"/>
                <a:cs typeface="Times New Roman" panose="02020603050405020304" pitchFamily="18" charset="0"/>
              </a:rPr>
              <a:t>表</a:t>
            </a:r>
            <a:r>
              <a:rPr kumimoji="1" lang="en-US" altLang="zh-CN" sz="2200" b="1" dirty="0">
                <a:solidFill>
                  <a:srgbClr val="002060"/>
                </a:solidFill>
                <a:ea typeface="宋体" panose="02010600030101010101" pitchFamily="2" charset="-122"/>
              </a:rPr>
              <a:t>3.6-8</a:t>
            </a:r>
            <a:r>
              <a:rPr kumimoji="1" lang="zh-CN" altLang="en-US" sz="2200" b="1" dirty="0">
                <a:solidFill>
                  <a:srgbClr val="002060"/>
                </a:solidFill>
                <a:ea typeface="宋体" panose="02010600030101010101" pitchFamily="2" charset="-122"/>
              </a:rPr>
              <a:t>查的 </a:t>
            </a:r>
            <a:r>
              <a:rPr kumimoji="1" lang="en-US" altLang="zh-CN" sz="2200" b="1" i="1" dirty="0">
                <a:solidFill>
                  <a:srgbClr val="002060"/>
                </a:solidFill>
                <a:ea typeface="宋体" panose="02010600030101010101" pitchFamily="2" charset="-122"/>
              </a:rPr>
              <a:t>f</a:t>
            </a:r>
            <a:r>
              <a:rPr kumimoji="1" lang="en-US" altLang="zh-CN" sz="2200" b="1" i="1" baseline="-30000" dirty="0">
                <a:solidFill>
                  <a:srgbClr val="002060"/>
                </a:solidFill>
                <a:ea typeface="宋体" panose="02010600030101010101" pitchFamily="2" charset="-122"/>
              </a:rPr>
              <a:t> p</a:t>
            </a:r>
            <a:r>
              <a:rPr kumimoji="1" lang="en-US" altLang="zh-CN" sz="2200" b="1" i="1" dirty="0">
                <a:solidFill>
                  <a:srgbClr val="002060"/>
                </a:solidFill>
                <a:ea typeface="宋体" panose="02010600030101010101" pitchFamily="2" charset="-122"/>
              </a:rPr>
              <a:t> = </a:t>
            </a:r>
            <a:r>
              <a:rPr kumimoji="1" lang="en-US" altLang="zh-CN" sz="2200" b="1" dirty="0">
                <a:solidFill>
                  <a:srgbClr val="002060"/>
                </a:solidFill>
                <a:ea typeface="宋体" panose="02010600030101010101" pitchFamily="2" charset="-122"/>
              </a:rPr>
              <a:t>1.2</a:t>
            </a:r>
            <a:r>
              <a:rPr kumimoji="1" lang="zh-CN" altLang="en-US" sz="2200" b="1" dirty="0">
                <a:solidFill>
                  <a:srgbClr val="002060"/>
                </a:solidFill>
                <a:ea typeface="宋体" panose="02010600030101010101" pitchFamily="2" charset="-122"/>
              </a:rPr>
              <a:t>，则：</a:t>
            </a:r>
            <a:endParaRPr kumimoji="1" lang="zh-CN" altLang="en-US" sz="2200" b="1" dirty="0">
              <a:solidFill>
                <a:srgbClr val="002060"/>
              </a:solidFill>
              <a:ea typeface="宋体" panose="02010600030101010101" pitchFamily="2" charset="-122"/>
            </a:endParaRPr>
          </a:p>
          <a:p>
            <a:pPr algn="just" eaLnBrk="1" hangingPunct="1">
              <a:lnSpc>
                <a:spcPct val="120000"/>
              </a:lnSpc>
              <a:buNone/>
            </a:pPr>
            <a:endParaRPr kumimoji="1" lang="zh-CN" altLang="en-US" sz="2200" b="1" dirty="0">
              <a:solidFill>
                <a:srgbClr val="002060"/>
              </a:solidFill>
              <a:ea typeface="宋体" panose="02010600030101010101" pitchFamily="2" charset="-122"/>
            </a:endParaRPr>
          </a:p>
          <a:p>
            <a:pPr algn="just" eaLnBrk="1" hangingPunct="1">
              <a:lnSpc>
                <a:spcPct val="120000"/>
              </a:lnSpc>
              <a:buNone/>
            </a:pPr>
            <a:endParaRPr kumimoji="1" lang="zh-CN" altLang="en-US" sz="2200" b="1" dirty="0">
              <a:solidFill>
                <a:srgbClr val="002060"/>
              </a:solidFill>
              <a:ea typeface="宋体" panose="02010600030101010101" pitchFamily="2" charset="-122"/>
            </a:endParaRPr>
          </a:p>
          <a:p>
            <a:pPr algn="just" eaLnBrk="1" hangingPunct="1">
              <a:lnSpc>
                <a:spcPct val="120000"/>
              </a:lnSpc>
              <a:buNone/>
            </a:pPr>
            <a:endParaRPr kumimoji="1" lang="zh-CN" altLang="en-US" sz="2200" b="1" dirty="0">
              <a:solidFill>
                <a:srgbClr val="002060"/>
              </a:solidFill>
              <a:ea typeface="宋体" panose="02010600030101010101" pitchFamily="2" charset="-122"/>
            </a:endParaRPr>
          </a:p>
          <a:p>
            <a:pPr algn="just" eaLnBrk="1" hangingPunct="1">
              <a:lnSpc>
                <a:spcPct val="120000"/>
              </a:lnSpc>
              <a:buNone/>
            </a:pPr>
            <a:endParaRPr kumimoji="1" lang="en-US" altLang="zh-CN" sz="2200" b="1" dirty="0" smtClean="0">
              <a:solidFill>
                <a:srgbClr val="002060"/>
              </a:solidFill>
              <a:ea typeface="宋体" panose="02010600030101010101" pitchFamily="2" charset="-122"/>
            </a:endParaRPr>
          </a:p>
          <a:p>
            <a:pPr algn="just" eaLnBrk="1" hangingPunct="1">
              <a:lnSpc>
                <a:spcPct val="120000"/>
              </a:lnSpc>
              <a:buNone/>
            </a:pPr>
            <a:r>
              <a:rPr kumimoji="1" lang="en-US" altLang="zh-CN" sz="2200" b="1" dirty="0" smtClean="0">
                <a:solidFill>
                  <a:srgbClr val="002060"/>
                </a:solidFill>
                <a:ea typeface="宋体" panose="02010600030101010101" pitchFamily="2" charset="-122"/>
              </a:rPr>
              <a:t>        </a:t>
            </a:r>
            <a:r>
              <a:rPr kumimoji="1" lang="zh-CN" altLang="en-US" sz="2200" b="1" dirty="0" smtClean="0">
                <a:solidFill>
                  <a:srgbClr val="002060"/>
                </a:solidFill>
                <a:ea typeface="宋体" panose="02010600030101010101" pitchFamily="2" charset="-122"/>
              </a:rPr>
              <a:t>故</a:t>
            </a:r>
            <a:r>
              <a:rPr kumimoji="1" lang="zh-CN" altLang="en-US" sz="2200" b="1" dirty="0">
                <a:solidFill>
                  <a:srgbClr val="002060"/>
                </a:solidFill>
                <a:ea typeface="宋体" panose="02010600030101010101" pitchFamily="2" charset="-122"/>
              </a:rPr>
              <a:t>所选择的</a:t>
            </a:r>
            <a:r>
              <a:rPr kumimoji="1" lang="en-US" altLang="zh-CN" sz="2200" b="1" dirty="0">
                <a:solidFill>
                  <a:srgbClr val="002060"/>
                </a:solidFill>
                <a:ea typeface="宋体" panose="02010600030101010101" pitchFamily="2" charset="-122"/>
              </a:rPr>
              <a:t>6207</a:t>
            </a:r>
            <a:r>
              <a:rPr kumimoji="1" lang="zh-CN" altLang="en-US" sz="2200" b="1" dirty="0">
                <a:solidFill>
                  <a:srgbClr val="002060"/>
                </a:solidFill>
                <a:ea typeface="宋体" panose="02010600030101010101" pitchFamily="2" charset="-122"/>
              </a:rPr>
              <a:t>轴承满足要求。</a:t>
            </a:r>
            <a:r>
              <a:rPr kumimoji="1" lang="zh-CN" altLang="en-US" sz="2200" dirty="0">
                <a:solidFill>
                  <a:srgbClr val="002060"/>
                </a:solidFill>
                <a:ea typeface="宋体" panose="02010600030101010101" pitchFamily="2" charset="-122"/>
              </a:rPr>
              <a:t>     </a:t>
            </a:r>
            <a:endParaRPr kumimoji="1" lang="zh-CN" altLang="en-US" sz="2200" dirty="0">
              <a:solidFill>
                <a:srgbClr val="002060"/>
              </a:solidFill>
              <a:ea typeface="宋体" panose="02010600030101010101" pitchFamily="2" charset="-122"/>
            </a:endParaRPr>
          </a:p>
        </p:txBody>
      </p:sp>
      <p:sp>
        <p:nvSpPr>
          <p:cNvPr id="1105928" name="Rectangle 8"/>
          <p:cNvSpPr>
            <a:spLocks noChangeArrowheads="1"/>
          </p:cNvSpPr>
          <p:nvPr/>
        </p:nvSpPr>
        <p:spPr bwMode="auto">
          <a:xfrm>
            <a:off x="0" y="322421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1105929" name="Rectangle 9"/>
          <p:cNvSpPr>
            <a:spLocks noChangeArrowheads="1"/>
          </p:cNvSpPr>
          <p:nvPr/>
        </p:nvSpPr>
        <p:spPr bwMode="auto">
          <a:xfrm>
            <a:off x="0" y="33147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1105930" name="Rectangle 10"/>
          <p:cNvSpPr>
            <a:spLocks noChangeArrowheads="1"/>
          </p:cNvSpPr>
          <p:nvPr/>
        </p:nvSpPr>
        <p:spPr bwMode="auto">
          <a:xfrm>
            <a:off x="0" y="320516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1105933" name="Rectangle 13"/>
          <p:cNvSpPr>
            <a:spLocks noChangeArrowheads="1"/>
          </p:cNvSpPr>
          <p:nvPr/>
        </p:nvSpPr>
        <p:spPr bwMode="auto">
          <a:xfrm>
            <a:off x="0" y="322421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graphicFrame>
        <p:nvGraphicFramePr>
          <p:cNvPr id="1105932" name="Object 12"/>
          <p:cNvGraphicFramePr>
            <a:graphicFrameLocks noChangeAspect="1"/>
          </p:cNvGraphicFramePr>
          <p:nvPr/>
        </p:nvGraphicFramePr>
        <p:xfrm>
          <a:off x="2355574" y="963060"/>
          <a:ext cx="3525838" cy="971550"/>
        </p:xfrm>
        <a:graphic>
          <a:graphicData uri="http://schemas.openxmlformats.org/presentationml/2006/ole">
            <mc:AlternateContent xmlns:mc="http://schemas.openxmlformats.org/markup-compatibility/2006">
              <mc:Choice xmlns:v="urn:schemas-microsoft-com:vml" Requires="v">
                <p:oleObj spid="_x0000_s12356" name="公式" r:id="rId1" imgW="39014400" imgH="10668000" progId="Equation.3">
                  <p:embed/>
                </p:oleObj>
              </mc:Choice>
              <mc:Fallback>
                <p:oleObj name="公式" r:id="rId1" imgW="39014400" imgH="10668000" progId="Equation.3">
                  <p:embed/>
                  <p:pic>
                    <p:nvPicPr>
                      <p:cNvPr id="0" name="图片 12355"/>
                      <p:cNvPicPr>
                        <a:picLocks noChangeAspect="1" noChangeArrowheads="1"/>
                      </p:cNvPicPr>
                      <p:nvPr/>
                    </p:nvPicPr>
                    <p:blipFill>
                      <a:blip r:embed="rId2"/>
                      <a:srcRect/>
                      <a:stretch>
                        <a:fillRect/>
                      </a:stretch>
                    </p:blipFill>
                    <p:spPr bwMode="auto">
                      <a:xfrm>
                        <a:off x="2355574" y="963060"/>
                        <a:ext cx="3525838" cy="9715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105935" name="Rectangle 15"/>
          <p:cNvSpPr>
            <a:spLocks noChangeArrowheads="1"/>
          </p:cNvSpPr>
          <p:nvPr/>
        </p:nvSpPr>
        <p:spPr bwMode="auto">
          <a:xfrm>
            <a:off x="0" y="33147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graphicFrame>
        <p:nvGraphicFramePr>
          <p:cNvPr id="1105934" name="Object 14"/>
          <p:cNvGraphicFramePr>
            <a:graphicFrameLocks noChangeAspect="1"/>
          </p:cNvGraphicFramePr>
          <p:nvPr/>
        </p:nvGraphicFramePr>
        <p:xfrm>
          <a:off x="609808" y="2543866"/>
          <a:ext cx="7750175" cy="488950"/>
        </p:xfrm>
        <a:graphic>
          <a:graphicData uri="http://schemas.openxmlformats.org/presentationml/2006/ole">
            <mc:AlternateContent xmlns:mc="http://schemas.openxmlformats.org/markup-compatibility/2006">
              <mc:Choice xmlns:v="urn:schemas-microsoft-com:vml" Requires="v">
                <p:oleObj spid="_x0000_s12357" name="公式" r:id="rId3" imgW="86868000" imgH="5486400" progId="Equation.3">
                  <p:embed/>
                </p:oleObj>
              </mc:Choice>
              <mc:Fallback>
                <p:oleObj name="公式" r:id="rId3" imgW="86868000" imgH="5486400" progId="Equation.3">
                  <p:embed/>
                  <p:pic>
                    <p:nvPicPr>
                      <p:cNvPr id="0" name="图片 12356"/>
                      <p:cNvPicPr>
                        <a:picLocks noChangeAspect="1" noChangeArrowheads="1"/>
                      </p:cNvPicPr>
                      <p:nvPr/>
                    </p:nvPicPr>
                    <p:blipFill>
                      <a:blip r:embed="rId4"/>
                      <a:srcRect/>
                      <a:stretch>
                        <a:fillRect/>
                      </a:stretch>
                    </p:blipFill>
                    <p:spPr bwMode="auto">
                      <a:xfrm>
                        <a:off x="609808" y="2543866"/>
                        <a:ext cx="7750175" cy="4889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105937" name="Rectangle 17"/>
          <p:cNvSpPr>
            <a:spLocks noChangeArrowheads="1"/>
          </p:cNvSpPr>
          <p:nvPr/>
        </p:nvSpPr>
        <p:spPr bwMode="auto">
          <a:xfrm>
            <a:off x="0" y="320516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graphicFrame>
        <p:nvGraphicFramePr>
          <p:cNvPr id="1105936" name="Object 16"/>
          <p:cNvGraphicFramePr>
            <a:graphicFrameLocks noChangeAspect="1"/>
          </p:cNvGraphicFramePr>
          <p:nvPr/>
        </p:nvGraphicFramePr>
        <p:xfrm>
          <a:off x="1162050" y="4324212"/>
          <a:ext cx="6111875" cy="1285875"/>
        </p:xfrm>
        <a:graphic>
          <a:graphicData uri="http://schemas.openxmlformats.org/presentationml/2006/ole">
            <mc:AlternateContent xmlns:mc="http://schemas.openxmlformats.org/markup-compatibility/2006">
              <mc:Choice xmlns:v="urn:schemas-microsoft-com:vml" Requires="v">
                <p:oleObj spid="_x0000_s12358" name="公式" r:id="rId5" imgW="75895200" imgH="15849600" progId="Equation.3">
                  <p:embed/>
                </p:oleObj>
              </mc:Choice>
              <mc:Fallback>
                <p:oleObj name="公式" r:id="rId5" imgW="75895200" imgH="15849600" progId="Equation.3">
                  <p:embed/>
                  <p:pic>
                    <p:nvPicPr>
                      <p:cNvPr id="0" name="图片 12357"/>
                      <p:cNvPicPr>
                        <a:picLocks noChangeAspect="1" noChangeArrowheads="1"/>
                      </p:cNvPicPr>
                      <p:nvPr/>
                    </p:nvPicPr>
                    <p:blipFill>
                      <a:blip r:embed="rId6"/>
                      <a:srcRect/>
                      <a:stretch>
                        <a:fillRect/>
                      </a:stretch>
                    </p:blipFill>
                    <p:spPr bwMode="auto">
                      <a:xfrm>
                        <a:off x="1162050" y="4324212"/>
                        <a:ext cx="6111875" cy="12858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8" presetClass="entr" presetSubtype="6" fill="hold" grpId="0" nodeType="afterEffect">
                                  <p:stCondLst>
                                    <p:cond delay="0"/>
                                  </p:stCondLst>
                                  <p:childTnLst>
                                    <p:set>
                                      <p:cBhvr>
                                        <p:cTn id="6" dur="1" fill="hold">
                                          <p:stCondLst>
                                            <p:cond delay="0"/>
                                          </p:stCondLst>
                                        </p:cTn>
                                        <p:tgtEl>
                                          <p:spTgt spid="1105927">
                                            <p:txEl>
                                              <p:pRg st="4294967295" end="4294967295"/>
                                            </p:txEl>
                                          </p:spTgt>
                                        </p:tgtEl>
                                        <p:attrNameLst>
                                          <p:attrName>style.visibility</p:attrName>
                                        </p:attrNameLst>
                                      </p:cBhvr>
                                      <p:to>
                                        <p:strVal val="visible"/>
                                      </p:to>
                                    </p:set>
                                    <p:animEffect transition="in" filter="strips(downRight)">
                                      <p:cBhvr>
                                        <p:cTn id="7" dur="500"/>
                                        <p:tgtEl>
                                          <p:spTgt spid="1105927">
                                            <p:txEl>
                                              <p:pRg st="4294967295" end="4294967295"/>
                                            </p:txEl>
                                          </p:spTgt>
                                        </p:tgtEl>
                                      </p:cBhvr>
                                    </p:animEffect>
                                  </p:childTnLst>
                                </p:cTn>
                              </p:par>
                            </p:childTnLst>
                          </p:cTn>
                        </p:par>
                        <p:par>
                          <p:cTn id="8" fill="hold">
                            <p:stCondLst>
                              <p:cond delay="500"/>
                            </p:stCondLst>
                            <p:childTnLst>
                              <p:par>
                                <p:cTn id="9" presetID="18" presetClass="entr" presetSubtype="6" fill="hold" grpId="0" nodeType="afterEffect">
                                  <p:stCondLst>
                                    <p:cond delay="0"/>
                                  </p:stCondLst>
                                  <p:childTnLst>
                                    <p:set>
                                      <p:cBhvr>
                                        <p:cTn id="10" dur="1" fill="hold">
                                          <p:stCondLst>
                                            <p:cond delay="0"/>
                                          </p:stCondLst>
                                        </p:cTn>
                                        <p:tgtEl>
                                          <p:spTgt spid="1105927">
                                            <p:txEl>
                                              <p:pRg st="0" end="0"/>
                                            </p:txEl>
                                          </p:spTgt>
                                        </p:tgtEl>
                                        <p:attrNameLst>
                                          <p:attrName>style.visibility</p:attrName>
                                        </p:attrNameLst>
                                      </p:cBhvr>
                                      <p:to>
                                        <p:strVal val="visible"/>
                                      </p:to>
                                    </p:set>
                                    <p:animEffect transition="in" filter="strips(downRight)">
                                      <p:cBhvr>
                                        <p:cTn id="11" dur="500"/>
                                        <p:tgtEl>
                                          <p:spTgt spid="1105927">
                                            <p:txEl>
                                              <p:pRg st="0" end="0"/>
                                            </p:txEl>
                                          </p:spTgt>
                                        </p:tgtEl>
                                      </p:cBhvr>
                                    </p:animEffec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nodeType="clickEffect">
                                  <p:stCondLst>
                                    <p:cond delay="0"/>
                                  </p:stCondLst>
                                  <p:childTnLst>
                                    <p:set>
                                      <p:cBhvr>
                                        <p:cTn id="15" dur="1" fill="hold">
                                          <p:stCondLst>
                                            <p:cond delay="0"/>
                                          </p:stCondLst>
                                        </p:cTn>
                                        <p:tgtEl>
                                          <p:spTgt spid="1105932"/>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18" presetClass="entr" presetSubtype="6" fill="hold" grpId="0" nodeType="clickEffect">
                                  <p:stCondLst>
                                    <p:cond delay="0"/>
                                  </p:stCondLst>
                                  <p:childTnLst>
                                    <p:set>
                                      <p:cBhvr>
                                        <p:cTn id="19" dur="1" fill="hold">
                                          <p:stCondLst>
                                            <p:cond delay="0"/>
                                          </p:stCondLst>
                                        </p:cTn>
                                        <p:tgtEl>
                                          <p:spTgt spid="1105927">
                                            <p:txEl>
                                              <p:pRg st="3" end="3"/>
                                            </p:txEl>
                                          </p:spTgt>
                                        </p:tgtEl>
                                        <p:attrNameLst>
                                          <p:attrName>style.visibility</p:attrName>
                                        </p:attrNameLst>
                                      </p:cBhvr>
                                      <p:to>
                                        <p:strVal val="visible"/>
                                      </p:to>
                                    </p:set>
                                    <p:animEffect transition="in" filter="strips(downRight)">
                                      <p:cBhvr>
                                        <p:cTn id="20" dur="500"/>
                                        <p:tgtEl>
                                          <p:spTgt spid="1105927">
                                            <p:txEl>
                                              <p:pRg st="3" end="3"/>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1105934"/>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8" presetClass="entr" presetSubtype="6" fill="hold" grpId="0" nodeType="clickEffect">
                                  <p:stCondLst>
                                    <p:cond delay="0"/>
                                  </p:stCondLst>
                                  <p:childTnLst>
                                    <p:set>
                                      <p:cBhvr>
                                        <p:cTn id="28" dur="1" fill="hold">
                                          <p:stCondLst>
                                            <p:cond delay="0"/>
                                          </p:stCondLst>
                                        </p:cTn>
                                        <p:tgtEl>
                                          <p:spTgt spid="1105927">
                                            <p:txEl>
                                              <p:pRg st="6" end="6"/>
                                            </p:txEl>
                                          </p:spTgt>
                                        </p:tgtEl>
                                        <p:attrNameLst>
                                          <p:attrName>style.visibility</p:attrName>
                                        </p:attrNameLst>
                                      </p:cBhvr>
                                      <p:to>
                                        <p:strVal val="visible"/>
                                      </p:to>
                                    </p:set>
                                    <p:animEffect transition="in" filter="strips(downRight)">
                                      <p:cBhvr>
                                        <p:cTn id="29" dur="500"/>
                                        <p:tgtEl>
                                          <p:spTgt spid="1105927">
                                            <p:txEl>
                                              <p:pRg st="6" end="6"/>
                                            </p:txEl>
                                          </p:spTgt>
                                        </p:tgtEl>
                                      </p:cBhvr>
                                    </p:animEffect>
                                  </p:childTnLst>
                                </p:cTn>
                              </p:par>
                            </p:childTnLst>
                          </p:cTn>
                        </p:par>
                      </p:childTnLst>
                    </p:cTn>
                  </p:par>
                  <p:par>
                    <p:cTn id="30" fill="hold">
                      <p:stCondLst>
                        <p:cond delay="indefinite"/>
                      </p:stCondLst>
                      <p:childTnLst>
                        <p:par>
                          <p:cTn id="31" fill="hold">
                            <p:stCondLst>
                              <p:cond delay="0"/>
                            </p:stCondLst>
                            <p:childTnLst>
                              <p:par>
                                <p:cTn id="32" presetID="18" presetClass="entr" presetSubtype="6" fill="hold" grpId="0" nodeType="clickEffect">
                                  <p:stCondLst>
                                    <p:cond delay="0"/>
                                  </p:stCondLst>
                                  <p:childTnLst>
                                    <p:set>
                                      <p:cBhvr>
                                        <p:cTn id="33" dur="1" fill="hold">
                                          <p:stCondLst>
                                            <p:cond delay="0"/>
                                          </p:stCondLst>
                                        </p:cTn>
                                        <p:tgtEl>
                                          <p:spTgt spid="1105927">
                                            <p:txEl>
                                              <p:pRg st="7" end="7"/>
                                            </p:txEl>
                                          </p:spTgt>
                                        </p:tgtEl>
                                        <p:attrNameLst>
                                          <p:attrName>style.visibility</p:attrName>
                                        </p:attrNameLst>
                                      </p:cBhvr>
                                      <p:to>
                                        <p:strVal val="visible"/>
                                      </p:to>
                                    </p:set>
                                    <p:animEffect transition="in" filter="strips(downRight)">
                                      <p:cBhvr>
                                        <p:cTn id="34" dur="500"/>
                                        <p:tgtEl>
                                          <p:spTgt spid="1105927">
                                            <p:txEl>
                                              <p:pRg st="7" end="7"/>
                                            </p:txEl>
                                          </p:spTgt>
                                        </p:tgtEl>
                                      </p:cBhvr>
                                    </p:animEffec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1105936"/>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8" presetClass="entr" presetSubtype="6" fill="hold" grpId="0" nodeType="clickEffect">
                                  <p:stCondLst>
                                    <p:cond delay="0"/>
                                  </p:stCondLst>
                                  <p:childTnLst>
                                    <p:set>
                                      <p:cBhvr>
                                        <p:cTn id="42" dur="1" fill="hold">
                                          <p:stCondLst>
                                            <p:cond delay="0"/>
                                          </p:stCondLst>
                                        </p:cTn>
                                        <p:tgtEl>
                                          <p:spTgt spid="1105927">
                                            <p:txEl>
                                              <p:pRg st="12" end="12"/>
                                            </p:txEl>
                                          </p:spTgt>
                                        </p:tgtEl>
                                        <p:attrNameLst>
                                          <p:attrName>style.visibility</p:attrName>
                                        </p:attrNameLst>
                                      </p:cBhvr>
                                      <p:to>
                                        <p:strVal val="visible"/>
                                      </p:to>
                                    </p:set>
                                    <p:animEffect transition="in" filter="strips(downRight)">
                                      <p:cBhvr>
                                        <p:cTn id="43" dur="500"/>
                                        <p:tgtEl>
                                          <p:spTgt spid="1105927">
                                            <p:txEl>
                                              <p:pRg st="12" end="1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05927" grpId="0" build="p"/>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Object 136"/>
          <p:cNvGraphicFramePr>
            <a:graphicFrameLocks noChangeAspect="1"/>
          </p:cNvGraphicFramePr>
          <p:nvPr/>
        </p:nvGraphicFramePr>
        <p:xfrm>
          <a:off x="1299472" y="1124640"/>
          <a:ext cx="6419850" cy="1504950"/>
        </p:xfrm>
        <a:graphic>
          <a:graphicData uri="http://schemas.openxmlformats.org/presentationml/2006/ole">
            <mc:AlternateContent xmlns:mc="http://schemas.openxmlformats.org/markup-compatibility/2006">
              <mc:Choice xmlns:v="urn:schemas-microsoft-com:vml" Requires="v">
                <p:oleObj spid="_x0000_s13335" name="公式" r:id="rId1" imgW="78028800" imgH="18288000" progId="Equation.3">
                  <p:embed/>
                </p:oleObj>
              </mc:Choice>
              <mc:Fallback>
                <p:oleObj name="公式" r:id="rId1" imgW="78028800" imgH="18288000" progId="Equation.3">
                  <p:embed/>
                  <p:pic>
                    <p:nvPicPr>
                      <p:cNvPr id="0" name="图片 13334"/>
                      <p:cNvPicPr>
                        <a:picLocks noChangeAspect="1" noChangeArrowheads="1"/>
                      </p:cNvPicPr>
                      <p:nvPr/>
                    </p:nvPicPr>
                    <p:blipFill>
                      <a:blip r:embed="rId2"/>
                      <a:srcRect/>
                      <a:stretch>
                        <a:fillRect/>
                      </a:stretch>
                    </p:blipFill>
                    <p:spPr bwMode="auto">
                      <a:xfrm>
                        <a:off x="1299472" y="1124640"/>
                        <a:ext cx="6419850" cy="1504950"/>
                      </a:xfrm>
                      <a:prstGeom prst="rect">
                        <a:avLst/>
                      </a:prstGeom>
                      <a:solidFill>
                        <a:srgbClr val="FFFF00"/>
                      </a:solidFill>
                      <a:ln>
                        <a:noFill/>
                      </a:ln>
                    </p:spPr>
                  </p:pic>
                </p:oleObj>
              </mc:Fallback>
            </mc:AlternateContent>
          </a:graphicData>
        </a:graphic>
      </p:graphicFrame>
      <p:sp>
        <p:nvSpPr>
          <p:cNvPr id="4" name="矩形 3"/>
          <p:cNvSpPr/>
          <p:nvPr/>
        </p:nvSpPr>
        <p:spPr>
          <a:xfrm>
            <a:off x="1486802" y="2899993"/>
            <a:ext cx="4153701" cy="459741"/>
          </a:xfrm>
          <a:prstGeom prst="rect">
            <a:avLst/>
          </a:prstGeom>
        </p:spPr>
        <p:txBody>
          <a:bodyPr wrap="none">
            <a:spAutoFit/>
          </a:bodyPr>
          <a:lstStyle/>
          <a:p>
            <a:pPr>
              <a:buNone/>
            </a:pPr>
            <a:r>
              <a:rPr lang="zh-CN" altLang="en-US" sz="2200" b="1" dirty="0">
                <a:solidFill>
                  <a:srgbClr val="002060"/>
                </a:solidFill>
                <a:ea typeface="宋体" panose="02010600030101010101" pitchFamily="2" charset="-122"/>
              </a:rPr>
              <a:t>故所选择的</a:t>
            </a:r>
            <a:r>
              <a:rPr lang="en-US" altLang="zh-CN" sz="2200" b="1" dirty="0">
                <a:solidFill>
                  <a:srgbClr val="002060"/>
                </a:solidFill>
                <a:ea typeface="宋体" panose="02010600030101010101" pitchFamily="2" charset="-122"/>
              </a:rPr>
              <a:t>6207</a:t>
            </a:r>
            <a:r>
              <a:rPr lang="zh-CN" altLang="en-US" sz="2200" b="1" dirty="0">
                <a:solidFill>
                  <a:srgbClr val="002060"/>
                </a:solidFill>
                <a:ea typeface="宋体" panose="02010600030101010101" pitchFamily="2" charset="-122"/>
              </a:rPr>
              <a:t>轴承满足要求。</a:t>
            </a:r>
            <a:endParaRPr lang="zh-CN" altLang="en-US" sz="2200" dirty="0"/>
          </a:p>
        </p:txBody>
      </p:sp>
      <p:sp>
        <p:nvSpPr>
          <p:cNvPr id="5" name="文本框 4"/>
          <p:cNvSpPr txBox="1"/>
          <p:nvPr/>
        </p:nvSpPr>
        <p:spPr>
          <a:xfrm>
            <a:off x="805069" y="556591"/>
            <a:ext cx="1401418" cy="535531"/>
          </a:xfrm>
          <a:prstGeom prst="rect">
            <a:avLst/>
          </a:prstGeom>
          <a:noFill/>
        </p:spPr>
        <p:txBody>
          <a:bodyPr wrap="square" rtlCol="0">
            <a:spAutoFit/>
          </a:bodyPr>
          <a:lstStyle/>
          <a:p>
            <a:pPr>
              <a:buNone/>
            </a:pPr>
            <a:r>
              <a:rPr lang="zh-CN" altLang="en-US" sz="2400" dirty="0" smtClean="0">
                <a:solidFill>
                  <a:srgbClr val="FF0000"/>
                </a:solidFill>
              </a:rPr>
              <a:t>或</a:t>
            </a:r>
            <a:r>
              <a:rPr lang="zh-CN" altLang="en-US" sz="2400" dirty="0" smtClean="0"/>
              <a:t>：</a:t>
            </a:r>
            <a:endParaRPr lang="zh-CN" altLang="en-US" sz="2400" dirty="0"/>
          </a:p>
        </p:txBody>
      </p:sp>
    </p:spTree>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left)">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wipe(left)">
                                      <p:cBhvr>
                                        <p:cTn id="12"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9090" name="Rectangle 2"/>
          <p:cNvSpPr>
            <a:spLocks noGrp="1" noChangeArrowheads="1"/>
          </p:cNvSpPr>
          <p:nvPr>
            <p:ph idx="1"/>
          </p:nvPr>
        </p:nvSpPr>
        <p:spPr>
          <a:xfrm>
            <a:off x="80645" y="557530"/>
            <a:ext cx="8970645" cy="1802130"/>
          </a:xfrm>
        </p:spPr>
        <p:txBody>
          <a:bodyPr/>
          <a:lstStyle/>
          <a:p>
            <a:pPr marL="342900" marR="0" lvl="0" indent="-342900" algn="l" defTabSz="914400" rtl="0" eaLnBrk="0" fontAlgn="base" latinLnBrk="0" hangingPunct="0">
              <a:lnSpc>
                <a:spcPct val="100000"/>
              </a:lnSpc>
              <a:spcBef>
                <a:spcPct val="20000"/>
              </a:spcBef>
              <a:spcAft>
                <a:spcPct val="0"/>
              </a:spcAft>
              <a:buClr>
                <a:schemeClr val="hlink"/>
              </a:buClr>
              <a:buSzPct val="110000"/>
              <a:buFontTx/>
              <a:buNone/>
              <a:defRPr/>
            </a:pPr>
            <a:r>
              <a:rPr kumimoji="1" lang="zh-CN" altLang="en-US" sz="2400" i="0" u="none" strike="noStrike" kern="1200" cap="none" spc="0" normalizeH="0" baseline="0" noProof="0" dirty="0" smtClean="0">
                <a:ln>
                  <a:noFill/>
                </a:ln>
                <a:solidFill>
                  <a:srgbClr val="C00000"/>
                </a:solidFill>
                <a:effectLst>
                  <a:outerShdw blurRad="38100" dist="38100" dir="2700000" algn="tl">
                    <a:srgbClr val="FFFFFF"/>
                  </a:outerShdw>
                </a:effectLst>
                <a:uLnTx/>
                <a:uFillTx/>
                <a:latin typeface="黑体" panose="02010609060101010101" pitchFamily="49" charset="-122"/>
                <a:ea typeface="黑体" panose="02010609060101010101" pitchFamily="49" charset="-122"/>
                <a:cs typeface="黑体" panose="02010609060101010101" pitchFamily="49" charset="-122"/>
              </a:rPr>
              <a:t>例</a:t>
            </a:r>
            <a:r>
              <a:rPr kumimoji="1" lang="en-US" altLang="zh-CN" sz="2400" i="0" u="none" strike="noStrike" kern="1200" cap="none" spc="0" normalizeH="0" baseline="0" noProof="0" dirty="0" smtClean="0">
                <a:ln>
                  <a:noFill/>
                </a:ln>
                <a:solidFill>
                  <a:srgbClr val="C00000"/>
                </a:solidFill>
                <a:effectLst>
                  <a:outerShdw blurRad="38100" dist="38100" dir="2700000" algn="tl">
                    <a:srgbClr val="FFFFFF"/>
                  </a:outerShdw>
                </a:effectLst>
                <a:uLnTx/>
                <a:uFillTx/>
                <a:latin typeface="黑体" panose="02010609060101010101" pitchFamily="49" charset="-122"/>
                <a:ea typeface="黑体" panose="02010609060101010101" pitchFamily="49" charset="-122"/>
                <a:cs typeface="黑体" panose="02010609060101010101" pitchFamily="49" charset="-122"/>
              </a:rPr>
              <a:t>3</a:t>
            </a:r>
            <a:r>
              <a:rPr kumimoji="1" lang="zh-CN" altLang="en-US" sz="2400" i="0" u="none" strike="noStrike" kern="1200" cap="none" spc="0" normalizeH="0" baseline="0" noProof="0" dirty="0" smtClean="0">
                <a:ln>
                  <a:noFill/>
                </a:ln>
                <a:solidFill>
                  <a:srgbClr val="000000"/>
                </a:solidFill>
                <a:effectLst>
                  <a:outerShdw blurRad="38100" dist="38100" dir="2700000" algn="tl">
                    <a:srgbClr val="FFFFFF"/>
                  </a:outerShdw>
                </a:effectLst>
                <a:uLnTx/>
                <a:uFillTx/>
                <a:latin typeface="黑体" panose="02010609060101010101" pitchFamily="49" charset="-122"/>
                <a:ea typeface="黑体" panose="02010609060101010101" pitchFamily="49" charset="-122"/>
                <a:cs typeface="黑体" panose="02010609060101010101" pitchFamily="49" charset="-122"/>
              </a:rPr>
              <a:t>：一轴如图所示，</a:t>
            </a:r>
            <a:r>
              <a:rPr kumimoji="1" lang="en-US" altLang="zh-CN" sz="2400" i="0" u="none" strike="noStrike" kern="1200" cap="none" spc="0" normalizeH="0" baseline="0" noProof="0" dirty="0" smtClean="0">
                <a:ln>
                  <a:noFill/>
                </a:ln>
                <a:solidFill>
                  <a:srgbClr val="000000"/>
                </a:solidFill>
                <a:effectLst>
                  <a:outerShdw blurRad="38100" dist="38100" dir="2700000" algn="tl">
                    <a:srgbClr val="FFFFFF"/>
                  </a:outerShdw>
                </a:effectLst>
                <a:uLnTx/>
                <a:uFillTx/>
                <a:latin typeface="黑体" panose="02010609060101010101" pitchFamily="49" charset="-122"/>
                <a:ea typeface="黑体" panose="02010609060101010101" pitchFamily="49" charset="-122"/>
                <a:cs typeface="黑体" panose="02010609060101010101" pitchFamily="49" charset="-122"/>
              </a:rPr>
              <a:t>A</a:t>
            </a:r>
            <a:r>
              <a:rPr kumimoji="1" lang="zh-CN" altLang="en-US" sz="2400" i="0" u="none" strike="noStrike" kern="1200" cap="none" spc="0" normalizeH="0" baseline="0" noProof="0" dirty="0" smtClean="0">
                <a:ln>
                  <a:noFill/>
                </a:ln>
                <a:solidFill>
                  <a:srgbClr val="000000"/>
                </a:solidFill>
                <a:effectLst>
                  <a:outerShdw blurRad="38100" dist="38100" dir="2700000" algn="tl">
                    <a:srgbClr val="FFFFFF"/>
                  </a:outerShdw>
                </a:effectLst>
                <a:uLnTx/>
                <a:uFillTx/>
                <a:latin typeface="黑体" panose="02010609060101010101" pitchFamily="49" charset="-122"/>
                <a:ea typeface="黑体" panose="02010609060101010101" pitchFamily="49" charset="-122"/>
                <a:cs typeface="黑体" panose="02010609060101010101" pitchFamily="49" charset="-122"/>
              </a:rPr>
              <a:t>、</a:t>
            </a:r>
            <a:r>
              <a:rPr kumimoji="1" lang="en-US" altLang="zh-CN" sz="2400" i="0" u="none" strike="noStrike" kern="1200" cap="none" spc="0" normalizeH="0" baseline="0" noProof="0" dirty="0" smtClean="0">
                <a:ln>
                  <a:noFill/>
                </a:ln>
                <a:solidFill>
                  <a:srgbClr val="000000"/>
                </a:solidFill>
                <a:effectLst>
                  <a:outerShdw blurRad="38100" dist="38100" dir="2700000" algn="tl">
                    <a:srgbClr val="FFFFFF"/>
                  </a:outerShdw>
                </a:effectLst>
                <a:uLnTx/>
                <a:uFillTx/>
                <a:latin typeface="黑体" panose="02010609060101010101" pitchFamily="49" charset="-122"/>
                <a:ea typeface="黑体" panose="02010609060101010101" pitchFamily="49" charset="-122"/>
                <a:cs typeface="黑体" panose="02010609060101010101" pitchFamily="49" charset="-122"/>
              </a:rPr>
              <a:t>B</a:t>
            </a:r>
            <a:r>
              <a:rPr kumimoji="1" lang="zh-CN" altLang="en-US" sz="2400" i="0" u="none" strike="noStrike" kern="1200" cap="none" spc="0" normalizeH="0" baseline="0" noProof="0" dirty="0" smtClean="0">
                <a:ln>
                  <a:noFill/>
                </a:ln>
                <a:solidFill>
                  <a:srgbClr val="000000"/>
                </a:solidFill>
                <a:effectLst>
                  <a:outerShdw blurRad="38100" dist="38100" dir="2700000" algn="tl">
                    <a:srgbClr val="FFFFFF"/>
                  </a:outerShdw>
                </a:effectLst>
                <a:uLnTx/>
                <a:uFillTx/>
                <a:latin typeface="黑体" panose="02010609060101010101" pitchFamily="49" charset="-122"/>
                <a:ea typeface="黑体" panose="02010609060101010101" pitchFamily="49" charset="-122"/>
                <a:cs typeface="黑体" panose="02010609060101010101" pitchFamily="49" charset="-122"/>
              </a:rPr>
              <a:t>处安装</a:t>
            </a:r>
            <a:r>
              <a:rPr kumimoji="1" lang="en-US" altLang="zh-CN" sz="2400" i="0" u="none" strike="noStrike" kern="1200" cap="none" spc="0" normalizeH="0" baseline="0" noProof="0" dirty="0" smtClean="0">
                <a:ln>
                  <a:noFill/>
                </a:ln>
                <a:solidFill>
                  <a:srgbClr val="000000"/>
                </a:solidFill>
                <a:effectLst>
                  <a:outerShdw blurRad="38100" dist="38100" dir="2700000" algn="tl">
                    <a:srgbClr val="FFFFFF"/>
                  </a:outerShdw>
                </a:effectLst>
                <a:uLnTx/>
                <a:uFillTx/>
                <a:latin typeface="黑体" panose="02010609060101010101" pitchFamily="49" charset="-122"/>
                <a:ea typeface="黑体" panose="02010609060101010101" pitchFamily="49" charset="-122"/>
                <a:cs typeface="黑体" panose="02010609060101010101" pitchFamily="49" charset="-122"/>
              </a:rPr>
              <a:t>6308</a:t>
            </a:r>
            <a:r>
              <a:rPr kumimoji="1" lang="zh-CN" altLang="en-US" sz="2400" i="0" u="none" strike="noStrike" kern="1200" cap="none" spc="0" normalizeH="0" baseline="0" noProof="0" dirty="0" smtClean="0">
                <a:ln>
                  <a:noFill/>
                </a:ln>
                <a:solidFill>
                  <a:srgbClr val="000000"/>
                </a:solidFill>
                <a:effectLst>
                  <a:outerShdw blurRad="38100" dist="38100" dir="2700000" algn="tl">
                    <a:srgbClr val="FFFFFF"/>
                  </a:outerShdw>
                </a:effectLst>
                <a:uLnTx/>
                <a:uFillTx/>
                <a:latin typeface="黑体" panose="02010609060101010101" pitchFamily="49" charset="-122"/>
                <a:ea typeface="黑体" panose="02010609060101010101" pitchFamily="49" charset="-122"/>
                <a:cs typeface="黑体" panose="02010609060101010101" pitchFamily="49" charset="-122"/>
              </a:rPr>
              <a:t>轴承，该轴承</a:t>
            </a:r>
            <a:r>
              <a:rPr kumimoji="1" lang="en-US" altLang="zh-CN" sz="2400" i="0" u="none" strike="noStrike" kern="1200" cap="none" spc="0" normalizeH="0" baseline="0" noProof="0" dirty="0" smtClean="0">
                <a:ln>
                  <a:noFill/>
                </a:ln>
                <a:solidFill>
                  <a:srgbClr val="000000"/>
                </a:solidFill>
                <a:effectLst>
                  <a:outerShdw blurRad="38100" dist="38100" dir="2700000" algn="tl">
                    <a:srgbClr val="FFFFFF"/>
                  </a:outerShdw>
                </a:effectLst>
                <a:uLnTx/>
                <a:uFillTx/>
                <a:latin typeface="黑体" panose="02010609060101010101" pitchFamily="49" charset="-122"/>
                <a:ea typeface="黑体" panose="02010609060101010101" pitchFamily="49" charset="-122"/>
                <a:cs typeface="黑体" panose="02010609060101010101" pitchFamily="49" charset="-122"/>
              </a:rPr>
              <a:t>C=31.2kN</a:t>
            </a:r>
            <a:r>
              <a:rPr kumimoji="1" lang="zh-CN" altLang="en-US" sz="2400" i="0" u="none" strike="noStrike" kern="1200" cap="none" spc="0" normalizeH="0" baseline="0" noProof="0" dirty="0" smtClean="0">
                <a:ln>
                  <a:noFill/>
                </a:ln>
                <a:solidFill>
                  <a:srgbClr val="000000"/>
                </a:solidFill>
                <a:effectLst>
                  <a:outerShdw blurRad="38100" dist="38100" dir="2700000" algn="tl">
                    <a:srgbClr val="FFFFFF"/>
                  </a:outerShdw>
                </a:effectLst>
                <a:uLnTx/>
                <a:uFillTx/>
                <a:latin typeface="黑体" panose="02010609060101010101" pitchFamily="49" charset="-122"/>
                <a:ea typeface="黑体" panose="02010609060101010101" pitchFamily="49" charset="-122"/>
                <a:cs typeface="黑体" panose="02010609060101010101" pitchFamily="49" charset="-122"/>
              </a:rPr>
              <a:t>，</a:t>
            </a:r>
            <a:r>
              <a:rPr kumimoji="1" lang="en-US" altLang="zh-CN" sz="2400" i="0" u="none" strike="noStrike" kern="1200" cap="none" spc="0" normalizeH="0" baseline="0" noProof="0" dirty="0" smtClean="0">
                <a:ln>
                  <a:noFill/>
                </a:ln>
                <a:solidFill>
                  <a:srgbClr val="000000"/>
                </a:solidFill>
                <a:effectLst>
                  <a:outerShdw blurRad="38100" dist="38100" dir="2700000" algn="tl">
                    <a:srgbClr val="FFFFFF"/>
                  </a:outerShdw>
                </a:effectLst>
                <a:uLnTx/>
                <a:uFillTx/>
                <a:latin typeface="黑体" panose="02010609060101010101" pitchFamily="49" charset="-122"/>
                <a:ea typeface="黑体" panose="02010609060101010101" pitchFamily="49" charset="-122"/>
                <a:cs typeface="黑体" panose="02010609060101010101" pitchFamily="49" charset="-122"/>
              </a:rPr>
              <a:t>n=1000rpm</a:t>
            </a:r>
            <a:r>
              <a:rPr kumimoji="1" lang="zh-CN" altLang="en-US" sz="2400" i="0" u="none" strike="noStrike" kern="1200" cap="none" spc="0" normalizeH="0" baseline="0" noProof="0" dirty="0" smtClean="0">
                <a:ln>
                  <a:noFill/>
                </a:ln>
                <a:solidFill>
                  <a:srgbClr val="000000"/>
                </a:solidFill>
                <a:effectLst>
                  <a:outerShdw blurRad="38100" dist="38100" dir="2700000" algn="tl">
                    <a:srgbClr val="FFFFFF"/>
                  </a:outerShdw>
                </a:effectLst>
                <a:uLnTx/>
                <a:uFillTx/>
                <a:latin typeface="黑体" panose="02010609060101010101" pitchFamily="49" charset="-122"/>
                <a:ea typeface="黑体" panose="02010609060101010101" pitchFamily="49" charset="-122"/>
                <a:cs typeface="黑体" panose="02010609060101010101" pitchFamily="49" charset="-122"/>
              </a:rPr>
              <a:t>，工作时有轻微冲击，轴承工作温度低于</a:t>
            </a:r>
            <a:r>
              <a:rPr kumimoji="1" lang="en-US" altLang="zh-CN" sz="2400" i="0" u="none" strike="noStrike" kern="1200" cap="none" spc="0" normalizeH="0" baseline="0" noProof="0" dirty="0" smtClean="0">
                <a:ln>
                  <a:noFill/>
                </a:ln>
                <a:solidFill>
                  <a:srgbClr val="000000"/>
                </a:solidFill>
                <a:effectLst>
                  <a:outerShdw blurRad="38100" dist="38100" dir="2700000" algn="tl">
                    <a:srgbClr val="FFFFFF"/>
                  </a:outerShdw>
                </a:effectLst>
                <a:uLnTx/>
                <a:uFillTx/>
                <a:latin typeface="黑体" panose="02010609060101010101" pitchFamily="49" charset="-122"/>
                <a:ea typeface="黑体" panose="02010609060101010101" pitchFamily="49" charset="-122"/>
                <a:cs typeface="黑体" panose="02010609060101010101" pitchFamily="49" charset="-122"/>
              </a:rPr>
              <a:t>120</a:t>
            </a:r>
            <a:r>
              <a:rPr kumimoji="1" lang="zh-CN" altLang="en-US" sz="2400" i="0" u="none" strike="noStrike" kern="1200" cap="none" spc="0" normalizeH="0" baseline="0" noProof="0" dirty="0" smtClean="0">
                <a:ln>
                  <a:noFill/>
                </a:ln>
                <a:solidFill>
                  <a:srgbClr val="000000"/>
                </a:solidFill>
                <a:effectLst>
                  <a:outerShdw blurRad="38100" dist="38100" dir="2700000" algn="tl">
                    <a:srgbClr val="FFFFFF"/>
                  </a:outerShdw>
                </a:effectLst>
                <a:uLnTx/>
                <a:uFillTx/>
                <a:latin typeface="黑体" panose="02010609060101010101" pitchFamily="49" charset="-122"/>
                <a:ea typeface="黑体" panose="02010609060101010101" pitchFamily="49" charset="-122"/>
                <a:cs typeface="黑体" panose="02010609060101010101" pitchFamily="49" charset="-122"/>
              </a:rPr>
              <a:t>度。</a:t>
            </a:r>
            <a:endParaRPr kumimoji="1" lang="zh-CN" altLang="en-US" sz="2400" i="0" u="none" strike="noStrike" kern="1200" cap="none" spc="0" normalizeH="0" baseline="0" noProof="0" dirty="0" smtClean="0">
              <a:ln>
                <a:noFill/>
              </a:ln>
              <a:solidFill>
                <a:srgbClr val="000000"/>
              </a:solidFill>
              <a:effectLst>
                <a:outerShdw blurRad="38100" dist="38100" dir="2700000" algn="tl">
                  <a:srgbClr val="FFFFFF"/>
                </a:outerShdw>
              </a:effectLst>
              <a:uLnTx/>
              <a:uFillTx/>
              <a:latin typeface="黑体" panose="02010609060101010101" pitchFamily="49" charset="-122"/>
              <a:ea typeface="黑体" panose="02010609060101010101" pitchFamily="49" charset="-122"/>
              <a:cs typeface="黑体" panose="02010609060101010101" pitchFamily="49" charset="-122"/>
            </a:endParaRPr>
          </a:p>
          <a:p>
            <a:pPr marL="342900" marR="0" lvl="0" indent="-342900" algn="l" defTabSz="914400" rtl="0" eaLnBrk="0" fontAlgn="base" latinLnBrk="0" hangingPunct="0">
              <a:lnSpc>
                <a:spcPct val="100000"/>
              </a:lnSpc>
              <a:spcBef>
                <a:spcPct val="20000"/>
              </a:spcBef>
              <a:spcAft>
                <a:spcPct val="0"/>
              </a:spcAft>
              <a:buClr>
                <a:schemeClr val="hlink"/>
              </a:buClr>
              <a:buSzPct val="110000"/>
              <a:buFontTx/>
              <a:buNone/>
              <a:defRPr/>
            </a:pPr>
            <a:r>
              <a:rPr kumimoji="1" lang="zh-CN" altLang="en-US" sz="2400" i="0" u="none" strike="noStrike" kern="1200" cap="none" spc="0" normalizeH="0" baseline="0" noProof="0" dirty="0" smtClean="0">
                <a:ln>
                  <a:noFill/>
                </a:ln>
                <a:solidFill>
                  <a:srgbClr val="000000"/>
                </a:solidFill>
                <a:effectLst>
                  <a:outerShdw blurRad="38100" dist="38100" dir="2700000" algn="tl">
                    <a:srgbClr val="FFFFFF"/>
                  </a:outerShdw>
                </a:effectLst>
                <a:uLnTx/>
                <a:uFillTx/>
                <a:latin typeface="黑体" panose="02010609060101010101" pitchFamily="49" charset="-122"/>
                <a:ea typeface="黑体" panose="02010609060101010101" pitchFamily="49" charset="-122"/>
                <a:cs typeface="黑体" panose="02010609060101010101" pitchFamily="49" charset="-122"/>
              </a:rPr>
              <a:t> </a:t>
            </a:r>
            <a:r>
              <a:rPr kumimoji="1" lang="en-US" altLang="zh-CN" sz="2400" i="0" u="none" strike="noStrike" kern="1200" cap="none" spc="0" normalizeH="0" baseline="0" noProof="0" dirty="0" smtClean="0">
                <a:ln>
                  <a:noFill/>
                </a:ln>
                <a:solidFill>
                  <a:srgbClr val="000000"/>
                </a:solidFill>
                <a:effectLst>
                  <a:outerShdw blurRad="38100" dist="38100" dir="2700000" algn="tl">
                    <a:srgbClr val="FFFFFF"/>
                  </a:outerShdw>
                </a:effectLst>
                <a:uLnTx/>
                <a:uFillTx/>
                <a:latin typeface="黑体" panose="02010609060101010101" pitchFamily="49" charset="-122"/>
                <a:ea typeface="黑体" panose="02010609060101010101" pitchFamily="49" charset="-122"/>
                <a:cs typeface="黑体" panose="02010609060101010101" pitchFamily="49" charset="-122"/>
              </a:rPr>
              <a:t>   </a:t>
            </a:r>
            <a:r>
              <a:rPr kumimoji="1" lang="zh-CN" altLang="en-US" sz="2400" i="0" u="none" strike="noStrike" kern="1200" cap="none" spc="0" normalizeH="0" baseline="0" noProof="0" dirty="0" smtClean="0">
                <a:ln>
                  <a:noFill/>
                </a:ln>
                <a:solidFill>
                  <a:srgbClr val="0000FF"/>
                </a:solidFill>
                <a:effectLst/>
                <a:uLnTx/>
                <a:uFillTx/>
                <a:latin typeface="黑体" panose="02010609060101010101" pitchFamily="49" charset="-122"/>
                <a:ea typeface="黑体" panose="02010609060101010101" pitchFamily="49" charset="-122"/>
                <a:cs typeface="黑体" panose="02010609060101010101" pitchFamily="49" charset="-122"/>
              </a:rPr>
              <a:t>试计算该轴承的寿命。</a:t>
            </a:r>
            <a:endParaRPr kumimoji="1" lang="zh-CN" altLang="en-US" sz="2400" i="0" u="none" strike="noStrike" kern="1200" cap="none" spc="0" normalizeH="0" baseline="0" noProof="0" dirty="0">
              <a:ln>
                <a:noFill/>
              </a:ln>
              <a:solidFill>
                <a:srgbClr val="0000FF"/>
              </a:solidFill>
              <a:effectLst/>
              <a:uLnTx/>
              <a:uFillTx/>
              <a:latin typeface="黑体" panose="02010609060101010101" pitchFamily="49" charset="-122"/>
              <a:ea typeface="黑体" panose="02010609060101010101" pitchFamily="49" charset="-122"/>
              <a:cs typeface="黑体" panose="02010609060101010101" pitchFamily="49" charset="-122"/>
            </a:endParaRPr>
          </a:p>
        </p:txBody>
      </p:sp>
      <p:grpSp>
        <p:nvGrpSpPr>
          <p:cNvPr id="89091" name="Group 3"/>
          <p:cNvGrpSpPr/>
          <p:nvPr/>
        </p:nvGrpSpPr>
        <p:grpSpPr>
          <a:xfrm>
            <a:off x="1879600" y="2169160"/>
            <a:ext cx="4338638" cy="2211388"/>
            <a:chOff x="3314" y="565"/>
            <a:chExt cx="2145" cy="1035"/>
          </a:xfrm>
        </p:grpSpPr>
        <p:sp>
          <p:nvSpPr>
            <p:cNvPr id="48137" name="Line 4"/>
            <p:cNvSpPr/>
            <p:nvPr/>
          </p:nvSpPr>
          <p:spPr>
            <a:xfrm>
              <a:off x="3540" y="1008"/>
              <a:ext cx="1885" cy="0"/>
            </a:xfrm>
            <a:prstGeom prst="line">
              <a:avLst/>
            </a:prstGeom>
            <a:ln w="38100" cap="flat" cmpd="sng">
              <a:solidFill>
                <a:srgbClr val="000000"/>
              </a:solidFill>
              <a:prstDash val="solid"/>
              <a:headEnd type="none" w="med" len="med"/>
              <a:tailEnd type="none" w="med" len="med"/>
            </a:ln>
          </p:spPr>
        </p:sp>
        <p:grpSp>
          <p:nvGrpSpPr>
            <p:cNvPr id="48138" name="Group 5"/>
            <p:cNvGrpSpPr/>
            <p:nvPr/>
          </p:nvGrpSpPr>
          <p:grpSpPr>
            <a:xfrm>
              <a:off x="3565" y="886"/>
              <a:ext cx="120" cy="273"/>
              <a:chOff x="3565" y="886"/>
              <a:chExt cx="120" cy="273"/>
            </a:xfrm>
          </p:grpSpPr>
          <p:grpSp>
            <p:nvGrpSpPr>
              <p:cNvPr id="48170" name="Group 6"/>
              <p:cNvGrpSpPr/>
              <p:nvPr/>
            </p:nvGrpSpPr>
            <p:grpSpPr>
              <a:xfrm>
                <a:off x="3565" y="1059"/>
                <a:ext cx="120" cy="100"/>
                <a:chOff x="3828" y="1304"/>
                <a:chExt cx="120" cy="100"/>
              </a:xfrm>
            </p:grpSpPr>
            <p:sp>
              <p:nvSpPr>
                <p:cNvPr id="89095" name="Oval 7"/>
                <p:cNvSpPr>
                  <a:spLocks noChangeArrowheads="1"/>
                </p:cNvSpPr>
                <p:nvPr/>
              </p:nvSpPr>
              <p:spPr bwMode="auto">
                <a:xfrm>
                  <a:off x="3852" y="1308"/>
                  <a:ext cx="84" cy="84"/>
                </a:xfrm>
                <a:prstGeom prst="ellipse">
                  <a:avLst/>
                </a:prstGeom>
                <a:gradFill rotWithShape="0">
                  <a:gsLst>
                    <a:gs pos="0">
                      <a:schemeClr val="accent1"/>
                    </a:gs>
                    <a:gs pos="100000">
                      <a:schemeClr val="accent1">
                        <a:gamma/>
                        <a:shade val="46275"/>
                        <a:invGamma/>
                      </a:schemeClr>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en-US" sz="2000" b="0" i="0" u="none" strike="noStrike" kern="1200" cap="none" spc="0" normalizeH="0" baseline="0" noProof="0">
                    <a:ln>
                      <a:noFill/>
                    </a:ln>
                    <a:solidFill>
                      <a:srgbClr val="000099"/>
                    </a:solidFill>
                    <a:effectLst/>
                    <a:uLnTx/>
                    <a:uFillTx/>
                    <a:latin typeface="Times New Roman" panose="02020603050405020304" pitchFamily="18" charset="0"/>
                    <a:ea typeface="华文中宋" panose="02010600040101010101" pitchFamily="2" charset="-122"/>
                    <a:cs typeface="+mn-cs"/>
                  </a:endParaRPr>
                </a:p>
              </p:txBody>
            </p:sp>
            <p:sp>
              <p:nvSpPr>
                <p:cNvPr id="48176" name="Line 8"/>
                <p:cNvSpPr/>
                <p:nvPr/>
              </p:nvSpPr>
              <p:spPr>
                <a:xfrm>
                  <a:off x="3828" y="1404"/>
                  <a:ext cx="120" cy="0"/>
                </a:xfrm>
                <a:prstGeom prst="line">
                  <a:avLst/>
                </a:prstGeom>
                <a:ln w="28575" cap="flat" cmpd="sng">
                  <a:solidFill>
                    <a:srgbClr val="000000"/>
                  </a:solidFill>
                  <a:prstDash val="solid"/>
                  <a:headEnd type="none" w="med" len="med"/>
                  <a:tailEnd type="none" w="med" len="med"/>
                </a:ln>
              </p:spPr>
            </p:sp>
            <p:sp>
              <p:nvSpPr>
                <p:cNvPr id="48177" name="Line 9"/>
                <p:cNvSpPr/>
                <p:nvPr/>
              </p:nvSpPr>
              <p:spPr>
                <a:xfrm>
                  <a:off x="3828" y="1304"/>
                  <a:ext cx="120" cy="0"/>
                </a:xfrm>
                <a:prstGeom prst="line">
                  <a:avLst/>
                </a:prstGeom>
                <a:ln w="28575" cap="flat" cmpd="sng">
                  <a:solidFill>
                    <a:srgbClr val="000000"/>
                  </a:solidFill>
                  <a:prstDash val="solid"/>
                  <a:headEnd type="none" w="med" len="med"/>
                  <a:tailEnd type="none" w="med" len="med"/>
                </a:ln>
              </p:spPr>
            </p:sp>
          </p:grpSp>
          <p:grpSp>
            <p:nvGrpSpPr>
              <p:cNvPr id="48171" name="Group 10"/>
              <p:cNvGrpSpPr/>
              <p:nvPr/>
            </p:nvGrpSpPr>
            <p:grpSpPr>
              <a:xfrm>
                <a:off x="3565" y="886"/>
                <a:ext cx="120" cy="100"/>
                <a:chOff x="3828" y="1304"/>
                <a:chExt cx="120" cy="100"/>
              </a:xfrm>
            </p:grpSpPr>
            <p:sp>
              <p:nvSpPr>
                <p:cNvPr id="89099" name="Oval 11"/>
                <p:cNvSpPr>
                  <a:spLocks noChangeArrowheads="1"/>
                </p:cNvSpPr>
                <p:nvPr/>
              </p:nvSpPr>
              <p:spPr bwMode="auto">
                <a:xfrm>
                  <a:off x="3852" y="1308"/>
                  <a:ext cx="84" cy="84"/>
                </a:xfrm>
                <a:prstGeom prst="ellipse">
                  <a:avLst/>
                </a:prstGeom>
                <a:gradFill rotWithShape="0">
                  <a:gsLst>
                    <a:gs pos="0">
                      <a:schemeClr val="accent1"/>
                    </a:gs>
                    <a:gs pos="100000">
                      <a:schemeClr val="accent1">
                        <a:gamma/>
                        <a:shade val="46275"/>
                        <a:invGamma/>
                      </a:schemeClr>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en-US" sz="2000" b="0" i="0" u="none" strike="noStrike" kern="1200" cap="none" spc="0" normalizeH="0" baseline="0" noProof="0">
                    <a:ln>
                      <a:noFill/>
                    </a:ln>
                    <a:solidFill>
                      <a:srgbClr val="000099"/>
                    </a:solidFill>
                    <a:effectLst/>
                    <a:uLnTx/>
                    <a:uFillTx/>
                    <a:latin typeface="Times New Roman" panose="02020603050405020304" pitchFamily="18" charset="0"/>
                    <a:ea typeface="华文中宋" panose="02010600040101010101" pitchFamily="2" charset="-122"/>
                    <a:cs typeface="+mn-cs"/>
                  </a:endParaRPr>
                </a:p>
              </p:txBody>
            </p:sp>
            <p:sp>
              <p:nvSpPr>
                <p:cNvPr id="48173" name="Line 12"/>
                <p:cNvSpPr/>
                <p:nvPr/>
              </p:nvSpPr>
              <p:spPr>
                <a:xfrm>
                  <a:off x="3828" y="1404"/>
                  <a:ext cx="120" cy="0"/>
                </a:xfrm>
                <a:prstGeom prst="line">
                  <a:avLst/>
                </a:prstGeom>
                <a:ln w="28575" cap="flat" cmpd="sng">
                  <a:solidFill>
                    <a:srgbClr val="000000"/>
                  </a:solidFill>
                  <a:prstDash val="solid"/>
                  <a:headEnd type="none" w="med" len="med"/>
                  <a:tailEnd type="none" w="med" len="med"/>
                </a:ln>
              </p:spPr>
            </p:sp>
            <p:sp>
              <p:nvSpPr>
                <p:cNvPr id="48174" name="Line 13"/>
                <p:cNvSpPr/>
                <p:nvPr/>
              </p:nvSpPr>
              <p:spPr>
                <a:xfrm>
                  <a:off x="3828" y="1304"/>
                  <a:ext cx="120" cy="0"/>
                </a:xfrm>
                <a:prstGeom prst="line">
                  <a:avLst/>
                </a:prstGeom>
                <a:ln w="28575" cap="flat" cmpd="sng">
                  <a:solidFill>
                    <a:srgbClr val="000000"/>
                  </a:solidFill>
                  <a:prstDash val="solid"/>
                  <a:headEnd type="none" w="med" len="med"/>
                  <a:tailEnd type="none" w="med" len="med"/>
                </a:ln>
              </p:spPr>
            </p:sp>
          </p:grpSp>
        </p:grpSp>
        <p:grpSp>
          <p:nvGrpSpPr>
            <p:cNvPr id="48139" name="Group 14"/>
            <p:cNvGrpSpPr/>
            <p:nvPr/>
          </p:nvGrpSpPr>
          <p:grpSpPr>
            <a:xfrm>
              <a:off x="4691" y="886"/>
              <a:ext cx="120" cy="273"/>
              <a:chOff x="3565" y="886"/>
              <a:chExt cx="120" cy="273"/>
            </a:xfrm>
          </p:grpSpPr>
          <p:grpSp>
            <p:nvGrpSpPr>
              <p:cNvPr id="48162" name="Group 15"/>
              <p:cNvGrpSpPr/>
              <p:nvPr/>
            </p:nvGrpSpPr>
            <p:grpSpPr>
              <a:xfrm>
                <a:off x="3565" y="1059"/>
                <a:ext cx="120" cy="100"/>
                <a:chOff x="3828" y="1304"/>
                <a:chExt cx="120" cy="100"/>
              </a:xfrm>
            </p:grpSpPr>
            <p:sp>
              <p:nvSpPr>
                <p:cNvPr id="89104" name="Oval 16"/>
                <p:cNvSpPr>
                  <a:spLocks noChangeArrowheads="1"/>
                </p:cNvSpPr>
                <p:nvPr/>
              </p:nvSpPr>
              <p:spPr bwMode="auto">
                <a:xfrm>
                  <a:off x="3852" y="1308"/>
                  <a:ext cx="84" cy="84"/>
                </a:xfrm>
                <a:prstGeom prst="ellipse">
                  <a:avLst/>
                </a:prstGeom>
                <a:gradFill rotWithShape="0">
                  <a:gsLst>
                    <a:gs pos="0">
                      <a:schemeClr val="accent1"/>
                    </a:gs>
                    <a:gs pos="100000">
                      <a:schemeClr val="accent1">
                        <a:gamma/>
                        <a:shade val="46275"/>
                        <a:invGamma/>
                      </a:schemeClr>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en-US" sz="2000" b="0" i="0" u="none" strike="noStrike" kern="1200" cap="none" spc="0" normalizeH="0" baseline="0" noProof="0">
                    <a:ln>
                      <a:noFill/>
                    </a:ln>
                    <a:solidFill>
                      <a:srgbClr val="000099"/>
                    </a:solidFill>
                    <a:effectLst/>
                    <a:uLnTx/>
                    <a:uFillTx/>
                    <a:latin typeface="Times New Roman" panose="02020603050405020304" pitchFamily="18" charset="0"/>
                    <a:ea typeface="华文中宋" panose="02010600040101010101" pitchFamily="2" charset="-122"/>
                    <a:cs typeface="+mn-cs"/>
                  </a:endParaRPr>
                </a:p>
              </p:txBody>
            </p:sp>
            <p:sp>
              <p:nvSpPr>
                <p:cNvPr id="48168" name="Line 17"/>
                <p:cNvSpPr/>
                <p:nvPr/>
              </p:nvSpPr>
              <p:spPr>
                <a:xfrm>
                  <a:off x="3828" y="1404"/>
                  <a:ext cx="120" cy="0"/>
                </a:xfrm>
                <a:prstGeom prst="line">
                  <a:avLst/>
                </a:prstGeom>
                <a:ln w="28575" cap="flat" cmpd="sng">
                  <a:solidFill>
                    <a:srgbClr val="000000"/>
                  </a:solidFill>
                  <a:prstDash val="solid"/>
                  <a:headEnd type="none" w="med" len="med"/>
                  <a:tailEnd type="none" w="med" len="med"/>
                </a:ln>
              </p:spPr>
            </p:sp>
            <p:sp>
              <p:nvSpPr>
                <p:cNvPr id="48169" name="Line 18"/>
                <p:cNvSpPr/>
                <p:nvPr/>
              </p:nvSpPr>
              <p:spPr>
                <a:xfrm>
                  <a:off x="3828" y="1304"/>
                  <a:ext cx="120" cy="0"/>
                </a:xfrm>
                <a:prstGeom prst="line">
                  <a:avLst/>
                </a:prstGeom>
                <a:ln w="28575" cap="flat" cmpd="sng">
                  <a:solidFill>
                    <a:srgbClr val="000000"/>
                  </a:solidFill>
                  <a:prstDash val="solid"/>
                  <a:headEnd type="none" w="med" len="med"/>
                  <a:tailEnd type="none" w="med" len="med"/>
                </a:ln>
              </p:spPr>
            </p:sp>
          </p:grpSp>
          <p:grpSp>
            <p:nvGrpSpPr>
              <p:cNvPr id="48163" name="Group 19"/>
              <p:cNvGrpSpPr/>
              <p:nvPr/>
            </p:nvGrpSpPr>
            <p:grpSpPr>
              <a:xfrm>
                <a:off x="3565" y="886"/>
                <a:ext cx="120" cy="100"/>
                <a:chOff x="3828" y="1304"/>
                <a:chExt cx="120" cy="100"/>
              </a:xfrm>
            </p:grpSpPr>
            <p:sp>
              <p:nvSpPr>
                <p:cNvPr id="89108" name="Oval 20"/>
                <p:cNvSpPr>
                  <a:spLocks noChangeArrowheads="1"/>
                </p:cNvSpPr>
                <p:nvPr/>
              </p:nvSpPr>
              <p:spPr bwMode="auto">
                <a:xfrm>
                  <a:off x="3852" y="1308"/>
                  <a:ext cx="84" cy="84"/>
                </a:xfrm>
                <a:prstGeom prst="ellipse">
                  <a:avLst/>
                </a:prstGeom>
                <a:gradFill rotWithShape="0">
                  <a:gsLst>
                    <a:gs pos="0">
                      <a:schemeClr val="accent1"/>
                    </a:gs>
                    <a:gs pos="100000">
                      <a:schemeClr val="accent1">
                        <a:gamma/>
                        <a:shade val="46275"/>
                        <a:invGamma/>
                      </a:schemeClr>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en-US" sz="2000" b="0" i="0" u="none" strike="noStrike" kern="1200" cap="none" spc="0" normalizeH="0" baseline="0" noProof="0">
                    <a:ln>
                      <a:noFill/>
                    </a:ln>
                    <a:solidFill>
                      <a:srgbClr val="000099"/>
                    </a:solidFill>
                    <a:effectLst/>
                    <a:uLnTx/>
                    <a:uFillTx/>
                    <a:latin typeface="Times New Roman" panose="02020603050405020304" pitchFamily="18" charset="0"/>
                    <a:ea typeface="华文中宋" panose="02010600040101010101" pitchFamily="2" charset="-122"/>
                    <a:cs typeface="+mn-cs"/>
                  </a:endParaRPr>
                </a:p>
              </p:txBody>
            </p:sp>
            <p:sp>
              <p:nvSpPr>
                <p:cNvPr id="48165" name="Line 21"/>
                <p:cNvSpPr/>
                <p:nvPr/>
              </p:nvSpPr>
              <p:spPr>
                <a:xfrm>
                  <a:off x="3828" y="1404"/>
                  <a:ext cx="120" cy="0"/>
                </a:xfrm>
                <a:prstGeom prst="line">
                  <a:avLst/>
                </a:prstGeom>
                <a:ln w="28575" cap="flat" cmpd="sng">
                  <a:solidFill>
                    <a:srgbClr val="000000"/>
                  </a:solidFill>
                  <a:prstDash val="solid"/>
                  <a:headEnd type="none" w="med" len="med"/>
                  <a:tailEnd type="none" w="med" len="med"/>
                </a:ln>
              </p:spPr>
            </p:sp>
            <p:sp>
              <p:nvSpPr>
                <p:cNvPr id="48166" name="Line 22"/>
                <p:cNvSpPr/>
                <p:nvPr/>
              </p:nvSpPr>
              <p:spPr>
                <a:xfrm>
                  <a:off x="3828" y="1304"/>
                  <a:ext cx="120" cy="0"/>
                </a:xfrm>
                <a:prstGeom prst="line">
                  <a:avLst/>
                </a:prstGeom>
                <a:ln w="28575" cap="flat" cmpd="sng">
                  <a:solidFill>
                    <a:srgbClr val="000000"/>
                  </a:solidFill>
                  <a:prstDash val="solid"/>
                  <a:headEnd type="none" w="med" len="med"/>
                  <a:tailEnd type="none" w="med" len="med"/>
                </a:ln>
              </p:spPr>
            </p:sp>
          </p:grpSp>
        </p:grpSp>
        <p:sp>
          <p:nvSpPr>
            <p:cNvPr id="48140" name="Line 23"/>
            <p:cNvSpPr/>
            <p:nvPr/>
          </p:nvSpPr>
          <p:spPr>
            <a:xfrm>
              <a:off x="4172" y="736"/>
              <a:ext cx="0" cy="282"/>
            </a:xfrm>
            <a:prstGeom prst="line">
              <a:avLst/>
            </a:prstGeom>
            <a:ln w="28575" cap="flat" cmpd="sng">
              <a:solidFill>
                <a:srgbClr val="CC0066"/>
              </a:solidFill>
              <a:prstDash val="solid"/>
              <a:headEnd type="none" w="med" len="med"/>
              <a:tailEnd type="triangle" w="med" len="med"/>
            </a:ln>
          </p:spPr>
        </p:sp>
        <p:sp>
          <p:nvSpPr>
            <p:cNvPr id="48141" name="Line 24"/>
            <p:cNvSpPr/>
            <p:nvPr/>
          </p:nvSpPr>
          <p:spPr>
            <a:xfrm>
              <a:off x="5308" y="736"/>
              <a:ext cx="0" cy="282"/>
            </a:xfrm>
            <a:prstGeom prst="line">
              <a:avLst/>
            </a:prstGeom>
            <a:ln w="28575" cap="flat" cmpd="sng">
              <a:solidFill>
                <a:srgbClr val="CC0066"/>
              </a:solidFill>
              <a:prstDash val="solid"/>
              <a:headEnd type="none" w="med" len="med"/>
              <a:tailEnd type="triangle" w="med" len="med"/>
            </a:ln>
          </p:spPr>
        </p:sp>
        <p:sp>
          <p:nvSpPr>
            <p:cNvPr id="48142" name="Line 25"/>
            <p:cNvSpPr/>
            <p:nvPr/>
          </p:nvSpPr>
          <p:spPr>
            <a:xfrm>
              <a:off x="3618" y="1127"/>
              <a:ext cx="0" cy="255"/>
            </a:xfrm>
            <a:prstGeom prst="line">
              <a:avLst/>
            </a:prstGeom>
            <a:ln w="9525" cap="flat" cmpd="sng">
              <a:solidFill>
                <a:srgbClr val="000000"/>
              </a:solidFill>
              <a:prstDash val="solid"/>
              <a:headEnd type="none" w="med" len="med"/>
              <a:tailEnd type="none" w="med" len="med"/>
            </a:ln>
          </p:spPr>
        </p:sp>
        <p:sp>
          <p:nvSpPr>
            <p:cNvPr id="48143" name="Line 26"/>
            <p:cNvSpPr/>
            <p:nvPr/>
          </p:nvSpPr>
          <p:spPr>
            <a:xfrm>
              <a:off x="4754" y="1109"/>
              <a:ext cx="0" cy="491"/>
            </a:xfrm>
            <a:prstGeom prst="line">
              <a:avLst/>
            </a:prstGeom>
            <a:ln w="9525" cap="flat" cmpd="sng">
              <a:solidFill>
                <a:srgbClr val="000000"/>
              </a:solidFill>
              <a:prstDash val="solid"/>
              <a:headEnd type="none" w="med" len="med"/>
              <a:tailEnd type="none" w="med" len="med"/>
            </a:ln>
          </p:spPr>
        </p:sp>
        <p:sp>
          <p:nvSpPr>
            <p:cNvPr id="48144" name="Line 27"/>
            <p:cNvSpPr/>
            <p:nvPr/>
          </p:nvSpPr>
          <p:spPr>
            <a:xfrm>
              <a:off x="5308" y="1036"/>
              <a:ext cx="0" cy="554"/>
            </a:xfrm>
            <a:prstGeom prst="line">
              <a:avLst/>
            </a:prstGeom>
            <a:ln w="9525" cap="flat" cmpd="sng">
              <a:solidFill>
                <a:srgbClr val="000000"/>
              </a:solidFill>
              <a:prstDash val="solid"/>
              <a:headEnd type="none" w="med" len="med"/>
              <a:tailEnd type="none" w="med" len="med"/>
            </a:ln>
          </p:spPr>
        </p:sp>
        <p:grpSp>
          <p:nvGrpSpPr>
            <p:cNvPr id="48145" name="Group 28"/>
            <p:cNvGrpSpPr/>
            <p:nvPr/>
          </p:nvGrpSpPr>
          <p:grpSpPr>
            <a:xfrm>
              <a:off x="3618" y="1355"/>
              <a:ext cx="1136" cy="1"/>
              <a:chOff x="3618" y="1355"/>
              <a:chExt cx="1136" cy="0"/>
            </a:xfrm>
          </p:grpSpPr>
          <p:sp>
            <p:nvSpPr>
              <p:cNvPr id="48160" name="Line 29"/>
              <p:cNvSpPr/>
              <p:nvPr/>
            </p:nvSpPr>
            <p:spPr>
              <a:xfrm>
                <a:off x="3618" y="1355"/>
                <a:ext cx="1136" cy="0"/>
              </a:xfrm>
              <a:prstGeom prst="line">
                <a:avLst/>
              </a:prstGeom>
              <a:ln w="9525" cap="flat" cmpd="sng">
                <a:solidFill>
                  <a:srgbClr val="000000"/>
                </a:solidFill>
                <a:prstDash val="solid"/>
                <a:headEnd type="none" w="med" len="med"/>
                <a:tailEnd type="triangle" w="med" len="med"/>
              </a:ln>
            </p:spPr>
          </p:sp>
          <p:sp>
            <p:nvSpPr>
              <p:cNvPr id="48161" name="Line 30"/>
              <p:cNvSpPr/>
              <p:nvPr/>
            </p:nvSpPr>
            <p:spPr>
              <a:xfrm flipH="1">
                <a:off x="3618" y="1355"/>
                <a:ext cx="191" cy="0"/>
              </a:xfrm>
              <a:prstGeom prst="line">
                <a:avLst/>
              </a:prstGeom>
              <a:ln w="9525" cap="flat" cmpd="sng">
                <a:solidFill>
                  <a:srgbClr val="000000"/>
                </a:solidFill>
                <a:prstDash val="solid"/>
                <a:headEnd type="none" w="med" len="med"/>
                <a:tailEnd type="triangle" w="med" len="med"/>
              </a:ln>
            </p:spPr>
          </p:sp>
        </p:grpSp>
        <p:sp>
          <p:nvSpPr>
            <p:cNvPr id="48146" name="Line 31"/>
            <p:cNvSpPr/>
            <p:nvPr/>
          </p:nvSpPr>
          <p:spPr>
            <a:xfrm>
              <a:off x="4172" y="1018"/>
              <a:ext cx="0" cy="573"/>
            </a:xfrm>
            <a:prstGeom prst="line">
              <a:avLst/>
            </a:prstGeom>
            <a:ln w="9525" cap="flat" cmpd="sng">
              <a:solidFill>
                <a:srgbClr val="000000"/>
              </a:solidFill>
              <a:prstDash val="solid"/>
              <a:headEnd type="none" w="med" len="med"/>
              <a:tailEnd type="none" w="med" len="med"/>
            </a:ln>
          </p:spPr>
        </p:sp>
        <p:grpSp>
          <p:nvGrpSpPr>
            <p:cNvPr id="48147" name="Group 32"/>
            <p:cNvGrpSpPr/>
            <p:nvPr/>
          </p:nvGrpSpPr>
          <p:grpSpPr>
            <a:xfrm flipV="1">
              <a:off x="4191" y="1547"/>
              <a:ext cx="1127" cy="47"/>
              <a:chOff x="3618" y="1355"/>
              <a:chExt cx="1136" cy="0"/>
            </a:xfrm>
          </p:grpSpPr>
          <p:sp>
            <p:nvSpPr>
              <p:cNvPr id="48158" name="Line 33"/>
              <p:cNvSpPr/>
              <p:nvPr/>
            </p:nvSpPr>
            <p:spPr>
              <a:xfrm>
                <a:off x="3618" y="1355"/>
                <a:ext cx="1136" cy="0"/>
              </a:xfrm>
              <a:prstGeom prst="line">
                <a:avLst/>
              </a:prstGeom>
              <a:ln w="9525" cap="flat" cmpd="sng">
                <a:solidFill>
                  <a:srgbClr val="000000"/>
                </a:solidFill>
                <a:prstDash val="solid"/>
                <a:headEnd type="none" w="med" len="med"/>
                <a:tailEnd type="triangle" w="med" len="med"/>
              </a:ln>
            </p:spPr>
          </p:sp>
          <p:sp>
            <p:nvSpPr>
              <p:cNvPr id="48159" name="Line 34"/>
              <p:cNvSpPr/>
              <p:nvPr/>
            </p:nvSpPr>
            <p:spPr>
              <a:xfrm flipH="1">
                <a:off x="3618" y="1355"/>
                <a:ext cx="191" cy="0"/>
              </a:xfrm>
              <a:prstGeom prst="line">
                <a:avLst/>
              </a:prstGeom>
              <a:ln w="9525" cap="flat" cmpd="sng">
                <a:solidFill>
                  <a:srgbClr val="000000"/>
                </a:solidFill>
                <a:prstDash val="solid"/>
                <a:headEnd type="none" w="med" len="med"/>
                <a:tailEnd type="triangle" w="med" len="med"/>
              </a:ln>
            </p:spPr>
          </p:sp>
        </p:grpSp>
        <p:sp>
          <p:nvSpPr>
            <p:cNvPr id="89123" name="Text Box 35"/>
            <p:cNvSpPr txBox="1">
              <a:spLocks noChangeArrowheads="1"/>
            </p:cNvSpPr>
            <p:nvPr/>
          </p:nvSpPr>
          <p:spPr bwMode="auto">
            <a:xfrm>
              <a:off x="3860" y="1183"/>
              <a:ext cx="334" cy="18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marR="0" algn="ctr" defTabSz="914400">
                <a:spcBef>
                  <a:spcPct val="50000"/>
                </a:spcBef>
                <a:buClrTx/>
                <a:buSzTx/>
                <a:buFontTx/>
                <a:buNone/>
                <a:defRPr/>
              </a:pPr>
              <a:r>
                <a:rPr kumimoji="1" lang="en-US" altLang="zh-CN" kern="1200" cap="none" spc="0" normalizeH="0" baseline="0" noProof="0">
                  <a:solidFill>
                    <a:srgbClr val="000000"/>
                  </a:solidFill>
                  <a:latin typeface="Times New Roman" panose="02020603050405020304" pitchFamily="18" charset="0"/>
                  <a:ea typeface="黑体" panose="02010609060101010101" pitchFamily="49" charset="-122"/>
                  <a:cs typeface="+mn-cs"/>
                </a:rPr>
                <a:t>400</a:t>
              </a:r>
              <a:endParaRPr kumimoji="1" lang="en-US" altLang="zh-CN" kern="1200" cap="none" spc="0" normalizeH="0" baseline="0" noProof="0">
                <a:solidFill>
                  <a:schemeClr val="tx2"/>
                </a:solidFill>
                <a:effectLst>
                  <a:outerShdw blurRad="38100" dist="38100" dir="2700000" algn="tl">
                    <a:srgbClr val="FFFFFF"/>
                  </a:outerShdw>
                </a:effectLst>
                <a:latin typeface="Times New Roman" panose="02020603050405020304" pitchFamily="18" charset="0"/>
                <a:ea typeface="黑体" panose="02010609060101010101" pitchFamily="49" charset="-122"/>
                <a:cs typeface="+mn-cs"/>
              </a:endParaRPr>
            </a:p>
          </p:txBody>
        </p:sp>
        <p:sp>
          <p:nvSpPr>
            <p:cNvPr id="48149" name="Line 36"/>
            <p:cNvSpPr/>
            <p:nvPr/>
          </p:nvSpPr>
          <p:spPr>
            <a:xfrm flipH="1">
              <a:off x="4763" y="1546"/>
              <a:ext cx="127" cy="0"/>
            </a:xfrm>
            <a:prstGeom prst="line">
              <a:avLst/>
            </a:prstGeom>
            <a:ln w="9525" cap="flat" cmpd="sng">
              <a:solidFill>
                <a:srgbClr val="000000"/>
              </a:solidFill>
              <a:prstDash val="solid"/>
              <a:headEnd type="none" w="med" len="med"/>
              <a:tailEnd type="triangle" w="med" len="med"/>
            </a:ln>
          </p:spPr>
        </p:sp>
        <p:sp>
          <p:nvSpPr>
            <p:cNvPr id="48150" name="Line 37"/>
            <p:cNvSpPr/>
            <p:nvPr/>
          </p:nvSpPr>
          <p:spPr>
            <a:xfrm>
              <a:off x="4627" y="1546"/>
              <a:ext cx="118" cy="0"/>
            </a:xfrm>
            <a:prstGeom prst="line">
              <a:avLst/>
            </a:prstGeom>
            <a:ln w="9525" cap="flat" cmpd="sng">
              <a:solidFill>
                <a:srgbClr val="000000"/>
              </a:solidFill>
              <a:prstDash val="solid"/>
              <a:headEnd type="none" w="med" len="med"/>
              <a:tailEnd type="triangle" w="med" len="med"/>
            </a:ln>
          </p:spPr>
        </p:sp>
        <p:sp>
          <p:nvSpPr>
            <p:cNvPr id="48151" name="Text Box 38"/>
            <p:cNvSpPr txBox="1"/>
            <p:nvPr/>
          </p:nvSpPr>
          <p:spPr>
            <a:xfrm>
              <a:off x="4305" y="1393"/>
              <a:ext cx="334" cy="185"/>
            </a:xfrm>
            <a:prstGeom prst="rect">
              <a:avLst/>
            </a:prstGeom>
            <a:noFill/>
            <a:ln w="9525">
              <a:noFill/>
            </a:ln>
          </p:spPr>
          <p:txBody>
            <a:bodyPr anchor="ctr" anchorCtr="0">
              <a:spAutoFit/>
            </a:bodyPr>
            <a:p>
              <a:pPr indent="0" algn="ctr">
                <a:spcBef>
                  <a:spcPct val="50000"/>
                </a:spcBef>
                <a:buNone/>
              </a:pPr>
              <a:r>
                <a:rPr lang="en-US" altLang="zh-CN" dirty="0">
                  <a:solidFill>
                    <a:srgbClr val="000000"/>
                  </a:solidFill>
                  <a:latin typeface="Times New Roman" panose="02020603050405020304" pitchFamily="18" charset="0"/>
                  <a:ea typeface="黑体" panose="02010609060101010101" pitchFamily="49" charset="-122"/>
                </a:rPr>
                <a:t>200</a:t>
              </a:r>
              <a:endParaRPr lang="en-US" altLang="zh-CN" dirty="0">
                <a:solidFill>
                  <a:srgbClr val="000000"/>
                </a:solidFill>
                <a:latin typeface="Times New Roman" panose="02020603050405020304" pitchFamily="18" charset="0"/>
                <a:ea typeface="黑体" panose="02010609060101010101" pitchFamily="49" charset="-122"/>
              </a:endParaRPr>
            </a:p>
          </p:txBody>
        </p:sp>
        <p:sp>
          <p:nvSpPr>
            <p:cNvPr id="48152" name="Text Box 39"/>
            <p:cNvSpPr txBox="1"/>
            <p:nvPr/>
          </p:nvSpPr>
          <p:spPr>
            <a:xfrm>
              <a:off x="4860" y="1383"/>
              <a:ext cx="334" cy="186"/>
            </a:xfrm>
            <a:prstGeom prst="rect">
              <a:avLst/>
            </a:prstGeom>
            <a:noFill/>
            <a:ln w="9525">
              <a:noFill/>
            </a:ln>
          </p:spPr>
          <p:txBody>
            <a:bodyPr anchor="ctr" anchorCtr="0">
              <a:spAutoFit/>
            </a:bodyPr>
            <a:p>
              <a:pPr indent="0" algn="ctr">
                <a:spcBef>
                  <a:spcPct val="50000"/>
                </a:spcBef>
                <a:buNone/>
              </a:pPr>
              <a:r>
                <a:rPr lang="en-US" altLang="zh-CN" dirty="0">
                  <a:solidFill>
                    <a:srgbClr val="000000"/>
                  </a:solidFill>
                  <a:latin typeface="Times New Roman" panose="02020603050405020304" pitchFamily="18" charset="0"/>
                  <a:ea typeface="黑体" panose="02010609060101010101" pitchFamily="49" charset="-122"/>
                </a:rPr>
                <a:t>200</a:t>
              </a:r>
              <a:endParaRPr lang="en-US" altLang="zh-CN" dirty="0">
                <a:solidFill>
                  <a:srgbClr val="000000"/>
                </a:solidFill>
                <a:latin typeface="Times New Roman" panose="02020603050405020304" pitchFamily="18" charset="0"/>
                <a:ea typeface="黑体" panose="02010609060101010101" pitchFamily="49" charset="-122"/>
              </a:endParaRPr>
            </a:p>
          </p:txBody>
        </p:sp>
        <p:sp>
          <p:nvSpPr>
            <p:cNvPr id="89128" name="Text Box 40"/>
            <p:cNvSpPr txBox="1">
              <a:spLocks noChangeArrowheads="1"/>
            </p:cNvSpPr>
            <p:nvPr/>
          </p:nvSpPr>
          <p:spPr bwMode="auto">
            <a:xfrm>
              <a:off x="3824" y="575"/>
              <a:ext cx="699" cy="18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marR="0" algn="ctr" defTabSz="914400">
                <a:spcBef>
                  <a:spcPct val="50000"/>
                </a:spcBef>
                <a:buClrTx/>
                <a:buSzTx/>
                <a:buFontTx/>
                <a:buNone/>
                <a:defRPr/>
              </a:pPr>
              <a:r>
                <a:rPr kumimoji="1" lang="en-US" altLang="zh-CN" kern="1200" cap="none" spc="0" normalizeH="0" baseline="0" noProof="0">
                  <a:solidFill>
                    <a:srgbClr val="CC0066"/>
                  </a:solidFill>
                  <a:latin typeface="Times New Roman" panose="02020603050405020304" pitchFamily="18" charset="0"/>
                  <a:ea typeface="黑体" panose="02010609060101010101" pitchFamily="49" charset="-122"/>
                  <a:cs typeface="+mn-cs"/>
                </a:rPr>
                <a:t>P1=5000N</a:t>
              </a:r>
              <a:endParaRPr kumimoji="1" lang="en-US" altLang="zh-CN" kern="1200" cap="none" spc="0" normalizeH="0" baseline="0" noProof="0">
                <a:solidFill>
                  <a:schemeClr val="tx2"/>
                </a:solidFill>
                <a:effectLst>
                  <a:outerShdw blurRad="38100" dist="38100" dir="2700000" algn="tl">
                    <a:srgbClr val="FFFFFF"/>
                  </a:outerShdw>
                </a:effectLst>
                <a:latin typeface="Times New Roman" panose="02020603050405020304" pitchFamily="18" charset="0"/>
                <a:ea typeface="黑体" panose="02010609060101010101" pitchFamily="49" charset="-122"/>
                <a:cs typeface="+mn-cs"/>
              </a:endParaRPr>
            </a:p>
          </p:txBody>
        </p:sp>
        <p:sp>
          <p:nvSpPr>
            <p:cNvPr id="89129" name="Text Box 41"/>
            <p:cNvSpPr txBox="1">
              <a:spLocks noChangeArrowheads="1"/>
            </p:cNvSpPr>
            <p:nvPr/>
          </p:nvSpPr>
          <p:spPr bwMode="auto">
            <a:xfrm>
              <a:off x="3314" y="991"/>
              <a:ext cx="334" cy="18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marR="0" algn="ctr" defTabSz="914400">
                <a:spcBef>
                  <a:spcPct val="50000"/>
                </a:spcBef>
                <a:buClrTx/>
                <a:buSzTx/>
                <a:buFontTx/>
                <a:buNone/>
                <a:defRPr/>
              </a:pPr>
              <a:r>
                <a:rPr kumimoji="1" lang="en-US" altLang="zh-CN" kern="1200" cap="none" spc="0" normalizeH="0" baseline="0" noProof="0">
                  <a:solidFill>
                    <a:srgbClr val="0000FF"/>
                  </a:solidFill>
                  <a:latin typeface="Times New Roman" panose="02020603050405020304" pitchFamily="18" charset="0"/>
                  <a:ea typeface="黑体" panose="02010609060101010101" pitchFamily="49" charset="-122"/>
                  <a:cs typeface="+mn-cs"/>
                </a:rPr>
                <a:t>A</a:t>
              </a:r>
              <a:endParaRPr kumimoji="1" lang="en-US" altLang="zh-CN" sz="1400" kern="1200" cap="none" spc="0" normalizeH="0" baseline="0" noProof="0">
                <a:solidFill>
                  <a:schemeClr val="tx2"/>
                </a:solidFill>
                <a:effectLst>
                  <a:outerShdw blurRad="38100" dist="38100" dir="2700000" algn="tl">
                    <a:srgbClr val="FFFFFF"/>
                  </a:outerShdw>
                </a:effectLst>
                <a:latin typeface="Times New Roman" panose="02020603050405020304" pitchFamily="18" charset="0"/>
                <a:ea typeface="黑体" panose="02010609060101010101" pitchFamily="49" charset="-122"/>
                <a:cs typeface="+mn-cs"/>
              </a:endParaRPr>
            </a:p>
          </p:txBody>
        </p:sp>
        <p:sp>
          <p:nvSpPr>
            <p:cNvPr id="48155" name="Text Box 42"/>
            <p:cNvSpPr txBox="1"/>
            <p:nvPr/>
          </p:nvSpPr>
          <p:spPr>
            <a:xfrm>
              <a:off x="4760" y="565"/>
              <a:ext cx="699" cy="186"/>
            </a:xfrm>
            <a:prstGeom prst="rect">
              <a:avLst/>
            </a:prstGeom>
            <a:noFill/>
            <a:ln w="9525">
              <a:noFill/>
            </a:ln>
          </p:spPr>
          <p:txBody>
            <a:bodyPr anchor="ctr" anchorCtr="0">
              <a:spAutoFit/>
            </a:bodyPr>
            <a:p>
              <a:pPr indent="0" algn="ctr">
                <a:spcBef>
                  <a:spcPct val="50000"/>
                </a:spcBef>
                <a:buNone/>
              </a:pPr>
              <a:r>
                <a:rPr lang="en-US" altLang="zh-CN" dirty="0">
                  <a:solidFill>
                    <a:srgbClr val="CC0066"/>
                  </a:solidFill>
                  <a:latin typeface="Times New Roman" panose="02020603050405020304" pitchFamily="18" charset="0"/>
                  <a:ea typeface="黑体" panose="02010609060101010101" pitchFamily="49" charset="-122"/>
                </a:rPr>
                <a:t>P2=1000N</a:t>
              </a:r>
              <a:endParaRPr lang="en-US" altLang="zh-CN" dirty="0">
                <a:solidFill>
                  <a:srgbClr val="CC0066"/>
                </a:solidFill>
                <a:latin typeface="Times New Roman" panose="02020603050405020304" pitchFamily="18" charset="0"/>
                <a:ea typeface="黑体" panose="02010609060101010101" pitchFamily="49" charset="-122"/>
              </a:endParaRPr>
            </a:p>
          </p:txBody>
        </p:sp>
        <p:sp>
          <p:nvSpPr>
            <p:cNvPr id="48156" name="Text Box 43"/>
            <p:cNvSpPr txBox="1"/>
            <p:nvPr/>
          </p:nvSpPr>
          <p:spPr>
            <a:xfrm>
              <a:off x="4405" y="1028"/>
              <a:ext cx="334" cy="186"/>
            </a:xfrm>
            <a:prstGeom prst="rect">
              <a:avLst/>
            </a:prstGeom>
            <a:noFill/>
            <a:ln w="9525">
              <a:noFill/>
            </a:ln>
          </p:spPr>
          <p:txBody>
            <a:bodyPr anchor="ctr" anchorCtr="0">
              <a:spAutoFit/>
            </a:bodyPr>
            <a:p>
              <a:pPr indent="0" algn="ctr">
                <a:spcBef>
                  <a:spcPct val="50000"/>
                </a:spcBef>
                <a:buNone/>
              </a:pPr>
              <a:r>
                <a:rPr lang="en-US" altLang="zh-CN" dirty="0">
                  <a:solidFill>
                    <a:srgbClr val="0000FF"/>
                  </a:solidFill>
                  <a:latin typeface="Times New Roman" panose="02020603050405020304" pitchFamily="18" charset="0"/>
                  <a:ea typeface="黑体" panose="02010609060101010101" pitchFamily="49" charset="-122"/>
                </a:rPr>
                <a:t>B</a:t>
              </a:r>
              <a:endParaRPr lang="en-US" altLang="zh-CN" dirty="0">
                <a:solidFill>
                  <a:srgbClr val="0000FF"/>
                </a:solidFill>
                <a:latin typeface="Times New Roman" panose="02020603050405020304" pitchFamily="18" charset="0"/>
                <a:ea typeface="黑体" panose="02010609060101010101" pitchFamily="49" charset="-122"/>
              </a:endParaRPr>
            </a:p>
          </p:txBody>
        </p:sp>
        <p:sp>
          <p:nvSpPr>
            <p:cNvPr id="48157" name="Text Box 44"/>
            <p:cNvSpPr txBox="1"/>
            <p:nvPr/>
          </p:nvSpPr>
          <p:spPr>
            <a:xfrm>
              <a:off x="5068" y="1028"/>
              <a:ext cx="334" cy="186"/>
            </a:xfrm>
            <a:prstGeom prst="rect">
              <a:avLst/>
            </a:prstGeom>
            <a:noFill/>
            <a:ln w="9525">
              <a:noFill/>
            </a:ln>
          </p:spPr>
          <p:txBody>
            <a:bodyPr anchor="ctr" anchorCtr="0">
              <a:spAutoFit/>
            </a:bodyPr>
            <a:p>
              <a:pPr indent="0" algn="ctr">
                <a:spcBef>
                  <a:spcPct val="50000"/>
                </a:spcBef>
                <a:buNone/>
              </a:pPr>
              <a:r>
                <a:rPr lang="en-US" altLang="zh-CN" dirty="0">
                  <a:solidFill>
                    <a:srgbClr val="0000FF"/>
                  </a:solidFill>
                  <a:latin typeface="Times New Roman" panose="02020603050405020304" pitchFamily="18" charset="0"/>
                  <a:ea typeface="黑体" panose="02010609060101010101" pitchFamily="49" charset="-122"/>
                </a:rPr>
                <a:t>C</a:t>
              </a:r>
              <a:endParaRPr lang="en-US" altLang="zh-CN" dirty="0">
                <a:solidFill>
                  <a:srgbClr val="0000FF"/>
                </a:solidFill>
                <a:latin typeface="Times New Roman" panose="02020603050405020304" pitchFamily="18" charset="0"/>
                <a:ea typeface="黑体" panose="02010609060101010101" pitchFamily="49" charset="-122"/>
              </a:endParaRPr>
            </a:p>
          </p:txBody>
        </p:sp>
      </p:grpSp>
      <p:sp>
        <p:nvSpPr>
          <p:cNvPr id="89133" name="Rectangle 45"/>
          <p:cNvSpPr/>
          <p:nvPr/>
        </p:nvSpPr>
        <p:spPr>
          <a:xfrm>
            <a:off x="545783" y="4655503"/>
            <a:ext cx="8239125" cy="1565275"/>
          </a:xfrm>
          <a:prstGeom prst="rect">
            <a:avLst/>
          </a:prstGeom>
          <a:noFill/>
          <a:ln w="9525">
            <a:noFill/>
          </a:ln>
        </p:spPr>
        <p:txBody>
          <a:bodyPr/>
          <a:p>
            <a:pPr marL="0" indent="0">
              <a:spcBef>
                <a:spcPct val="20000"/>
              </a:spcBef>
              <a:buNone/>
            </a:pPr>
            <a:r>
              <a:rPr lang="zh-CN" altLang="en-US" sz="2400" dirty="0">
                <a:solidFill>
                  <a:srgbClr val="000000"/>
                </a:solidFill>
                <a:latin typeface="黑体" panose="02010609060101010101" pitchFamily="49" charset="-122"/>
                <a:ea typeface="黑体" panose="02010609060101010101" pitchFamily="49" charset="-122"/>
                <a:cs typeface="黑体" panose="02010609060101010101" pitchFamily="49" charset="-122"/>
              </a:rPr>
              <a:t>解：</a:t>
            </a:r>
            <a:r>
              <a:rPr lang="en-US" altLang="zh-CN" sz="2400" dirty="0">
                <a:solidFill>
                  <a:srgbClr val="CC0000"/>
                </a:solidFill>
                <a:latin typeface="黑体" panose="02010609060101010101" pitchFamily="49" charset="-122"/>
                <a:ea typeface="黑体" panose="02010609060101010101" pitchFamily="49" charset="-122"/>
                <a:cs typeface="黑体" panose="02010609060101010101" pitchFamily="49" charset="-122"/>
              </a:rPr>
              <a:t>1.</a:t>
            </a:r>
            <a:r>
              <a:rPr lang="zh-CN" altLang="zh-CN" sz="2400" dirty="0">
                <a:solidFill>
                  <a:srgbClr val="CC0000"/>
                </a:solidFill>
                <a:latin typeface="黑体" panose="02010609060101010101" pitchFamily="49" charset="-122"/>
                <a:ea typeface="黑体" panose="02010609060101010101" pitchFamily="49" charset="-122"/>
                <a:cs typeface="黑体" panose="02010609060101010101" pitchFamily="49" charset="-122"/>
              </a:rPr>
              <a:t>计算</a:t>
            </a:r>
            <a:r>
              <a:rPr lang="en-US" altLang="zh-CN" sz="2400" dirty="0">
                <a:solidFill>
                  <a:srgbClr val="CC0000"/>
                </a:solidFill>
                <a:latin typeface="黑体" panose="02010609060101010101" pitchFamily="49" charset="-122"/>
                <a:ea typeface="黑体" panose="02010609060101010101" pitchFamily="49" charset="-122"/>
                <a:cs typeface="黑体" panose="02010609060101010101" pitchFamily="49" charset="-122"/>
              </a:rPr>
              <a:t>A</a:t>
            </a:r>
            <a:r>
              <a:rPr lang="zh-CN" altLang="en-US" sz="2400" dirty="0">
                <a:solidFill>
                  <a:srgbClr val="CC0000"/>
                </a:solidFill>
                <a:latin typeface="黑体" panose="02010609060101010101" pitchFamily="49" charset="-122"/>
                <a:ea typeface="黑体" panose="02010609060101010101" pitchFamily="49" charset="-122"/>
                <a:cs typeface="黑体" panose="02010609060101010101" pitchFamily="49" charset="-122"/>
              </a:rPr>
              <a:t>、</a:t>
            </a:r>
            <a:r>
              <a:rPr lang="en-US" altLang="zh-CN" sz="2400" dirty="0">
                <a:solidFill>
                  <a:srgbClr val="CC0000"/>
                </a:solidFill>
                <a:latin typeface="黑体" panose="02010609060101010101" pitchFamily="49" charset="-122"/>
                <a:ea typeface="黑体" panose="02010609060101010101" pitchFamily="49" charset="-122"/>
                <a:cs typeface="黑体" panose="02010609060101010101" pitchFamily="49" charset="-122"/>
              </a:rPr>
              <a:t>B</a:t>
            </a:r>
            <a:r>
              <a:rPr lang="zh-CN" altLang="zh-CN" sz="2400" dirty="0">
                <a:solidFill>
                  <a:srgbClr val="CC0000"/>
                </a:solidFill>
                <a:latin typeface="黑体" panose="02010609060101010101" pitchFamily="49" charset="-122"/>
                <a:ea typeface="黑体" panose="02010609060101010101" pitchFamily="49" charset="-122"/>
                <a:cs typeface="黑体" panose="02010609060101010101" pitchFamily="49" charset="-122"/>
              </a:rPr>
              <a:t>处</a:t>
            </a:r>
            <a:r>
              <a:rPr lang="zh-CN" altLang="en-US" sz="2400" dirty="0">
                <a:solidFill>
                  <a:srgbClr val="CC0000"/>
                </a:solidFill>
                <a:latin typeface="黑体" panose="02010609060101010101" pitchFamily="49" charset="-122"/>
                <a:ea typeface="黑体" panose="02010609060101010101" pitchFamily="49" charset="-122"/>
                <a:cs typeface="黑体" panose="02010609060101010101" pitchFamily="49" charset="-122"/>
              </a:rPr>
              <a:t>轴承支反力</a:t>
            </a:r>
            <a:r>
              <a:rPr lang="zh-CN" altLang="en-US" sz="2400" dirty="0">
                <a:solidFill>
                  <a:srgbClr val="000000"/>
                </a:solidFill>
                <a:latin typeface="黑体" panose="02010609060101010101" pitchFamily="49" charset="-122"/>
                <a:ea typeface="黑体" panose="02010609060101010101" pitchFamily="49" charset="-122"/>
                <a:cs typeface="黑体" panose="02010609060101010101" pitchFamily="49" charset="-122"/>
              </a:rPr>
              <a:t>     </a:t>
            </a:r>
            <a:endParaRPr lang="zh-CN" altLang="en-US" sz="2400" dirty="0">
              <a:solidFill>
                <a:srgbClr val="000000"/>
              </a:solidFill>
              <a:latin typeface="黑体" panose="02010609060101010101" pitchFamily="49" charset="-122"/>
              <a:ea typeface="黑体" panose="02010609060101010101" pitchFamily="49" charset="-122"/>
              <a:cs typeface="黑体" panose="02010609060101010101" pitchFamily="49" charset="-122"/>
            </a:endParaRPr>
          </a:p>
          <a:p>
            <a:pPr marL="0" indent="0">
              <a:spcBef>
                <a:spcPct val="20000"/>
              </a:spcBef>
              <a:buNone/>
            </a:pPr>
            <a:r>
              <a:rPr lang="zh-CN" altLang="en-US" sz="2400" dirty="0">
                <a:solidFill>
                  <a:srgbClr val="000000"/>
                </a:solidFill>
                <a:latin typeface="黑体" panose="02010609060101010101" pitchFamily="49" charset="-122"/>
                <a:ea typeface="黑体" panose="02010609060101010101" pitchFamily="49" charset="-122"/>
                <a:cs typeface="黑体" panose="02010609060101010101" pitchFamily="49" charset="-122"/>
              </a:rPr>
              <a:t>    </a:t>
            </a:r>
            <a:r>
              <a:rPr lang="en-US" altLang="zh-CN" sz="2400" dirty="0">
                <a:solidFill>
                  <a:srgbClr val="000000"/>
                </a:solidFill>
                <a:latin typeface="黑体" panose="02010609060101010101" pitchFamily="49" charset="-122"/>
                <a:ea typeface="黑体" panose="02010609060101010101" pitchFamily="49" charset="-122"/>
                <a:cs typeface="黑体" panose="02010609060101010101" pitchFamily="49" charset="-122"/>
              </a:rPr>
              <a:t>F</a:t>
            </a:r>
            <a:r>
              <a:rPr lang="en-US" altLang="zh-CN" sz="2400" baseline="-25000" dirty="0">
                <a:solidFill>
                  <a:srgbClr val="000000"/>
                </a:solidFill>
                <a:latin typeface="黑体" panose="02010609060101010101" pitchFamily="49" charset="-122"/>
                <a:ea typeface="黑体" panose="02010609060101010101" pitchFamily="49" charset="-122"/>
                <a:cs typeface="黑体" panose="02010609060101010101" pitchFamily="49" charset="-122"/>
              </a:rPr>
              <a:t>A</a:t>
            </a:r>
            <a:r>
              <a:rPr lang="en-US" altLang="zh-CN" sz="2400" dirty="0">
                <a:solidFill>
                  <a:srgbClr val="000000"/>
                </a:solidFill>
                <a:latin typeface="黑体" panose="02010609060101010101" pitchFamily="49" charset="-122"/>
                <a:ea typeface="黑体" panose="02010609060101010101" pitchFamily="49" charset="-122"/>
                <a:cs typeface="黑体" panose="02010609060101010101" pitchFamily="49" charset="-122"/>
              </a:rPr>
              <a:t>=2000N</a:t>
            </a:r>
            <a:r>
              <a:rPr lang="zh-CN" altLang="en-US" sz="2400" dirty="0">
                <a:solidFill>
                  <a:srgbClr val="000000"/>
                </a:solidFill>
                <a:latin typeface="黑体" panose="02010609060101010101" pitchFamily="49" charset="-122"/>
                <a:ea typeface="黑体" panose="02010609060101010101" pitchFamily="49" charset="-122"/>
                <a:cs typeface="黑体" panose="02010609060101010101" pitchFamily="49" charset="-122"/>
              </a:rPr>
              <a:t>，</a:t>
            </a:r>
            <a:r>
              <a:rPr lang="en-US" altLang="zh-CN" sz="2400" dirty="0">
                <a:solidFill>
                  <a:srgbClr val="000000"/>
                </a:solidFill>
                <a:latin typeface="黑体" panose="02010609060101010101" pitchFamily="49" charset="-122"/>
                <a:ea typeface="黑体" panose="02010609060101010101" pitchFamily="49" charset="-122"/>
                <a:cs typeface="黑体" panose="02010609060101010101" pitchFamily="49" charset="-122"/>
              </a:rPr>
              <a:t>F</a:t>
            </a:r>
            <a:r>
              <a:rPr lang="en-US" altLang="zh-CN" sz="2400" baseline="-25000" dirty="0">
                <a:solidFill>
                  <a:srgbClr val="000000"/>
                </a:solidFill>
                <a:latin typeface="黑体" panose="02010609060101010101" pitchFamily="49" charset="-122"/>
                <a:ea typeface="黑体" panose="02010609060101010101" pitchFamily="49" charset="-122"/>
                <a:cs typeface="黑体" panose="02010609060101010101" pitchFamily="49" charset="-122"/>
              </a:rPr>
              <a:t>B</a:t>
            </a:r>
            <a:r>
              <a:rPr lang="en-US" altLang="zh-CN" sz="2400" dirty="0">
                <a:solidFill>
                  <a:srgbClr val="000000"/>
                </a:solidFill>
                <a:latin typeface="黑体" panose="02010609060101010101" pitchFamily="49" charset="-122"/>
                <a:ea typeface="黑体" panose="02010609060101010101" pitchFamily="49" charset="-122"/>
                <a:cs typeface="黑体" panose="02010609060101010101" pitchFamily="49" charset="-122"/>
              </a:rPr>
              <a:t>=4000N            F</a:t>
            </a:r>
            <a:r>
              <a:rPr lang="en-US" altLang="zh-CN" sz="2400" baseline="-25000" dirty="0">
                <a:solidFill>
                  <a:srgbClr val="000000"/>
                </a:solidFill>
                <a:latin typeface="黑体" panose="02010609060101010101" pitchFamily="49" charset="-122"/>
                <a:ea typeface="黑体" panose="02010609060101010101" pitchFamily="49" charset="-122"/>
                <a:cs typeface="黑体" panose="02010609060101010101" pitchFamily="49" charset="-122"/>
              </a:rPr>
              <a:t>B</a:t>
            </a:r>
            <a:r>
              <a:rPr lang="en-US" altLang="zh-CN" sz="2400" dirty="0">
                <a:solidFill>
                  <a:srgbClr val="000000"/>
                </a:solidFill>
                <a:latin typeface="黑体" panose="02010609060101010101" pitchFamily="49" charset="-122"/>
                <a:ea typeface="黑体" panose="02010609060101010101" pitchFamily="49" charset="-122"/>
                <a:cs typeface="黑体" panose="02010609060101010101" pitchFamily="49" charset="-122"/>
              </a:rPr>
              <a:t> &gt; F</a:t>
            </a:r>
            <a:r>
              <a:rPr lang="en-US" altLang="zh-CN" sz="2400" baseline="-25000" dirty="0">
                <a:solidFill>
                  <a:srgbClr val="000000"/>
                </a:solidFill>
                <a:latin typeface="黑体" panose="02010609060101010101" pitchFamily="49" charset="-122"/>
                <a:ea typeface="黑体" panose="02010609060101010101" pitchFamily="49" charset="-122"/>
                <a:cs typeface="黑体" panose="02010609060101010101" pitchFamily="49" charset="-122"/>
              </a:rPr>
              <a:t>A</a:t>
            </a:r>
            <a:r>
              <a:rPr lang="en-US" altLang="zh-CN" sz="2400" dirty="0">
                <a:solidFill>
                  <a:srgbClr val="000000"/>
                </a:solidFill>
                <a:latin typeface="黑体" panose="02010609060101010101" pitchFamily="49" charset="-122"/>
                <a:ea typeface="黑体" panose="02010609060101010101" pitchFamily="49" charset="-122"/>
                <a:cs typeface="黑体" panose="02010609060101010101" pitchFamily="49" charset="-122"/>
              </a:rPr>
              <a:t>        </a:t>
            </a:r>
            <a:endParaRPr lang="en-US" altLang="zh-CN" sz="2400" dirty="0">
              <a:solidFill>
                <a:srgbClr val="000000"/>
              </a:solidFill>
              <a:latin typeface="黑体" panose="02010609060101010101" pitchFamily="49" charset="-122"/>
              <a:ea typeface="黑体" panose="02010609060101010101" pitchFamily="49" charset="-122"/>
              <a:cs typeface="黑体" panose="02010609060101010101" pitchFamily="49" charset="-122"/>
            </a:endParaRPr>
          </a:p>
          <a:p>
            <a:pPr marL="0" indent="0">
              <a:spcBef>
                <a:spcPct val="20000"/>
              </a:spcBef>
              <a:buNone/>
            </a:pPr>
            <a:r>
              <a:rPr lang="en-US" altLang="zh-CN" sz="2400" dirty="0">
                <a:solidFill>
                  <a:srgbClr val="000000"/>
                </a:solidFill>
                <a:latin typeface="黑体" panose="02010609060101010101" pitchFamily="49" charset="-122"/>
                <a:ea typeface="黑体" panose="02010609060101010101" pitchFamily="49" charset="-122"/>
                <a:cs typeface="黑体" panose="02010609060101010101" pitchFamily="49" charset="-122"/>
              </a:rPr>
              <a:t>    </a:t>
            </a:r>
            <a:r>
              <a:rPr lang="zh-CN" altLang="en-US" sz="2400" dirty="0">
                <a:solidFill>
                  <a:srgbClr val="000000"/>
                </a:solidFill>
                <a:latin typeface="黑体" panose="02010609060101010101" pitchFamily="49" charset="-122"/>
                <a:ea typeface="黑体" panose="02010609060101010101" pitchFamily="49" charset="-122"/>
                <a:cs typeface="黑体" panose="02010609060101010101" pitchFamily="49" charset="-122"/>
              </a:rPr>
              <a:t>仅需计算</a:t>
            </a:r>
            <a:r>
              <a:rPr lang="en-US" altLang="zh-CN" sz="2400" dirty="0">
                <a:solidFill>
                  <a:srgbClr val="000000"/>
                </a:solidFill>
                <a:latin typeface="黑体" panose="02010609060101010101" pitchFamily="49" charset="-122"/>
                <a:ea typeface="黑体" panose="02010609060101010101" pitchFamily="49" charset="-122"/>
                <a:cs typeface="黑体" panose="02010609060101010101" pitchFamily="49" charset="-122"/>
              </a:rPr>
              <a:t>B</a:t>
            </a:r>
            <a:r>
              <a:rPr lang="zh-CN" altLang="en-US" sz="2400" dirty="0">
                <a:solidFill>
                  <a:srgbClr val="000000"/>
                </a:solidFill>
                <a:latin typeface="黑体" panose="02010609060101010101" pitchFamily="49" charset="-122"/>
                <a:ea typeface="黑体" panose="02010609060101010101" pitchFamily="49" charset="-122"/>
                <a:cs typeface="黑体" panose="02010609060101010101" pitchFamily="49" charset="-122"/>
              </a:rPr>
              <a:t>轴承的寿命   </a:t>
            </a:r>
            <a:r>
              <a:rPr lang="zh-CN" altLang="en-US" sz="2400" dirty="0">
                <a:solidFill>
                  <a:srgbClr val="000000"/>
                </a:solidFill>
                <a:latin typeface="黑体" panose="02010609060101010101" pitchFamily="49" charset="-122"/>
                <a:ea typeface="黑体" panose="02010609060101010101" pitchFamily="49" charset="-122"/>
              </a:rPr>
              <a:t> </a:t>
            </a:r>
            <a:endParaRPr lang="zh-CN" altLang="en-US" sz="2400" dirty="0">
              <a:solidFill>
                <a:srgbClr val="000000"/>
              </a:solidFill>
              <a:latin typeface="黑体" panose="02010609060101010101" pitchFamily="49" charset="-122"/>
              <a:ea typeface="黑体" panose="02010609060101010101" pitchFamily="49" charset="-122"/>
            </a:endParaRPr>
          </a:p>
        </p:txBody>
      </p:sp>
      <p:pic>
        <p:nvPicPr>
          <p:cNvPr id="47" name="Picture 148" descr="back1">
            <a:hlinkClick r:id="" action="ppaction://hlinkshowjump?jump=previousslide"/>
          </p:cNvPr>
          <p:cNvPicPr>
            <a:picLocks noChangeAspect="1"/>
          </p:cNvPicPr>
          <p:nvPr/>
        </p:nvPicPr>
        <p:blipFill>
          <a:blip r:embed="rId1"/>
          <a:stretch>
            <a:fillRect/>
          </a:stretch>
        </p:blipFill>
        <p:spPr>
          <a:xfrm>
            <a:off x="8324850" y="6551613"/>
            <a:ext cx="306388" cy="306387"/>
          </a:xfrm>
          <a:prstGeom prst="rect">
            <a:avLst/>
          </a:prstGeom>
          <a:noFill/>
          <a:ln w="9525">
            <a:noFill/>
          </a:ln>
        </p:spPr>
      </p:pic>
      <p:pic>
        <p:nvPicPr>
          <p:cNvPr id="48" name="Picture 149" descr="NEXT1">
            <a:hlinkClick r:id="" action="ppaction://hlinkshowjump?jump=nextslide"/>
          </p:cNvPr>
          <p:cNvPicPr>
            <a:picLocks noChangeAspect="1"/>
          </p:cNvPicPr>
          <p:nvPr/>
        </p:nvPicPr>
        <p:blipFill>
          <a:blip r:embed="rId2"/>
          <a:stretch>
            <a:fillRect/>
          </a:stretch>
        </p:blipFill>
        <p:spPr>
          <a:xfrm>
            <a:off x="8745538" y="6551613"/>
            <a:ext cx="306387" cy="306387"/>
          </a:xfrm>
          <a:prstGeom prst="rect">
            <a:avLst/>
          </a:prstGeom>
          <a:noFill/>
          <a:ln w="9525">
            <a:noFill/>
          </a:ln>
        </p:spPr>
      </p:pic>
      <p:pic>
        <p:nvPicPr>
          <p:cNvPr id="49" name="Picture 150" descr="rewind1">
            <a:hlinkClick r:id="" action="ppaction://hlinkshowjump?jump=firstslide"/>
          </p:cNvPr>
          <p:cNvPicPr>
            <a:picLocks noChangeAspect="1"/>
          </p:cNvPicPr>
          <p:nvPr/>
        </p:nvPicPr>
        <p:blipFill>
          <a:blip r:embed="rId3"/>
          <a:stretch>
            <a:fillRect/>
          </a:stretch>
        </p:blipFill>
        <p:spPr>
          <a:xfrm>
            <a:off x="7875588" y="6551613"/>
            <a:ext cx="306387" cy="306387"/>
          </a:xfrm>
          <a:prstGeom prst="rect">
            <a:avLst/>
          </a:prstGeom>
          <a:noFill/>
          <a:ln w="9525">
            <a:noFill/>
          </a:ln>
        </p:spPr>
      </p:pic>
    </p:spTree>
  </p:cSld>
  <p:clrMapOvr>
    <a:masterClrMapping/>
  </p:clrMapOvr>
  <p:transition spd="med">
    <p:pull dir="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5" fill="hold" nodeType="clickEffect">
                                  <p:stCondLst>
                                    <p:cond delay="0"/>
                                  </p:stCondLst>
                                  <p:childTnLst>
                                    <p:set>
                                      <p:cBhvr>
                                        <p:cTn id="6" dur="1" fill="hold">
                                          <p:stCondLst>
                                            <p:cond delay="0"/>
                                          </p:stCondLst>
                                        </p:cTn>
                                        <p:tgtEl>
                                          <p:spTgt spid="89091"/>
                                        </p:tgtEl>
                                        <p:attrNameLst>
                                          <p:attrName>style.visibility</p:attrName>
                                        </p:attrNameLst>
                                      </p:cBhvr>
                                      <p:to>
                                        <p:strVal val="visible"/>
                                      </p:to>
                                    </p:set>
                                    <p:animEffect transition="in" filter="blinds(vertical)">
                                      <p:cBhvr>
                                        <p:cTn id="7" dur="500"/>
                                        <p:tgtEl>
                                          <p:spTgt spid="89091"/>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iterate type="lt">
                                    <p:tmPct val="100000"/>
                                  </p:iterate>
                                  <p:childTnLst>
                                    <p:set>
                                      <p:cBhvr>
                                        <p:cTn id="11" dur="100" fill="hold">
                                          <p:stCondLst>
                                            <p:cond delay="0"/>
                                          </p:stCondLst>
                                        </p:cTn>
                                        <p:tgtEl>
                                          <p:spTgt spid="89133">
                                            <p:txEl>
                                              <p:charRg st="0" end="21"/>
                                            </p:txEl>
                                          </p:spTgt>
                                        </p:tgtEl>
                                        <p:attrNameLst>
                                          <p:attrName>style.visibility</p:attrName>
                                        </p:attrNameLst>
                                      </p:cBhvr>
                                      <p:to>
                                        <p:strVal val="visible"/>
                                      </p:to>
                                    </p:set>
                                    <p:animEffect transition="in" filter="wipe(up)">
                                      <p:cBhvr>
                                        <p:cTn id="12" dur="100"/>
                                        <p:tgtEl>
                                          <p:spTgt spid="89133">
                                            <p:txEl>
                                              <p:charRg st="0" end="2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grpId="0" nodeType="clickEffect">
                                  <p:stCondLst>
                                    <p:cond delay="0"/>
                                  </p:stCondLst>
                                  <p:iterate type="lt">
                                    <p:tmPct val="100000"/>
                                  </p:iterate>
                                  <p:childTnLst>
                                    <p:set>
                                      <p:cBhvr>
                                        <p:cTn id="16" dur="100" fill="hold">
                                          <p:stCondLst>
                                            <p:cond delay="0"/>
                                          </p:stCondLst>
                                        </p:cTn>
                                        <p:tgtEl>
                                          <p:spTgt spid="89133">
                                            <p:txEl>
                                              <p:charRg st="21" end="70"/>
                                            </p:txEl>
                                          </p:spTgt>
                                        </p:tgtEl>
                                        <p:attrNameLst>
                                          <p:attrName>style.visibility</p:attrName>
                                        </p:attrNameLst>
                                      </p:cBhvr>
                                      <p:to>
                                        <p:strVal val="visible"/>
                                      </p:to>
                                    </p:set>
                                    <p:animEffect transition="in" filter="wipe(up)">
                                      <p:cBhvr>
                                        <p:cTn id="17" dur="100"/>
                                        <p:tgtEl>
                                          <p:spTgt spid="89133">
                                            <p:txEl>
                                              <p:charRg st="21" end="70"/>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grpId="0" nodeType="clickEffect">
                                  <p:stCondLst>
                                    <p:cond delay="0"/>
                                  </p:stCondLst>
                                  <p:iterate type="lt">
                                    <p:tmPct val="100000"/>
                                  </p:iterate>
                                  <p:childTnLst>
                                    <p:set>
                                      <p:cBhvr>
                                        <p:cTn id="21" dur="100" fill="hold">
                                          <p:stCondLst>
                                            <p:cond delay="0"/>
                                          </p:stCondLst>
                                        </p:cTn>
                                        <p:tgtEl>
                                          <p:spTgt spid="89133">
                                            <p:txEl>
                                              <p:charRg st="70" end="89"/>
                                            </p:txEl>
                                          </p:spTgt>
                                        </p:tgtEl>
                                        <p:attrNameLst>
                                          <p:attrName>style.visibility</p:attrName>
                                        </p:attrNameLst>
                                      </p:cBhvr>
                                      <p:to>
                                        <p:strVal val="visible"/>
                                      </p:to>
                                    </p:set>
                                    <p:animEffect transition="in" filter="wipe(up)">
                                      <p:cBhvr>
                                        <p:cTn id="22" dur="100"/>
                                        <p:tgtEl>
                                          <p:spTgt spid="89133">
                                            <p:txEl>
                                              <p:charRg st="70" end="89"/>
                                            </p:txEl>
                                          </p:spTgt>
                                        </p:tgtEl>
                                      </p:cBhvr>
                                    </p:animEffect>
                                  </p:childTnLst>
                                </p:cTn>
                              </p:par>
                            </p:childTnLst>
                          </p:cTn>
                        </p:par>
                        <p:par>
                          <p:cTn id="23" fill="hold">
                            <p:stCondLst>
                              <p:cond delay="1800"/>
                            </p:stCondLst>
                            <p:childTnLst>
                              <p:par>
                                <p:cTn id="24" presetID="1" presetClass="entr" presetSubtype="0" fill="hold" nodeType="afterEffect">
                                  <p:stCondLst>
                                    <p:cond delay="0"/>
                                  </p:stCondLst>
                                  <p:childTnLst>
                                    <p:set>
                                      <p:cBhvr>
                                        <p:cTn id="25" dur="1" fill="hold">
                                          <p:stCondLst>
                                            <p:cond delay="499"/>
                                          </p:stCondLst>
                                        </p:cTn>
                                        <p:tgtEl>
                                          <p:spTgt spid="48"/>
                                        </p:tgtEl>
                                        <p:attrNameLst>
                                          <p:attrName>style.visibility</p:attrName>
                                        </p:attrNameLst>
                                      </p:cBhvr>
                                      <p:to>
                                        <p:strVal val="visible"/>
                                      </p:to>
                                    </p:set>
                                  </p:childTnLst>
                                </p:cTn>
                              </p:par>
                            </p:childTnLst>
                          </p:cTn>
                        </p:par>
                        <p:par>
                          <p:cTn id="26" fill="hold">
                            <p:stCondLst>
                              <p:cond delay="2300"/>
                            </p:stCondLst>
                            <p:childTnLst>
                              <p:par>
                                <p:cTn id="27" presetID="1" presetClass="entr" presetSubtype="0" fill="hold" nodeType="afterEffect">
                                  <p:stCondLst>
                                    <p:cond delay="0"/>
                                  </p:stCondLst>
                                  <p:childTnLst>
                                    <p:set>
                                      <p:cBhvr>
                                        <p:cTn id="28" dur="1" fill="hold">
                                          <p:stCondLst>
                                            <p:cond delay="499"/>
                                          </p:stCondLst>
                                        </p:cTn>
                                        <p:tgtEl>
                                          <p:spTgt spid="47"/>
                                        </p:tgtEl>
                                        <p:attrNameLst>
                                          <p:attrName>style.visibility</p:attrName>
                                        </p:attrNameLst>
                                      </p:cBhvr>
                                      <p:to>
                                        <p:strVal val="visible"/>
                                      </p:to>
                                    </p:set>
                                  </p:childTnLst>
                                </p:cTn>
                              </p:par>
                            </p:childTnLst>
                          </p:cTn>
                        </p:par>
                        <p:par>
                          <p:cTn id="29" fill="hold">
                            <p:stCondLst>
                              <p:cond delay="2800"/>
                            </p:stCondLst>
                            <p:childTnLst>
                              <p:par>
                                <p:cTn id="30" presetID="2" presetClass="entr" presetSubtype="8" fill="hold" nodeType="afterEffect">
                                  <p:stCondLst>
                                    <p:cond delay="0"/>
                                  </p:stCondLst>
                                  <p:childTnLst>
                                    <p:set>
                                      <p:cBhvr>
                                        <p:cTn id="31" dur="1" fill="hold">
                                          <p:stCondLst>
                                            <p:cond delay="0"/>
                                          </p:stCondLst>
                                        </p:cTn>
                                        <p:tgtEl>
                                          <p:spTgt spid="49"/>
                                        </p:tgtEl>
                                        <p:attrNameLst>
                                          <p:attrName>style.visibility</p:attrName>
                                        </p:attrNameLst>
                                      </p:cBhvr>
                                      <p:to>
                                        <p:strVal val="visible"/>
                                      </p:to>
                                    </p:set>
                                    <p:anim calcmode="lin" valueType="num">
                                      <p:cBhvr additive="base">
                                        <p:cTn id="32" dur="500" fill="hold"/>
                                        <p:tgtEl>
                                          <p:spTgt spid="49"/>
                                        </p:tgtEl>
                                        <p:attrNameLst>
                                          <p:attrName>ppt_x</p:attrName>
                                        </p:attrNameLst>
                                      </p:cBhvr>
                                      <p:tavLst>
                                        <p:tav tm="0">
                                          <p:val>
                                            <p:strVal val="0-#ppt_w/2"/>
                                          </p:val>
                                        </p:tav>
                                        <p:tav tm="100000">
                                          <p:val>
                                            <p:strVal val="#ppt_x"/>
                                          </p:val>
                                        </p:tav>
                                      </p:tavLst>
                                    </p:anim>
                                    <p:anim calcmode="lin" valueType="num">
                                      <p:cBhvr additive="base">
                                        <p:cTn id="33" dur="500" fill="hold"/>
                                        <p:tgtEl>
                                          <p:spTgt spid="49"/>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9090" grpId="0" build="p"/>
      <p:bldP spid="89133" grpId="0" uiExpand="1" build="p"/>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0114" name="Rectangle 2"/>
          <p:cNvSpPr>
            <a:spLocks noChangeArrowheads="1"/>
          </p:cNvSpPr>
          <p:nvPr/>
        </p:nvSpPr>
        <p:spPr bwMode="auto">
          <a:xfrm>
            <a:off x="228600" y="558483"/>
            <a:ext cx="8486775" cy="3641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fontAlgn="base">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fontAlgn="base">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fontAlgn="base">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fontAlgn="base">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342900" marR="0" lvl="0" indent="-342900" algn="l" defTabSz="914400" rtl="0" eaLnBrk="0" fontAlgn="base" latinLnBrk="0" hangingPunct="0">
              <a:lnSpc>
                <a:spcPct val="100000"/>
              </a:lnSpc>
              <a:spcBef>
                <a:spcPct val="20000"/>
              </a:spcBef>
              <a:spcAft>
                <a:spcPct val="0"/>
              </a:spcAft>
              <a:buClrTx/>
              <a:buSzTx/>
              <a:buFontTx/>
              <a:buChar char=" "/>
              <a:defRPr/>
            </a:pPr>
            <a:r>
              <a:rPr kumimoji="1" lang="en-US" altLang="zh-CN" sz="2400" b="0" i="0" u="none" strike="noStrike" kern="1200" cap="none" spc="0" normalizeH="0" baseline="0" noProof="0" dirty="0" smtClean="0">
                <a:ln>
                  <a:noFill/>
                </a:ln>
                <a:solidFill>
                  <a:srgbClr val="CC0000"/>
                </a:solidFill>
                <a:effectLst/>
                <a:uLnTx/>
                <a:uFillTx/>
                <a:latin typeface="黑体" panose="02010609060101010101" pitchFamily="49" charset="-122"/>
                <a:ea typeface="黑体" panose="02010609060101010101" pitchFamily="49" charset="-122"/>
                <a:cs typeface="黑体" panose="02010609060101010101" pitchFamily="49" charset="-122"/>
              </a:rPr>
              <a:t>2.</a:t>
            </a:r>
            <a:r>
              <a:rPr kumimoji="1" lang="zh-CN" altLang="zh-CN" sz="2400" b="0" i="0" u="none" strike="noStrike" kern="1200" cap="none" spc="0" normalizeH="0" baseline="0" noProof="0" dirty="0" smtClean="0">
                <a:ln>
                  <a:noFill/>
                </a:ln>
                <a:solidFill>
                  <a:srgbClr val="CC0000"/>
                </a:solidFill>
                <a:effectLst/>
                <a:uLnTx/>
                <a:uFillTx/>
                <a:latin typeface="黑体" panose="02010609060101010101" pitchFamily="49" charset="-122"/>
                <a:ea typeface="黑体" panose="02010609060101010101" pitchFamily="49" charset="-122"/>
                <a:cs typeface="黑体" panose="02010609060101010101" pitchFamily="49" charset="-122"/>
              </a:rPr>
              <a:t>计算当量动载荷</a:t>
            </a:r>
            <a:r>
              <a:rPr kumimoji="1" lang="en-US" altLang="zh-CN" sz="2400" b="0" i="0" u="none" strike="noStrike" kern="1200" cap="none" spc="0" normalizeH="0" baseline="0" noProof="0" dirty="0" smtClean="0">
                <a:ln>
                  <a:noFill/>
                </a:ln>
                <a:solidFill>
                  <a:srgbClr val="CC0000"/>
                </a:solidFill>
                <a:effectLst/>
                <a:uLnTx/>
                <a:uFillTx/>
                <a:latin typeface="黑体" panose="02010609060101010101" pitchFamily="49" charset="-122"/>
                <a:ea typeface="黑体" panose="02010609060101010101" pitchFamily="49" charset="-122"/>
                <a:cs typeface="黑体" panose="02010609060101010101" pitchFamily="49" charset="-122"/>
              </a:rPr>
              <a:t>P</a:t>
            </a:r>
            <a:r>
              <a:rPr kumimoji="1" lang="en-US" altLang="zh-CN" sz="2400" b="0" i="0" u="none" strike="noStrike" kern="1200" cap="none" spc="0" normalizeH="0" baseline="-25000" noProof="0" dirty="0" smtClean="0">
                <a:ln>
                  <a:noFill/>
                </a:ln>
                <a:solidFill>
                  <a:srgbClr val="CC0000"/>
                </a:solidFill>
                <a:effectLst/>
                <a:uLnTx/>
                <a:uFillTx/>
                <a:latin typeface="黑体" panose="02010609060101010101" pitchFamily="49" charset="-122"/>
                <a:ea typeface="黑体" panose="02010609060101010101" pitchFamily="49" charset="-122"/>
                <a:cs typeface="黑体" panose="02010609060101010101" pitchFamily="49" charset="-122"/>
              </a:rPr>
              <a:t>B</a:t>
            </a:r>
            <a:r>
              <a:rPr kumimoji="1" lang="en-US" altLang="zh-CN" sz="2400" b="0" i="0" u="none" strike="noStrike" kern="1200" cap="none" spc="0" normalizeH="0" baseline="0" noProof="0" dirty="0" smtClean="0">
                <a:ln>
                  <a:noFill/>
                </a:ln>
                <a:solidFill>
                  <a:srgbClr val="000000"/>
                </a:solidFill>
                <a:effectLst>
                  <a:outerShdw blurRad="38100" dist="38100" dir="2700000" algn="tl">
                    <a:srgbClr val="FFFFFF"/>
                  </a:outerShdw>
                </a:effectLst>
                <a:uLnTx/>
                <a:uFillTx/>
                <a:latin typeface="黑体" panose="02010609060101010101" pitchFamily="49" charset="-122"/>
                <a:ea typeface="黑体" panose="02010609060101010101" pitchFamily="49" charset="-122"/>
                <a:cs typeface="黑体" panose="02010609060101010101" pitchFamily="49" charset="-122"/>
              </a:rPr>
              <a:t>      </a:t>
            </a:r>
            <a:endParaRPr kumimoji="1" lang="en-US" altLang="zh-CN" sz="2400" b="0" i="0" u="none" strike="noStrike" kern="1200" cap="none" spc="0" normalizeH="0" baseline="0" noProof="0" dirty="0" smtClean="0">
              <a:ln>
                <a:noFill/>
              </a:ln>
              <a:solidFill>
                <a:srgbClr val="000000"/>
              </a:solidFill>
              <a:effectLst>
                <a:outerShdw blurRad="38100" dist="38100" dir="2700000" algn="tl">
                  <a:srgbClr val="FFFFFF"/>
                </a:outerShdw>
              </a:effectLst>
              <a:uLnTx/>
              <a:uFillTx/>
              <a:latin typeface="黑体" panose="02010609060101010101" pitchFamily="49" charset="-122"/>
              <a:ea typeface="黑体" panose="02010609060101010101" pitchFamily="49" charset="-122"/>
              <a:cs typeface="黑体" panose="02010609060101010101" pitchFamily="49" charset="-122"/>
            </a:endParaRPr>
          </a:p>
          <a:p>
            <a:pPr marL="342900" marR="0" lvl="0" indent="-342900" algn="l" defTabSz="914400" rtl="0" eaLnBrk="0" latinLnBrk="0" hangingPunct="0">
              <a:lnSpc>
                <a:spcPct val="150000"/>
              </a:lnSpc>
              <a:spcBef>
                <a:spcPts val="0"/>
              </a:spcBef>
              <a:spcAft>
                <a:spcPct val="0"/>
              </a:spcAft>
              <a:buClrTx/>
              <a:buSzTx/>
              <a:buFontTx/>
              <a:buChar char=" "/>
              <a:defRPr/>
            </a:pPr>
            <a:r>
              <a:rPr kumimoji="1" lang="zh-CN" altLang="en-US" sz="2000" b="0" i="0" u="none" strike="noStrike" kern="1200" cap="none" spc="0" normalizeH="0" baseline="0" noProof="0" dirty="0" smtClean="0">
                <a:ln>
                  <a:noFill/>
                </a:ln>
                <a:solidFill>
                  <a:srgbClr val="000000"/>
                </a:solidFill>
                <a:effectLst>
                  <a:outerShdw blurRad="38100" dist="38100" dir="2700000" algn="tl">
                    <a:srgbClr val="FFFFFF"/>
                  </a:outerShdw>
                </a:effectLst>
                <a:uLnTx/>
                <a:uFillTx/>
                <a:latin typeface="黑体" panose="02010609060101010101" pitchFamily="49" charset="-122"/>
                <a:ea typeface="黑体" panose="02010609060101010101" pitchFamily="49" charset="-122"/>
                <a:cs typeface="黑体" panose="02010609060101010101" pitchFamily="49" charset="-122"/>
              </a:rPr>
              <a:t>已知轴承工作时有轻微冲击，由</a:t>
            </a:r>
            <a:r>
              <a:rPr kumimoji="1" lang="zh-CN" altLang="zh-CN" sz="2000" b="0" i="0" u="none" strike="noStrike" kern="1200" cap="none" spc="0" normalizeH="0" baseline="0" noProof="0" dirty="0" smtClean="0">
                <a:ln>
                  <a:noFill/>
                </a:ln>
                <a:solidFill>
                  <a:srgbClr val="000000"/>
                </a:solidFill>
                <a:effectLst>
                  <a:outerShdw blurRad="38100" dist="38100" dir="2700000" algn="tl">
                    <a:srgbClr val="FFFFFF"/>
                  </a:outerShdw>
                </a:effectLst>
                <a:uLnTx/>
                <a:uFillTx/>
                <a:latin typeface="黑体" panose="02010609060101010101" pitchFamily="49" charset="-122"/>
                <a:ea typeface="黑体" panose="02010609060101010101" pitchFamily="49" charset="-122"/>
                <a:cs typeface="黑体" panose="02010609060101010101" pitchFamily="49" charset="-122"/>
              </a:rPr>
              <a:t>表</a:t>
            </a:r>
            <a:r>
              <a:rPr kumimoji="1" lang="en-US" altLang="zh-CN" sz="2000" b="0" i="0" u="none" strike="noStrike" kern="1200" cap="none" spc="0" normalizeH="0" baseline="0" noProof="0" dirty="0" smtClean="0">
                <a:ln>
                  <a:noFill/>
                </a:ln>
                <a:solidFill>
                  <a:srgbClr val="000000"/>
                </a:solidFill>
                <a:effectLst>
                  <a:outerShdw blurRad="38100" dist="38100" dir="2700000" algn="tl">
                    <a:srgbClr val="FFFFFF"/>
                  </a:outerShdw>
                </a:effectLst>
                <a:uLnTx/>
                <a:uFillTx/>
                <a:latin typeface="黑体" panose="02010609060101010101" pitchFamily="49" charset="-122"/>
                <a:ea typeface="黑体" panose="02010609060101010101" pitchFamily="49" charset="-122"/>
                <a:cs typeface="黑体" panose="02010609060101010101" pitchFamily="49" charset="-122"/>
              </a:rPr>
              <a:t>3.6</a:t>
            </a:r>
            <a:r>
              <a:rPr kumimoji="1" lang="zh-CN" altLang="zh-CN" sz="2000" b="0" i="0" u="none" strike="noStrike" kern="1200" cap="none" spc="0" normalizeH="0" baseline="0" noProof="0" dirty="0" smtClean="0">
                <a:ln>
                  <a:noFill/>
                </a:ln>
                <a:solidFill>
                  <a:srgbClr val="000000"/>
                </a:solidFill>
                <a:effectLst>
                  <a:outerShdw blurRad="38100" dist="38100" dir="2700000" algn="tl">
                    <a:srgbClr val="FFFFFF"/>
                  </a:outerShdw>
                </a:effectLst>
                <a:uLnTx/>
                <a:uFillTx/>
                <a:latin typeface="黑体" panose="02010609060101010101" pitchFamily="49" charset="-122"/>
                <a:ea typeface="黑体" panose="02010609060101010101" pitchFamily="49" charset="-122"/>
                <a:cs typeface="黑体" panose="02010609060101010101" pitchFamily="49" charset="-122"/>
              </a:rPr>
              <a:t>-8查得载荷系数</a:t>
            </a:r>
            <a:r>
              <a:rPr kumimoji="1" lang="en-US" altLang="zh-CN" sz="2000" b="0" i="1" u="none" strike="noStrike" kern="1200" cap="none" spc="0" normalizeH="0" baseline="0" noProof="0" dirty="0" err="1" smtClean="0">
                <a:ln>
                  <a:noFill/>
                </a:ln>
                <a:solidFill>
                  <a:srgbClr val="000000"/>
                </a:solidFill>
                <a:effectLst>
                  <a:outerShdw blurRad="38100" dist="38100" dir="2700000" algn="tl">
                    <a:srgbClr val="FFFFFF"/>
                  </a:outerShdw>
                </a:effectLst>
                <a:uLnTx/>
                <a:uFillTx/>
                <a:ea typeface="黑体" panose="02010609060101010101" pitchFamily="49" charset="-122"/>
                <a:cs typeface="Times New Roman" panose="02020603050405020304" pitchFamily="18" charset="0"/>
              </a:rPr>
              <a:t>f</a:t>
            </a:r>
            <a:r>
              <a:rPr kumimoji="1" lang="en-US" altLang="zh-CN" sz="2000" b="0" i="1" u="none" strike="noStrike" kern="1200" cap="none" spc="0" normalizeH="0" baseline="-25000" noProof="0" dirty="0" err="1" smtClean="0">
                <a:ln>
                  <a:noFill/>
                </a:ln>
                <a:solidFill>
                  <a:srgbClr val="000000"/>
                </a:solidFill>
                <a:effectLst>
                  <a:outerShdw blurRad="38100" dist="38100" dir="2700000" algn="tl">
                    <a:srgbClr val="FFFFFF"/>
                  </a:outerShdw>
                </a:effectLst>
                <a:uLnTx/>
                <a:uFillTx/>
                <a:ea typeface="黑体" panose="02010609060101010101" pitchFamily="49" charset="-122"/>
                <a:cs typeface="Times New Roman" panose="02020603050405020304" pitchFamily="18" charset="0"/>
              </a:rPr>
              <a:t>d</a:t>
            </a:r>
            <a:r>
              <a:rPr kumimoji="1" lang="en-US" altLang="zh-CN" sz="2000" b="0" i="0" u="none" strike="noStrike" kern="1200" cap="none" spc="0" normalizeH="0" baseline="0" noProof="0" dirty="0" smtClean="0">
                <a:ln>
                  <a:noFill/>
                </a:ln>
                <a:solidFill>
                  <a:srgbClr val="000000"/>
                </a:solidFill>
                <a:effectLst>
                  <a:outerShdw blurRad="38100" dist="38100" dir="2700000" algn="tl">
                    <a:srgbClr val="FFFFFF"/>
                  </a:outerShdw>
                </a:effectLst>
                <a:uLnTx/>
                <a:uFillTx/>
                <a:ea typeface="黑体" panose="02010609060101010101" pitchFamily="49" charset="-122"/>
                <a:cs typeface="Times New Roman" panose="02020603050405020304" pitchFamily="18" charset="0"/>
              </a:rPr>
              <a:t>=1.1</a:t>
            </a:r>
            <a:r>
              <a:rPr kumimoji="1" lang="en-US" altLang="zh-CN" sz="2000" b="0" i="0" u="none" strike="noStrike" kern="1200" cap="none" spc="0" normalizeH="0" baseline="0" noProof="0" dirty="0" smtClean="0">
                <a:ln>
                  <a:noFill/>
                </a:ln>
                <a:solidFill>
                  <a:srgbClr val="000000"/>
                </a:solidFill>
                <a:effectLst>
                  <a:outerShdw blurRad="38100" dist="38100" dir="2700000" algn="tl">
                    <a:srgbClr val="FFFFFF"/>
                  </a:outerShdw>
                </a:effectLst>
                <a:uLnTx/>
                <a:uFillTx/>
                <a:latin typeface="黑体" panose="02010609060101010101" pitchFamily="49" charset="-122"/>
                <a:ea typeface="黑体" panose="02010609060101010101" pitchFamily="49" charset="-122"/>
                <a:cs typeface="黑体" panose="02010609060101010101" pitchFamily="49" charset="-122"/>
              </a:rPr>
              <a:t>,      </a:t>
            </a:r>
            <a:endParaRPr kumimoji="1" lang="en-US" altLang="zh-CN" sz="2000" b="0" i="0" u="none" strike="noStrike" kern="1200" cap="none" spc="0" normalizeH="0" baseline="0" noProof="0" dirty="0" smtClean="0">
              <a:ln>
                <a:noFill/>
              </a:ln>
              <a:solidFill>
                <a:srgbClr val="000000"/>
              </a:solidFill>
              <a:effectLst>
                <a:outerShdw blurRad="38100" dist="38100" dir="2700000" algn="tl">
                  <a:srgbClr val="FFFFFF"/>
                </a:outerShdw>
              </a:effectLst>
              <a:uLnTx/>
              <a:uFillTx/>
              <a:latin typeface="黑体" panose="02010609060101010101" pitchFamily="49" charset="-122"/>
              <a:ea typeface="黑体" panose="02010609060101010101" pitchFamily="49" charset="-122"/>
              <a:cs typeface="黑体" panose="02010609060101010101" pitchFamily="49" charset="-122"/>
            </a:endParaRPr>
          </a:p>
          <a:p>
            <a:pPr marL="342900" marR="0" lvl="0" indent="-342900" algn="l" defTabSz="914400" rtl="0" eaLnBrk="0" latinLnBrk="0" hangingPunct="0">
              <a:lnSpc>
                <a:spcPct val="150000"/>
              </a:lnSpc>
              <a:spcBef>
                <a:spcPts val="0"/>
              </a:spcBef>
              <a:spcAft>
                <a:spcPct val="0"/>
              </a:spcAft>
              <a:buClrTx/>
              <a:buSzTx/>
              <a:buFontTx/>
              <a:buChar char=" "/>
              <a:defRPr/>
            </a:pPr>
            <a:r>
              <a:rPr kumimoji="1" lang="zh-CN" altLang="zh-CN" sz="2000" b="0" i="0" u="none" strike="noStrike" kern="1200" cap="none" spc="0" normalizeH="0" baseline="0" noProof="0" dirty="0" smtClean="0">
                <a:ln>
                  <a:noFill/>
                </a:ln>
                <a:solidFill>
                  <a:srgbClr val="000000"/>
                </a:solidFill>
                <a:effectLst>
                  <a:outerShdw blurRad="38100" dist="38100" dir="2700000" algn="tl">
                    <a:srgbClr val="FFFFFF"/>
                  </a:outerShdw>
                </a:effectLst>
                <a:uLnTx/>
                <a:uFillTx/>
                <a:latin typeface="黑体" panose="02010609060101010101" pitchFamily="49" charset="-122"/>
                <a:ea typeface="黑体" panose="02010609060101010101" pitchFamily="49" charset="-122"/>
                <a:cs typeface="黑体" panose="02010609060101010101" pitchFamily="49" charset="-122"/>
              </a:rPr>
              <a:t>当量动载荷 </a:t>
            </a:r>
            <a:r>
              <a:rPr kumimoji="1" lang="en-US" altLang="zh-CN" sz="2000" b="0" i="1" u="none" strike="noStrike" kern="1200" cap="none" spc="0" normalizeH="0" baseline="0" noProof="0" dirty="0" smtClean="0">
                <a:ln>
                  <a:noFill/>
                </a:ln>
                <a:solidFill>
                  <a:srgbClr val="000000"/>
                </a:solidFill>
                <a:effectLst>
                  <a:outerShdw blurRad="38100" dist="38100" dir="2700000" algn="tl">
                    <a:srgbClr val="FFFFFF"/>
                  </a:outerShdw>
                </a:effectLst>
                <a:uLnTx/>
                <a:uFillTx/>
                <a:ea typeface="黑体" panose="02010609060101010101" pitchFamily="49" charset="-122"/>
                <a:cs typeface="Times New Roman" panose="02020603050405020304" pitchFamily="18" charset="0"/>
              </a:rPr>
              <a:t>P</a:t>
            </a:r>
            <a:r>
              <a:rPr kumimoji="1" lang="en-US" altLang="zh-CN" sz="2000" b="0" i="1" u="none" strike="noStrike" kern="1200" cap="none" spc="0" normalizeH="0" baseline="-25000" noProof="0" dirty="0" smtClean="0">
                <a:ln>
                  <a:noFill/>
                </a:ln>
                <a:solidFill>
                  <a:srgbClr val="000000"/>
                </a:solidFill>
                <a:effectLst>
                  <a:outerShdw blurRad="38100" dist="38100" dir="2700000" algn="tl">
                    <a:srgbClr val="FFFFFF"/>
                  </a:outerShdw>
                </a:effectLst>
                <a:uLnTx/>
                <a:uFillTx/>
                <a:ea typeface="黑体" panose="02010609060101010101" pitchFamily="49" charset="-122"/>
                <a:cs typeface="Times New Roman" panose="02020603050405020304" pitchFamily="18" charset="0"/>
              </a:rPr>
              <a:t>B</a:t>
            </a:r>
            <a:r>
              <a:rPr kumimoji="1" lang="en-US" altLang="zh-CN" sz="2000" b="0" i="1" u="none" strike="noStrike" kern="1200" cap="none" spc="0" normalizeH="0" baseline="0" noProof="0" dirty="0" smtClean="0">
                <a:ln>
                  <a:noFill/>
                </a:ln>
                <a:solidFill>
                  <a:srgbClr val="000000"/>
                </a:solidFill>
                <a:effectLst>
                  <a:outerShdw blurRad="38100" dist="38100" dir="2700000" algn="tl">
                    <a:srgbClr val="FFFFFF"/>
                  </a:outerShdw>
                </a:effectLst>
                <a:uLnTx/>
                <a:uFillTx/>
                <a:ea typeface="黑体" panose="02010609060101010101" pitchFamily="49" charset="-122"/>
                <a:cs typeface="Times New Roman" panose="02020603050405020304" pitchFamily="18" charset="0"/>
              </a:rPr>
              <a:t> =</a:t>
            </a:r>
            <a:r>
              <a:rPr kumimoji="1" lang="en-US" altLang="zh-CN" sz="2000" b="0" i="1" u="none" strike="noStrike" kern="1200" cap="none" spc="0" normalizeH="0" baseline="0" noProof="0" dirty="0" err="1" smtClean="0">
                <a:ln>
                  <a:noFill/>
                </a:ln>
                <a:solidFill>
                  <a:srgbClr val="000000"/>
                </a:solidFill>
                <a:effectLst>
                  <a:outerShdw blurRad="38100" dist="38100" dir="2700000" algn="tl">
                    <a:srgbClr val="FFFFFF"/>
                  </a:outerShdw>
                </a:effectLst>
                <a:uLnTx/>
                <a:uFillTx/>
                <a:ea typeface="黑体" panose="02010609060101010101" pitchFamily="49" charset="-122"/>
                <a:cs typeface="Times New Roman" panose="02020603050405020304" pitchFamily="18" charset="0"/>
              </a:rPr>
              <a:t>f</a:t>
            </a:r>
            <a:r>
              <a:rPr kumimoji="1" lang="en-US" altLang="zh-CN" sz="2000" b="0" i="1" u="none" strike="noStrike" kern="1200" cap="none" spc="0" normalizeH="0" baseline="-25000" noProof="0" dirty="0" err="1" smtClean="0">
                <a:ln>
                  <a:noFill/>
                </a:ln>
                <a:solidFill>
                  <a:srgbClr val="000000"/>
                </a:solidFill>
                <a:effectLst>
                  <a:outerShdw blurRad="38100" dist="38100" dir="2700000" algn="tl">
                    <a:srgbClr val="FFFFFF"/>
                  </a:outerShdw>
                </a:effectLst>
                <a:uLnTx/>
                <a:uFillTx/>
                <a:ea typeface="黑体" panose="02010609060101010101" pitchFamily="49" charset="-122"/>
                <a:cs typeface="Times New Roman" panose="02020603050405020304" pitchFamily="18" charset="0"/>
              </a:rPr>
              <a:t>d</a:t>
            </a:r>
            <a:r>
              <a:rPr kumimoji="1" lang="zh-CN" altLang="en-US" sz="2000" b="0" i="1" u="none" strike="noStrike" kern="1200" cap="none" spc="0" normalizeH="0" baseline="0" noProof="0" dirty="0" err="1" smtClean="0">
                <a:ln>
                  <a:noFill/>
                </a:ln>
                <a:solidFill>
                  <a:srgbClr val="000000"/>
                </a:solidFill>
                <a:effectLst>
                  <a:outerShdw blurRad="38100" dist="38100" dir="2700000" algn="tl">
                    <a:srgbClr val="FFFFFF"/>
                  </a:outerShdw>
                </a:effectLst>
                <a:uLnTx/>
                <a:uFillTx/>
                <a:ea typeface="黑体" panose="02010609060101010101" pitchFamily="49" charset="-122"/>
                <a:cs typeface="Times New Roman" panose="02020603050405020304" pitchFamily="18" charset="0"/>
              </a:rPr>
              <a:t>×</a:t>
            </a:r>
            <a:r>
              <a:rPr kumimoji="1" lang="en-US" altLang="zh-CN" sz="2000" b="0" i="1" u="none" strike="noStrike" kern="1200" cap="none" spc="0" normalizeH="0" baseline="0" noProof="0" dirty="0" smtClean="0">
                <a:ln>
                  <a:noFill/>
                </a:ln>
                <a:solidFill>
                  <a:srgbClr val="000000"/>
                </a:solidFill>
                <a:effectLst>
                  <a:outerShdw blurRad="38100" dist="38100" dir="2700000" algn="tl">
                    <a:srgbClr val="FFFFFF"/>
                  </a:outerShdw>
                </a:effectLst>
                <a:uLnTx/>
                <a:uFillTx/>
                <a:ea typeface="黑体" panose="02010609060101010101" pitchFamily="49" charset="-122"/>
                <a:cs typeface="Times New Roman" panose="02020603050405020304" pitchFamily="18" charset="0"/>
              </a:rPr>
              <a:t>F</a:t>
            </a:r>
            <a:r>
              <a:rPr kumimoji="1" lang="en-US" altLang="zh-CN" sz="2000" b="0" i="1" u="none" strike="noStrike" kern="1200" cap="none" spc="0" normalizeH="0" baseline="-25000" noProof="0" dirty="0" smtClean="0">
                <a:ln>
                  <a:noFill/>
                </a:ln>
                <a:solidFill>
                  <a:srgbClr val="000000"/>
                </a:solidFill>
                <a:effectLst>
                  <a:outerShdw blurRad="38100" dist="38100" dir="2700000" algn="tl">
                    <a:srgbClr val="FFFFFF"/>
                  </a:outerShdw>
                </a:effectLst>
                <a:uLnTx/>
                <a:uFillTx/>
                <a:ea typeface="黑体" panose="02010609060101010101" pitchFamily="49" charset="-122"/>
                <a:cs typeface="Times New Roman" panose="02020603050405020304" pitchFamily="18" charset="0"/>
              </a:rPr>
              <a:t>B</a:t>
            </a:r>
            <a:r>
              <a:rPr kumimoji="1" lang="en-US" altLang="zh-CN" sz="2000" b="0" i="0" u="none" strike="noStrike" kern="1200" cap="none" spc="0" normalizeH="0" baseline="0" noProof="0" dirty="0" smtClean="0">
                <a:ln>
                  <a:noFill/>
                </a:ln>
                <a:solidFill>
                  <a:srgbClr val="000000"/>
                </a:solidFill>
                <a:effectLst>
                  <a:outerShdw blurRad="38100" dist="38100" dir="2700000" algn="tl">
                    <a:srgbClr val="FFFFFF"/>
                  </a:outerShdw>
                </a:effectLst>
                <a:uLnTx/>
                <a:uFillTx/>
                <a:latin typeface="黑体" panose="02010609060101010101" pitchFamily="49" charset="-122"/>
                <a:ea typeface="黑体" panose="02010609060101010101" pitchFamily="49" charset="-122"/>
                <a:cs typeface="黑体" panose="02010609060101010101" pitchFamily="49" charset="-122"/>
              </a:rPr>
              <a:t> , </a:t>
            </a:r>
            <a:r>
              <a:rPr kumimoji="1" lang="en-US" altLang="zh-CN" sz="2000" b="0" i="1" u="none" strike="noStrike" kern="1200" cap="none" spc="0" normalizeH="0" baseline="0" noProof="0" dirty="0" smtClean="0">
                <a:ln>
                  <a:noFill/>
                </a:ln>
                <a:solidFill>
                  <a:srgbClr val="000000"/>
                </a:solidFill>
                <a:effectLst>
                  <a:outerShdw blurRad="38100" dist="38100" dir="2700000" algn="tl">
                    <a:srgbClr val="FFFFFF"/>
                  </a:outerShdw>
                </a:effectLst>
                <a:uLnTx/>
                <a:uFillTx/>
                <a:ea typeface="黑体" panose="02010609060101010101" pitchFamily="49" charset="-122"/>
                <a:cs typeface="Times New Roman" panose="02020603050405020304" pitchFamily="18" charset="0"/>
              </a:rPr>
              <a:t>P</a:t>
            </a:r>
            <a:r>
              <a:rPr kumimoji="1" lang="en-US" altLang="zh-CN" sz="2000" b="0" i="1" u="none" strike="noStrike" kern="1200" cap="none" spc="0" normalizeH="0" baseline="-25000" noProof="0" dirty="0" smtClean="0">
                <a:ln>
                  <a:noFill/>
                </a:ln>
                <a:solidFill>
                  <a:srgbClr val="000000"/>
                </a:solidFill>
                <a:effectLst>
                  <a:outerShdw blurRad="38100" dist="38100" dir="2700000" algn="tl">
                    <a:srgbClr val="FFFFFF"/>
                  </a:outerShdw>
                </a:effectLst>
                <a:uLnTx/>
                <a:uFillTx/>
                <a:ea typeface="黑体" panose="02010609060101010101" pitchFamily="49" charset="-122"/>
                <a:cs typeface="Times New Roman" panose="02020603050405020304" pitchFamily="18" charset="0"/>
              </a:rPr>
              <a:t>B</a:t>
            </a:r>
            <a:r>
              <a:rPr kumimoji="1" lang="en-US" altLang="zh-CN" sz="2000" b="0" i="1" u="none" strike="noStrike" kern="1200" cap="none" spc="0" normalizeH="0" baseline="0" noProof="0" dirty="0" smtClean="0">
                <a:ln>
                  <a:noFill/>
                </a:ln>
                <a:solidFill>
                  <a:srgbClr val="000000"/>
                </a:solidFill>
                <a:effectLst>
                  <a:outerShdw blurRad="38100" dist="38100" dir="2700000" algn="tl">
                    <a:srgbClr val="FFFFFF"/>
                  </a:outerShdw>
                </a:effectLst>
                <a:uLnTx/>
                <a:uFillTx/>
                <a:ea typeface="黑体" panose="02010609060101010101" pitchFamily="49" charset="-122"/>
                <a:cs typeface="Times New Roman" panose="02020603050405020304" pitchFamily="18" charset="0"/>
              </a:rPr>
              <a:t> </a:t>
            </a:r>
            <a:r>
              <a:rPr kumimoji="1" lang="en-US" altLang="zh-CN" sz="2000" b="0" i="0" u="none" strike="noStrike" kern="1200" cap="none" spc="0" normalizeH="0" baseline="0" noProof="0" dirty="0" smtClean="0">
                <a:ln>
                  <a:noFill/>
                </a:ln>
                <a:solidFill>
                  <a:srgbClr val="000000"/>
                </a:solidFill>
                <a:effectLst>
                  <a:outerShdw blurRad="38100" dist="38100" dir="2700000" algn="tl">
                    <a:srgbClr val="FFFFFF"/>
                  </a:outerShdw>
                </a:effectLst>
                <a:uLnTx/>
                <a:uFillTx/>
                <a:ea typeface="黑体" panose="02010609060101010101" pitchFamily="49" charset="-122"/>
                <a:cs typeface="Times New Roman" panose="02020603050405020304" pitchFamily="18" charset="0"/>
              </a:rPr>
              <a:t>=4400</a:t>
            </a:r>
            <a:r>
              <a:rPr kumimoji="1" lang="en-US" altLang="zh-CN" sz="2000" b="0" i="1" u="none" strike="noStrike" kern="1200" cap="none" spc="0" normalizeH="0" baseline="0" noProof="0" dirty="0" smtClean="0">
                <a:ln>
                  <a:noFill/>
                </a:ln>
                <a:solidFill>
                  <a:srgbClr val="000000"/>
                </a:solidFill>
                <a:effectLst>
                  <a:outerShdw blurRad="38100" dist="38100" dir="2700000" algn="tl">
                    <a:srgbClr val="FFFFFF"/>
                  </a:outerShdw>
                </a:effectLst>
                <a:uLnTx/>
                <a:uFillTx/>
                <a:ea typeface="黑体" panose="02010609060101010101" pitchFamily="49" charset="-122"/>
                <a:cs typeface="Times New Roman" panose="02020603050405020304" pitchFamily="18" charset="0"/>
              </a:rPr>
              <a:t>N</a:t>
            </a:r>
            <a:r>
              <a:rPr kumimoji="1" lang="en-US" altLang="zh-CN" sz="2000" b="0" i="0" u="none" strike="noStrike" kern="1200" cap="none" spc="0" normalizeH="0" baseline="0" noProof="0" dirty="0" smtClean="0">
                <a:ln>
                  <a:noFill/>
                </a:ln>
                <a:solidFill>
                  <a:srgbClr val="000000"/>
                </a:solidFill>
                <a:effectLst>
                  <a:outerShdw blurRad="38100" dist="38100" dir="2700000" algn="tl">
                    <a:srgbClr val="FFFFFF"/>
                  </a:outerShdw>
                </a:effectLst>
                <a:uLnTx/>
                <a:uFillTx/>
                <a:ea typeface="黑体" panose="02010609060101010101" pitchFamily="49" charset="-122"/>
                <a:cs typeface="Times New Roman" panose="02020603050405020304" pitchFamily="18" charset="0"/>
              </a:rPr>
              <a:t> </a:t>
            </a:r>
            <a:r>
              <a:rPr kumimoji="1" lang="en-US" altLang="zh-CN" sz="2000" b="0" i="0" u="none" strike="noStrike" kern="1200" cap="none" spc="0" normalizeH="0" baseline="0" noProof="0" dirty="0" smtClean="0">
                <a:ln>
                  <a:noFill/>
                </a:ln>
                <a:solidFill>
                  <a:srgbClr val="000000"/>
                </a:solidFill>
                <a:effectLst>
                  <a:outerShdw blurRad="38100" dist="38100" dir="2700000" algn="tl">
                    <a:srgbClr val="FFFFFF"/>
                  </a:outerShdw>
                </a:effectLst>
                <a:uLnTx/>
                <a:uFillTx/>
                <a:latin typeface="黑体" panose="02010609060101010101" pitchFamily="49" charset="-122"/>
                <a:ea typeface="黑体" panose="02010609060101010101" pitchFamily="49" charset="-122"/>
                <a:cs typeface="黑体" panose="02010609060101010101" pitchFamily="49" charset="-122"/>
              </a:rPr>
              <a:t>     </a:t>
            </a:r>
            <a:endParaRPr kumimoji="1" lang="en-US" altLang="zh-CN" sz="2000" b="0" i="0" u="none" strike="noStrike" kern="1200" cap="none" spc="0" normalizeH="0" baseline="0" noProof="0" dirty="0" smtClean="0">
              <a:ln>
                <a:noFill/>
              </a:ln>
              <a:solidFill>
                <a:srgbClr val="000000"/>
              </a:solidFill>
              <a:effectLst>
                <a:outerShdw blurRad="38100" dist="38100" dir="2700000" algn="tl">
                  <a:srgbClr val="FFFFFF"/>
                </a:outerShdw>
              </a:effectLst>
              <a:uLnTx/>
              <a:uFillTx/>
              <a:latin typeface="黑体" panose="02010609060101010101" pitchFamily="49" charset="-122"/>
              <a:ea typeface="黑体" panose="02010609060101010101" pitchFamily="49" charset="-122"/>
              <a:cs typeface="黑体" panose="02010609060101010101" pitchFamily="49" charset="-122"/>
            </a:endParaRPr>
          </a:p>
          <a:p>
            <a:pPr marL="342900" marR="0" lvl="0" indent="-342900" algn="l" defTabSz="914400" rtl="0" eaLnBrk="0" latinLnBrk="0" hangingPunct="0">
              <a:lnSpc>
                <a:spcPct val="150000"/>
              </a:lnSpc>
              <a:spcBef>
                <a:spcPts val="0"/>
              </a:spcBef>
              <a:spcAft>
                <a:spcPct val="0"/>
              </a:spcAft>
              <a:buClrTx/>
              <a:buSzTx/>
              <a:buFontTx/>
              <a:buChar char=" "/>
              <a:defRPr/>
            </a:pPr>
            <a:r>
              <a:rPr kumimoji="1" lang="zh-CN" altLang="en-US" sz="2000" b="0" i="0" u="none" strike="noStrike" kern="1200" cap="none" spc="0" normalizeH="0" baseline="0" noProof="0" dirty="0" smtClean="0">
                <a:ln>
                  <a:noFill/>
                </a:ln>
                <a:solidFill>
                  <a:srgbClr val="000000"/>
                </a:solidFill>
                <a:effectLst>
                  <a:outerShdw blurRad="38100" dist="38100" dir="2700000" algn="tl">
                    <a:srgbClr val="FFFFFF"/>
                  </a:outerShdw>
                </a:effectLst>
                <a:uLnTx/>
                <a:uFillTx/>
                <a:latin typeface="黑体" panose="02010609060101010101" pitchFamily="49" charset="-122"/>
                <a:ea typeface="黑体" panose="02010609060101010101" pitchFamily="49" charset="-122"/>
                <a:cs typeface="黑体" panose="02010609060101010101" pitchFamily="49" charset="-122"/>
              </a:rPr>
              <a:t>工作温度低于</a:t>
            </a:r>
            <a:r>
              <a:rPr kumimoji="1" lang="en-US" altLang="zh-CN" sz="2000" b="0" i="1" u="none" strike="noStrike" kern="1200" cap="none" spc="0" normalizeH="0" baseline="0" noProof="0" dirty="0" smtClean="0">
                <a:ln>
                  <a:noFill/>
                </a:ln>
                <a:solidFill>
                  <a:srgbClr val="000000"/>
                </a:solidFill>
                <a:effectLst>
                  <a:outerShdw blurRad="38100" dist="38100" dir="2700000" algn="tl">
                    <a:srgbClr val="FFFFFF"/>
                  </a:outerShdw>
                </a:effectLst>
                <a:uLnTx/>
                <a:uFillTx/>
                <a:ea typeface="黑体" panose="02010609060101010101" pitchFamily="49" charset="-122"/>
                <a:cs typeface="Times New Roman" panose="02020603050405020304" pitchFamily="18" charset="0"/>
              </a:rPr>
              <a:t>120</a:t>
            </a:r>
            <a:r>
              <a:rPr kumimoji="1" lang="zh-CN" altLang="en-US" sz="2000" b="0" i="1" u="none" strike="noStrike" kern="1200" cap="none" spc="0" normalizeH="0" baseline="0" noProof="0" dirty="0" smtClean="0">
                <a:ln>
                  <a:noFill/>
                </a:ln>
                <a:solidFill>
                  <a:srgbClr val="000000"/>
                </a:solidFill>
                <a:effectLst>
                  <a:outerShdw blurRad="38100" dist="38100" dir="2700000" algn="tl">
                    <a:srgbClr val="FFFFFF"/>
                  </a:outerShdw>
                </a:effectLst>
                <a:uLnTx/>
                <a:uFillTx/>
                <a:ea typeface="黑体" panose="02010609060101010101" pitchFamily="49" charset="-122"/>
                <a:cs typeface="Times New Roman" panose="02020603050405020304" pitchFamily="18" charset="0"/>
              </a:rPr>
              <a:t>℃</a:t>
            </a:r>
            <a:r>
              <a:rPr kumimoji="1" lang="zh-CN" altLang="en-US" sz="2000" b="0" i="0" u="none" strike="noStrike" kern="1200" cap="none" spc="0" normalizeH="0" baseline="0" noProof="0" dirty="0" smtClean="0">
                <a:ln>
                  <a:noFill/>
                </a:ln>
                <a:solidFill>
                  <a:srgbClr val="000000"/>
                </a:solidFill>
                <a:effectLst>
                  <a:outerShdw blurRad="38100" dist="38100" dir="2700000" algn="tl">
                    <a:srgbClr val="FFFFFF"/>
                  </a:outerShdw>
                </a:effectLst>
                <a:uLnTx/>
                <a:uFillTx/>
                <a:latin typeface="黑体" panose="02010609060101010101" pitchFamily="49" charset="-122"/>
                <a:ea typeface="黑体" panose="02010609060101010101" pitchFamily="49" charset="-122"/>
                <a:cs typeface="黑体" panose="02010609060101010101" pitchFamily="49" charset="-122"/>
              </a:rPr>
              <a:t>，</a:t>
            </a:r>
            <a:r>
              <a:rPr kumimoji="1" lang="zh-CN" altLang="zh-CN" sz="2000" b="0" i="0" u="none" strike="noStrike" kern="1200" cap="none" spc="0" normalizeH="0" baseline="0" noProof="0" dirty="0" smtClean="0">
                <a:ln>
                  <a:noFill/>
                </a:ln>
                <a:solidFill>
                  <a:srgbClr val="000000"/>
                </a:solidFill>
                <a:effectLst>
                  <a:outerShdw blurRad="38100" dist="38100" dir="2700000" algn="tl">
                    <a:srgbClr val="FFFFFF"/>
                  </a:outerShdw>
                </a:effectLst>
                <a:uLnTx/>
                <a:uFillTx/>
                <a:latin typeface="黑体" panose="02010609060101010101" pitchFamily="49" charset="-122"/>
                <a:ea typeface="黑体" panose="02010609060101010101" pitchFamily="49" charset="-122"/>
                <a:cs typeface="黑体" panose="02010609060101010101" pitchFamily="49" charset="-122"/>
              </a:rPr>
              <a:t>查得载荷系数</a:t>
            </a:r>
            <a:r>
              <a:rPr kumimoji="1" lang="en-US" altLang="zh-CN" sz="2000" b="0" i="1" u="none" strike="noStrike" kern="1200" cap="none" spc="0" normalizeH="0" baseline="0" noProof="0" dirty="0" err="1" smtClean="0">
                <a:ln>
                  <a:noFill/>
                </a:ln>
                <a:solidFill>
                  <a:srgbClr val="000000"/>
                </a:solidFill>
                <a:effectLst>
                  <a:outerShdw blurRad="38100" dist="38100" dir="2700000" algn="tl">
                    <a:srgbClr val="FFFFFF"/>
                  </a:outerShdw>
                </a:effectLst>
                <a:uLnTx/>
                <a:uFillTx/>
                <a:ea typeface="黑体" panose="02010609060101010101" pitchFamily="49" charset="-122"/>
                <a:cs typeface="Times New Roman" panose="02020603050405020304" pitchFamily="18" charset="0"/>
              </a:rPr>
              <a:t>f</a:t>
            </a:r>
            <a:r>
              <a:rPr kumimoji="1" lang="en-US" altLang="zh-CN" sz="2000" b="0" i="1" u="none" strike="noStrike" kern="1200" cap="none" spc="0" normalizeH="0" baseline="-25000" noProof="0" dirty="0" err="1" smtClean="0">
                <a:ln>
                  <a:noFill/>
                </a:ln>
                <a:solidFill>
                  <a:srgbClr val="000000"/>
                </a:solidFill>
                <a:effectLst>
                  <a:outerShdw blurRad="38100" dist="38100" dir="2700000" algn="tl">
                    <a:srgbClr val="FFFFFF"/>
                  </a:outerShdw>
                </a:effectLst>
                <a:uLnTx/>
                <a:uFillTx/>
                <a:ea typeface="黑体" panose="02010609060101010101" pitchFamily="49" charset="-122"/>
                <a:cs typeface="Times New Roman" panose="02020603050405020304" pitchFamily="18" charset="0"/>
              </a:rPr>
              <a:t>t</a:t>
            </a:r>
            <a:r>
              <a:rPr kumimoji="1" lang="en-US" altLang="zh-CN" sz="2000" b="0" i="1" u="none" strike="noStrike" kern="1200" cap="none" spc="0" normalizeH="0" baseline="0" noProof="0" dirty="0" smtClean="0">
                <a:ln>
                  <a:noFill/>
                </a:ln>
                <a:solidFill>
                  <a:srgbClr val="000000"/>
                </a:solidFill>
                <a:effectLst>
                  <a:outerShdw blurRad="38100" dist="38100" dir="2700000" algn="tl">
                    <a:srgbClr val="FFFFFF"/>
                  </a:outerShdw>
                </a:effectLst>
                <a:uLnTx/>
                <a:uFillTx/>
                <a:ea typeface="黑体" panose="02010609060101010101" pitchFamily="49" charset="-122"/>
                <a:cs typeface="Times New Roman" panose="02020603050405020304" pitchFamily="18" charset="0"/>
              </a:rPr>
              <a:t>=1 </a:t>
            </a:r>
            <a:endParaRPr kumimoji="1" lang="en-US" altLang="zh-CN" sz="2000" b="0" i="1" u="none" strike="noStrike" kern="1200" cap="none" spc="0" normalizeH="0" baseline="0" noProof="0" dirty="0" smtClean="0">
              <a:ln>
                <a:noFill/>
              </a:ln>
              <a:solidFill>
                <a:srgbClr val="000000"/>
              </a:solidFill>
              <a:effectLst>
                <a:outerShdw blurRad="38100" dist="38100" dir="2700000" algn="tl">
                  <a:srgbClr val="FFFFFF"/>
                </a:outerShdw>
              </a:effectLst>
              <a:uLnTx/>
              <a:uFillTx/>
              <a:ea typeface="黑体" panose="02010609060101010101" pitchFamily="49" charset="-122"/>
              <a:cs typeface="Times New Roman" panose="02020603050405020304" pitchFamily="18" charset="0"/>
            </a:endParaRPr>
          </a:p>
          <a:p>
            <a:pPr marL="342900" marR="0" lvl="0" indent="-342900" algn="l" defTabSz="914400" rtl="0" eaLnBrk="0" latinLnBrk="0" hangingPunct="0">
              <a:lnSpc>
                <a:spcPct val="150000"/>
              </a:lnSpc>
              <a:spcBef>
                <a:spcPts val="0"/>
              </a:spcBef>
              <a:spcAft>
                <a:spcPct val="0"/>
              </a:spcAft>
              <a:buClrTx/>
              <a:buSzTx/>
              <a:buFontTx/>
              <a:buChar char=" "/>
              <a:defRPr/>
            </a:pPr>
            <a:endParaRPr kumimoji="1" lang="en-US" altLang="zh-CN" sz="2000" b="0" i="0" u="none" strike="noStrike" kern="1200" cap="none" spc="0" normalizeH="0" baseline="0" noProof="0" dirty="0" smtClean="0">
              <a:ln>
                <a:noFill/>
              </a:ln>
              <a:solidFill>
                <a:srgbClr val="CC0000"/>
              </a:solidFill>
              <a:effectLst/>
              <a:uLnTx/>
              <a:uFillTx/>
              <a:latin typeface="黑体" panose="02010609060101010101" pitchFamily="49" charset="-122"/>
              <a:ea typeface="黑体" panose="02010609060101010101" pitchFamily="49" charset="-122"/>
              <a:cs typeface="黑体" panose="02010609060101010101" pitchFamily="49" charset="-122"/>
            </a:endParaRPr>
          </a:p>
          <a:p>
            <a:pPr marL="342900" marR="0" lvl="0" indent="-342900" algn="l" defTabSz="914400" rtl="0" eaLnBrk="0" fontAlgn="base" latinLnBrk="0" hangingPunct="0">
              <a:lnSpc>
                <a:spcPct val="100000"/>
              </a:lnSpc>
              <a:spcBef>
                <a:spcPct val="20000"/>
              </a:spcBef>
              <a:spcAft>
                <a:spcPct val="0"/>
              </a:spcAft>
              <a:buClrTx/>
              <a:buSzTx/>
              <a:buFontTx/>
              <a:buChar char=" "/>
              <a:defRPr/>
            </a:pPr>
            <a:r>
              <a:rPr kumimoji="1" lang="en-US" altLang="zh-CN" sz="2400" b="0" i="0" u="none" strike="noStrike" kern="1200" cap="none" spc="0" normalizeH="0" baseline="0" noProof="0" dirty="0" smtClean="0">
                <a:ln>
                  <a:noFill/>
                </a:ln>
                <a:solidFill>
                  <a:srgbClr val="CC0000"/>
                </a:solidFill>
                <a:effectLst/>
                <a:uLnTx/>
                <a:uFillTx/>
                <a:latin typeface="黑体" panose="02010609060101010101" pitchFamily="49" charset="-122"/>
                <a:ea typeface="黑体" panose="02010609060101010101" pitchFamily="49" charset="-122"/>
                <a:cs typeface="黑体" panose="02010609060101010101" pitchFamily="49" charset="-122"/>
              </a:rPr>
              <a:t>3.</a:t>
            </a:r>
            <a:r>
              <a:rPr kumimoji="1" lang="zh-CN" altLang="en-US" sz="2400" b="0" i="0" u="none" strike="noStrike" kern="1200" cap="none" spc="0" normalizeH="0" baseline="0" noProof="0" dirty="0" smtClean="0">
                <a:ln>
                  <a:noFill/>
                </a:ln>
                <a:solidFill>
                  <a:srgbClr val="CC0000"/>
                </a:solidFill>
                <a:effectLst/>
                <a:uLnTx/>
                <a:uFillTx/>
                <a:latin typeface="黑体" panose="02010609060101010101" pitchFamily="49" charset="-122"/>
                <a:ea typeface="黑体" panose="02010609060101010101" pitchFamily="49" charset="-122"/>
                <a:cs typeface="黑体" panose="02010609060101010101" pitchFamily="49" charset="-122"/>
              </a:rPr>
              <a:t>计算该轴承的寿命</a:t>
            </a:r>
            <a:r>
              <a:rPr kumimoji="1" lang="zh-CN" altLang="en-US" sz="2400" b="0" i="0" u="none" strike="noStrike" kern="1200" cap="none" spc="0" normalizeH="0" baseline="0" noProof="0" dirty="0" smtClean="0">
                <a:ln>
                  <a:noFill/>
                </a:ln>
                <a:solidFill>
                  <a:srgbClr val="CC0066"/>
                </a:solidFill>
                <a:effectLst/>
                <a:uLnTx/>
                <a:uFillTx/>
                <a:latin typeface="黑体" panose="02010609060101010101" pitchFamily="49" charset="-122"/>
                <a:ea typeface="黑体" panose="02010609060101010101" pitchFamily="49" charset="-122"/>
                <a:cs typeface="黑体" panose="02010609060101010101" pitchFamily="49" charset="-122"/>
              </a:rPr>
              <a:t>      </a:t>
            </a:r>
            <a:endParaRPr kumimoji="1" lang="zh-CN" altLang="en-US" sz="2400" b="0" i="0" u="none" strike="noStrike" kern="1200" cap="none" spc="0" normalizeH="0" baseline="0" noProof="0" dirty="0" smtClean="0">
              <a:ln>
                <a:noFill/>
              </a:ln>
              <a:solidFill>
                <a:srgbClr val="CC0066"/>
              </a:solidFill>
              <a:effectLst/>
              <a:uLnTx/>
              <a:uFillTx/>
              <a:latin typeface="黑体" panose="02010609060101010101" pitchFamily="49" charset="-122"/>
              <a:ea typeface="黑体" panose="02010609060101010101" pitchFamily="49" charset="-122"/>
              <a:cs typeface="黑体" panose="02010609060101010101" pitchFamily="49" charset="-122"/>
            </a:endParaRPr>
          </a:p>
          <a:p>
            <a:pPr marL="342900" marR="0" lvl="0" indent="-342900" algn="l" defTabSz="914400" rtl="0" eaLnBrk="0" fontAlgn="base" latinLnBrk="0" hangingPunct="0">
              <a:lnSpc>
                <a:spcPct val="100000"/>
              </a:lnSpc>
              <a:spcBef>
                <a:spcPct val="20000"/>
              </a:spcBef>
              <a:spcAft>
                <a:spcPct val="0"/>
              </a:spcAft>
              <a:buClrTx/>
              <a:buSzTx/>
              <a:buFontTx/>
              <a:buChar char="•"/>
              <a:defRPr/>
            </a:pPr>
            <a:endParaRPr kumimoji="1" lang="zh-CN" altLang="en-US" sz="2800" b="0" i="0" u="none" strike="noStrike" kern="1200" cap="none" spc="0" normalizeH="0" baseline="0" noProof="0" dirty="0" smtClean="0">
              <a:ln>
                <a:noFill/>
              </a:ln>
              <a:solidFill>
                <a:srgbClr val="000000"/>
              </a:solidFill>
              <a:effectLst>
                <a:outerShdw blurRad="38100" dist="38100" dir="2700000" algn="tl">
                  <a:srgbClr val="FFFFFF"/>
                </a:outerShdw>
              </a:effectLst>
              <a:uLnTx/>
              <a:uFillTx/>
              <a:latin typeface="仿宋_GB2312" pitchFamily="49" charset="-122"/>
              <a:ea typeface="仿宋_GB2312" pitchFamily="49" charset="-122"/>
              <a:cs typeface="+mn-cs"/>
            </a:endParaRPr>
          </a:p>
          <a:p>
            <a:pPr marL="342900" marR="0" lvl="0" indent="-342900" algn="l" defTabSz="914400" rtl="0" eaLnBrk="0" fontAlgn="base" latinLnBrk="0" hangingPunct="0">
              <a:lnSpc>
                <a:spcPct val="100000"/>
              </a:lnSpc>
              <a:spcBef>
                <a:spcPct val="20000"/>
              </a:spcBef>
              <a:spcAft>
                <a:spcPct val="0"/>
              </a:spcAft>
              <a:buClrTx/>
              <a:buSzTx/>
              <a:buFontTx/>
              <a:buChar char="•"/>
              <a:defRPr/>
            </a:pPr>
            <a:endParaRPr kumimoji="1" lang="en-US" altLang="zh-CN" sz="2400" b="0" i="0" u="none" strike="noStrike" kern="1200" cap="none" spc="0" normalizeH="0" baseline="0" noProof="0" dirty="0" smtClean="0">
              <a:ln>
                <a:noFill/>
              </a:ln>
              <a:solidFill>
                <a:srgbClr val="000000"/>
              </a:solidFill>
              <a:effectLst/>
              <a:uLnTx/>
              <a:uFillTx/>
              <a:latin typeface="黑体" panose="02010609060101010101" pitchFamily="49" charset="-122"/>
              <a:ea typeface="黑体" panose="02010609060101010101" pitchFamily="49" charset="-122"/>
              <a:cs typeface="+mn-cs"/>
            </a:endParaRPr>
          </a:p>
        </p:txBody>
      </p:sp>
      <p:graphicFrame>
        <p:nvGraphicFramePr>
          <p:cNvPr id="90115" name="Object 3"/>
          <p:cNvGraphicFramePr>
            <a:graphicFrameLocks noChangeAspect="1"/>
          </p:cNvGraphicFramePr>
          <p:nvPr/>
        </p:nvGraphicFramePr>
        <p:xfrm>
          <a:off x="2547938" y="3423603"/>
          <a:ext cx="2377440" cy="933450"/>
        </p:xfrm>
        <a:graphic>
          <a:graphicData uri="http://schemas.openxmlformats.org/presentationml/2006/ole">
            <mc:AlternateContent xmlns:mc="http://schemas.openxmlformats.org/markup-compatibility/2006">
              <mc:Choice xmlns:v="urn:schemas-microsoft-com:vml" Requires="v">
                <p:oleObj spid="_x0000_s3084" name="" r:id="rId1" imgW="1066800" imgH="469900" progId="Equation.3">
                  <p:embed/>
                </p:oleObj>
              </mc:Choice>
              <mc:Fallback>
                <p:oleObj name="" r:id="rId1" imgW="1066800" imgH="469900" progId="Equation.3">
                  <p:embed/>
                  <p:pic>
                    <p:nvPicPr>
                      <p:cNvPr id="0" name="图片 3083"/>
                      <p:cNvPicPr/>
                      <p:nvPr/>
                    </p:nvPicPr>
                    <p:blipFill>
                      <a:blip r:embed="rId2"/>
                      <a:stretch>
                        <a:fillRect/>
                      </a:stretch>
                    </p:blipFill>
                    <p:spPr>
                      <a:xfrm>
                        <a:off x="2547938" y="3423603"/>
                        <a:ext cx="2377440" cy="933450"/>
                      </a:xfrm>
                      <a:prstGeom prst="rect">
                        <a:avLst/>
                      </a:prstGeom>
                      <a:noFill/>
                      <a:ln w="38100">
                        <a:noFill/>
                        <a:miter/>
                      </a:ln>
                    </p:spPr>
                  </p:pic>
                </p:oleObj>
              </mc:Fallback>
            </mc:AlternateContent>
          </a:graphicData>
        </a:graphic>
      </p:graphicFrame>
      <p:graphicFrame>
        <p:nvGraphicFramePr>
          <p:cNvPr id="90116" name="Object 4"/>
          <p:cNvGraphicFramePr>
            <a:graphicFrameLocks noChangeAspect="1"/>
          </p:cNvGraphicFramePr>
          <p:nvPr/>
        </p:nvGraphicFramePr>
        <p:xfrm>
          <a:off x="2113598" y="4504055"/>
          <a:ext cx="4721225" cy="944563"/>
        </p:xfrm>
        <a:graphic>
          <a:graphicData uri="http://schemas.openxmlformats.org/presentationml/2006/ole">
            <mc:AlternateContent xmlns:mc="http://schemas.openxmlformats.org/markup-compatibility/2006">
              <mc:Choice xmlns:v="urn:schemas-microsoft-com:vml" Requires="v">
                <p:oleObj spid="_x0000_s3085" name="" r:id="rId3" imgW="2362200" imgH="469900" progId="Equation.3">
                  <p:embed/>
                </p:oleObj>
              </mc:Choice>
              <mc:Fallback>
                <p:oleObj name="" r:id="rId3" imgW="2362200" imgH="469900" progId="Equation.3">
                  <p:embed/>
                  <p:pic>
                    <p:nvPicPr>
                      <p:cNvPr id="0" name="图片 3084"/>
                      <p:cNvPicPr/>
                      <p:nvPr/>
                    </p:nvPicPr>
                    <p:blipFill>
                      <a:blip r:embed="rId4"/>
                      <a:stretch>
                        <a:fillRect/>
                      </a:stretch>
                    </p:blipFill>
                    <p:spPr>
                      <a:xfrm>
                        <a:off x="2113598" y="4504055"/>
                        <a:ext cx="4721225" cy="944563"/>
                      </a:xfrm>
                      <a:prstGeom prst="rect">
                        <a:avLst/>
                      </a:prstGeom>
                      <a:noFill/>
                      <a:ln w="38100">
                        <a:noFill/>
                        <a:miter/>
                      </a:ln>
                    </p:spPr>
                  </p:pic>
                </p:oleObj>
              </mc:Fallback>
            </mc:AlternateContent>
          </a:graphicData>
        </a:graphic>
      </p:graphicFrame>
      <p:sp>
        <p:nvSpPr>
          <p:cNvPr id="90117" name="Rectangle 5"/>
          <p:cNvSpPr/>
          <p:nvPr/>
        </p:nvSpPr>
        <p:spPr>
          <a:xfrm>
            <a:off x="977900" y="5815489"/>
            <a:ext cx="6838950" cy="534035"/>
          </a:xfrm>
          <a:prstGeom prst="rect">
            <a:avLst/>
          </a:prstGeom>
          <a:noFill/>
          <a:ln w="9525">
            <a:noFill/>
          </a:ln>
        </p:spPr>
        <p:txBody>
          <a:bodyPr anchor="ctr" anchorCtr="0">
            <a:spAutoFit/>
          </a:bodyPr>
          <a:p>
            <a:pPr indent="0">
              <a:buNone/>
            </a:pPr>
            <a:r>
              <a:rPr lang="zh-CN" altLang="en-US" sz="2400" dirty="0">
                <a:solidFill>
                  <a:srgbClr val="CC0000"/>
                </a:solidFill>
                <a:latin typeface="黑体" panose="02010609060101010101" pitchFamily="49" charset="-122"/>
                <a:ea typeface="黑体" panose="02010609060101010101" pitchFamily="49" charset="-122"/>
                <a:cs typeface="黑体" panose="02010609060101010101" pitchFamily="49" charset="-122"/>
              </a:rPr>
              <a:t>该轴承的寿命为</a:t>
            </a:r>
            <a:r>
              <a:rPr lang="en-US" altLang="zh-CN" sz="2400" dirty="0">
                <a:solidFill>
                  <a:srgbClr val="CC0000"/>
                </a:solidFill>
                <a:latin typeface="黑体" panose="02010609060101010101" pitchFamily="49" charset="-122"/>
                <a:ea typeface="黑体" panose="02010609060101010101" pitchFamily="49" charset="-122"/>
                <a:cs typeface="黑体" panose="02010609060101010101" pitchFamily="49" charset="-122"/>
              </a:rPr>
              <a:t>5940</a:t>
            </a:r>
            <a:r>
              <a:rPr lang="zh-CN" altLang="en-US" sz="2400" dirty="0">
                <a:solidFill>
                  <a:srgbClr val="CC0000"/>
                </a:solidFill>
                <a:latin typeface="黑体" panose="02010609060101010101" pitchFamily="49" charset="-122"/>
                <a:ea typeface="黑体" panose="02010609060101010101" pitchFamily="49" charset="-122"/>
                <a:cs typeface="黑体" panose="02010609060101010101" pitchFamily="49" charset="-122"/>
              </a:rPr>
              <a:t>小时。 </a:t>
            </a:r>
            <a:endParaRPr lang="zh-CN" altLang="en-US" sz="2400" dirty="0">
              <a:solidFill>
                <a:srgbClr val="CC0000"/>
              </a:solidFill>
              <a:latin typeface="黑体" panose="02010609060101010101" pitchFamily="49" charset="-122"/>
              <a:ea typeface="黑体" panose="02010609060101010101" pitchFamily="49" charset="-122"/>
              <a:cs typeface="黑体" panose="02010609060101010101" pitchFamily="49" charset="-122"/>
            </a:endParaRPr>
          </a:p>
        </p:txBody>
      </p:sp>
      <p:pic>
        <p:nvPicPr>
          <p:cNvPr id="7" name="Picture 148" descr="back1">
            <a:hlinkClick r:id="" action="ppaction://hlinkshowjump?jump=previousslide"/>
          </p:cNvPr>
          <p:cNvPicPr>
            <a:picLocks noChangeAspect="1"/>
          </p:cNvPicPr>
          <p:nvPr/>
        </p:nvPicPr>
        <p:blipFill>
          <a:blip r:embed="rId5"/>
          <a:stretch>
            <a:fillRect/>
          </a:stretch>
        </p:blipFill>
        <p:spPr>
          <a:xfrm>
            <a:off x="8324850" y="6551613"/>
            <a:ext cx="306388" cy="306387"/>
          </a:xfrm>
          <a:prstGeom prst="rect">
            <a:avLst/>
          </a:prstGeom>
          <a:noFill/>
          <a:ln w="9525">
            <a:noFill/>
          </a:ln>
        </p:spPr>
      </p:pic>
      <p:pic>
        <p:nvPicPr>
          <p:cNvPr id="8" name="Picture 149" descr="NEXT1">
            <a:hlinkClick r:id="" action="ppaction://hlinkshowjump?jump=nextslide"/>
          </p:cNvPr>
          <p:cNvPicPr>
            <a:picLocks noChangeAspect="1"/>
          </p:cNvPicPr>
          <p:nvPr/>
        </p:nvPicPr>
        <p:blipFill>
          <a:blip r:embed="rId6"/>
          <a:stretch>
            <a:fillRect/>
          </a:stretch>
        </p:blipFill>
        <p:spPr>
          <a:xfrm>
            <a:off x="8745538" y="6551613"/>
            <a:ext cx="306387" cy="306387"/>
          </a:xfrm>
          <a:prstGeom prst="rect">
            <a:avLst/>
          </a:prstGeom>
          <a:noFill/>
          <a:ln w="9525">
            <a:noFill/>
          </a:ln>
        </p:spPr>
      </p:pic>
      <p:pic>
        <p:nvPicPr>
          <p:cNvPr id="9" name="Picture 150" descr="rewind1">
            <a:hlinkClick r:id="" action="ppaction://hlinkshowjump?jump=firstslide"/>
          </p:cNvPr>
          <p:cNvPicPr>
            <a:picLocks noChangeAspect="1"/>
          </p:cNvPicPr>
          <p:nvPr/>
        </p:nvPicPr>
        <p:blipFill>
          <a:blip r:embed="rId7"/>
          <a:stretch>
            <a:fillRect/>
          </a:stretch>
        </p:blipFill>
        <p:spPr>
          <a:xfrm>
            <a:off x="7875588" y="6551613"/>
            <a:ext cx="306387" cy="306387"/>
          </a:xfrm>
          <a:prstGeom prst="rect">
            <a:avLst/>
          </a:prstGeom>
          <a:noFill/>
          <a:ln w="9525">
            <a:noFill/>
          </a:ln>
        </p:spPr>
      </p:pic>
    </p:spTree>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iterate type="lt">
                                    <p:tmPct val="100000"/>
                                  </p:iterate>
                                  <p:childTnLst>
                                    <p:set>
                                      <p:cBhvr>
                                        <p:cTn id="6" dur="100" fill="hold">
                                          <p:stCondLst>
                                            <p:cond delay="0"/>
                                          </p:stCondLst>
                                        </p:cTn>
                                        <p:tgtEl>
                                          <p:spTgt spid="90114">
                                            <p:txEl>
                                              <p:charRg st="4294967295" end="4294967295"/>
                                            </p:txEl>
                                          </p:spTgt>
                                        </p:tgtEl>
                                        <p:attrNameLst>
                                          <p:attrName>style.visibility</p:attrName>
                                        </p:attrNameLst>
                                      </p:cBhvr>
                                      <p:to>
                                        <p:strVal val="visible"/>
                                      </p:to>
                                    </p:set>
                                    <p:animEffect transition="in" filter="wipe(up)">
                                      <p:cBhvr>
                                        <p:cTn id="7" dur="100"/>
                                        <p:tgtEl>
                                          <p:spTgt spid="90114">
                                            <p:txEl>
                                              <p:charRg st="4294967295" end="4294967295"/>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iterate type="lt">
                                    <p:tmPct val="100000"/>
                                  </p:iterate>
                                  <p:childTnLst>
                                    <p:set>
                                      <p:cBhvr>
                                        <p:cTn id="11" dur="100" fill="hold">
                                          <p:stCondLst>
                                            <p:cond delay="0"/>
                                          </p:stCondLst>
                                        </p:cTn>
                                        <p:tgtEl>
                                          <p:spTgt spid="90114">
                                            <p:txEl>
                                              <p:charRg st="0" end="18"/>
                                            </p:txEl>
                                          </p:spTgt>
                                        </p:tgtEl>
                                        <p:attrNameLst>
                                          <p:attrName>style.visibility</p:attrName>
                                        </p:attrNameLst>
                                      </p:cBhvr>
                                      <p:to>
                                        <p:strVal val="visible"/>
                                      </p:to>
                                    </p:set>
                                    <p:animEffect transition="in" filter="wipe(up)">
                                      <p:cBhvr>
                                        <p:cTn id="12" dur="100"/>
                                        <p:tgtEl>
                                          <p:spTgt spid="90114">
                                            <p:txEl>
                                              <p:charRg st="0" end="18"/>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grpId="0" nodeType="clickEffect">
                                  <p:stCondLst>
                                    <p:cond delay="0"/>
                                  </p:stCondLst>
                                  <p:iterate type="lt">
                                    <p:tmPct val="100000"/>
                                  </p:iterate>
                                  <p:childTnLst>
                                    <p:set>
                                      <p:cBhvr>
                                        <p:cTn id="16" dur="100" fill="hold">
                                          <p:stCondLst>
                                            <p:cond delay="0"/>
                                          </p:stCondLst>
                                        </p:cTn>
                                        <p:tgtEl>
                                          <p:spTgt spid="90114">
                                            <p:txEl>
                                              <p:charRg st="18" end="58"/>
                                            </p:txEl>
                                          </p:spTgt>
                                        </p:tgtEl>
                                        <p:attrNameLst>
                                          <p:attrName>style.visibility</p:attrName>
                                        </p:attrNameLst>
                                      </p:cBhvr>
                                      <p:to>
                                        <p:strVal val="visible"/>
                                      </p:to>
                                    </p:set>
                                    <p:animEffect transition="in" filter="wipe(up)">
                                      <p:cBhvr>
                                        <p:cTn id="17" dur="100"/>
                                        <p:tgtEl>
                                          <p:spTgt spid="90114">
                                            <p:txEl>
                                              <p:charRg st="18" end="58"/>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grpId="0" nodeType="clickEffect">
                                  <p:stCondLst>
                                    <p:cond delay="0"/>
                                  </p:stCondLst>
                                  <p:iterate type="lt">
                                    <p:tmPct val="100000"/>
                                  </p:iterate>
                                  <p:childTnLst>
                                    <p:set>
                                      <p:cBhvr>
                                        <p:cTn id="21" dur="100" fill="hold">
                                          <p:stCondLst>
                                            <p:cond delay="0"/>
                                          </p:stCondLst>
                                        </p:cTn>
                                        <p:tgtEl>
                                          <p:spTgt spid="90114">
                                            <p:txEl>
                                              <p:charRg st="58" end="92"/>
                                            </p:txEl>
                                          </p:spTgt>
                                        </p:tgtEl>
                                        <p:attrNameLst>
                                          <p:attrName>style.visibility</p:attrName>
                                        </p:attrNameLst>
                                      </p:cBhvr>
                                      <p:to>
                                        <p:strVal val="visible"/>
                                      </p:to>
                                    </p:set>
                                    <p:animEffect transition="in" filter="wipe(up)">
                                      <p:cBhvr>
                                        <p:cTn id="22" dur="100"/>
                                        <p:tgtEl>
                                          <p:spTgt spid="90114">
                                            <p:txEl>
                                              <p:charRg st="58" end="9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1" fill="hold" grpId="0" nodeType="clickEffect">
                                  <p:stCondLst>
                                    <p:cond delay="0"/>
                                  </p:stCondLst>
                                  <p:iterate type="lt">
                                    <p:tmPct val="100000"/>
                                  </p:iterate>
                                  <p:childTnLst>
                                    <p:set>
                                      <p:cBhvr>
                                        <p:cTn id="26" dur="100" fill="hold">
                                          <p:stCondLst>
                                            <p:cond delay="0"/>
                                          </p:stCondLst>
                                        </p:cTn>
                                        <p:tgtEl>
                                          <p:spTgt spid="90114">
                                            <p:txEl>
                                              <p:charRg st="92" end="117"/>
                                            </p:txEl>
                                          </p:spTgt>
                                        </p:tgtEl>
                                        <p:attrNameLst>
                                          <p:attrName>style.visibility</p:attrName>
                                        </p:attrNameLst>
                                      </p:cBhvr>
                                      <p:to>
                                        <p:strVal val="visible"/>
                                      </p:to>
                                    </p:set>
                                    <p:animEffect transition="in" filter="wipe(up)">
                                      <p:cBhvr>
                                        <p:cTn id="27" dur="100"/>
                                        <p:tgtEl>
                                          <p:spTgt spid="90114">
                                            <p:txEl>
                                              <p:charRg st="92" end="117"/>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90115"/>
                                        </p:tgtEl>
                                        <p:attrNameLst>
                                          <p:attrName>style.visibility</p:attrName>
                                        </p:attrNameLst>
                                      </p:cBhvr>
                                      <p:to>
                                        <p:strVal val="visible"/>
                                      </p:to>
                                    </p:set>
                                    <p:animEffect transition="in" filter="wipe(left)">
                                      <p:cBhvr>
                                        <p:cTn id="32" dur="500"/>
                                        <p:tgtEl>
                                          <p:spTgt spid="90115"/>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nodeType="clickEffect">
                                  <p:stCondLst>
                                    <p:cond delay="0"/>
                                  </p:stCondLst>
                                  <p:childTnLst>
                                    <p:set>
                                      <p:cBhvr>
                                        <p:cTn id="36" dur="1" fill="hold">
                                          <p:stCondLst>
                                            <p:cond delay="0"/>
                                          </p:stCondLst>
                                        </p:cTn>
                                        <p:tgtEl>
                                          <p:spTgt spid="90116"/>
                                        </p:tgtEl>
                                        <p:attrNameLst>
                                          <p:attrName>style.visibility</p:attrName>
                                        </p:attrNameLst>
                                      </p:cBhvr>
                                      <p:to>
                                        <p:strVal val="visible"/>
                                      </p:to>
                                    </p:set>
                                    <p:animEffect transition="in" filter="wipe(left)">
                                      <p:cBhvr>
                                        <p:cTn id="37" dur="500"/>
                                        <p:tgtEl>
                                          <p:spTgt spid="90116"/>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90117"/>
                                        </p:tgtEl>
                                        <p:attrNameLst>
                                          <p:attrName>style.visibility</p:attrName>
                                        </p:attrNameLst>
                                      </p:cBhvr>
                                      <p:to>
                                        <p:strVal val="visible"/>
                                      </p:to>
                                    </p:set>
                                    <p:animEffect transition="in" filter="wipe(left)">
                                      <p:cBhvr>
                                        <p:cTn id="42" dur="500"/>
                                        <p:tgtEl>
                                          <p:spTgt spid="90117"/>
                                        </p:tgtEl>
                                      </p:cBhvr>
                                    </p:animEffect>
                                  </p:childTnLst>
                                </p:cTn>
                              </p:par>
                            </p:childTnLst>
                          </p:cTn>
                        </p:par>
                        <p:par>
                          <p:cTn id="43" fill="hold">
                            <p:stCondLst>
                              <p:cond delay="500"/>
                            </p:stCondLst>
                            <p:childTnLst>
                              <p:par>
                                <p:cTn id="44" presetID="1" presetClass="entr" presetSubtype="0" fill="hold" nodeType="afterEffect">
                                  <p:stCondLst>
                                    <p:cond delay="0"/>
                                  </p:stCondLst>
                                  <p:childTnLst>
                                    <p:set>
                                      <p:cBhvr>
                                        <p:cTn id="45" dur="1" fill="hold">
                                          <p:stCondLst>
                                            <p:cond delay="499"/>
                                          </p:stCondLst>
                                        </p:cTn>
                                        <p:tgtEl>
                                          <p:spTgt spid="8"/>
                                        </p:tgtEl>
                                        <p:attrNameLst>
                                          <p:attrName>style.visibility</p:attrName>
                                        </p:attrNameLst>
                                      </p:cBhvr>
                                      <p:to>
                                        <p:strVal val="visible"/>
                                      </p:to>
                                    </p:set>
                                  </p:childTnLst>
                                </p:cTn>
                              </p:par>
                            </p:childTnLst>
                          </p:cTn>
                        </p:par>
                        <p:par>
                          <p:cTn id="46" fill="hold">
                            <p:stCondLst>
                              <p:cond delay="1000"/>
                            </p:stCondLst>
                            <p:childTnLst>
                              <p:par>
                                <p:cTn id="47" presetID="1" presetClass="entr" presetSubtype="0" fill="hold" nodeType="afterEffect">
                                  <p:stCondLst>
                                    <p:cond delay="0"/>
                                  </p:stCondLst>
                                  <p:childTnLst>
                                    <p:set>
                                      <p:cBhvr>
                                        <p:cTn id="48" dur="1" fill="hold">
                                          <p:stCondLst>
                                            <p:cond delay="499"/>
                                          </p:stCondLst>
                                        </p:cTn>
                                        <p:tgtEl>
                                          <p:spTgt spid="7"/>
                                        </p:tgtEl>
                                        <p:attrNameLst>
                                          <p:attrName>style.visibility</p:attrName>
                                        </p:attrNameLst>
                                      </p:cBhvr>
                                      <p:to>
                                        <p:strVal val="visible"/>
                                      </p:to>
                                    </p:set>
                                  </p:childTnLst>
                                </p:cTn>
                              </p:par>
                            </p:childTnLst>
                          </p:cTn>
                        </p:par>
                        <p:par>
                          <p:cTn id="49" fill="hold">
                            <p:stCondLst>
                              <p:cond delay="1500"/>
                            </p:stCondLst>
                            <p:childTnLst>
                              <p:par>
                                <p:cTn id="50" presetID="2" presetClass="entr" presetSubtype="8" fill="hold" nodeType="afterEffect">
                                  <p:stCondLst>
                                    <p:cond delay="0"/>
                                  </p:stCondLst>
                                  <p:childTnLst>
                                    <p:set>
                                      <p:cBhvr>
                                        <p:cTn id="51" dur="1" fill="hold">
                                          <p:stCondLst>
                                            <p:cond delay="0"/>
                                          </p:stCondLst>
                                        </p:cTn>
                                        <p:tgtEl>
                                          <p:spTgt spid="9"/>
                                        </p:tgtEl>
                                        <p:attrNameLst>
                                          <p:attrName>style.visibility</p:attrName>
                                        </p:attrNameLst>
                                      </p:cBhvr>
                                      <p:to>
                                        <p:strVal val="visible"/>
                                      </p:to>
                                    </p:set>
                                    <p:anim calcmode="lin" valueType="num">
                                      <p:cBhvr additive="base">
                                        <p:cTn id="52" dur="500" fill="hold"/>
                                        <p:tgtEl>
                                          <p:spTgt spid="9"/>
                                        </p:tgtEl>
                                        <p:attrNameLst>
                                          <p:attrName>ppt_x</p:attrName>
                                        </p:attrNameLst>
                                      </p:cBhvr>
                                      <p:tavLst>
                                        <p:tav tm="0">
                                          <p:val>
                                            <p:strVal val="0-#ppt_w/2"/>
                                          </p:val>
                                        </p:tav>
                                        <p:tav tm="100000">
                                          <p:val>
                                            <p:strVal val="#ppt_x"/>
                                          </p:val>
                                        </p:tav>
                                      </p:tavLst>
                                    </p:anim>
                                    <p:anim calcmode="lin" valueType="num">
                                      <p:cBhvr additive="base">
                                        <p:cTn id="53" dur="500" fill="hold"/>
                                        <p:tgtEl>
                                          <p:spTgt spid="9"/>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0114" grpId="0" build="p"/>
      <p:bldP spid="90117" grpId="0"/>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4" name="文本框 3"/>
              <p:cNvSpPr txBox="1"/>
              <p:nvPr/>
            </p:nvSpPr>
            <p:spPr>
              <a:xfrm>
                <a:off x="606287" y="487018"/>
                <a:ext cx="8150087" cy="1618615"/>
              </a:xfrm>
              <a:prstGeom prst="rect">
                <a:avLst/>
              </a:prstGeom>
              <a:noFill/>
            </p:spPr>
            <p:txBody>
              <a:bodyPr wrap="square" rtlCol="0">
                <a:spAutoFit/>
              </a:bodyPr>
              <a:lstStyle/>
              <a:p>
                <a:pPr>
                  <a:buNone/>
                </a:pPr>
                <a:r>
                  <a:rPr lang="en-US" altLang="zh-CN" sz="2200" dirty="0" smtClean="0">
                    <a:solidFill>
                      <a:srgbClr val="FF0000"/>
                    </a:solidFill>
                    <a:latin typeface="黑体" panose="02010609060101010101" pitchFamily="49" charset="-122"/>
                    <a:ea typeface="黑体" panose="02010609060101010101" pitchFamily="49" charset="-122"/>
                  </a:rPr>
                  <a:t>[</a:t>
                </a:r>
                <a:r>
                  <a:rPr lang="zh-CN" altLang="en-US" sz="2200" dirty="0" smtClean="0">
                    <a:solidFill>
                      <a:srgbClr val="FF0000"/>
                    </a:solidFill>
                    <a:latin typeface="黑体" panose="02010609060101010101" pitchFamily="49" charset="-122"/>
                    <a:ea typeface="黑体" panose="02010609060101010101" pitchFamily="49" charset="-122"/>
                  </a:rPr>
                  <a:t>例</a:t>
                </a:r>
                <a:r>
                  <a:rPr lang="en-US" altLang="zh-CN" sz="2200" dirty="0" smtClean="0">
                    <a:solidFill>
                      <a:srgbClr val="FF0000"/>
                    </a:solidFill>
                    <a:latin typeface="黑体" panose="02010609060101010101" pitchFamily="49" charset="-122"/>
                    <a:ea typeface="黑体" panose="02010609060101010101" pitchFamily="49" charset="-122"/>
                  </a:rPr>
                  <a:t>4</a:t>
                </a:r>
                <a:r>
                  <a:rPr lang="en-US" altLang="zh-CN" sz="2200" dirty="0" smtClean="0">
                    <a:solidFill>
                      <a:srgbClr val="FF0000"/>
                    </a:solidFill>
                    <a:latin typeface="黑体" panose="02010609060101010101" pitchFamily="49" charset="-122"/>
                    <a:ea typeface="黑体" panose="02010609060101010101" pitchFamily="49" charset="-122"/>
                  </a:rPr>
                  <a:t>]  </a:t>
                </a:r>
                <a:r>
                  <a:rPr lang="zh-CN" altLang="en-US" dirty="0" smtClean="0"/>
                  <a:t>如图</a:t>
                </a:r>
                <a:r>
                  <a:rPr lang="en-US" altLang="zh-CN" dirty="0" smtClean="0"/>
                  <a:t>4</a:t>
                </a:r>
                <a:r>
                  <a:rPr lang="zh-CN" altLang="en-US" dirty="0" smtClean="0"/>
                  <a:t>所示，某轴由一对深沟球轴承</a:t>
                </a:r>
                <a:r>
                  <a:rPr lang="zh-CN" altLang="en-US" dirty="0"/>
                  <a:t>支承</a:t>
                </a:r>
                <a:r>
                  <a:rPr lang="zh-CN" altLang="en-US" dirty="0" smtClean="0"/>
                  <a:t>，已知：轴受径向力</a:t>
                </a:r>
                <a:r>
                  <a:rPr lang="en-US" altLang="zh-CN" dirty="0" smtClean="0"/>
                  <a:t>F</a:t>
                </a:r>
                <a:r>
                  <a:rPr lang="en-US" altLang="zh-CN" baseline="-25000" dirty="0" smtClean="0"/>
                  <a:t>r</a:t>
                </a:r>
                <a:r>
                  <a:rPr lang="en-US" altLang="zh-CN" dirty="0" smtClean="0"/>
                  <a:t>=15000N</a:t>
                </a:r>
                <a:r>
                  <a:rPr lang="zh-CN" altLang="en-US" dirty="0" smtClean="0"/>
                  <a:t>，轴向力</a:t>
                </a:r>
                <a:r>
                  <a:rPr lang="en-US" altLang="zh-CN" dirty="0" err="1" smtClean="0"/>
                  <a:t>F</a:t>
                </a:r>
                <a:r>
                  <a:rPr lang="en-US" altLang="zh-CN" baseline="-25000" dirty="0" err="1" smtClean="0"/>
                  <a:t>a</a:t>
                </a:r>
                <a:r>
                  <a:rPr lang="en-US" altLang="zh-CN" dirty="0" smtClean="0"/>
                  <a:t>=2500N,</a:t>
                </a:r>
                <a:r>
                  <a:rPr lang="zh-CN" altLang="en-US" dirty="0" smtClean="0"/>
                  <a:t>轴的转速</a:t>
                </a:r>
                <a14:m>
                  <m:oMath xmlns:m="http://schemas.openxmlformats.org/officeDocument/2006/math">
                    <m:sSub>
                      <m:sSubPr>
                        <m:ctrlPr>
                          <a:rPr lang="en-US" altLang="zh-CN" i="1" smtClean="0">
                            <a:latin typeface="Cambria Math" panose="02040503050406030204" pitchFamily="18" charset="0"/>
                          </a:rPr>
                        </m:ctrlPr>
                      </m:sSubPr>
                      <m:e>
                        <m:r>
                          <a:rPr lang="en-US" altLang="zh-CN" b="0" i="1" smtClean="0">
                            <a:latin typeface="Cambria Math" panose="02040503050406030204" pitchFamily="18" charset="0"/>
                          </a:rPr>
                          <m:t>𝑛</m:t>
                        </m:r>
                      </m:e>
                      <m:sub>
                        <m:r>
                          <a:rPr lang="en-US" altLang="zh-CN" b="0" i="1" smtClean="0">
                            <a:latin typeface="Cambria Math" panose="02040503050406030204" pitchFamily="18" charset="0"/>
                          </a:rPr>
                          <m:t>1</m:t>
                        </m:r>
                      </m:sub>
                    </m:sSub>
                    <m:r>
                      <a:rPr lang="en-US" altLang="zh-CN" b="0" i="1" smtClean="0">
                        <a:latin typeface="Cambria Math" panose="02040503050406030204" pitchFamily="18" charset="0"/>
                      </a:rPr>
                      <m:t>=</m:t>
                    </m:r>
                    <m:r>
                      <a:rPr lang="en-US" altLang="zh-CN" b="0" i="1" smtClean="0">
                        <a:latin typeface="Cambria Math" panose="02040503050406030204" pitchFamily="18" charset="0"/>
                      </a:rPr>
                      <m:t>400</m:t>
                    </m:r>
                    <m:r>
                      <a:rPr lang="en-US" altLang="zh-CN" b="0" i="1" smtClean="0">
                        <a:latin typeface="Cambria Math" panose="02040503050406030204" pitchFamily="18" charset="0"/>
                      </a:rPr>
                      <m:t>𝑟</m:t>
                    </m:r>
                    <m:r>
                      <a:rPr lang="en-US" altLang="zh-CN" b="0" i="1" smtClean="0">
                        <a:latin typeface="Cambria Math" panose="02040503050406030204" pitchFamily="18" charset="0"/>
                      </a:rPr>
                      <m:t>/</m:t>
                    </m:r>
                    <m:r>
                      <a:rPr lang="en-US" altLang="zh-CN" b="0" i="1" smtClean="0">
                        <a:latin typeface="Cambria Math" panose="02040503050406030204" pitchFamily="18" charset="0"/>
                      </a:rPr>
                      <m:t>𝑚𝑖𝑛</m:t>
                    </m:r>
                    <m:r>
                      <a:rPr lang="zh-CN" altLang="en-US" i="1">
                        <a:latin typeface="Cambria Math" panose="02040503050406030204" pitchFamily="18" charset="0"/>
                      </a:rPr>
                      <m:t>，</m:t>
                    </m:r>
                  </m:oMath>
                </a14:m>
                <a:r>
                  <a:rPr lang="zh-CN" altLang="en-US" dirty="0" smtClean="0"/>
                  <a:t>取载荷系数</a:t>
                </a:r>
                <a14:m>
                  <m:oMath xmlns:m="http://schemas.openxmlformats.org/officeDocument/2006/math">
                    <m:sSub>
                      <m:sSubPr>
                        <m:ctrlPr>
                          <a:rPr lang="en-US" altLang="zh-CN" i="1" smtClean="0">
                            <a:latin typeface="Cambria Math" panose="02040503050406030204" pitchFamily="18" charset="0"/>
                          </a:rPr>
                        </m:ctrlPr>
                      </m:sSubPr>
                      <m:e>
                        <m:r>
                          <a:rPr lang="en-US" altLang="zh-CN" b="0" i="1" smtClean="0">
                            <a:latin typeface="Cambria Math" panose="02040503050406030204" pitchFamily="18" charset="0"/>
                          </a:rPr>
                          <m:t>𝑓</m:t>
                        </m:r>
                      </m:e>
                      <m:sub>
                        <m:r>
                          <a:rPr lang="en-US" altLang="zh-CN" b="0" i="1" smtClean="0">
                            <a:latin typeface="Cambria Math" panose="02040503050406030204" pitchFamily="18" charset="0"/>
                          </a:rPr>
                          <m:t>𝑝</m:t>
                        </m:r>
                      </m:sub>
                    </m:sSub>
                  </m:oMath>
                </a14:m>
                <a:r>
                  <a:rPr lang="en-US" altLang="zh-CN" dirty="0" smtClean="0"/>
                  <a:t>=1.1</a:t>
                </a:r>
                <a:r>
                  <a:rPr lang="zh-CN" altLang="en-US" dirty="0" smtClean="0"/>
                  <a:t>，轴承工作温度一般，要求轴承寿命</a:t>
                </a:r>
                <a14:m>
                  <m:oMath xmlns:m="http://schemas.openxmlformats.org/officeDocument/2006/math">
                    <m:sSubSup>
                      <m:sSubSupPr>
                        <m:ctrlPr>
                          <a:rPr lang="en-US" altLang="zh-CN" b="0" i="1" smtClean="0">
                            <a:latin typeface="Cambria Math" panose="02040503050406030204" pitchFamily="18" charset="0"/>
                          </a:rPr>
                        </m:ctrlPr>
                      </m:sSubSupPr>
                      <m:e>
                        <m:r>
                          <a:rPr lang="en-US" altLang="zh-CN" b="0" i="1" smtClean="0">
                            <a:latin typeface="Cambria Math" panose="02040503050406030204" pitchFamily="18" charset="0"/>
                          </a:rPr>
                          <m:t>𝐿</m:t>
                        </m:r>
                      </m:e>
                      <m:sub>
                        <m:r>
                          <a:rPr lang="en-US" altLang="zh-CN" b="0" i="1" smtClean="0">
                            <a:latin typeface="Cambria Math" panose="02040503050406030204" pitchFamily="18" charset="0"/>
                          </a:rPr>
                          <m:t>𝑛</m:t>
                        </m:r>
                      </m:sub>
                      <m:sup>
                        <m:r>
                          <a:rPr lang="en-US" altLang="zh-CN" b="0" i="1" smtClean="0">
                            <a:latin typeface="Cambria Math" panose="02040503050406030204" pitchFamily="18" charset="0"/>
                          </a:rPr>
                          <m:t>′</m:t>
                        </m:r>
                      </m:sup>
                    </m:sSubSup>
                    <m:r>
                      <a:rPr lang="en-US" altLang="zh-CN" b="0" i="1" smtClean="0">
                        <a:latin typeface="Cambria Math" panose="02040503050406030204" pitchFamily="18" charset="0"/>
                      </a:rPr>
                      <m:t>=</m:t>
                    </m:r>
                    <m:r>
                      <a:rPr lang="en-US" altLang="zh-CN" b="0" i="1" smtClean="0">
                        <a:latin typeface="Cambria Math" panose="02040503050406030204" pitchFamily="18" charset="0"/>
                      </a:rPr>
                      <m:t>10000</m:t>
                    </m:r>
                    <m:r>
                      <a:rPr lang="en-US" altLang="zh-CN" b="0" i="1" smtClean="0">
                        <a:latin typeface="Cambria Math" panose="02040503050406030204" pitchFamily="18" charset="0"/>
                      </a:rPr>
                      <m:t>ℎ</m:t>
                    </m:r>
                    <m:r>
                      <a:rPr lang="zh-CN" altLang="en-US" i="1">
                        <a:latin typeface="Cambria Math" panose="02040503050406030204" pitchFamily="18" charset="0"/>
                      </a:rPr>
                      <m:t>。</m:t>
                    </m:r>
                  </m:oMath>
                </a14:m>
                <a:r>
                  <a:rPr lang="zh-CN" altLang="en-US" dirty="0" smtClean="0"/>
                  <a:t>若此轴的轴颈不小于</a:t>
                </a:r>
                <a:r>
                  <a:rPr lang="en-US" altLang="zh-CN" dirty="0" smtClean="0"/>
                  <a:t>50mm</a:t>
                </a:r>
                <a:r>
                  <a:rPr lang="zh-CN" altLang="en-US" dirty="0" smtClean="0"/>
                  <a:t>，试选择这一对轴承的型号。</a:t>
                </a:r>
                <a:endParaRPr lang="zh-CN" altLang="en-US" dirty="0"/>
              </a:p>
            </p:txBody>
          </p:sp>
        </mc:Choice>
        <mc:Fallback>
          <p:sp>
            <p:nvSpPr>
              <p:cNvPr id="4" name="文本框 3"/>
              <p:cNvSpPr txBox="1">
                <a:spLocks noRot="1" noChangeAspect="1" noMove="1" noResize="1" noEditPoints="1" noAdjustHandles="1" noChangeArrowheads="1" noChangeShapeType="1" noTextEdit="1"/>
              </p:cNvSpPr>
              <p:nvPr/>
            </p:nvSpPr>
            <p:spPr>
              <a:xfrm>
                <a:off x="606287" y="487018"/>
                <a:ext cx="8150087" cy="1618615"/>
              </a:xfrm>
              <a:prstGeom prst="rect">
                <a:avLst/>
              </a:prstGeom>
              <a:blipFill rotWithShape="1">
                <a:blip r:embed="rId1"/>
                <a:stretch>
                  <a:fillRect l="-6" t="-38" r="4" b="38"/>
                </a:stretch>
              </a:blipFill>
            </p:spPr>
            <p:txBody>
              <a:bodyPr/>
              <a:lstStyle/>
              <a:p>
                <a:r>
                  <a:rPr lang="zh-CN" altLang="en-US">
                    <a:noFill/>
                  </a:rPr>
                  <a:t> </a:t>
                </a:r>
              </a:p>
            </p:txBody>
          </p:sp>
        </mc:Fallback>
      </mc:AlternateContent>
      <p:pic>
        <p:nvPicPr>
          <p:cNvPr id="5" name="图片 4"/>
          <p:cNvPicPr>
            <a:picLocks noChangeAspect="1"/>
          </p:cNvPicPr>
          <p:nvPr/>
        </p:nvPicPr>
        <p:blipFill rotWithShape="1">
          <a:blip r:embed="rId2">
            <a:extLst>
              <a:ext uri="{28A0092B-C50C-407E-A947-70E740481C1C}">
                <a14:useLocalDpi xmlns:a14="http://schemas.microsoft.com/office/drawing/2010/main" val="0"/>
              </a:ext>
            </a:extLst>
          </a:blip>
          <a:srcRect l="14873" r="4463" b="23562"/>
          <a:stretch>
            <a:fillRect/>
          </a:stretch>
        </p:blipFill>
        <p:spPr>
          <a:xfrm>
            <a:off x="1644015" y="2665095"/>
            <a:ext cx="5462905" cy="2611120"/>
          </a:xfrm>
          <a:prstGeom prst="rect">
            <a:avLst/>
          </a:prstGeom>
        </p:spPr>
      </p:pic>
      <p:sp>
        <p:nvSpPr>
          <p:cNvPr id="2" name="文本框 1"/>
          <p:cNvSpPr txBox="1"/>
          <p:nvPr/>
        </p:nvSpPr>
        <p:spPr>
          <a:xfrm>
            <a:off x="3576320" y="5480050"/>
            <a:ext cx="2070735" cy="460375"/>
          </a:xfrm>
          <a:prstGeom prst="rect">
            <a:avLst/>
          </a:prstGeom>
          <a:noFill/>
        </p:spPr>
        <p:txBody>
          <a:bodyPr wrap="square" rtlCol="0">
            <a:spAutoFit/>
          </a:bodyPr>
          <a:p>
            <a:pPr indent="0">
              <a:buNone/>
            </a:pPr>
            <a:r>
              <a:rPr lang="zh-CN" altLang="en-US"/>
              <a:t>图</a:t>
            </a:r>
            <a:r>
              <a:rPr lang="en-US" altLang="zh-CN"/>
              <a:t>4 </a:t>
            </a:r>
            <a:r>
              <a:rPr lang="zh-CN" altLang="en-US"/>
              <a:t>轴受力图</a:t>
            </a:r>
            <a:endParaRPr lang="zh-CN" altLang="en-US"/>
          </a:p>
        </p:txBody>
      </p:sp>
    </p:spTree>
  </p:cSld>
  <p:clrMapOvr>
    <a:masterClrMapping/>
  </p:clrMapOvr>
  <p:transition>
    <p:wipe dir="r"/>
  </p:transition>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695740" y="834887"/>
            <a:ext cx="6957391" cy="463845"/>
          </a:xfrm>
          <a:prstGeom prst="rect">
            <a:avLst/>
          </a:prstGeom>
          <a:noFill/>
        </p:spPr>
        <p:txBody>
          <a:bodyPr wrap="square" rtlCol="0">
            <a:spAutoFit/>
          </a:bodyPr>
          <a:lstStyle/>
          <a:p>
            <a:pPr>
              <a:buNone/>
            </a:pPr>
            <a:r>
              <a:rPr lang="zh-CN" altLang="en-US" sz="2200" dirty="0" smtClean="0">
                <a:solidFill>
                  <a:srgbClr val="0000FF"/>
                </a:solidFill>
              </a:rPr>
              <a:t>（</a:t>
            </a:r>
            <a:r>
              <a:rPr lang="en-US" altLang="zh-CN" sz="2200" dirty="0" smtClean="0">
                <a:solidFill>
                  <a:srgbClr val="0000FF"/>
                </a:solidFill>
              </a:rPr>
              <a:t>1</a:t>
            </a:r>
            <a:r>
              <a:rPr lang="zh-CN" altLang="en-US" sz="2200" dirty="0" smtClean="0">
                <a:solidFill>
                  <a:srgbClr val="0000FF"/>
                </a:solidFill>
              </a:rPr>
              <a:t>）求轴承所受的载荷</a:t>
            </a:r>
            <a:endParaRPr lang="zh-CN" altLang="en-US" sz="2200" dirty="0">
              <a:solidFill>
                <a:srgbClr val="0000FF"/>
              </a:solidFill>
            </a:endParaRPr>
          </a:p>
        </p:txBody>
      </p:sp>
      <p:sp>
        <p:nvSpPr>
          <p:cNvPr id="3" name="文本框 2"/>
          <p:cNvSpPr txBox="1"/>
          <p:nvPr/>
        </p:nvSpPr>
        <p:spPr>
          <a:xfrm>
            <a:off x="467139" y="218661"/>
            <a:ext cx="1282148" cy="444674"/>
          </a:xfrm>
          <a:prstGeom prst="rect">
            <a:avLst/>
          </a:prstGeom>
          <a:noFill/>
        </p:spPr>
        <p:txBody>
          <a:bodyPr wrap="square" rtlCol="0">
            <a:spAutoFit/>
          </a:bodyPr>
          <a:lstStyle/>
          <a:p>
            <a:pPr>
              <a:buNone/>
            </a:pPr>
            <a:r>
              <a:rPr lang="zh-CN" altLang="en-US" sz="2200" dirty="0" smtClean="0">
                <a:solidFill>
                  <a:srgbClr val="FF0000"/>
                </a:solidFill>
                <a:latin typeface="黑体" panose="02010609060101010101" pitchFamily="49" charset="-122"/>
                <a:ea typeface="黑体" panose="02010609060101010101" pitchFamily="49" charset="-122"/>
              </a:rPr>
              <a:t>解：</a:t>
            </a:r>
            <a:endParaRPr lang="zh-CN" altLang="en-US" sz="2200" dirty="0">
              <a:solidFill>
                <a:srgbClr val="FF0000"/>
              </a:solidFill>
              <a:latin typeface="黑体" panose="02010609060101010101" pitchFamily="49" charset="-122"/>
              <a:ea typeface="黑体" panose="02010609060101010101" pitchFamily="49" charset="-122"/>
            </a:endParaRPr>
          </a:p>
        </p:txBody>
      </p:sp>
      <p:sp>
        <p:nvSpPr>
          <p:cNvPr id="4" name="文本框 3"/>
          <p:cNvSpPr txBox="1"/>
          <p:nvPr/>
        </p:nvSpPr>
        <p:spPr>
          <a:xfrm>
            <a:off x="934279" y="1401417"/>
            <a:ext cx="3170583" cy="429413"/>
          </a:xfrm>
          <a:prstGeom prst="rect">
            <a:avLst/>
          </a:prstGeom>
          <a:noFill/>
          <a:ln>
            <a:solidFill>
              <a:schemeClr val="tx2">
                <a:lumMod val="60000"/>
                <a:lumOff val="40000"/>
              </a:schemeClr>
            </a:solidFill>
          </a:ln>
        </p:spPr>
        <p:txBody>
          <a:bodyPr wrap="square" rtlCol="0">
            <a:spAutoFit/>
          </a:bodyPr>
          <a:lstStyle/>
          <a:p>
            <a:pPr>
              <a:buNone/>
            </a:pPr>
            <a:r>
              <a:rPr lang="zh-CN" altLang="en-US" dirty="0" smtClean="0"/>
              <a:t>轴承</a:t>
            </a:r>
            <a:r>
              <a:rPr lang="en-US" altLang="zh-CN" dirty="0" smtClean="0"/>
              <a:t>1</a:t>
            </a:r>
            <a:r>
              <a:rPr lang="zh-CN" altLang="en-US" dirty="0" smtClean="0"/>
              <a:t>的径向载荷：</a:t>
            </a:r>
            <a:endParaRPr lang="zh-CN" altLang="en-US" dirty="0"/>
          </a:p>
        </p:txBody>
      </p:sp>
      <p:sp>
        <p:nvSpPr>
          <p:cNvPr id="5" name="文本框 4"/>
          <p:cNvSpPr txBox="1"/>
          <p:nvPr/>
        </p:nvSpPr>
        <p:spPr>
          <a:xfrm>
            <a:off x="1381539" y="1948070"/>
            <a:ext cx="1928191" cy="461665"/>
          </a:xfrm>
          <a:prstGeom prst="rect">
            <a:avLst/>
          </a:prstGeom>
          <a:noFill/>
        </p:spPr>
        <p:txBody>
          <a:bodyPr wrap="square" rtlCol="0">
            <a:spAutoFit/>
          </a:bodyPr>
          <a:lstStyle/>
          <a:p>
            <a:pPr>
              <a:buNone/>
            </a:pPr>
            <a:r>
              <a:rPr lang="zh-CN" altLang="en-US" dirty="0" smtClean="0"/>
              <a:t>由力矩平衡得：</a:t>
            </a:r>
            <a:endParaRPr lang="zh-CN" altLang="en-US" dirty="0"/>
          </a:p>
        </p:txBody>
      </p:sp>
      <mc:AlternateContent xmlns:mc="http://schemas.openxmlformats.org/markup-compatibility/2006">
        <mc:Choice xmlns:a14="http://schemas.microsoft.com/office/drawing/2010/main" Requires="a14">
          <p:sp>
            <p:nvSpPr>
              <p:cNvPr id="6" name="文本框 5"/>
              <p:cNvSpPr txBox="1"/>
              <p:nvPr/>
            </p:nvSpPr>
            <p:spPr>
              <a:xfrm>
                <a:off x="3468757" y="1948070"/>
                <a:ext cx="4701208" cy="463204"/>
              </a:xfrm>
              <a:prstGeom prst="rect">
                <a:avLst/>
              </a:prstGeom>
              <a:noFill/>
            </p:spPr>
            <p:txBody>
              <a:bodyPr wrap="square" rtlCol="0">
                <a:spAutoFit/>
              </a:bodyPr>
              <a:lstStyle/>
              <a:p>
                <a:pPr>
                  <a:buNone/>
                </a:pPr>
                <a14:m>
                  <m:oMath xmlns:m="http://schemas.openxmlformats.org/officeDocument/2006/math">
                    <m:d>
                      <m:dPr>
                        <m:begChr m:val="（"/>
                        <m:endChr m:val="）"/>
                        <m:ctrlPr>
                          <a:rPr lang="zh-CN" altLang="en-US" sz="2200" i="1" smtClean="0">
                            <a:latin typeface="Cambria Math" panose="02040503050406030204" pitchFamily="18" charset="0"/>
                          </a:rPr>
                        </m:ctrlPr>
                      </m:dPr>
                      <m:e>
                        <m:r>
                          <a:rPr lang="en-US" altLang="zh-CN" sz="2200" b="0" i="1" smtClean="0">
                            <a:latin typeface="Cambria Math" panose="02040503050406030204" pitchFamily="18" charset="0"/>
                          </a:rPr>
                          <m:t>200</m:t>
                        </m:r>
                        <m:r>
                          <a:rPr lang="en-US" altLang="zh-CN" sz="2200" i="1">
                            <a:latin typeface="Cambria Math" panose="02040503050406030204" pitchFamily="18" charset="0"/>
                          </a:rPr>
                          <m:t>+</m:t>
                        </m:r>
                        <m:r>
                          <a:rPr lang="en-US" altLang="zh-CN" sz="2200" b="0" i="1" smtClean="0">
                            <a:latin typeface="Cambria Math" panose="02040503050406030204" pitchFamily="18" charset="0"/>
                          </a:rPr>
                          <m:t>100</m:t>
                        </m:r>
                      </m:e>
                    </m:d>
                    <m:sSub>
                      <m:sSubPr>
                        <m:ctrlPr>
                          <a:rPr lang="en-US" altLang="zh-CN" sz="2200" i="1" smtClean="0">
                            <a:latin typeface="Cambria Math" panose="02040503050406030204" pitchFamily="18" charset="0"/>
                          </a:rPr>
                        </m:ctrlPr>
                      </m:sSubPr>
                      <m:e>
                        <m:r>
                          <a:rPr lang="en-US" altLang="zh-CN" sz="2200" b="0" i="1" smtClean="0">
                            <a:latin typeface="Cambria Math" panose="02040503050406030204" pitchFamily="18" charset="0"/>
                          </a:rPr>
                          <m:t>𝐹</m:t>
                        </m:r>
                      </m:e>
                      <m:sub>
                        <m:r>
                          <a:rPr lang="en-US" altLang="zh-CN" sz="2200" b="0" i="1" smtClean="0">
                            <a:latin typeface="Cambria Math" panose="02040503050406030204" pitchFamily="18" charset="0"/>
                          </a:rPr>
                          <m:t>𝑟</m:t>
                        </m:r>
                        <m:r>
                          <a:rPr lang="en-US" altLang="zh-CN" sz="2200" b="0" i="1" smtClean="0">
                            <a:latin typeface="Cambria Math" panose="02040503050406030204" pitchFamily="18" charset="0"/>
                          </a:rPr>
                          <m:t>1</m:t>
                        </m:r>
                      </m:sub>
                    </m:sSub>
                    <m:r>
                      <a:rPr lang="en-US" altLang="zh-CN" sz="2200" b="0" i="1" smtClean="0">
                        <a:latin typeface="Cambria Math" panose="02040503050406030204" pitchFamily="18" charset="0"/>
                      </a:rPr>
                      <m:t>−</m:t>
                    </m:r>
                    <m:r>
                      <a:rPr lang="en-US" altLang="zh-CN" sz="2200" b="0" i="1" smtClean="0">
                        <a:latin typeface="Cambria Math" panose="02040503050406030204" pitchFamily="18" charset="0"/>
                      </a:rPr>
                      <m:t>100</m:t>
                    </m:r>
                    <m:sSub>
                      <m:sSubPr>
                        <m:ctrlPr>
                          <a:rPr lang="en-US" altLang="zh-CN" sz="2200" b="0" i="1" smtClean="0">
                            <a:latin typeface="Cambria Math" panose="02040503050406030204" pitchFamily="18" charset="0"/>
                          </a:rPr>
                        </m:ctrlPr>
                      </m:sSubPr>
                      <m:e>
                        <m:r>
                          <a:rPr lang="en-US" altLang="zh-CN" sz="2200" b="0" i="1" smtClean="0">
                            <a:latin typeface="Cambria Math" panose="02040503050406030204" pitchFamily="18" charset="0"/>
                          </a:rPr>
                          <m:t>𝐹</m:t>
                        </m:r>
                      </m:e>
                      <m:sub>
                        <m:r>
                          <a:rPr lang="en-US" altLang="zh-CN" sz="2200" b="0" i="1" smtClean="0">
                            <a:latin typeface="Cambria Math" panose="02040503050406030204" pitchFamily="18" charset="0"/>
                          </a:rPr>
                          <m:t>𝑟</m:t>
                        </m:r>
                      </m:sub>
                    </m:sSub>
                  </m:oMath>
                </a14:m>
                <a:r>
                  <a:rPr lang="en-US" altLang="zh-CN" sz="2200" dirty="0" smtClean="0"/>
                  <a:t>=0</a:t>
                </a:r>
                <a:endParaRPr lang="zh-CN" altLang="en-US" sz="2200" dirty="0"/>
              </a:p>
            </p:txBody>
          </p:sp>
        </mc:Choice>
        <mc:Fallback>
          <p:sp>
            <p:nvSpPr>
              <p:cNvPr id="6" name="文本框 5"/>
              <p:cNvSpPr txBox="1">
                <a:spLocks noRot="1" noChangeAspect="1" noMove="1" noResize="1" noEditPoints="1" noAdjustHandles="1" noChangeArrowheads="1" noChangeShapeType="1" noTextEdit="1"/>
              </p:cNvSpPr>
              <p:nvPr/>
            </p:nvSpPr>
            <p:spPr>
              <a:xfrm>
                <a:off x="3468757" y="1948070"/>
                <a:ext cx="4701208" cy="463204"/>
              </a:xfrm>
              <a:prstGeom prst="rect">
                <a:avLst/>
              </a:prstGeom>
              <a:blipFill rotWithShape="1">
                <a:blip r:embed="rId1"/>
                <a:stretch>
                  <a:fillRect l="-8" t="-113" r="1" b="39"/>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7" name="文本框 6"/>
              <p:cNvSpPr txBox="1"/>
              <p:nvPr/>
            </p:nvSpPr>
            <p:spPr>
              <a:xfrm>
                <a:off x="2236306" y="2504661"/>
                <a:ext cx="6102626" cy="720454"/>
              </a:xfrm>
              <a:prstGeom prst="rect">
                <a:avLst/>
              </a:prstGeom>
              <a:noFill/>
            </p:spPr>
            <p:txBody>
              <a:bodyPr wrap="square" rtlCol="0">
                <a:spAutoFit/>
              </a:bodyPr>
              <a:lstStyle/>
              <a:p>
                <a:pPr>
                  <a:buNone/>
                </a:pPr>
                <a14:m>
                  <m:oMath xmlns:m="http://schemas.openxmlformats.org/officeDocument/2006/math">
                    <m:sSub>
                      <m:sSubPr>
                        <m:ctrlPr>
                          <a:rPr lang="en-US" altLang="zh-CN" sz="2200" i="1" smtClean="0">
                            <a:latin typeface="Cambria Math" panose="02040503050406030204" pitchFamily="18" charset="0"/>
                          </a:rPr>
                        </m:ctrlPr>
                      </m:sSubPr>
                      <m:e>
                        <m:r>
                          <a:rPr lang="en-US" altLang="zh-CN" sz="2200" b="0" i="1" smtClean="0">
                            <a:latin typeface="Cambria Math" panose="02040503050406030204" pitchFamily="18" charset="0"/>
                          </a:rPr>
                          <m:t>𝐹</m:t>
                        </m:r>
                      </m:e>
                      <m:sub>
                        <m:r>
                          <a:rPr lang="en-US" altLang="zh-CN" sz="2200" b="0" i="1" smtClean="0">
                            <a:latin typeface="Cambria Math" panose="02040503050406030204" pitchFamily="18" charset="0"/>
                          </a:rPr>
                          <m:t>𝑟</m:t>
                        </m:r>
                        <m:r>
                          <a:rPr lang="en-US" altLang="zh-CN" sz="2200" b="0" i="1" smtClean="0">
                            <a:latin typeface="Cambria Math" panose="02040503050406030204" pitchFamily="18" charset="0"/>
                          </a:rPr>
                          <m:t>1</m:t>
                        </m:r>
                      </m:sub>
                    </m:sSub>
                    <m:r>
                      <a:rPr lang="en-US" altLang="zh-CN" sz="2200" i="1" smtClean="0">
                        <a:latin typeface="Cambria Math" panose="02040503050406030204" pitchFamily="18" charset="0"/>
                      </a:rPr>
                      <m:t>=</m:t>
                    </m:r>
                    <m:f>
                      <m:fPr>
                        <m:ctrlPr>
                          <a:rPr lang="en-US" altLang="zh-CN" sz="2200" i="1" smtClean="0">
                            <a:latin typeface="Cambria Math" panose="02040503050406030204" pitchFamily="18" charset="0"/>
                          </a:rPr>
                        </m:ctrlPr>
                      </m:fPr>
                      <m:num>
                        <m:r>
                          <a:rPr lang="en-US" altLang="zh-CN" sz="2200" b="0" i="1" smtClean="0">
                            <a:latin typeface="Cambria Math" panose="02040503050406030204" pitchFamily="18" charset="0"/>
                          </a:rPr>
                          <m:t>100</m:t>
                        </m:r>
                      </m:num>
                      <m:den>
                        <m:r>
                          <a:rPr lang="en-US" altLang="zh-CN" sz="2200" b="0" i="1" smtClean="0">
                            <a:latin typeface="Cambria Math" panose="02040503050406030204" pitchFamily="18" charset="0"/>
                          </a:rPr>
                          <m:t>200</m:t>
                        </m:r>
                        <m:r>
                          <a:rPr lang="en-US" altLang="zh-CN" sz="2200" b="0" i="1" smtClean="0">
                            <a:latin typeface="Cambria Math" panose="02040503050406030204" pitchFamily="18" charset="0"/>
                          </a:rPr>
                          <m:t>+</m:t>
                        </m:r>
                        <m:r>
                          <a:rPr lang="en-US" altLang="zh-CN" sz="2200" b="0" i="1" smtClean="0">
                            <a:latin typeface="Cambria Math" panose="02040503050406030204" pitchFamily="18" charset="0"/>
                          </a:rPr>
                          <m:t>100</m:t>
                        </m:r>
                      </m:den>
                    </m:f>
                    <m:sSub>
                      <m:sSubPr>
                        <m:ctrlPr>
                          <a:rPr lang="en-US" altLang="zh-CN" sz="2200" i="1" smtClean="0">
                            <a:latin typeface="Cambria Math" panose="02040503050406030204" pitchFamily="18" charset="0"/>
                          </a:rPr>
                        </m:ctrlPr>
                      </m:sSubPr>
                      <m:e>
                        <m:r>
                          <a:rPr lang="en-US" altLang="zh-CN" sz="2200" b="0" i="1" smtClean="0">
                            <a:latin typeface="Cambria Math" panose="02040503050406030204" pitchFamily="18" charset="0"/>
                          </a:rPr>
                          <m:t>𝐹</m:t>
                        </m:r>
                      </m:e>
                      <m:sub>
                        <m:r>
                          <a:rPr lang="en-US" altLang="zh-CN" sz="2200" b="0" i="1" smtClean="0">
                            <a:latin typeface="Cambria Math" panose="02040503050406030204" pitchFamily="18" charset="0"/>
                          </a:rPr>
                          <m:t>𝑟</m:t>
                        </m:r>
                      </m:sub>
                    </m:sSub>
                  </m:oMath>
                </a14:m>
                <a:r>
                  <a:rPr lang="en-US" altLang="zh-CN" dirty="0" smtClean="0"/>
                  <a:t>=</a:t>
                </a:r>
                <a14:m>
                  <m:oMath xmlns:m="http://schemas.openxmlformats.org/officeDocument/2006/math">
                    <m:f>
                      <m:fPr>
                        <m:ctrlPr>
                          <a:rPr lang="en-US" altLang="zh-CN" sz="2400" i="1" smtClean="0">
                            <a:latin typeface="Cambria Math" panose="02040503050406030204" pitchFamily="18" charset="0"/>
                            <a:ea typeface="Cambria Math" panose="02040503050406030204" pitchFamily="18" charset="0"/>
                          </a:rPr>
                        </m:ctrlPr>
                      </m:fPr>
                      <m:num>
                        <m:r>
                          <a:rPr lang="en-US" altLang="zh-CN" sz="2400" b="0" i="1" smtClean="0">
                            <a:latin typeface="Cambria Math" panose="02040503050406030204" pitchFamily="18" charset="0"/>
                            <a:ea typeface="Cambria Math" panose="02040503050406030204" pitchFamily="18" charset="0"/>
                          </a:rPr>
                          <m:t>1</m:t>
                        </m:r>
                      </m:num>
                      <m:den>
                        <m:r>
                          <a:rPr lang="en-US" altLang="zh-CN" sz="2400" b="0" i="1" smtClean="0">
                            <a:latin typeface="Cambria Math" panose="02040503050406030204" pitchFamily="18" charset="0"/>
                            <a:ea typeface="Cambria Math" panose="02040503050406030204" pitchFamily="18" charset="0"/>
                          </a:rPr>
                          <m:t>3</m:t>
                        </m:r>
                      </m:den>
                    </m:f>
                    <m:r>
                      <a:rPr lang="en-US" altLang="zh-CN" sz="2400" i="1" smtClean="0">
                        <a:latin typeface="Cambria Math" panose="02040503050406030204" pitchFamily="18" charset="0"/>
                        <a:ea typeface="Cambria Math" panose="02040503050406030204" pitchFamily="18" charset="0"/>
                      </a:rPr>
                      <m:t>×</m:t>
                    </m:r>
                    <m:r>
                      <a:rPr lang="en-US" altLang="zh-CN" sz="2400" b="0" i="1" smtClean="0">
                        <a:latin typeface="Cambria Math" panose="02040503050406030204" pitchFamily="18" charset="0"/>
                        <a:ea typeface="Cambria Math" panose="02040503050406030204" pitchFamily="18" charset="0"/>
                      </a:rPr>
                      <m:t>15000</m:t>
                    </m:r>
                  </m:oMath>
                </a14:m>
                <a:r>
                  <a:rPr lang="en-US" altLang="zh-CN" sz="2400" dirty="0" smtClean="0"/>
                  <a:t>=5000N</a:t>
                </a:r>
                <a:endParaRPr lang="zh-CN" altLang="en-US" sz="2400" dirty="0"/>
              </a:p>
            </p:txBody>
          </p:sp>
        </mc:Choice>
        <mc:Fallback>
          <p:sp>
            <p:nvSpPr>
              <p:cNvPr id="7" name="文本框 6"/>
              <p:cNvSpPr txBox="1">
                <a:spLocks noRot="1" noChangeAspect="1" noMove="1" noResize="1" noEditPoints="1" noAdjustHandles="1" noChangeArrowheads="1" noChangeShapeType="1" noTextEdit="1"/>
              </p:cNvSpPr>
              <p:nvPr/>
            </p:nvSpPr>
            <p:spPr>
              <a:xfrm>
                <a:off x="2236306" y="2504661"/>
                <a:ext cx="6102626" cy="720454"/>
              </a:xfrm>
              <a:prstGeom prst="rect">
                <a:avLst/>
              </a:prstGeom>
              <a:blipFill rotWithShape="1">
                <a:blip r:embed="rId2"/>
                <a:stretch>
                  <a:fillRect l="-8" t="-31" r="2" b="81"/>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8" name="文本框 7"/>
              <p:cNvSpPr txBox="1"/>
              <p:nvPr/>
            </p:nvSpPr>
            <p:spPr>
              <a:xfrm>
                <a:off x="1192695" y="3299791"/>
                <a:ext cx="7126357" cy="866140"/>
              </a:xfrm>
              <a:prstGeom prst="rect">
                <a:avLst/>
              </a:prstGeom>
              <a:noFill/>
            </p:spPr>
            <p:txBody>
              <a:bodyPr wrap="square" rtlCol="0">
                <a:spAutoFit/>
              </a:bodyPr>
              <a:lstStyle/>
              <a:p>
                <a:pPr>
                  <a:buNone/>
                </a:pPr>
                <a:r>
                  <a:rPr lang="zh-CN" altLang="en-US" dirty="0" smtClean="0"/>
                  <a:t>两轴承用双侧</a:t>
                </a:r>
                <a:r>
                  <a:rPr lang="zh-CN" altLang="en-US" dirty="0" smtClean="0"/>
                  <a:t>单向固定式支承结构，</a:t>
                </a:r>
                <a14:m>
                  <m:oMath xmlns:m="http://schemas.openxmlformats.org/officeDocument/2006/math">
                    <m:sSub>
                      <m:sSubPr>
                        <m:ctrlPr>
                          <a:rPr lang="en-US" altLang="zh-CN" i="1" smtClean="0">
                            <a:latin typeface="Cambria Math" panose="02040503050406030204" pitchFamily="18" charset="0"/>
                          </a:rPr>
                        </m:ctrlPr>
                      </m:sSubPr>
                      <m:e>
                        <m:r>
                          <a:rPr lang="en-US" altLang="zh-CN" b="0" i="1" smtClean="0">
                            <a:latin typeface="Cambria Math" panose="02040503050406030204" pitchFamily="18" charset="0"/>
                          </a:rPr>
                          <m:t>𝐹</m:t>
                        </m:r>
                      </m:e>
                      <m:sub>
                        <m:r>
                          <a:rPr lang="en-US" altLang="zh-CN" b="0" i="1" smtClean="0">
                            <a:latin typeface="Cambria Math" panose="02040503050406030204" pitchFamily="18" charset="0"/>
                          </a:rPr>
                          <m:t>𝑎</m:t>
                        </m:r>
                      </m:sub>
                    </m:sSub>
                    <m:r>
                      <a:rPr lang="zh-CN" altLang="en-US" i="1">
                        <a:latin typeface="Cambria Math" panose="02040503050406030204" pitchFamily="18" charset="0"/>
                      </a:rPr>
                      <m:t>指向</m:t>
                    </m:r>
                  </m:oMath>
                </a14:m>
                <a:r>
                  <a:rPr lang="zh-CN" altLang="en-US" dirty="0" smtClean="0"/>
                  <a:t>轴承</a:t>
                </a:r>
                <a:r>
                  <a:rPr lang="en-US" altLang="zh-CN" dirty="0" smtClean="0"/>
                  <a:t>2</a:t>
                </a:r>
                <a:r>
                  <a:rPr lang="zh-CN" altLang="en-US" dirty="0" smtClean="0"/>
                  <a:t>，轴承</a:t>
                </a:r>
                <a:r>
                  <a:rPr lang="en-US" altLang="zh-CN" dirty="0" smtClean="0"/>
                  <a:t>1</a:t>
                </a:r>
                <a:r>
                  <a:rPr lang="zh-CN" altLang="en-US" dirty="0" smtClean="0"/>
                  <a:t>不承受轴向力，轴承</a:t>
                </a:r>
                <a:r>
                  <a:rPr lang="en-US" altLang="zh-CN" dirty="0" smtClean="0"/>
                  <a:t>2</a:t>
                </a:r>
                <a:r>
                  <a:rPr lang="zh-CN" altLang="en-US" dirty="0" smtClean="0"/>
                  <a:t>承受轴向力：</a:t>
                </a:r>
                <a14:m>
                  <m:oMath xmlns:m="http://schemas.openxmlformats.org/officeDocument/2006/math">
                    <m:sSub>
                      <m:sSubPr>
                        <m:ctrlPr>
                          <a:rPr lang="en-US" altLang="zh-CN" sz="2200" i="1" smtClean="0">
                            <a:latin typeface="Cambria Math" panose="02040503050406030204" pitchFamily="18" charset="0"/>
                          </a:rPr>
                        </m:ctrlPr>
                      </m:sSubPr>
                      <m:e>
                        <m:r>
                          <a:rPr lang="en-US" altLang="zh-CN" sz="2200" b="0" i="1" smtClean="0">
                            <a:latin typeface="Cambria Math" panose="02040503050406030204" pitchFamily="18" charset="0"/>
                          </a:rPr>
                          <m:t>𝐹</m:t>
                        </m:r>
                      </m:e>
                      <m:sub>
                        <m:r>
                          <a:rPr lang="en-US" altLang="zh-CN" sz="2200" b="0" i="1" smtClean="0">
                            <a:latin typeface="Cambria Math" panose="02040503050406030204" pitchFamily="18" charset="0"/>
                          </a:rPr>
                          <m:t>𝑎</m:t>
                        </m:r>
                        <m:r>
                          <a:rPr lang="en-US" altLang="zh-CN" sz="2200" b="0" i="1" smtClean="0">
                            <a:latin typeface="Cambria Math" panose="02040503050406030204" pitchFamily="18" charset="0"/>
                          </a:rPr>
                          <m:t>1</m:t>
                        </m:r>
                      </m:sub>
                    </m:sSub>
                  </m:oMath>
                </a14:m>
                <a:r>
                  <a:rPr lang="en-US" altLang="zh-CN" sz="2200" dirty="0" smtClean="0"/>
                  <a:t>=0</a:t>
                </a:r>
                <a:r>
                  <a:rPr lang="zh-CN" altLang="en-US" sz="2200" dirty="0" smtClean="0"/>
                  <a:t>，</a:t>
                </a:r>
                <a14:m>
                  <m:oMath xmlns:m="http://schemas.openxmlformats.org/officeDocument/2006/math">
                    <m:sSub>
                      <m:sSubPr>
                        <m:ctrlPr>
                          <a:rPr lang="en-US" altLang="zh-CN" sz="2200" i="1" smtClean="0">
                            <a:latin typeface="Cambria Math" panose="02040503050406030204" pitchFamily="18" charset="0"/>
                          </a:rPr>
                        </m:ctrlPr>
                      </m:sSubPr>
                      <m:e>
                        <m:r>
                          <a:rPr lang="en-US" altLang="zh-CN" sz="2200" b="0" i="1" smtClean="0">
                            <a:latin typeface="Cambria Math" panose="02040503050406030204" pitchFamily="18" charset="0"/>
                          </a:rPr>
                          <m:t>𝐹</m:t>
                        </m:r>
                      </m:e>
                      <m:sub>
                        <m:r>
                          <a:rPr lang="en-US" altLang="zh-CN" sz="2200" b="0" i="1" smtClean="0">
                            <a:latin typeface="Cambria Math" panose="02040503050406030204" pitchFamily="18" charset="0"/>
                          </a:rPr>
                          <m:t>𝑎</m:t>
                        </m:r>
                        <m:r>
                          <a:rPr lang="en-US" altLang="zh-CN" sz="2200" b="0" i="1" smtClean="0">
                            <a:latin typeface="Cambria Math" panose="02040503050406030204" pitchFamily="18" charset="0"/>
                          </a:rPr>
                          <m:t>2</m:t>
                        </m:r>
                      </m:sub>
                    </m:sSub>
                  </m:oMath>
                </a14:m>
                <a:r>
                  <a:rPr lang="en-US" altLang="zh-CN" sz="2200" dirty="0" smtClean="0"/>
                  <a:t>=</a:t>
                </a:r>
                <a14:m>
                  <m:oMath xmlns:m="http://schemas.openxmlformats.org/officeDocument/2006/math">
                    <m:sSub>
                      <m:sSubPr>
                        <m:ctrlPr>
                          <a:rPr lang="en-US" altLang="zh-CN" sz="2200" i="1" dirty="0" smtClean="0">
                            <a:latin typeface="Cambria Math" panose="02040503050406030204" pitchFamily="18" charset="0"/>
                          </a:rPr>
                        </m:ctrlPr>
                      </m:sSubPr>
                      <m:e>
                        <m:r>
                          <a:rPr lang="en-US" altLang="zh-CN" sz="2200" b="0" i="1" dirty="0" smtClean="0">
                            <a:latin typeface="Cambria Math" panose="02040503050406030204" pitchFamily="18" charset="0"/>
                          </a:rPr>
                          <m:t>𝐹</m:t>
                        </m:r>
                      </m:e>
                      <m:sub>
                        <m:r>
                          <a:rPr lang="en-US" altLang="zh-CN" sz="2200" b="0" i="1" dirty="0" smtClean="0">
                            <a:latin typeface="Cambria Math" panose="02040503050406030204" pitchFamily="18" charset="0"/>
                          </a:rPr>
                          <m:t>𝑎</m:t>
                        </m:r>
                      </m:sub>
                    </m:sSub>
                  </m:oMath>
                </a14:m>
                <a:r>
                  <a:rPr lang="en-US" altLang="zh-CN" sz="2200" dirty="0" smtClean="0"/>
                  <a:t>=2500N</a:t>
                </a:r>
                <a:endParaRPr lang="zh-CN" altLang="en-US" sz="2200" dirty="0"/>
              </a:p>
            </p:txBody>
          </p:sp>
        </mc:Choice>
        <mc:Fallback>
          <p:sp>
            <p:nvSpPr>
              <p:cNvPr id="8" name="文本框 7"/>
              <p:cNvSpPr txBox="1">
                <a:spLocks noRot="1" noChangeAspect="1" noMove="1" noResize="1" noEditPoints="1" noAdjustHandles="1" noChangeArrowheads="1" noChangeShapeType="1" noTextEdit="1"/>
              </p:cNvSpPr>
              <p:nvPr/>
            </p:nvSpPr>
            <p:spPr>
              <a:xfrm>
                <a:off x="1192695" y="3299791"/>
                <a:ext cx="7126357" cy="866140"/>
              </a:xfrm>
              <a:prstGeom prst="rect">
                <a:avLst/>
              </a:prstGeom>
              <a:blipFill rotWithShape="1">
                <a:blip r:embed="rId3"/>
                <a:stretch>
                  <a:fillRect l="-2" t="-38" r="8" b="38"/>
                </a:stretch>
              </a:blipFill>
            </p:spPr>
            <p:txBody>
              <a:bodyPr/>
              <a:lstStyle/>
              <a:p>
                <a:r>
                  <a:rPr lang="zh-CN" altLang="en-US">
                    <a:noFill/>
                  </a:rPr>
                  <a:t> </a:t>
                </a:r>
              </a:p>
            </p:txBody>
          </p:sp>
        </mc:Fallback>
      </mc:AlternateContent>
      <p:sp>
        <p:nvSpPr>
          <p:cNvPr id="9" name="文本框 8"/>
          <p:cNvSpPr txBox="1"/>
          <p:nvPr/>
        </p:nvSpPr>
        <p:spPr>
          <a:xfrm>
            <a:off x="1033669" y="4224129"/>
            <a:ext cx="3170583" cy="461665"/>
          </a:xfrm>
          <a:prstGeom prst="rect">
            <a:avLst/>
          </a:prstGeom>
          <a:noFill/>
          <a:ln>
            <a:solidFill>
              <a:schemeClr val="tx2">
                <a:lumMod val="60000"/>
                <a:lumOff val="40000"/>
              </a:schemeClr>
            </a:solidFill>
          </a:ln>
        </p:spPr>
        <p:txBody>
          <a:bodyPr wrap="square" rtlCol="0">
            <a:spAutoFit/>
          </a:bodyPr>
          <a:lstStyle/>
          <a:p>
            <a:pPr>
              <a:buNone/>
            </a:pPr>
            <a:r>
              <a:rPr lang="zh-CN" altLang="en-US" dirty="0" smtClean="0"/>
              <a:t>轴承</a:t>
            </a:r>
            <a:r>
              <a:rPr lang="en-US" altLang="zh-CN" dirty="0" smtClean="0"/>
              <a:t>2</a:t>
            </a:r>
            <a:r>
              <a:rPr lang="zh-CN" altLang="en-US" dirty="0" smtClean="0"/>
              <a:t>的径向载荷：</a:t>
            </a:r>
            <a:endParaRPr lang="zh-CN" altLang="en-US" dirty="0"/>
          </a:p>
        </p:txBody>
      </p:sp>
      <mc:AlternateContent xmlns:mc="http://schemas.openxmlformats.org/markup-compatibility/2006">
        <mc:Choice xmlns:a14="http://schemas.microsoft.com/office/drawing/2010/main" Requires="a14">
          <p:sp>
            <p:nvSpPr>
              <p:cNvPr id="10" name="文本框 9"/>
              <p:cNvSpPr txBox="1"/>
              <p:nvPr/>
            </p:nvSpPr>
            <p:spPr>
              <a:xfrm>
                <a:off x="2266122" y="4780723"/>
                <a:ext cx="5198164" cy="463204"/>
              </a:xfrm>
              <a:prstGeom prst="rect">
                <a:avLst/>
              </a:prstGeom>
              <a:noFill/>
            </p:spPr>
            <p:txBody>
              <a:bodyPr wrap="square" rtlCol="0">
                <a:spAutoFit/>
              </a:bodyPr>
              <a:lstStyle/>
              <a:p>
                <a:pPr>
                  <a:buNone/>
                </a:pPr>
                <a14:m>
                  <m:oMath xmlns:m="http://schemas.openxmlformats.org/officeDocument/2006/math">
                    <m:sSub>
                      <m:sSubPr>
                        <m:ctrlPr>
                          <a:rPr lang="en-US" altLang="zh-CN" sz="2200" i="1" smtClean="0">
                            <a:latin typeface="Cambria Math" panose="02040503050406030204" pitchFamily="18" charset="0"/>
                          </a:rPr>
                        </m:ctrlPr>
                      </m:sSubPr>
                      <m:e>
                        <m:r>
                          <a:rPr lang="en-US" altLang="zh-CN" sz="2200" b="0" i="1" smtClean="0">
                            <a:latin typeface="Cambria Math" panose="02040503050406030204" pitchFamily="18" charset="0"/>
                          </a:rPr>
                          <m:t>𝐹</m:t>
                        </m:r>
                      </m:e>
                      <m:sub>
                        <m:r>
                          <a:rPr lang="en-US" altLang="zh-CN" sz="2200" b="0" i="1" smtClean="0">
                            <a:latin typeface="Cambria Math" panose="02040503050406030204" pitchFamily="18" charset="0"/>
                          </a:rPr>
                          <m:t>𝑟</m:t>
                        </m:r>
                        <m:r>
                          <a:rPr lang="en-US" altLang="zh-CN" sz="2200" b="0" i="1" smtClean="0">
                            <a:latin typeface="Cambria Math" panose="02040503050406030204" pitchFamily="18" charset="0"/>
                          </a:rPr>
                          <m:t>2</m:t>
                        </m:r>
                      </m:sub>
                    </m:sSub>
                    <m:r>
                      <a:rPr lang="en-US" altLang="zh-CN" sz="2200" i="1" smtClean="0">
                        <a:latin typeface="Cambria Math" panose="02040503050406030204" pitchFamily="18" charset="0"/>
                      </a:rPr>
                      <m:t>=</m:t>
                    </m:r>
                    <m:sSub>
                      <m:sSubPr>
                        <m:ctrlPr>
                          <a:rPr lang="en-US" altLang="zh-CN" sz="2200" i="1" smtClean="0">
                            <a:latin typeface="Cambria Math" panose="02040503050406030204" pitchFamily="18" charset="0"/>
                          </a:rPr>
                        </m:ctrlPr>
                      </m:sSubPr>
                      <m:e>
                        <m:r>
                          <a:rPr lang="en-US" altLang="zh-CN" sz="2200" b="0" i="1" smtClean="0">
                            <a:latin typeface="Cambria Math" panose="02040503050406030204" pitchFamily="18" charset="0"/>
                          </a:rPr>
                          <m:t>𝐹</m:t>
                        </m:r>
                      </m:e>
                      <m:sub>
                        <m:r>
                          <a:rPr lang="en-US" altLang="zh-CN" sz="2200" b="0" i="1" smtClean="0">
                            <a:latin typeface="Cambria Math" panose="02040503050406030204" pitchFamily="18" charset="0"/>
                          </a:rPr>
                          <m:t>𝑟</m:t>
                        </m:r>
                      </m:sub>
                    </m:sSub>
                    <m:r>
                      <a:rPr lang="en-US" altLang="zh-CN" sz="2200" i="1">
                        <a:latin typeface="Cambria Math" panose="02040503050406030204" pitchFamily="18" charset="0"/>
                      </a:rPr>
                      <m:t>−</m:t>
                    </m:r>
                    <m:sSub>
                      <m:sSubPr>
                        <m:ctrlPr>
                          <a:rPr lang="en-US" altLang="zh-CN" sz="2200" i="1" smtClean="0">
                            <a:latin typeface="Cambria Math" panose="02040503050406030204" pitchFamily="18" charset="0"/>
                          </a:rPr>
                        </m:ctrlPr>
                      </m:sSubPr>
                      <m:e>
                        <m:r>
                          <a:rPr lang="en-US" altLang="zh-CN" sz="2200" b="0" i="1" smtClean="0">
                            <a:latin typeface="Cambria Math" panose="02040503050406030204" pitchFamily="18" charset="0"/>
                          </a:rPr>
                          <m:t>𝐹</m:t>
                        </m:r>
                      </m:e>
                      <m:sub>
                        <m:r>
                          <a:rPr lang="en-US" altLang="zh-CN" sz="2200" b="0" i="1" smtClean="0">
                            <a:latin typeface="Cambria Math" panose="02040503050406030204" pitchFamily="18" charset="0"/>
                          </a:rPr>
                          <m:t>𝑟</m:t>
                        </m:r>
                        <m:r>
                          <a:rPr lang="en-US" altLang="zh-CN" sz="2200" b="0" i="1" smtClean="0">
                            <a:latin typeface="Cambria Math" panose="02040503050406030204" pitchFamily="18" charset="0"/>
                          </a:rPr>
                          <m:t>1</m:t>
                        </m:r>
                      </m:sub>
                    </m:sSub>
                  </m:oMath>
                </a14:m>
                <a:r>
                  <a:rPr lang="en-US" altLang="zh-CN" sz="2200" dirty="0" smtClean="0"/>
                  <a:t>=</a:t>
                </a:r>
                <a14:m>
                  <m:oMath xmlns:m="http://schemas.openxmlformats.org/officeDocument/2006/math">
                    <m:r>
                      <a:rPr lang="en-US" altLang="zh-CN" sz="2200" i="1" smtClean="0">
                        <a:latin typeface="Cambria Math" panose="02040503050406030204" pitchFamily="18" charset="0"/>
                        <a:ea typeface="Cambria Math" panose="02040503050406030204" pitchFamily="18" charset="0"/>
                      </a:rPr>
                      <m:t>1</m:t>
                    </m:r>
                    <m:r>
                      <a:rPr lang="en-US" altLang="zh-CN" sz="2200" b="0" i="1" smtClean="0">
                        <a:latin typeface="Cambria Math" panose="02040503050406030204" pitchFamily="18" charset="0"/>
                        <a:ea typeface="Cambria Math" panose="02040503050406030204" pitchFamily="18" charset="0"/>
                      </a:rPr>
                      <m:t>5000</m:t>
                    </m:r>
                    <m:r>
                      <a:rPr lang="en-US" altLang="zh-CN" sz="2200" b="0" i="1" smtClean="0">
                        <a:latin typeface="Cambria Math" panose="02040503050406030204" pitchFamily="18" charset="0"/>
                        <a:ea typeface="Cambria Math" panose="02040503050406030204" pitchFamily="18" charset="0"/>
                      </a:rPr>
                      <m:t>−</m:t>
                    </m:r>
                    <m:r>
                      <a:rPr lang="en-US" altLang="zh-CN" sz="2200" b="0" i="1" smtClean="0">
                        <a:latin typeface="Cambria Math" panose="02040503050406030204" pitchFamily="18" charset="0"/>
                        <a:ea typeface="Cambria Math" panose="02040503050406030204" pitchFamily="18" charset="0"/>
                      </a:rPr>
                      <m:t>5000</m:t>
                    </m:r>
                  </m:oMath>
                </a14:m>
                <a:r>
                  <a:rPr lang="en-US" altLang="zh-CN" sz="2200" dirty="0" smtClean="0"/>
                  <a:t>=10000N</a:t>
                </a:r>
                <a:endParaRPr lang="zh-CN" altLang="en-US" sz="2200" dirty="0"/>
              </a:p>
            </p:txBody>
          </p:sp>
        </mc:Choice>
        <mc:Fallback>
          <p:sp>
            <p:nvSpPr>
              <p:cNvPr id="10" name="文本框 9"/>
              <p:cNvSpPr txBox="1">
                <a:spLocks noRot="1" noChangeAspect="1" noMove="1" noResize="1" noEditPoints="1" noAdjustHandles="1" noChangeArrowheads="1" noChangeShapeType="1" noTextEdit="1"/>
              </p:cNvSpPr>
              <p:nvPr/>
            </p:nvSpPr>
            <p:spPr>
              <a:xfrm>
                <a:off x="2266122" y="4780723"/>
                <a:ext cx="5198164" cy="463204"/>
              </a:xfrm>
              <a:prstGeom prst="rect">
                <a:avLst/>
              </a:prstGeom>
              <a:blipFill rotWithShape="1">
                <a:blip r:embed="rId4"/>
                <a:stretch>
                  <a:fillRect l="-9" t="-96" r="10" b="21"/>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1" name="文本框 10"/>
              <p:cNvSpPr txBox="1"/>
              <p:nvPr/>
            </p:nvSpPr>
            <p:spPr>
              <a:xfrm>
                <a:off x="1828800" y="5476461"/>
                <a:ext cx="3429000" cy="535531"/>
              </a:xfrm>
              <a:prstGeom prst="rect">
                <a:avLst/>
              </a:prstGeom>
              <a:noFill/>
            </p:spPr>
            <p:txBody>
              <a:bodyPr wrap="square" rtlCol="0">
                <a:spAutoFit/>
              </a:bodyPr>
              <a:lstStyle/>
              <a:p>
                <a:pPr>
                  <a:buNone/>
                </a:pPr>
                <a14:m>
                  <m:oMath xmlns:m="http://schemas.openxmlformats.org/officeDocument/2006/math">
                    <m:sSub>
                      <m:sSubPr>
                        <m:ctrlPr>
                          <a:rPr lang="en-US" altLang="zh-CN" sz="2400" i="1" smtClean="0">
                            <a:latin typeface="Cambria Math" panose="02040503050406030204" pitchFamily="18" charset="0"/>
                          </a:rPr>
                        </m:ctrlPr>
                      </m:sSubPr>
                      <m:e>
                        <m:r>
                          <a:rPr lang="en-US" altLang="zh-CN" sz="2400" i="1" smtClean="0">
                            <a:latin typeface="Cambria Math" panose="02040503050406030204" pitchFamily="18" charset="0"/>
                            <a:ea typeface="Cambria Math" panose="02040503050406030204" pitchFamily="18" charset="0"/>
                          </a:rPr>
                          <m:t>∵</m:t>
                        </m:r>
                        <m:r>
                          <a:rPr lang="en-US" altLang="zh-CN" sz="2400" b="0" i="1" smtClean="0">
                            <a:latin typeface="Cambria Math" panose="02040503050406030204" pitchFamily="18" charset="0"/>
                          </a:rPr>
                          <m:t>𝐹</m:t>
                        </m:r>
                      </m:e>
                      <m:sub>
                        <m:r>
                          <a:rPr lang="en-US" altLang="zh-CN" sz="2400" b="0" i="1" smtClean="0">
                            <a:latin typeface="Cambria Math" panose="02040503050406030204" pitchFamily="18" charset="0"/>
                          </a:rPr>
                          <m:t>𝑟</m:t>
                        </m:r>
                        <m:r>
                          <a:rPr lang="en-US" altLang="zh-CN" sz="2400" b="0" i="1" smtClean="0">
                            <a:latin typeface="Cambria Math" panose="02040503050406030204" pitchFamily="18" charset="0"/>
                          </a:rPr>
                          <m:t>2</m:t>
                        </m:r>
                      </m:sub>
                    </m:sSub>
                  </m:oMath>
                </a14:m>
                <a:r>
                  <a:rPr lang="en-US" altLang="zh-CN" sz="2400" dirty="0" smtClean="0"/>
                  <a:t>&gt;</a:t>
                </a:r>
                <a14:m>
                  <m:oMath xmlns:m="http://schemas.openxmlformats.org/officeDocument/2006/math">
                    <m:sSub>
                      <m:sSubPr>
                        <m:ctrlPr>
                          <a:rPr lang="en-US" altLang="zh-CN" sz="2400" i="1" dirty="0" smtClean="0">
                            <a:latin typeface="Cambria Math" panose="02040503050406030204" pitchFamily="18" charset="0"/>
                          </a:rPr>
                        </m:ctrlPr>
                      </m:sSubPr>
                      <m:e>
                        <m:r>
                          <a:rPr lang="en-US" altLang="zh-CN" sz="2400" b="0" i="1" dirty="0" smtClean="0">
                            <a:latin typeface="Cambria Math" panose="02040503050406030204" pitchFamily="18" charset="0"/>
                          </a:rPr>
                          <m:t>𝐹</m:t>
                        </m:r>
                      </m:e>
                      <m:sub>
                        <m:r>
                          <a:rPr lang="en-US" altLang="zh-CN" sz="2400" b="0" i="1" dirty="0" smtClean="0">
                            <a:latin typeface="Cambria Math" panose="02040503050406030204" pitchFamily="18" charset="0"/>
                          </a:rPr>
                          <m:t>𝑟</m:t>
                        </m:r>
                        <m:r>
                          <a:rPr lang="en-US" altLang="zh-CN" sz="2400" b="0" i="1" dirty="0" smtClean="0">
                            <a:latin typeface="Cambria Math" panose="02040503050406030204" pitchFamily="18" charset="0"/>
                          </a:rPr>
                          <m:t>1</m:t>
                        </m:r>
                      </m:sub>
                    </m:sSub>
                  </m:oMath>
                </a14:m>
                <a:endParaRPr lang="zh-CN" altLang="en-US" sz="2400" dirty="0"/>
              </a:p>
            </p:txBody>
          </p:sp>
        </mc:Choice>
        <mc:Fallback>
          <p:sp>
            <p:nvSpPr>
              <p:cNvPr id="11" name="文本框 10"/>
              <p:cNvSpPr txBox="1">
                <a:spLocks noRot="1" noChangeAspect="1" noMove="1" noResize="1" noEditPoints="1" noAdjustHandles="1" noChangeArrowheads="1" noChangeShapeType="1" noTextEdit="1"/>
              </p:cNvSpPr>
              <p:nvPr/>
            </p:nvSpPr>
            <p:spPr>
              <a:xfrm>
                <a:off x="1828800" y="5476461"/>
                <a:ext cx="3429000" cy="535531"/>
              </a:xfrm>
              <a:prstGeom prst="rect">
                <a:avLst/>
              </a:prstGeom>
              <a:blipFill rotWithShape="1">
                <a:blip r:embed="rId5"/>
                <a:stretch>
                  <a:fillRect t="-41" b="83"/>
                </a:stretch>
              </a:blipFill>
            </p:spPr>
            <p:txBody>
              <a:bodyPr/>
              <a:lstStyle/>
              <a:p>
                <a:r>
                  <a:rPr lang="zh-CN" altLang="en-US">
                    <a:noFill/>
                  </a:rPr>
                  <a:t> </a:t>
                </a:r>
              </a:p>
            </p:txBody>
          </p:sp>
        </mc:Fallback>
      </mc:AlternateContent>
      <p:sp>
        <p:nvSpPr>
          <p:cNvPr id="12" name="文本框 11"/>
          <p:cNvSpPr txBox="1"/>
          <p:nvPr/>
        </p:nvSpPr>
        <p:spPr>
          <a:xfrm>
            <a:off x="3558209" y="5516218"/>
            <a:ext cx="4313583" cy="498598"/>
          </a:xfrm>
          <a:prstGeom prst="rect">
            <a:avLst/>
          </a:prstGeom>
          <a:noFill/>
        </p:spPr>
        <p:txBody>
          <a:bodyPr wrap="square" rtlCol="0">
            <a:spAutoFit/>
          </a:bodyPr>
          <a:lstStyle/>
          <a:p>
            <a:pPr>
              <a:buNone/>
            </a:pPr>
            <a:r>
              <a:rPr lang="zh-CN" altLang="en-US" sz="2200" dirty="0" smtClean="0"/>
              <a:t>所以按轴承</a:t>
            </a:r>
            <a:r>
              <a:rPr lang="en-US" altLang="zh-CN" sz="2200" dirty="0" smtClean="0"/>
              <a:t>2</a:t>
            </a:r>
            <a:r>
              <a:rPr lang="zh-CN" altLang="en-US" sz="2200" dirty="0" smtClean="0"/>
              <a:t>计算</a:t>
            </a:r>
            <a:endParaRPr lang="zh-CN" altLang="en-US" sz="2200" dirty="0"/>
          </a:p>
        </p:txBody>
      </p:sp>
    </p:spTree>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wipe(left)">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wipe(left)">
                                      <p:cBhvr>
                                        <p:cTn id="17" dur="500"/>
                                        <p:tgtEl>
                                          <p:spTgt spid="5"/>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wipe(left)">
                                      <p:cBhvr>
                                        <p:cTn id="22" dur="500"/>
                                        <p:tgtEl>
                                          <p:spTgt spid="6"/>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7"/>
                                        </p:tgtEl>
                                        <p:attrNameLst>
                                          <p:attrName>style.visibility</p:attrName>
                                        </p:attrNameLst>
                                      </p:cBhvr>
                                      <p:to>
                                        <p:strVal val="visible"/>
                                      </p:to>
                                    </p:set>
                                    <p:animEffect transition="in" filter="wipe(left)">
                                      <p:cBhvr>
                                        <p:cTn id="27" dur="500"/>
                                        <p:tgtEl>
                                          <p:spTgt spid="7"/>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8"/>
                                        </p:tgtEl>
                                        <p:attrNameLst>
                                          <p:attrName>style.visibility</p:attrName>
                                        </p:attrNameLst>
                                      </p:cBhvr>
                                      <p:to>
                                        <p:strVal val="visible"/>
                                      </p:to>
                                    </p:set>
                                    <p:animEffect transition="in" filter="wipe(left)">
                                      <p:cBhvr>
                                        <p:cTn id="32" dur="500"/>
                                        <p:tgtEl>
                                          <p:spTgt spid="8"/>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9"/>
                                        </p:tgtEl>
                                        <p:attrNameLst>
                                          <p:attrName>style.visibility</p:attrName>
                                        </p:attrNameLst>
                                      </p:cBhvr>
                                      <p:to>
                                        <p:strVal val="visible"/>
                                      </p:to>
                                    </p:set>
                                    <p:animEffect transition="in" filter="wipe(left)">
                                      <p:cBhvr>
                                        <p:cTn id="37" dur="500"/>
                                        <p:tgtEl>
                                          <p:spTgt spid="9"/>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10"/>
                                        </p:tgtEl>
                                        <p:attrNameLst>
                                          <p:attrName>style.visibility</p:attrName>
                                        </p:attrNameLst>
                                      </p:cBhvr>
                                      <p:to>
                                        <p:strVal val="visible"/>
                                      </p:to>
                                    </p:set>
                                    <p:animEffect transition="in" filter="wipe(left)">
                                      <p:cBhvr>
                                        <p:cTn id="42" dur="500"/>
                                        <p:tgtEl>
                                          <p:spTgt spid="10"/>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grpId="0" nodeType="clickEffect">
                                  <p:stCondLst>
                                    <p:cond delay="0"/>
                                  </p:stCondLst>
                                  <p:childTnLst>
                                    <p:set>
                                      <p:cBhvr>
                                        <p:cTn id="46" dur="1" fill="hold">
                                          <p:stCondLst>
                                            <p:cond delay="0"/>
                                          </p:stCondLst>
                                        </p:cTn>
                                        <p:tgtEl>
                                          <p:spTgt spid="11"/>
                                        </p:tgtEl>
                                        <p:attrNameLst>
                                          <p:attrName>style.visibility</p:attrName>
                                        </p:attrNameLst>
                                      </p:cBhvr>
                                      <p:to>
                                        <p:strVal val="visible"/>
                                      </p:to>
                                    </p:set>
                                    <p:animEffect transition="in" filter="wipe(left)">
                                      <p:cBhvr>
                                        <p:cTn id="47" dur="500"/>
                                        <p:tgtEl>
                                          <p:spTgt spid="11"/>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8" fill="hold" grpId="0" nodeType="clickEffect">
                                  <p:stCondLst>
                                    <p:cond delay="0"/>
                                  </p:stCondLst>
                                  <p:childTnLst>
                                    <p:set>
                                      <p:cBhvr>
                                        <p:cTn id="51" dur="1" fill="hold">
                                          <p:stCondLst>
                                            <p:cond delay="0"/>
                                          </p:stCondLst>
                                        </p:cTn>
                                        <p:tgtEl>
                                          <p:spTgt spid="12"/>
                                        </p:tgtEl>
                                        <p:attrNameLst>
                                          <p:attrName>style.visibility</p:attrName>
                                        </p:attrNameLst>
                                      </p:cBhvr>
                                      <p:to>
                                        <p:strVal val="visible"/>
                                      </p:to>
                                    </p:set>
                                    <p:animEffect transition="in" filter="wipe(left)">
                                      <p:cBhvr>
                                        <p:cTn id="52"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4" grpId="0" animBg="1"/>
      <p:bldP spid="5" grpId="0"/>
      <p:bldP spid="6" grpId="0"/>
      <p:bldP spid="7" grpId="0"/>
      <p:bldP spid="8" grpId="0"/>
      <p:bldP spid="9" grpId="0" animBg="1"/>
      <p:bldP spid="10" grpId="0"/>
      <p:bldP spid="11" grpId="0"/>
      <p:bldP spid="12" grpId="0"/>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705485" y="457200"/>
            <a:ext cx="7797165" cy="497205"/>
          </a:xfrm>
          <a:prstGeom prst="rect">
            <a:avLst/>
          </a:prstGeom>
          <a:noFill/>
        </p:spPr>
        <p:txBody>
          <a:bodyPr wrap="square" rtlCol="0">
            <a:spAutoFit/>
          </a:bodyPr>
          <a:lstStyle/>
          <a:p>
            <a:pPr>
              <a:buNone/>
            </a:pPr>
            <a:r>
              <a:rPr lang="zh-CN" altLang="en-US" sz="2200" dirty="0" smtClean="0">
                <a:solidFill>
                  <a:srgbClr val="0000FF"/>
                </a:solidFill>
              </a:rPr>
              <a:t>（</a:t>
            </a:r>
            <a:r>
              <a:rPr lang="en-US" altLang="zh-CN" sz="2200" dirty="0" smtClean="0">
                <a:solidFill>
                  <a:srgbClr val="0000FF"/>
                </a:solidFill>
              </a:rPr>
              <a:t>2</a:t>
            </a:r>
            <a:r>
              <a:rPr lang="zh-CN" altLang="en-US" sz="2200" dirty="0" smtClean="0">
                <a:solidFill>
                  <a:srgbClr val="0000FF"/>
                </a:solidFill>
              </a:rPr>
              <a:t>）按照设计手册的轴承样本预选</a:t>
            </a:r>
            <a:r>
              <a:rPr lang="en-US" altLang="zh-CN" sz="2200" dirty="0" smtClean="0">
                <a:solidFill>
                  <a:srgbClr val="0000FF"/>
                </a:solidFill>
              </a:rPr>
              <a:t>6410</a:t>
            </a:r>
            <a:r>
              <a:rPr lang="zh-CN" altLang="en-US" sz="2200" dirty="0" smtClean="0">
                <a:solidFill>
                  <a:srgbClr val="0000FF"/>
                </a:solidFill>
              </a:rPr>
              <a:t>轴承（轴径</a:t>
            </a:r>
            <a:r>
              <a:rPr lang="zh-CN" altLang="en-US" sz="2200" dirty="0" smtClean="0">
                <a:solidFill>
                  <a:srgbClr val="0000FF"/>
                </a:solidFill>
                <a:latin typeface="黑体" panose="02010609060101010101" pitchFamily="49" charset="-122"/>
                <a:ea typeface="黑体" panose="02010609060101010101" pitchFamily="49" charset="-122"/>
              </a:rPr>
              <a:t>≥</a:t>
            </a:r>
            <a:r>
              <a:rPr lang="en-US" altLang="zh-CN" sz="2200" dirty="0" smtClean="0">
                <a:solidFill>
                  <a:srgbClr val="0000FF"/>
                </a:solidFill>
                <a:latin typeface="黑体" panose="02010609060101010101" pitchFamily="49" charset="-122"/>
                <a:ea typeface="黑体" panose="02010609060101010101" pitchFamily="49" charset="-122"/>
              </a:rPr>
              <a:t>50</a:t>
            </a:r>
            <a:r>
              <a:rPr lang="zh-CN" altLang="en-US" sz="2200" dirty="0" smtClean="0">
                <a:solidFill>
                  <a:srgbClr val="0000FF"/>
                </a:solidFill>
                <a:latin typeface="黑体" panose="02010609060101010101" pitchFamily="49" charset="-122"/>
                <a:ea typeface="黑体" panose="02010609060101010101" pitchFamily="49" charset="-122"/>
              </a:rPr>
              <a:t>）</a:t>
            </a:r>
            <a:endParaRPr lang="zh-CN" altLang="en-US" sz="2200" dirty="0" smtClean="0">
              <a:solidFill>
                <a:srgbClr val="0000FF"/>
              </a:solidFill>
              <a:latin typeface="黑体" panose="02010609060101010101" pitchFamily="49" charset="-122"/>
              <a:ea typeface="黑体" panose="02010609060101010101" pitchFamily="49" charset="-122"/>
            </a:endParaRPr>
          </a:p>
        </p:txBody>
      </p:sp>
      <p:sp>
        <p:nvSpPr>
          <p:cNvPr id="3" name="文本框 2"/>
          <p:cNvSpPr txBox="1"/>
          <p:nvPr/>
        </p:nvSpPr>
        <p:spPr>
          <a:xfrm>
            <a:off x="775252" y="993914"/>
            <a:ext cx="8060636" cy="461665"/>
          </a:xfrm>
          <a:prstGeom prst="rect">
            <a:avLst/>
          </a:prstGeom>
          <a:noFill/>
        </p:spPr>
        <p:txBody>
          <a:bodyPr wrap="square" rtlCol="0">
            <a:spAutoFit/>
          </a:bodyPr>
          <a:lstStyle/>
          <a:p>
            <a:pPr>
              <a:buNone/>
            </a:pPr>
            <a:r>
              <a:rPr lang="zh-CN" altLang="en-US" dirty="0" smtClean="0"/>
              <a:t>此轴承的基本额定动载荷</a:t>
            </a:r>
            <a:r>
              <a:rPr lang="en-US" altLang="zh-CN" dirty="0" smtClean="0"/>
              <a:t>C=92.2. KN</a:t>
            </a:r>
            <a:r>
              <a:rPr lang="zh-CN" altLang="en-US" dirty="0" smtClean="0"/>
              <a:t>，基本额定静载荷</a:t>
            </a:r>
            <a:r>
              <a:rPr lang="en-US" altLang="zh-CN" dirty="0" smtClean="0"/>
              <a:t>C</a:t>
            </a:r>
            <a:r>
              <a:rPr lang="en-US" altLang="zh-CN" baseline="-25000" dirty="0" smtClean="0"/>
              <a:t>0</a:t>
            </a:r>
            <a:r>
              <a:rPr lang="en-US" altLang="zh-CN" dirty="0" smtClean="0"/>
              <a:t>=55.2KN</a:t>
            </a:r>
            <a:endParaRPr lang="zh-CN" altLang="en-US" dirty="0"/>
          </a:p>
        </p:txBody>
      </p:sp>
      <mc:AlternateContent xmlns:mc="http://schemas.openxmlformats.org/markup-compatibility/2006">
        <mc:Choice xmlns:a14="http://schemas.microsoft.com/office/drawing/2010/main" Requires="a14">
          <p:sp>
            <p:nvSpPr>
              <p:cNvPr id="4" name="文本框 3"/>
              <p:cNvSpPr txBox="1"/>
              <p:nvPr/>
            </p:nvSpPr>
            <p:spPr>
              <a:xfrm>
                <a:off x="775582" y="1550752"/>
                <a:ext cx="3756991" cy="719812"/>
              </a:xfrm>
              <a:prstGeom prst="rect">
                <a:avLst/>
              </a:prstGeom>
              <a:noFill/>
            </p:spPr>
            <p:txBody>
              <a:bodyPr wrap="square" rtlCol="0">
                <a:spAutoFit/>
              </a:bodyPr>
              <a:lstStyle/>
              <a:p>
                <a:pPr>
                  <a:buNone/>
                </a:pPr>
                <a14:m>
                  <m:oMath xmlns:m="http://schemas.openxmlformats.org/officeDocument/2006/math">
                    <m:f>
                      <m:fPr>
                        <m:ctrlPr>
                          <a:rPr lang="en-US" altLang="zh-CN" sz="2200" i="1" smtClean="0">
                            <a:latin typeface="Cambria Math" panose="02040503050406030204" pitchFamily="18" charset="0"/>
                          </a:rPr>
                        </m:ctrlPr>
                      </m:fPr>
                      <m:num>
                        <m:sSub>
                          <m:sSubPr>
                            <m:ctrlPr>
                              <a:rPr lang="en-US" altLang="zh-CN" sz="2200" i="1" smtClean="0">
                                <a:latin typeface="Cambria Math" panose="02040503050406030204" pitchFamily="18" charset="0"/>
                              </a:rPr>
                            </m:ctrlPr>
                          </m:sSubPr>
                          <m:e>
                            <m:r>
                              <a:rPr lang="en-US" altLang="zh-CN" sz="2200" b="0" i="1" smtClean="0">
                                <a:latin typeface="Cambria Math" panose="02040503050406030204" pitchFamily="18" charset="0"/>
                              </a:rPr>
                              <m:t>𝐹</m:t>
                            </m:r>
                          </m:e>
                          <m:sub>
                            <m:r>
                              <a:rPr lang="en-US" altLang="zh-CN" sz="2200" b="0" i="1" smtClean="0">
                                <a:latin typeface="Cambria Math" panose="02040503050406030204" pitchFamily="18" charset="0"/>
                              </a:rPr>
                              <m:t>𝑎</m:t>
                            </m:r>
                          </m:sub>
                        </m:sSub>
                      </m:num>
                      <m:den>
                        <m:sSub>
                          <m:sSubPr>
                            <m:ctrlPr>
                              <a:rPr lang="en-US" altLang="zh-CN" sz="2200" i="1" smtClean="0">
                                <a:latin typeface="Cambria Math" panose="02040503050406030204" pitchFamily="18" charset="0"/>
                              </a:rPr>
                            </m:ctrlPr>
                          </m:sSubPr>
                          <m:e>
                            <m:r>
                              <a:rPr lang="en-US" altLang="zh-CN" sz="2200" b="0" i="1" smtClean="0">
                                <a:latin typeface="Cambria Math" panose="02040503050406030204" pitchFamily="18" charset="0"/>
                              </a:rPr>
                              <m:t>𝐶</m:t>
                            </m:r>
                          </m:e>
                          <m:sub>
                            <m:r>
                              <a:rPr lang="en-US" altLang="zh-CN" sz="2200" b="0" i="1" smtClean="0">
                                <a:latin typeface="Cambria Math" panose="02040503050406030204" pitchFamily="18" charset="0"/>
                              </a:rPr>
                              <m:t>0</m:t>
                            </m:r>
                          </m:sub>
                        </m:sSub>
                      </m:den>
                    </m:f>
                  </m:oMath>
                </a14:m>
                <a:r>
                  <a:rPr lang="en-US" altLang="zh-CN" sz="2200" dirty="0" smtClean="0"/>
                  <a:t>=</a:t>
                </a:r>
                <a14:m>
                  <m:oMath xmlns:m="http://schemas.openxmlformats.org/officeDocument/2006/math">
                    <m:f>
                      <m:fPr>
                        <m:ctrlPr>
                          <a:rPr lang="en-US" altLang="zh-CN" sz="2200" i="1" dirty="0" smtClean="0">
                            <a:latin typeface="Cambria Math" panose="02040503050406030204" pitchFamily="18" charset="0"/>
                          </a:rPr>
                        </m:ctrlPr>
                      </m:fPr>
                      <m:num>
                        <m:r>
                          <a:rPr lang="en-US" altLang="zh-CN" sz="2200" b="0" i="1" dirty="0" smtClean="0">
                            <a:latin typeface="Cambria Math" panose="02040503050406030204" pitchFamily="18" charset="0"/>
                          </a:rPr>
                          <m:t>2500</m:t>
                        </m:r>
                      </m:num>
                      <m:den>
                        <m:r>
                          <a:rPr lang="en-US" altLang="zh-CN" sz="2200" b="0" i="1" dirty="0" smtClean="0">
                            <a:latin typeface="Cambria Math" panose="02040503050406030204" pitchFamily="18" charset="0"/>
                          </a:rPr>
                          <m:t>55200</m:t>
                        </m:r>
                      </m:den>
                    </m:f>
                    <m:r>
                      <a:rPr lang="en-US" altLang="zh-CN" sz="2200" b="0" i="1" dirty="0" smtClean="0">
                        <a:latin typeface="Cambria Math" panose="02040503050406030204" pitchFamily="18" charset="0"/>
                      </a:rPr>
                      <m:t>=</m:t>
                    </m:r>
                    <m:r>
                      <a:rPr lang="en-US" altLang="zh-CN" sz="2200" b="0" i="1" dirty="0" smtClean="0">
                        <a:latin typeface="Cambria Math" panose="02040503050406030204" pitchFamily="18" charset="0"/>
                      </a:rPr>
                      <m:t>0</m:t>
                    </m:r>
                    <m:r>
                      <a:rPr lang="en-US" altLang="zh-CN" sz="2200" b="0" i="1" dirty="0" smtClean="0">
                        <a:latin typeface="Cambria Math" panose="02040503050406030204" pitchFamily="18" charset="0"/>
                      </a:rPr>
                      <m:t>.</m:t>
                    </m:r>
                    <m:r>
                      <a:rPr lang="en-US" altLang="zh-CN" sz="2200" b="0" i="1" dirty="0" smtClean="0">
                        <a:latin typeface="Cambria Math" panose="02040503050406030204" pitchFamily="18" charset="0"/>
                      </a:rPr>
                      <m:t>045</m:t>
                    </m:r>
                    <m:r>
                      <a:rPr lang="en-US" altLang="zh-CN" sz="2200" b="0" i="1" dirty="0" smtClean="0">
                        <a:latin typeface="Cambria Math" panose="02040503050406030204" pitchFamily="18" charset="0"/>
                      </a:rPr>
                      <m:t>  </m:t>
                    </m:r>
                  </m:oMath>
                </a14:m>
                <a:endParaRPr lang="zh-CN" altLang="en-US" sz="2200" dirty="0"/>
              </a:p>
            </p:txBody>
          </p:sp>
        </mc:Choice>
        <mc:Fallback>
          <p:sp>
            <p:nvSpPr>
              <p:cNvPr id="4" name="文本框 3"/>
              <p:cNvSpPr txBox="1">
                <a:spLocks noRot="1" noChangeAspect="1" noMove="1" noResize="1" noEditPoints="1" noAdjustHandles="1" noChangeArrowheads="1" noChangeShapeType="1" noTextEdit="1"/>
              </p:cNvSpPr>
              <p:nvPr/>
            </p:nvSpPr>
            <p:spPr>
              <a:xfrm>
                <a:off x="775582" y="1550752"/>
                <a:ext cx="3756991" cy="719812"/>
              </a:xfrm>
              <a:prstGeom prst="rect">
                <a:avLst/>
              </a:prstGeom>
              <a:blipFill rotWithShape="1">
                <a:blip r:embed="rId1"/>
                <a:stretch>
                  <a:fillRect l="-7" t="-11" r="15" b="-1350"/>
                </a:stretch>
              </a:blipFill>
            </p:spPr>
            <p:txBody>
              <a:bodyPr/>
              <a:lstStyle/>
              <a:p>
                <a:r>
                  <a:rPr lang="zh-CN" altLang="en-US">
                    <a:noFill/>
                  </a:rPr>
                  <a:t> </a:t>
                </a:r>
              </a:p>
            </p:txBody>
          </p:sp>
        </mc:Fallback>
      </mc:AlternateContent>
      <p:sp>
        <p:nvSpPr>
          <p:cNvPr id="5" name="文本框 4"/>
          <p:cNvSpPr txBox="1"/>
          <p:nvPr/>
        </p:nvSpPr>
        <p:spPr>
          <a:xfrm>
            <a:off x="3253740" y="1722120"/>
            <a:ext cx="5721350" cy="520065"/>
          </a:xfrm>
          <a:prstGeom prst="rect">
            <a:avLst/>
          </a:prstGeom>
          <a:noFill/>
        </p:spPr>
        <p:txBody>
          <a:bodyPr wrap="square" rtlCol="0">
            <a:noAutofit/>
          </a:bodyPr>
          <a:lstStyle/>
          <a:p>
            <a:pPr>
              <a:buNone/>
            </a:pPr>
            <a:r>
              <a:rPr lang="zh-CN" altLang="en-US" dirty="0" smtClean="0"/>
              <a:t>查手册表</a:t>
            </a:r>
            <a:r>
              <a:rPr lang="en-US" altLang="zh-CN" dirty="0" smtClean="0"/>
              <a:t>3.6-7</a:t>
            </a:r>
            <a:r>
              <a:rPr lang="zh-CN" altLang="en-US" dirty="0" smtClean="0"/>
              <a:t>，由线性插值法求得</a:t>
            </a:r>
            <a:r>
              <a:rPr lang="en-US" altLang="zh-CN" dirty="0" smtClean="0"/>
              <a:t>  </a:t>
            </a:r>
            <a:r>
              <a:rPr lang="en-US" altLang="zh-CN" i="1" dirty="0" smtClean="0"/>
              <a:t>e</a:t>
            </a:r>
            <a:r>
              <a:rPr lang="en-US" altLang="zh-CN" dirty="0" smtClean="0"/>
              <a:t>=0.245</a:t>
            </a:r>
            <a:endParaRPr lang="zh-CN" altLang="en-US" dirty="0"/>
          </a:p>
        </p:txBody>
      </p:sp>
      <mc:AlternateContent xmlns:mc="http://schemas.openxmlformats.org/markup-compatibility/2006">
        <mc:Choice xmlns:a14="http://schemas.microsoft.com/office/drawing/2010/main" Requires="a14">
          <p:sp>
            <p:nvSpPr>
              <p:cNvPr id="6" name="文本框 5"/>
              <p:cNvSpPr txBox="1"/>
              <p:nvPr/>
            </p:nvSpPr>
            <p:spPr>
              <a:xfrm>
                <a:off x="996955" y="2303674"/>
                <a:ext cx="4870169" cy="922020"/>
              </a:xfrm>
              <a:prstGeom prst="rect">
                <a:avLst/>
              </a:prstGeom>
              <a:noFill/>
            </p:spPr>
            <p:txBody>
              <a:bodyPr wrap="square" rtlCol="0">
                <a:spAutoFit/>
              </a:bodyPr>
              <a:lstStyle/>
              <a:p>
                <a:pPr>
                  <a:buNone/>
                </a:pPr>
                <a14:m>
                  <m:oMathPara xmlns:m="http://schemas.openxmlformats.org/officeDocument/2006/math">
                    <m:oMathParaPr>
                      <m:jc m:val="centerGroup"/>
                    </m:oMathParaPr>
                    <m:oMath xmlns:m="http://schemas.openxmlformats.org/officeDocument/2006/math">
                      <m:f>
                        <m:fPr>
                          <m:ctrlPr>
                            <a:rPr lang="en-US" altLang="zh-CN" sz="2200" i="1" smtClean="0">
                              <a:latin typeface="Cambria Math" panose="02040503050406030204" pitchFamily="18" charset="0"/>
                            </a:rPr>
                          </m:ctrlPr>
                        </m:fPr>
                        <m:num>
                          <m:sSub>
                            <m:sSubPr>
                              <m:ctrlPr>
                                <a:rPr lang="en-US" altLang="zh-CN" sz="2200" i="1" smtClean="0">
                                  <a:latin typeface="Cambria Math" panose="02040503050406030204" pitchFamily="18" charset="0"/>
                                </a:rPr>
                              </m:ctrlPr>
                            </m:sSubPr>
                            <m:e>
                              <m:r>
                                <a:rPr lang="en-US" altLang="zh-CN" sz="2200" b="0" i="1" smtClean="0">
                                  <a:latin typeface="Cambria Math" panose="02040503050406030204" pitchFamily="18" charset="0"/>
                                </a:rPr>
                                <m:t>𝐹</m:t>
                              </m:r>
                            </m:e>
                            <m:sub>
                              <m:r>
                                <a:rPr lang="en-US" altLang="zh-CN" sz="2200" b="0" i="1" smtClean="0">
                                  <a:latin typeface="Cambria Math" panose="02040503050406030204" pitchFamily="18" charset="0"/>
                                </a:rPr>
                                <m:t>𝑎</m:t>
                              </m:r>
                              <m:r>
                                <a:rPr lang="en-US" altLang="zh-CN" sz="2200" b="0" i="1" smtClean="0">
                                  <a:latin typeface="Cambria Math" panose="02040503050406030204" pitchFamily="18" charset="0"/>
                                </a:rPr>
                                <m:t>2</m:t>
                              </m:r>
                            </m:sub>
                          </m:sSub>
                        </m:num>
                        <m:den>
                          <m:sSub>
                            <m:sSubPr>
                              <m:ctrlPr>
                                <a:rPr lang="en-US" altLang="zh-CN" sz="2200" i="1" smtClean="0">
                                  <a:latin typeface="Cambria Math" panose="02040503050406030204" pitchFamily="18" charset="0"/>
                                </a:rPr>
                              </m:ctrlPr>
                            </m:sSubPr>
                            <m:e>
                              <m:r>
                                <a:rPr lang="en-US" altLang="zh-CN" sz="2200" b="0" i="1" smtClean="0">
                                  <a:latin typeface="Cambria Math" panose="02040503050406030204" pitchFamily="18" charset="0"/>
                                </a:rPr>
                                <m:t>𝐹</m:t>
                              </m:r>
                            </m:e>
                            <m:sub>
                              <m:r>
                                <a:rPr lang="en-US" altLang="zh-CN" sz="2200" b="0" i="1" smtClean="0">
                                  <a:latin typeface="Cambria Math" panose="02040503050406030204" pitchFamily="18" charset="0"/>
                                </a:rPr>
                                <m:t>𝑟</m:t>
                              </m:r>
                              <m:r>
                                <a:rPr lang="en-US" altLang="zh-CN" sz="2200" b="0" i="1" smtClean="0">
                                  <a:latin typeface="Cambria Math" panose="02040503050406030204" pitchFamily="18" charset="0"/>
                                </a:rPr>
                                <m:t>2</m:t>
                              </m:r>
                            </m:sub>
                          </m:sSub>
                        </m:den>
                      </m:f>
                      <m:r>
                        <a:rPr lang="en-US" altLang="zh-CN" sz="2200" b="0" i="1" smtClean="0">
                          <a:latin typeface="Cambria Math" panose="02040503050406030204" pitchFamily="18" charset="0"/>
                        </a:rPr>
                        <m:t>=</m:t>
                      </m:r>
                      <m:f>
                        <m:fPr>
                          <m:ctrlPr>
                            <a:rPr lang="en-US" altLang="zh-CN" sz="2200" b="0" i="1" smtClean="0">
                              <a:latin typeface="Cambria Math" panose="02040503050406030204" pitchFamily="18" charset="0"/>
                              <a:cs typeface="Cambria Math" panose="02040503050406030204" pitchFamily="18" charset="0"/>
                            </a:rPr>
                          </m:ctrlPr>
                        </m:fPr>
                        <m:num>
                          <m:r>
                            <a:rPr lang="en-US" altLang="zh-CN" sz="2200" b="0" i="1" smtClean="0">
                              <a:latin typeface="Cambria Math" panose="02040503050406030204" pitchFamily="18" charset="0"/>
                              <a:cs typeface="Cambria Math" panose="02040503050406030204" pitchFamily="18" charset="0"/>
                            </a:rPr>
                            <m:t>2500</m:t>
                          </m:r>
                        </m:num>
                        <m:den>
                          <m:r>
                            <a:rPr lang="en-US" altLang="zh-CN" sz="2200" b="0" i="1" smtClean="0">
                              <a:latin typeface="Cambria Math" panose="02040503050406030204" pitchFamily="18" charset="0"/>
                              <a:cs typeface="Cambria Math" panose="02040503050406030204" pitchFamily="18" charset="0"/>
                            </a:rPr>
                            <m:t>10000</m:t>
                          </m:r>
                        </m:den>
                      </m:f>
                      <m:r>
                        <a:rPr lang="en-US" altLang="zh-CN" sz="2200" b="0" i="1" smtClean="0">
                          <a:latin typeface="Cambria Math" panose="02040503050406030204" pitchFamily="18" charset="0"/>
                        </a:rPr>
                        <m:t>=</m:t>
                      </m:r>
                      <m:r>
                        <a:rPr lang="en-US" altLang="zh-CN" sz="2200" b="0" i="1" smtClean="0">
                          <a:latin typeface="Cambria Math" panose="02040503050406030204" pitchFamily="18" charset="0"/>
                        </a:rPr>
                        <m:t>0</m:t>
                      </m:r>
                      <m:r>
                        <a:rPr lang="en-US" altLang="zh-CN" sz="2200" b="0" i="1" smtClean="0">
                          <a:latin typeface="Cambria Math" panose="02040503050406030204" pitchFamily="18" charset="0"/>
                        </a:rPr>
                        <m:t>.</m:t>
                      </m:r>
                      <m:r>
                        <a:rPr lang="en-US" altLang="zh-CN" sz="2200" b="0" i="1" smtClean="0">
                          <a:latin typeface="Cambria Math" panose="02040503050406030204" pitchFamily="18" charset="0"/>
                        </a:rPr>
                        <m:t>25</m:t>
                      </m:r>
                      <m:r>
                        <a:rPr lang="en-US" altLang="zh-CN" sz="2200" b="0" i="1" smtClean="0">
                          <a:latin typeface="Cambria Math" panose="02040503050406030204" pitchFamily="18" charset="0"/>
                        </a:rPr>
                        <m:t>&gt;</m:t>
                      </m:r>
                      <m:r>
                        <a:rPr lang="en-US" altLang="zh-CN" sz="2200" b="0" i="1" smtClean="0">
                          <a:latin typeface="Cambria Math" panose="02040503050406030204" pitchFamily="18" charset="0"/>
                        </a:rPr>
                        <m:t>𝑒</m:t>
                      </m:r>
                    </m:oMath>
                  </m:oMathPara>
                </a14:m>
                <a:endParaRPr lang="zh-CN" altLang="en-US" sz="2200" dirty="0"/>
              </a:p>
            </p:txBody>
          </p:sp>
        </mc:Choice>
        <mc:Fallback>
          <p:sp>
            <p:nvSpPr>
              <p:cNvPr id="6" name="文本框 5"/>
              <p:cNvSpPr txBox="1">
                <a:spLocks noRot="1" noChangeAspect="1" noMove="1" noResize="1" noEditPoints="1" noAdjustHandles="1" noChangeArrowheads="1" noChangeShapeType="1" noTextEdit="1"/>
              </p:cNvSpPr>
              <p:nvPr/>
            </p:nvSpPr>
            <p:spPr>
              <a:xfrm>
                <a:off x="996955" y="2303674"/>
                <a:ext cx="4870169" cy="922020"/>
              </a:xfrm>
              <a:prstGeom prst="rect">
                <a:avLst/>
              </a:prstGeom>
              <a:blipFill rotWithShape="1">
                <a:blip r:embed="rId2"/>
                <a:stretch>
                  <a:fillRect t="-57" r="7" b="57"/>
                </a:stretch>
              </a:blipFill>
            </p:spPr>
            <p:txBody>
              <a:bodyPr/>
              <a:lstStyle/>
              <a:p>
                <a:r>
                  <a:rPr lang="zh-CN" altLang="en-US">
                    <a:noFill/>
                  </a:rPr>
                  <a:t> </a:t>
                </a:r>
              </a:p>
            </p:txBody>
          </p:sp>
        </mc:Fallback>
      </mc:AlternateContent>
      <p:sp>
        <p:nvSpPr>
          <p:cNvPr id="7" name="文本框 6"/>
          <p:cNvSpPr txBox="1"/>
          <p:nvPr/>
        </p:nvSpPr>
        <p:spPr>
          <a:xfrm>
            <a:off x="5164069" y="2645852"/>
            <a:ext cx="4214191" cy="429413"/>
          </a:xfrm>
          <a:prstGeom prst="rect">
            <a:avLst/>
          </a:prstGeom>
          <a:noFill/>
        </p:spPr>
        <p:txBody>
          <a:bodyPr wrap="square" rtlCol="0">
            <a:spAutoFit/>
          </a:bodyPr>
          <a:lstStyle/>
          <a:p>
            <a:pPr>
              <a:buNone/>
            </a:pPr>
            <a:r>
              <a:rPr lang="zh-CN" altLang="en-US" dirty="0" smtClean="0"/>
              <a:t>取</a:t>
            </a:r>
            <a:r>
              <a:rPr lang="en-US" altLang="zh-CN" dirty="0" smtClean="0"/>
              <a:t>X=0.56</a:t>
            </a:r>
            <a:endParaRPr lang="zh-CN" altLang="en-US" dirty="0"/>
          </a:p>
        </p:txBody>
      </p:sp>
      <p:sp>
        <p:nvSpPr>
          <p:cNvPr id="8" name="文本框 7"/>
          <p:cNvSpPr txBox="1"/>
          <p:nvPr/>
        </p:nvSpPr>
        <p:spPr>
          <a:xfrm>
            <a:off x="996922" y="3378889"/>
            <a:ext cx="3438939" cy="429413"/>
          </a:xfrm>
          <a:prstGeom prst="rect">
            <a:avLst/>
          </a:prstGeom>
          <a:noFill/>
        </p:spPr>
        <p:txBody>
          <a:bodyPr wrap="square" rtlCol="0">
            <a:spAutoFit/>
          </a:bodyPr>
          <a:lstStyle/>
          <a:p>
            <a:pPr>
              <a:buNone/>
            </a:pPr>
            <a:r>
              <a:rPr lang="zh-CN" altLang="en-US" dirty="0" smtClean="0"/>
              <a:t>由线性插值法求</a:t>
            </a:r>
            <a:r>
              <a:rPr lang="en-US" altLang="zh-CN" dirty="0" smtClean="0"/>
              <a:t>Y</a:t>
            </a:r>
            <a:r>
              <a:rPr lang="zh-CN" altLang="en-US" dirty="0" smtClean="0"/>
              <a:t>值</a:t>
            </a:r>
            <a:endParaRPr lang="zh-CN" altLang="en-US" dirty="0"/>
          </a:p>
        </p:txBody>
      </p:sp>
      <mc:AlternateContent xmlns:mc="http://schemas.openxmlformats.org/markup-compatibility/2006">
        <mc:Choice xmlns:a14="http://schemas.microsoft.com/office/drawing/2010/main" Requires="a14">
          <p:sp>
            <p:nvSpPr>
              <p:cNvPr id="9" name="文本框 8"/>
              <p:cNvSpPr txBox="1"/>
              <p:nvPr/>
            </p:nvSpPr>
            <p:spPr>
              <a:xfrm>
                <a:off x="1958588" y="3963752"/>
                <a:ext cx="5973418" cy="617220"/>
              </a:xfrm>
              <a:prstGeom prst="rect">
                <a:avLst/>
              </a:prstGeom>
              <a:noFill/>
            </p:spPr>
            <p:txBody>
              <a:bodyPr wrap="square" rtlCol="0">
                <a:spAutoFit/>
              </a:bodyPr>
              <a:lstStyle/>
              <a:p>
                <a:pPr>
                  <a:buNone/>
                </a:pPr>
                <a14:m>
                  <m:oMath xmlns:m="http://schemas.openxmlformats.org/officeDocument/2006/math">
                    <m:r>
                      <a:rPr lang="en-US" altLang="zh-CN" b="0" i="1" smtClean="0">
                        <a:latin typeface="Cambria Math" panose="02040503050406030204" pitchFamily="18" charset="0"/>
                      </a:rPr>
                      <m:t>𝑌</m:t>
                    </m:r>
                    <m:r>
                      <a:rPr lang="en-US" altLang="zh-CN" b="0" i="1" smtClean="0">
                        <a:latin typeface="Cambria Math" panose="02040503050406030204" pitchFamily="18" charset="0"/>
                      </a:rPr>
                      <m:t>=</m:t>
                    </m:r>
                    <m:r>
                      <a:rPr lang="en-US" altLang="zh-CN" b="0" i="1" smtClean="0">
                        <a:latin typeface="Cambria Math" panose="02040503050406030204" pitchFamily="18" charset="0"/>
                      </a:rPr>
                      <m:t>1</m:t>
                    </m:r>
                    <m:r>
                      <a:rPr lang="en-US" altLang="zh-CN" b="0" i="1" smtClean="0">
                        <a:latin typeface="Cambria Math" panose="02040503050406030204" pitchFamily="18" charset="0"/>
                      </a:rPr>
                      <m:t>.</m:t>
                    </m:r>
                    <m:r>
                      <a:rPr lang="en-US" altLang="zh-CN" b="0" i="1" smtClean="0">
                        <a:latin typeface="Cambria Math" panose="02040503050406030204" pitchFamily="18" charset="0"/>
                      </a:rPr>
                      <m:t>80</m:t>
                    </m:r>
                    <m:r>
                      <a:rPr lang="en-US" altLang="zh-CN" b="0" i="1" smtClean="0">
                        <a:latin typeface="Cambria Math" panose="02040503050406030204" pitchFamily="18" charset="0"/>
                      </a:rPr>
                      <m:t>+</m:t>
                    </m:r>
                    <m:f>
                      <m:fPr>
                        <m:ctrlPr>
                          <a:rPr lang="en-US" altLang="zh-CN" b="0" i="1" smtClean="0">
                            <a:latin typeface="Cambria Math" panose="02040503050406030204" pitchFamily="18" charset="0"/>
                          </a:rPr>
                        </m:ctrlPr>
                      </m:fPr>
                      <m:num>
                        <m:r>
                          <a:rPr lang="en-US" altLang="zh-CN" b="0" i="1" smtClean="0">
                            <a:latin typeface="Cambria Math" panose="02040503050406030204" pitchFamily="18" charset="0"/>
                          </a:rPr>
                          <m:t>1</m:t>
                        </m:r>
                        <m:r>
                          <a:rPr lang="en-US" altLang="zh-CN" b="0" i="1" smtClean="0">
                            <a:latin typeface="Cambria Math" panose="02040503050406030204" pitchFamily="18" charset="0"/>
                          </a:rPr>
                          <m:t>.</m:t>
                        </m:r>
                        <m:r>
                          <a:rPr lang="en-US" altLang="zh-CN" b="0" i="1" smtClean="0">
                            <a:latin typeface="Cambria Math" panose="02040503050406030204" pitchFamily="18" charset="0"/>
                          </a:rPr>
                          <m:t>60</m:t>
                        </m:r>
                        <m:r>
                          <a:rPr lang="en-US" altLang="zh-CN" b="0" i="1" smtClean="0">
                            <a:latin typeface="Cambria Math" panose="02040503050406030204" pitchFamily="18" charset="0"/>
                          </a:rPr>
                          <m:t>−</m:t>
                        </m:r>
                        <m:r>
                          <a:rPr lang="en-US" altLang="zh-CN" b="0" i="1" smtClean="0">
                            <a:latin typeface="Cambria Math" panose="02040503050406030204" pitchFamily="18" charset="0"/>
                          </a:rPr>
                          <m:t>1</m:t>
                        </m:r>
                        <m:r>
                          <a:rPr lang="en-US" altLang="zh-CN" b="0" i="1" smtClean="0">
                            <a:latin typeface="Cambria Math" panose="02040503050406030204" pitchFamily="18" charset="0"/>
                          </a:rPr>
                          <m:t>.</m:t>
                        </m:r>
                        <m:r>
                          <a:rPr lang="en-US" altLang="zh-CN" b="0" i="1" smtClean="0">
                            <a:latin typeface="Cambria Math" panose="02040503050406030204" pitchFamily="18" charset="0"/>
                          </a:rPr>
                          <m:t>80</m:t>
                        </m:r>
                      </m:num>
                      <m:den>
                        <m:r>
                          <a:rPr lang="en-US" altLang="zh-CN" b="0" i="1" smtClean="0">
                            <a:latin typeface="Cambria Math" panose="02040503050406030204" pitchFamily="18" charset="0"/>
                          </a:rPr>
                          <m:t>0</m:t>
                        </m:r>
                        <m:r>
                          <a:rPr lang="en-US" altLang="zh-CN" b="0" i="1" smtClean="0">
                            <a:latin typeface="Cambria Math" panose="02040503050406030204" pitchFamily="18" charset="0"/>
                          </a:rPr>
                          <m:t>.</m:t>
                        </m:r>
                        <m:r>
                          <a:rPr lang="en-US" altLang="zh-CN" b="0" i="1" smtClean="0">
                            <a:latin typeface="Cambria Math" panose="02040503050406030204" pitchFamily="18" charset="0"/>
                          </a:rPr>
                          <m:t>070</m:t>
                        </m:r>
                        <m:r>
                          <a:rPr lang="en-US" altLang="zh-CN" b="0" i="1" smtClean="0">
                            <a:latin typeface="Cambria Math" panose="02040503050406030204" pitchFamily="18" charset="0"/>
                          </a:rPr>
                          <m:t>−</m:t>
                        </m:r>
                        <m:r>
                          <a:rPr lang="en-US" altLang="zh-CN" b="0" i="1" smtClean="0">
                            <a:latin typeface="Cambria Math" panose="02040503050406030204" pitchFamily="18" charset="0"/>
                          </a:rPr>
                          <m:t>0</m:t>
                        </m:r>
                        <m:r>
                          <a:rPr lang="en-US" altLang="zh-CN" b="0" i="1" smtClean="0">
                            <a:latin typeface="Cambria Math" panose="02040503050406030204" pitchFamily="18" charset="0"/>
                          </a:rPr>
                          <m:t>.</m:t>
                        </m:r>
                        <m:r>
                          <a:rPr lang="en-US" altLang="zh-CN" b="0" i="1" smtClean="0">
                            <a:latin typeface="Cambria Math" panose="02040503050406030204" pitchFamily="18" charset="0"/>
                          </a:rPr>
                          <m:t>040</m:t>
                        </m:r>
                      </m:den>
                    </m:f>
                  </m:oMath>
                </a14:m>
                <a:r>
                  <a:rPr lang="en-US" altLang="zh-CN" dirty="0" smtClean="0"/>
                  <a:t>(0.045-0.040)=1.77</a:t>
                </a:r>
                <a:endParaRPr lang="zh-CN" altLang="en-US" dirty="0"/>
              </a:p>
            </p:txBody>
          </p:sp>
        </mc:Choice>
        <mc:Fallback>
          <p:sp>
            <p:nvSpPr>
              <p:cNvPr id="9" name="文本框 8"/>
              <p:cNvSpPr txBox="1">
                <a:spLocks noRot="1" noChangeAspect="1" noMove="1" noResize="1" noEditPoints="1" noAdjustHandles="1" noChangeArrowheads="1" noChangeShapeType="1" noTextEdit="1"/>
              </p:cNvSpPr>
              <p:nvPr/>
            </p:nvSpPr>
            <p:spPr>
              <a:xfrm>
                <a:off x="1958588" y="3963752"/>
                <a:ext cx="5973418" cy="617220"/>
              </a:xfrm>
              <a:prstGeom prst="rect">
                <a:avLst/>
              </a:prstGeom>
              <a:blipFill rotWithShape="1">
                <a:blip r:embed="rId3"/>
                <a:stretch>
                  <a:fillRect l="-4" t="-13" r="4" b="13"/>
                </a:stretch>
              </a:blipFill>
            </p:spPr>
            <p:txBody>
              <a:bodyPr/>
              <a:lstStyle/>
              <a:p>
                <a:r>
                  <a:rPr lang="zh-CN" altLang="en-US">
                    <a:noFill/>
                  </a:rPr>
                  <a:t> </a:t>
                </a:r>
              </a:p>
            </p:txBody>
          </p:sp>
        </mc:Fallback>
      </mc:AlternateContent>
      <p:sp>
        <p:nvSpPr>
          <p:cNvPr id="10" name="文本框 9"/>
          <p:cNvSpPr txBox="1"/>
          <p:nvPr/>
        </p:nvSpPr>
        <p:spPr>
          <a:xfrm>
            <a:off x="908132" y="4687431"/>
            <a:ext cx="2345635" cy="461665"/>
          </a:xfrm>
          <a:prstGeom prst="rect">
            <a:avLst/>
          </a:prstGeom>
          <a:noFill/>
        </p:spPr>
        <p:txBody>
          <a:bodyPr wrap="square" rtlCol="0">
            <a:spAutoFit/>
          </a:bodyPr>
          <a:lstStyle/>
          <a:p>
            <a:pPr>
              <a:buNone/>
            </a:pPr>
            <a:r>
              <a:rPr lang="zh-CN" altLang="en-US" dirty="0" smtClean="0"/>
              <a:t>求当量动载荷</a:t>
            </a:r>
            <a:endParaRPr lang="zh-CN" altLang="en-US" dirty="0"/>
          </a:p>
        </p:txBody>
      </p:sp>
      <mc:AlternateContent xmlns:mc="http://schemas.openxmlformats.org/markup-compatibility/2006">
        <mc:Choice xmlns:a14="http://schemas.microsoft.com/office/drawing/2010/main" Requires="a14">
          <p:sp>
            <p:nvSpPr>
              <p:cNvPr id="11" name="文本框 10"/>
              <p:cNvSpPr txBox="1"/>
              <p:nvPr/>
            </p:nvSpPr>
            <p:spPr>
              <a:xfrm>
                <a:off x="1162878" y="5222047"/>
                <a:ext cx="7981122" cy="908685"/>
              </a:xfrm>
              <a:prstGeom prst="rect">
                <a:avLst/>
              </a:prstGeom>
              <a:noFill/>
            </p:spPr>
            <p:txBody>
              <a:bodyPr wrap="square" rtlCol="0">
                <a:spAutoFit/>
              </a:bodyPr>
              <a:lstStyle/>
              <a:p>
                <a:pPr>
                  <a:buNone/>
                </a:pPr>
                <a14:m>
                  <m:oMathPara xmlns:m="http://schemas.openxmlformats.org/officeDocument/2006/math">
                    <m:oMathParaPr>
                      <m:jc m:val="left"/>
                    </m:oMathParaPr>
                    <m:oMath xmlns:m="http://schemas.openxmlformats.org/officeDocument/2006/math">
                      <m:r>
                        <a:rPr lang="en-US" altLang="zh-CN" sz="2200" b="0" i="1" smtClean="0">
                          <a:latin typeface="Cambria Math" panose="02040503050406030204" pitchFamily="18" charset="0"/>
                        </a:rPr>
                        <m:t>𝑃</m:t>
                      </m:r>
                      <m:r>
                        <a:rPr lang="en-US" altLang="zh-CN" sz="2200" b="0" i="1" smtClean="0">
                          <a:latin typeface="Cambria Math" panose="02040503050406030204" pitchFamily="18" charset="0"/>
                        </a:rPr>
                        <m:t>=</m:t>
                      </m:r>
                      <m:sSub>
                        <m:sSubPr>
                          <m:ctrlPr>
                            <a:rPr lang="en-US" altLang="zh-CN" sz="2200" b="0" i="1" smtClean="0">
                              <a:latin typeface="Cambria Math" panose="02040503050406030204" pitchFamily="18" charset="0"/>
                            </a:rPr>
                          </m:ctrlPr>
                        </m:sSubPr>
                        <m:e>
                          <m:r>
                            <a:rPr lang="en-US" altLang="zh-CN" sz="2200" b="0" i="1" smtClean="0">
                              <a:latin typeface="Cambria Math" panose="02040503050406030204" pitchFamily="18" charset="0"/>
                            </a:rPr>
                            <m:t>𝑓</m:t>
                          </m:r>
                        </m:e>
                        <m:sub>
                          <m:r>
                            <a:rPr lang="en-US" altLang="zh-CN" sz="2200" b="0" i="1" smtClean="0">
                              <a:latin typeface="Cambria Math" panose="02040503050406030204" pitchFamily="18" charset="0"/>
                            </a:rPr>
                            <m:t>𝑝</m:t>
                          </m:r>
                        </m:sub>
                      </m:sSub>
                      <m:d>
                        <m:dPr>
                          <m:ctrlPr>
                            <a:rPr lang="en-US" altLang="zh-CN" sz="2200" b="0" i="1" smtClean="0">
                              <a:latin typeface="Cambria Math" panose="02040503050406030204" pitchFamily="18" charset="0"/>
                            </a:rPr>
                          </m:ctrlPr>
                        </m:dPr>
                        <m:e>
                          <m:r>
                            <a:rPr lang="en-US" altLang="zh-CN" sz="2200" b="0" i="1" smtClean="0">
                              <a:latin typeface="Cambria Math" panose="02040503050406030204" pitchFamily="18" charset="0"/>
                            </a:rPr>
                            <m:t>𝑋</m:t>
                          </m:r>
                          <m:sSub>
                            <m:sSubPr>
                              <m:ctrlPr>
                                <a:rPr lang="en-US" altLang="zh-CN" sz="2200" b="0" i="1" smtClean="0">
                                  <a:latin typeface="Cambria Math" panose="02040503050406030204" pitchFamily="18" charset="0"/>
                                </a:rPr>
                              </m:ctrlPr>
                            </m:sSubPr>
                            <m:e>
                              <m:r>
                                <a:rPr lang="en-US" altLang="zh-CN" sz="2200" b="0" i="1" smtClean="0">
                                  <a:latin typeface="Cambria Math" panose="02040503050406030204" pitchFamily="18" charset="0"/>
                                </a:rPr>
                                <m:t>𝐹</m:t>
                              </m:r>
                            </m:e>
                            <m:sub>
                              <m:r>
                                <a:rPr lang="en-US" altLang="zh-CN" sz="2200" b="0" i="1" smtClean="0">
                                  <a:latin typeface="Cambria Math" panose="02040503050406030204" pitchFamily="18" charset="0"/>
                                </a:rPr>
                                <m:t>𝑟</m:t>
                              </m:r>
                              <m:r>
                                <a:rPr lang="en-US" altLang="zh-CN" sz="2200" b="0" i="1" smtClean="0">
                                  <a:latin typeface="Cambria Math" panose="02040503050406030204" pitchFamily="18" charset="0"/>
                                </a:rPr>
                                <m:t>2</m:t>
                              </m:r>
                            </m:sub>
                          </m:sSub>
                          <m:r>
                            <a:rPr lang="en-US" altLang="zh-CN" sz="2200" b="0" i="1" smtClean="0">
                              <a:latin typeface="Cambria Math" panose="02040503050406030204" pitchFamily="18" charset="0"/>
                            </a:rPr>
                            <m:t>+</m:t>
                          </m:r>
                          <m:r>
                            <a:rPr lang="en-US" altLang="zh-CN" sz="2200" b="0" i="1" smtClean="0">
                              <a:latin typeface="Cambria Math" panose="02040503050406030204" pitchFamily="18" charset="0"/>
                            </a:rPr>
                            <m:t>𝑌</m:t>
                          </m:r>
                          <m:sSub>
                            <m:sSubPr>
                              <m:ctrlPr>
                                <a:rPr lang="en-US" altLang="zh-CN" sz="2200" b="0" i="1" smtClean="0">
                                  <a:latin typeface="Cambria Math" panose="02040503050406030204" pitchFamily="18" charset="0"/>
                                </a:rPr>
                              </m:ctrlPr>
                            </m:sSubPr>
                            <m:e>
                              <m:r>
                                <a:rPr lang="en-US" altLang="zh-CN" sz="2200" b="0" i="1" smtClean="0">
                                  <a:latin typeface="Cambria Math" panose="02040503050406030204" pitchFamily="18" charset="0"/>
                                </a:rPr>
                                <m:t>𝐹</m:t>
                              </m:r>
                            </m:e>
                            <m:sub>
                              <m:r>
                                <a:rPr lang="en-US" altLang="zh-CN" sz="2200" b="0" i="1" smtClean="0">
                                  <a:latin typeface="Cambria Math" panose="02040503050406030204" pitchFamily="18" charset="0"/>
                                </a:rPr>
                                <m:t>𝑎</m:t>
                              </m:r>
                              <m:r>
                                <a:rPr lang="en-US" altLang="zh-CN" sz="2200" b="0" i="1" smtClean="0">
                                  <a:latin typeface="Cambria Math" panose="02040503050406030204" pitchFamily="18" charset="0"/>
                                </a:rPr>
                                <m:t>2</m:t>
                              </m:r>
                            </m:sub>
                          </m:sSub>
                        </m:e>
                      </m:d>
                      <m:r>
                        <a:rPr lang="en-US" altLang="zh-CN" sz="2200" b="0" i="1" smtClean="0">
                          <a:latin typeface="Cambria Math" panose="02040503050406030204" pitchFamily="18" charset="0"/>
                        </a:rPr>
                        <m:t>=</m:t>
                      </m:r>
                    </m:oMath>
                  </m:oMathPara>
                </a14:m>
                <a:endParaRPr lang="en-US" altLang="zh-CN" sz="2200" b="0" i="1" dirty="0" smtClean="0">
                  <a:latin typeface="Cambria Math" panose="02040503050406030204" pitchFamily="18" charset="0"/>
                </a:endParaRPr>
              </a:p>
              <a:p>
                <a:pPr>
                  <a:buNone/>
                </a:pPr>
                <a:r>
                  <a:rPr lang="en-US" altLang="zh-CN" sz="2200" b="0" dirty="0" smtClean="0"/>
                  <a:t>                       </a:t>
                </a:r>
                <a14:m>
                  <m:oMath xmlns:m="http://schemas.openxmlformats.org/officeDocument/2006/math">
                    <m:r>
                      <a:rPr lang="en-US" altLang="zh-CN" sz="2200" b="0" i="1" smtClean="0">
                        <a:latin typeface="Cambria Math" panose="02040503050406030204" pitchFamily="18" charset="0"/>
                      </a:rPr>
                      <m:t>1</m:t>
                    </m:r>
                    <m:r>
                      <a:rPr lang="en-US" altLang="zh-CN" sz="2200" b="0" i="1" smtClean="0">
                        <a:latin typeface="Cambria Math" panose="02040503050406030204" pitchFamily="18" charset="0"/>
                      </a:rPr>
                      <m:t>.</m:t>
                    </m:r>
                    <m:r>
                      <a:rPr lang="en-US" altLang="zh-CN" sz="2200" b="0" i="1" smtClean="0">
                        <a:latin typeface="Cambria Math" panose="02040503050406030204" pitchFamily="18" charset="0"/>
                      </a:rPr>
                      <m:t>1</m:t>
                    </m:r>
                    <m:r>
                      <a:rPr lang="en-US" altLang="zh-CN" sz="2200" b="0" i="1" smtClean="0">
                        <a:latin typeface="Cambria Math" panose="02040503050406030204" pitchFamily="18" charset="0"/>
                        <a:ea typeface="Cambria Math" panose="02040503050406030204" pitchFamily="18" charset="0"/>
                      </a:rPr>
                      <m:t>×</m:t>
                    </m:r>
                    <m:d>
                      <m:dPr>
                        <m:ctrlPr>
                          <a:rPr lang="en-US" altLang="zh-CN" sz="2200" b="0" i="1" smtClean="0">
                            <a:latin typeface="Cambria Math" panose="02040503050406030204" pitchFamily="18" charset="0"/>
                            <a:ea typeface="Cambria Math" panose="02040503050406030204" pitchFamily="18" charset="0"/>
                          </a:rPr>
                        </m:ctrlPr>
                      </m:dPr>
                      <m:e>
                        <m:r>
                          <a:rPr lang="en-US" altLang="zh-CN" sz="2200" b="0" i="1" smtClean="0">
                            <a:latin typeface="Cambria Math" panose="02040503050406030204" pitchFamily="18" charset="0"/>
                            <a:ea typeface="Cambria Math" panose="02040503050406030204" pitchFamily="18" charset="0"/>
                          </a:rPr>
                          <m:t>0</m:t>
                        </m:r>
                        <m:r>
                          <a:rPr lang="en-US" altLang="zh-CN" sz="2200" b="0" i="1" smtClean="0">
                            <a:latin typeface="Cambria Math" panose="02040503050406030204" pitchFamily="18" charset="0"/>
                            <a:ea typeface="Cambria Math" panose="02040503050406030204" pitchFamily="18" charset="0"/>
                          </a:rPr>
                          <m:t>.</m:t>
                        </m:r>
                        <m:r>
                          <a:rPr lang="en-US" altLang="zh-CN" sz="2200" b="0" i="1" smtClean="0">
                            <a:latin typeface="Cambria Math" panose="02040503050406030204" pitchFamily="18" charset="0"/>
                            <a:ea typeface="Cambria Math" panose="02040503050406030204" pitchFamily="18" charset="0"/>
                          </a:rPr>
                          <m:t>56</m:t>
                        </m:r>
                        <m:r>
                          <a:rPr lang="en-US" altLang="zh-CN" sz="2200" b="0" i="1" smtClean="0">
                            <a:latin typeface="Cambria Math" panose="02040503050406030204" pitchFamily="18" charset="0"/>
                            <a:ea typeface="Cambria Math" panose="02040503050406030204" pitchFamily="18" charset="0"/>
                          </a:rPr>
                          <m:t>×</m:t>
                        </m:r>
                        <m:r>
                          <a:rPr lang="en-US" altLang="zh-CN" sz="2200" b="0" i="1" smtClean="0">
                            <a:latin typeface="Cambria Math" panose="02040503050406030204" pitchFamily="18" charset="0"/>
                            <a:ea typeface="Cambria Math" panose="02040503050406030204" pitchFamily="18" charset="0"/>
                          </a:rPr>
                          <m:t>10000</m:t>
                        </m:r>
                        <m:r>
                          <a:rPr lang="en-US" altLang="zh-CN" sz="2200" b="0" i="1" smtClean="0">
                            <a:latin typeface="Cambria Math" panose="02040503050406030204" pitchFamily="18" charset="0"/>
                            <a:ea typeface="Cambria Math" panose="02040503050406030204" pitchFamily="18" charset="0"/>
                          </a:rPr>
                          <m:t>+</m:t>
                        </m:r>
                        <m:r>
                          <a:rPr lang="en-US" altLang="zh-CN" sz="2200" b="0" i="1" smtClean="0">
                            <a:latin typeface="Cambria Math" panose="02040503050406030204" pitchFamily="18" charset="0"/>
                            <a:ea typeface="Cambria Math" panose="02040503050406030204" pitchFamily="18" charset="0"/>
                          </a:rPr>
                          <m:t>1</m:t>
                        </m:r>
                        <m:r>
                          <a:rPr lang="en-US" altLang="zh-CN" sz="2200" b="0" i="1" smtClean="0">
                            <a:latin typeface="Cambria Math" panose="02040503050406030204" pitchFamily="18" charset="0"/>
                            <a:ea typeface="Cambria Math" panose="02040503050406030204" pitchFamily="18" charset="0"/>
                          </a:rPr>
                          <m:t>.</m:t>
                        </m:r>
                        <m:r>
                          <a:rPr lang="en-US" altLang="zh-CN" sz="2200" b="0" i="1" smtClean="0">
                            <a:latin typeface="Cambria Math" panose="02040503050406030204" pitchFamily="18" charset="0"/>
                            <a:ea typeface="Cambria Math" panose="02040503050406030204" pitchFamily="18" charset="0"/>
                          </a:rPr>
                          <m:t>77</m:t>
                        </m:r>
                        <m:r>
                          <a:rPr lang="en-US" altLang="zh-CN" sz="2200" b="0" i="1" smtClean="0">
                            <a:latin typeface="Cambria Math" panose="02040503050406030204" pitchFamily="18" charset="0"/>
                            <a:ea typeface="Cambria Math" panose="02040503050406030204" pitchFamily="18" charset="0"/>
                          </a:rPr>
                          <m:t>×</m:t>
                        </m:r>
                        <m:r>
                          <a:rPr lang="en-US" altLang="zh-CN" sz="2200" b="0" i="1" smtClean="0">
                            <a:latin typeface="Cambria Math" panose="02040503050406030204" pitchFamily="18" charset="0"/>
                            <a:ea typeface="Cambria Math" panose="02040503050406030204" pitchFamily="18" charset="0"/>
                          </a:rPr>
                          <m:t>2500</m:t>
                        </m:r>
                      </m:e>
                    </m:d>
                    <m:r>
                      <a:rPr lang="en-US" altLang="zh-CN" sz="2200" b="0" i="1" smtClean="0">
                        <a:latin typeface="Cambria Math" panose="02040503050406030204" pitchFamily="18" charset="0"/>
                        <a:ea typeface="Cambria Math" panose="02040503050406030204" pitchFamily="18" charset="0"/>
                      </a:rPr>
                      <m:t>=</m:t>
                    </m:r>
                    <m:r>
                      <a:rPr lang="en-US" altLang="zh-CN" sz="2200" b="0" i="1" smtClean="0">
                        <a:latin typeface="Cambria Math" panose="02040503050406030204" pitchFamily="18" charset="0"/>
                        <a:ea typeface="Cambria Math" panose="02040503050406030204" pitchFamily="18" charset="0"/>
                      </a:rPr>
                      <m:t>11027</m:t>
                    </m:r>
                    <m:r>
                      <a:rPr lang="en-US" altLang="zh-CN" sz="2200" b="0" i="1" smtClean="0">
                        <a:latin typeface="Cambria Math" panose="02040503050406030204" pitchFamily="18" charset="0"/>
                        <a:ea typeface="Cambria Math" panose="02040503050406030204" pitchFamily="18" charset="0"/>
                      </a:rPr>
                      <m:t>𝑁</m:t>
                    </m:r>
                  </m:oMath>
                </a14:m>
                <a:endParaRPr lang="zh-CN" altLang="en-US" sz="2200" dirty="0"/>
              </a:p>
            </p:txBody>
          </p:sp>
        </mc:Choice>
        <mc:Fallback>
          <p:sp>
            <p:nvSpPr>
              <p:cNvPr id="11" name="文本框 10"/>
              <p:cNvSpPr txBox="1">
                <a:spLocks noRot="1" noChangeAspect="1" noMove="1" noResize="1" noEditPoints="1" noAdjustHandles="1" noChangeArrowheads="1" noChangeShapeType="1" noTextEdit="1"/>
              </p:cNvSpPr>
              <p:nvPr/>
            </p:nvSpPr>
            <p:spPr>
              <a:xfrm>
                <a:off x="1162878" y="5222047"/>
                <a:ext cx="7981122" cy="908685"/>
              </a:xfrm>
              <a:prstGeom prst="rect">
                <a:avLst/>
              </a:prstGeom>
              <a:blipFill rotWithShape="1">
                <a:blip r:embed="rId4"/>
                <a:stretch>
                  <a:fillRect l="-2" t="-49" b="49"/>
                </a:stretch>
              </a:blipFill>
            </p:spPr>
            <p:txBody>
              <a:bodyPr/>
              <a:lstStyle/>
              <a:p>
                <a:r>
                  <a:rPr lang="zh-CN" altLang="en-US">
                    <a:noFill/>
                  </a:rPr>
                  <a:t> </a:t>
                </a:r>
              </a:p>
            </p:txBody>
          </p:sp>
        </mc:Fallback>
      </mc:AlternateContent>
    </p:spTree>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wipe(left)">
                                      <p:cBhvr>
                                        <p:cTn id="12" dur="500"/>
                                        <p:tgtEl>
                                          <p:spTgt spid="3"/>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wipe(left)">
                                      <p:cBhvr>
                                        <p:cTn id="17" dur="500"/>
                                        <p:tgtEl>
                                          <p:spTgt spid="4"/>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5"/>
                                        </p:tgtEl>
                                        <p:attrNameLst>
                                          <p:attrName>style.visibility</p:attrName>
                                        </p:attrNameLst>
                                      </p:cBhvr>
                                      <p:to>
                                        <p:strVal val="visible"/>
                                      </p:to>
                                    </p:set>
                                    <p:animEffect transition="in" filter="wipe(left)">
                                      <p:cBhvr>
                                        <p:cTn id="22" dur="500"/>
                                        <p:tgtEl>
                                          <p:spTgt spid="5"/>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1" nodeType="clickEffect">
                                  <p:stCondLst>
                                    <p:cond delay="0"/>
                                  </p:stCondLst>
                                  <p:childTnLst>
                                    <p:set>
                                      <p:cBhvr>
                                        <p:cTn id="26" dur="1" fill="hold">
                                          <p:stCondLst>
                                            <p:cond delay="0"/>
                                          </p:stCondLst>
                                        </p:cTn>
                                        <p:tgtEl>
                                          <p:spTgt spid="6"/>
                                        </p:tgtEl>
                                        <p:attrNameLst>
                                          <p:attrName>style.visibility</p:attrName>
                                        </p:attrNameLst>
                                      </p:cBhvr>
                                      <p:to>
                                        <p:strVal val="visible"/>
                                      </p:to>
                                    </p:set>
                                    <p:animEffect transition="in" filter="wipe(left)">
                                      <p:cBhvr>
                                        <p:cTn id="27" dur="500"/>
                                        <p:tgtEl>
                                          <p:spTgt spid="6"/>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7"/>
                                        </p:tgtEl>
                                        <p:attrNameLst>
                                          <p:attrName>style.visibility</p:attrName>
                                        </p:attrNameLst>
                                      </p:cBhvr>
                                      <p:to>
                                        <p:strVal val="visible"/>
                                      </p:to>
                                    </p:set>
                                    <p:animEffect transition="in" filter="wipe(left)">
                                      <p:cBhvr>
                                        <p:cTn id="32" dur="500"/>
                                        <p:tgtEl>
                                          <p:spTgt spid="7"/>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8"/>
                                        </p:tgtEl>
                                        <p:attrNameLst>
                                          <p:attrName>style.visibility</p:attrName>
                                        </p:attrNameLst>
                                      </p:cBhvr>
                                      <p:to>
                                        <p:strVal val="visible"/>
                                      </p:to>
                                    </p:set>
                                    <p:animEffect transition="in" filter="wipe(left)">
                                      <p:cBhvr>
                                        <p:cTn id="37" dur="500"/>
                                        <p:tgtEl>
                                          <p:spTgt spid="8"/>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9"/>
                                        </p:tgtEl>
                                        <p:attrNameLst>
                                          <p:attrName>style.visibility</p:attrName>
                                        </p:attrNameLst>
                                      </p:cBhvr>
                                      <p:to>
                                        <p:strVal val="visible"/>
                                      </p:to>
                                    </p:set>
                                    <p:animEffect transition="in" filter="wipe(left)">
                                      <p:cBhvr>
                                        <p:cTn id="42" dur="500"/>
                                        <p:tgtEl>
                                          <p:spTgt spid="9"/>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4" fill="hold" grpId="0" nodeType="clickEffect">
                                  <p:stCondLst>
                                    <p:cond delay="0"/>
                                  </p:stCondLst>
                                  <p:childTnLst>
                                    <p:set>
                                      <p:cBhvr>
                                        <p:cTn id="46" dur="1" fill="hold">
                                          <p:stCondLst>
                                            <p:cond delay="0"/>
                                          </p:stCondLst>
                                        </p:cTn>
                                        <p:tgtEl>
                                          <p:spTgt spid="10"/>
                                        </p:tgtEl>
                                        <p:attrNameLst>
                                          <p:attrName>style.visibility</p:attrName>
                                        </p:attrNameLst>
                                      </p:cBhvr>
                                      <p:to>
                                        <p:strVal val="visible"/>
                                      </p:to>
                                    </p:set>
                                    <p:animEffect transition="in" filter="wipe(down)">
                                      <p:cBhvr>
                                        <p:cTn id="47" dur="500"/>
                                        <p:tgtEl>
                                          <p:spTgt spid="10"/>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8" fill="hold" grpId="0" nodeType="clickEffect">
                                  <p:stCondLst>
                                    <p:cond delay="0"/>
                                  </p:stCondLst>
                                  <p:childTnLst>
                                    <p:set>
                                      <p:cBhvr>
                                        <p:cTn id="51" dur="1" fill="hold">
                                          <p:stCondLst>
                                            <p:cond delay="0"/>
                                          </p:stCondLst>
                                        </p:cTn>
                                        <p:tgtEl>
                                          <p:spTgt spid="11"/>
                                        </p:tgtEl>
                                        <p:attrNameLst>
                                          <p:attrName>style.visibility</p:attrName>
                                        </p:attrNameLst>
                                      </p:cBhvr>
                                      <p:to>
                                        <p:strVal val="visible"/>
                                      </p:to>
                                    </p:set>
                                    <p:animEffect transition="in" filter="wipe(left)">
                                      <p:cBhvr>
                                        <p:cTn id="52"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11" grpId="0"/>
      <p:bldP spid="3" grpId="0"/>
      <p:bldP spid="4" grpId="0"/>
      <p:bldP spid="5" grpId="0"/>
      <p:bldP spid="6" grpId="1"/>
      <p:bldP spid="7" grpId="0"/>
      <p:bldP spid="8" grpId="0"/>
      <p:bldP spid="9" grpId="0"/>
      <p:bldP spid="10" grpId="0"/>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文本框 8"/>
          <p:cNvSpPr txBox="1"/>
          <p:nvPr/>
        </p:nvSpPr>
        <p:spPr>
          <a:xfrm>
            <a:off x="634669" y="638644"/>
            <a:ext cx="6957391" cy="497205"/>
          </a:xfrm>
          <a:prstGeom prst="rect">
            <a:avLst/>
          </a:prstGeom>
          <a:noFill/>
        </p:spPr>
        <p:txBody>
          <a:bodyPr wrap="square" rtlCol="0">
            <a:spAutoFit/>
          </a:bodyPr>
          <a:lstStyle/>
          <a:p>
            <a:pPr>
              <a:buNone/>
            </a:pPr>
            <a:r>
              <a:rPr lang="zh-CN" altLang="en-US" sz="2200" dirty="0" smtClean="0">
                <a:solidFill>
                  <a:srgbClr val="0000FF"/>
                </a:solidFill>
              </a:rPr>
              <a:t>（</a:t>
            </a:r>
            <a:r>
              <a:rPr lang="en-US" altLang="zh-CN" sz="2200" dirty="0" smtClean="0">
                <a:solidFill>
                  <a:srgbClr val="0000FF"/>
                </a:solidFill>
              </a:rPr>
              <a:t>3</a:t>
            </a:r>
            <a:r>
              <a:rPr lang="zh-CN" altLang="en-US" sz="2200" dirty="0" smtClean="0">
                <a:solidFill>
                  <a:srgbClr val="0000FF"/>
                </a:solidFill>
              </a:rPr>
              <a:t>）验算轴承</a:t>
            </a:r>
            <a:r>
              <a:rPr lang="zh-CN" altLang="en-US" sz="2200" dirty="0" smtClean="0">
                <a:solidFill>
                  <a:srgbClr val="0000FF"/>
                </a:solidFill>
              </a:rPr>
              <a:t>寿命</a:t>
            </a:r>
            <a:endParaRPr lang="zh-CN" altLang="en-US" sz="2200" dirty="0" smtClean="0">
              <a:solidFill>
                <a:srgbClr val="0000FF"/>
              </a:solidFill>
            </a:endParaRPr>
          </a:p>
        </p:txBody>
      </p:sp>
      <p:graphicFrame>
        <p:nvGraphicFramePr>
          <p:cNvPr id="13" name="对象 12">
            <a:hlinkClick r:id="" action="ppaction://ole?verb="/>
          </p:cNvPr>
          <p:cNvGraphicFramePr>
            <a:graphicFrameLocks noChangeAspect="1"/>
          </p:cNvGraphicFramePr>
          <p:nvPr/>
        </p:nvGraphicFramePr>
        <p:xfrm>
          <a:off x="742950" y="1427480"/>
          <a:ext cx="7658100" cy="789940"/>
        </p:xfrm>
        <a:graphic>
          <a:graphicData uri="http://schemas.openxmlformats.org/presentationml/2006/ole">
            <mc:AlternateContent xmlns:mc="http://schemas.openxmlformats.org/markup-compatibility/2006">
              <mc:Choice xmlns:v="urn:schemas-microsoft-com:vml" Requires="v">
                <p:oleObj spid="_x0000_s2049" name="" r:id="rId1" imgW="4063365" imgH="419100" progId="Equation.KSEE3">
                  <p:embed/>
                </p:oleObj>
              </mc:Choice>
              <mc:Fallback>
                <p:oleObj name="" r:id="rId1" imgW="4063365" imgH="419100" progId="Equation.KSEE3">
                  <p:embed/>
                  <p:pic>
                    <p:nvPicPr>
                      <p:cNvPr id="0" name="图片 2048"/>
                      <p:cNvPicPr/>
                      <p:nvPr/>
                    </p:nvPicPr>
                    <p:blipFill>
                      <a:blip r:embed="rId2"/>
                      <a:stretch>
                        <a:fillRect/>
                      </a:stretch>
                    </p:blipFill>
                    <p:spPr>
                      <a:xfrm>
                        <a:off x="742950" y="1427480"/>
                        <a:ext cx="7658100" cy="789940"/>
                      </a:xfrm>
                      <a:prstGeom prst="rect">
                        <a:avLst/>
                      </a:prstGeom>
                    </p:spPr>
                  </p:pic>
                </p:oleObj>
              </mc:Fallback>
            </mc:AlternateContent>
          </a:graphicData>
        </a:graphic>
      </p:graphicFrame>
      <p:sp>
        <p:nvSpPr>
          <p:cNvPr id="15" name="文本框 14"/>
          <p:cNvSpPr txBox="1"/>
          <p:nvPr/>
        </p:nvSpPr>
        <p:spPr>
          <a:xfrm>
            <a:off x="1000125" y="2771775"/>
            <a:ext cx="7228205" cy="460375"/>
          </a:xfrm>
          <a:prstGeom prst="rect">
            <a:avLst/>
          </a:prstGeom>
          <a:noFill/>
        </p:spPr>
        <p:txBody>
          <a:bodyPr wrap="square" rtlCol="0">
            <a:spAutoFit/>
          </a:bodyPr>
          <a:p>
            <a:pPr indent="0">
              <a:buNone/>
            </a:pPr>
            <a:r>
              <a:rPr lang="zh-CN" altLang="en-US">
                <a:latin typeface="黑体" panose="02010609060101010101" pitchFamily="49" charset="-122"/>
                <a:ea typeface="黑体" panose="02010609060101010101" pitchFamily="49" charset="-122"/>
                <a:cs typeface="黑体" panose="02010609060101010101" pitchFamily="49" charset="-122"/>
              </a:rPr>
              <a:t>因此预选的轴承</a:t>
            </a:r>
            <a:r>
              <a:rPr lang="en-US" altLang="zh-CN">
                <a:latin typeface="黑体" panose="02010609060101010101" pitchFamily="49" charset="-122"/>
                <a:ea typeface="黑体" panose="02010609060101010101" pitchFamily="49" charset="-122"/>
                <a:cs typeface="黑体" panose="02010609060101010101" pitchFamily="49" charset="-122"/>
              </a:rPr>
              <a:t>6410</a:t>
            </a:r>
            <a:r>
              <a:rPr lang="zh-CN" altLang="en-US">
                <a:latin typeface="黑体" panose="02010609060101010101" pitchFamily="49" charset="-122"/>
                <a:ea typeface="黑体" panose="02010609060101010101" pitchFamily="49" charset="-122"/>
                <a:cs typeface="黑体" panose="02010609060101010101" pitchFamily="49" charset="-122"/>
              </a:rPr>
              <a:t>合适</a:t>
            </a:r>
            <a:endParaRPr lang="zh-CN" altLang="en-US">
              <a:latin typeface="黑体" panose="02010609060101010101" pitchFamily="49" charset="-122"/>
              <a:ea typeface="黑体" panose="02010609060101010101" pitchFamily="49" charset="-122"/>
              <a:cs typeface="黑体" panose="02010609060101010101" pitchFamily="49" charset="-122"/>
            </a:endParaRPr>
          </a:p>
        </p:txBody>
      </p:sp>
    </p:spTree>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wipe(left)">
                                      <p:cBhvr>
                                        <p:cTn id="7" dur="500"/>
                                        <p:tgtEl>
                                          <p:spTgt spid="1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5"/>
                                        </p:tgtEl>
                                        <p:attrNameLst>
                                          <p:attrName>style.visibility</p:attrName>
                                        </p:attrNameLst>
                                      </p:cBhvr>
                                      <p:to>
                                        <p:strVal val="visible"/>
                                      </p:to>
                                    </p:set>
                                    <p:animEffect transition="in" filter="wipe(left)">
                                      <p:cBhvr>
                                        <p:cTn id="12"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21" name="Rectangle 4"/>
          <p:cNvSpPr>
            <a:spLocks noGrp="1" noChangeArrowheads="1"/>
          </p:cNvSpPr>
          <p:nvPr>
            <p:ph type="title"/>
          </p:nvPr>
        </p:nvSpPr>
        <p:spPr bwMode="auto">
          <a:xfrm>
            <a:off x="5486400" y="673100"/>
            <a:ext cx="1854200" cy="177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eaLnBrk="1" hangingPunct="1"/>
            <a:r>
              <a:rPr lang="zh-CN" altLang="en-US" sz="800" smtClean="0">
                <a:solidFill>
                  <a:schemeClr val="bg1"/>
                </a:solidFill>
                <a:latin typeface="华文中宋" panose="02010600040101010101" pitchFamily="2" charset="-122"/>
                <a:ea typeface="华文中宋" panose="02010600040101010101" pitchFamily="2" charset="-122"/>
              </a:rPr>
              <a:t>表</a:t>
            </a:r>
            <a:r>
              <a:rPr lang="en-US" altLang="zh-CN" sz="800" smtClean="0">
                <a:solidFill>
                  <a:schemeClr val="bg1"/>
                </a:solidFill>
                <a:latin typeface="华文中宋" panose="02010600040101010101" pitchFamily="2" charset="-122"/>
                <a:ea typeface="华文中宋" panose="02010600040101010101" pitchFamily="2" charset="-122"/>
              </a:rPr>
              <a:t>12-8</a:t>
            </a:r>
            <a:r>
              <a:rPr lang="zh-CN" altLang="en-US" sz="800" smtClean="0">
                <a:solidFill>
                  <a:schemeClr val="bg1"/>
                </a:solidFill>
                <a:latin typeface="华文中宋" panose="02010600040101010101" pitchFamily="2" charset="-122"/>
                <a:ea typeface="华文中宋" panose="02010600040101010101" pitchFamily="2" charset="-122"/>
              </a:rPr>
              <a:t>系数</a:t>
            </a:r>
            <a:r>
              <a:rPr lang="en-US" altLang="zh-CN" sz="800" smtClean="0">
                <a:solidFill>
                  <a:schemeClr val="bg1"/>
                </a:solidFill>
                <a:latin typeface="华文中宋" panose="02010600040101010101" pitchFamily="2" charset="-122"/>
                <a:ea typeface="华文中宋" panose="02010600040101010101" pitchFamily="2" charset="-122"/>
              </a:rPr>
              <a:t>X</a:t>
            </a:r>
            <a:r>
              <a:rPr lang="zh-CN" altLang="en-US" sz="800" smtClean="0">
                <a:solidFill>
                  <a:schemeClr val="bg1"/>
                </a:solidFill>
                <a:latin typeface="华文中宋" panose="02010600040101010101" pitchFamily="2" charset="-122"/>
                <a:ea typeface="华文中宋" panose="02010600040101010101" pitchFamily="2" charset="-122"/>
              </a:rPr>
              <a:t>和</a:t>
            </a:r>
            <a:r>
              <a:rPr lang="en-US" altLang="zh-CN" sz="800" smtClean="0">
                <a:solidFill>
                  <a:schemeClr val="bg1"/>
                </a:solidFill>
                <a:latin typeface="华文中宋" panose="02010600040101010101" pitchFamily="2" charset="-122"/>
                <a:ea typeface="华文中宋" panose="02010600040101010101" pitchFamily="2" charset="-122"/>
              </a:rPr>
              <a:t>Y</a:t>
            </a:r>
            <a:endParaRPr lang="en-US" altLang="zh-CN" sz="800" smtClean="0">
              <a:solidFill>
                <a:schemeClr val="bg1"/>
              </a:solidFill>
              <a:latin typeface="华文中宋" panose="02010600040101010101" pitchFamily="2" charset="-122"/>
              <a:ea typeface="华文中宋" panose="02010600040101010101" pitchFamily="2" charset="-122"/>
            </a:endParaRPr>
          </a:p>
        </p:txBody>
      </p:sp>
      <p:sp>
        <p:nvSpPr>
          <p:cNvPr id="9222" name="Text Box 37"/>
          <p:cNvSpPr txBox="1">
            <a:spLocks noChangeArrowheads="1"/>
          </p:cNvSpPr>
          <p:nvPr/>
        </p:nvSpPr>
        <p:spPr bwMode="auto">
          <a:xfrm>
            <a:off x="7505700" y="5908675"/>
            <a:ext cx="9271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57150">
                <a:solidFill>
                  <a:srgbClr val="000000"/>
                </a:solidFill>
                <a:miter lim="800000"/>
                <a:headEnd/>
                <a:tailEnd/>
              </a14:hiddenLine>
            </a:ext>
          </a:extLst>
        </p:spPr>
        <p:txBody>
          <a:bodyPr>
            <a:spAutoFit/>
          </a:bodyPr>
          <a:lstStyle>
            <a:lvl1pPr eaLnBrk="0" hangingPunct="0">
              <a:defRPr kumimoji="1" sz="2000">
                <a:solidFill>
                  <a:srgbClr val="000099"/>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rgbClr val="000099"/>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rgbClr val="000099"/>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rgbClr val="000099"/>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9pPr>
          </a:lstStyle>
          <a:p>
            <a:pPr algn="ctr" eaLnBrk="1" hangingPunct="1">
              <a:lnSpc>
                <a:spcPct val="100000"/>
              </a:lnSpc>
              <a:spcBef>
                <a:spcPct val="50000"/>
              </a:spcBef>
              <a:buFontTx/>
              <a:buNone/>
            </a:pPr>
            <a:r>
              <a:rPr lang="en-US" altLang="zh-CN" sz="1800">
                <a:latin typeface="华文中宋" panose="02010600040101010101" pitchFamily="2" charset="-122"/>
              </a:rPr>
              <a:t>  </a:t>
            </a:r>
            <a:endParaRPr lang="en-US" altLang="zh-CN" sz="1800">
              <a:latin typeface="华文中宋" panose="02010600040101010101" pitchFamily="2" charset="-122"/>
            </a:endParaRPr>
          </a:p>
        </p:txBody>
      </p:sp>
      <p:graphicFrame>
        <p:nvGraphicFramePr>
          <p:cNvPr id="18" name="表格 17"/>
          <p:cNvGraphicFramePr>
            <a:graphicFrameLocks noGrp="1"/>
          </p:cNvGraphicFramePr>
          <p:nvPr/>
        </p:nvGraphicFramePr>
        <p:xfrm>
          <a:off x="857250" y="0"/>
          <a:ext cx="7215188" cy="6859590"/>
        </p:xfrm>
        <a:graphic>
          <a:graphicData uri="http://schemas.openxmlformats.org/drawingml/2006/table">
            <a:tbl>
              <a:tblPr/>
              <a:tblGrid>
                <a:gridCol w="950913"/>
                <a:gridCol w="1427162"/>
                <a:gridCol w="1189038"/>
                <a:gridCol w="881062"/>
                <a:gridCol w="703263"/>
                <a:gridCol w="704850"/>
                <a:gridCol w="693737"/>
                <a:gridCol w="665163"/>
              </a:tblGrid>
              <a:tr h="288925">
                <a:tc rowSpan="2" gridSpan="2">
                  <a:txBody>
                    <a:bodyPr/>
                    <a:lstStyle/>
                    <a:p>
                      <a:pPr marL="0" marR="0" lvl="0" indent="0" algn="ctr" defTabSz="914400" rtl="0" eaLnBrk="1" fontAlgn="base" latinLnBrk="0" hangingPunct="1">
                        <a:lnSpc>
                          <a:spcPct val="150000"/>
                        </a:lnSpc>
                        <a:spcBef>
                          <a:spcPct val="0"/>
                        </a:spcBef>
                        <a:spcAft>
                          <a:spcPct val="0"/>
                        </a:spcAft>
                        <a:buClrTx/>
                        <a:buSzTx/>
                        <a:buFontTx/>
                        <a:buNone/>
                      </a:pPr>
                      <a:r>
                        <a:rPr kumimoji="0" lang="zh-CN" sz="1400" b="1" i="0" u="none" strike="noStrike" cap="none" normalizeH="0" baseline="0" dirty="0" smtClean="0">
                          <a:ln>
                            <a:noFill/>
                          </a:ln>
                          <a:solidFill>
                            <a:srgbClr val="000099"/>
                          </a:solidFill>
                          <a:effectLst/>
                          <a:latin typeface="Calibri" panose="020F0502020204030204" charset="0"/>
                          <a:ea typeface="宋体" panose="02010600030101010101" pitchFamily="2" charset="-122"/>
                        </a:rPr>
                        <a:t>轴承类型</a:t>
                      </a:r>
                      <a:endParaRPr kumimoji="0" lang="zh-CN" sz="1400" b="1" i="0" u="none" strike="noStrike" cap="none" normalizeH="0" baseline="0" dirty="0" smtClean="0">
                        <a:ln>
                          <a:noFill/>
                        </a:ln>
                        <a:solidFill>
                          <a:srgbClr val="000099"/>
                        </a:solidFill>
                        <a:effectLst/>
                        <a:latin typeface="Calibri" panose="020F0502020204030204" charset="0"/>
                        <a:ea typeface="宋体" panose="02010600030101010101" pitchFamily="2" charset="-122"/>
                        <a:cs typeface="Times New Roman" panose="02020603050405020304" pitchFamily="18" charset="0"/>
                      </a:endParaRPr>
                    </a:p>
                  </a:txBody>
                  <a:tcPr marL="38973" marR="38973" marT="0" marB="0" anchor="ctr" horzOverflow="overflow">
                    <a:lnL>
                      <a:noFill/>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rowSpan="2" hMerge="1">
                  <a:tcPr/>
                </a:tc>
                <a:tc rowSpan="2">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zh-CN" sz="1400" b="1" i="0" u="none" strike="noStrike" cap="none" normalizeH="0" baseline="0" smtClean="0">
                          <a:ln>
                            <a:noFill/>
                          </a:ln>
                          <a:solidFill>
                            <a:srgbClr val="000099"/>
                          </a:solidFill>
                          <a:effectLst/>
                          <a:latin typeface="Calibri" panose="020F0502020204030204" charset="0"/>
                          <a:ea typeface="宋体" panose="02010600030101010101" pitchFamily="2" charset="-122"/>
                        </a:rPr>
                        <a:t>相对轴向载荷</a:t>
                      </a:r>
                      <a:endParaRPr kumimoji="0" lang="en-US" altLang="zh-CN" sz="1400" b="1" i="0" u="none" strike="noStrike" cap="none" normalizeH="0" baseline="0" smtClean="0">
                        <a:ln>
                          <a:noFill/>
                        </a:ln>
                        <a:solidFill>
                          <a:srgbClr val="000099"/>
                        </a:solidFill>
                        <a:effectLst/>
                        <a:latin typeface="Calibri" panose="020F0502020204030204" charset="0"/>
                        <a:ea typeface="宋体" panose="02010600030101010101" pitchFamily="2" charset="-122"/>
                      </a:endParaRPr>
                    </a:p>
                    <a:p>
                      <a:pPr marL="0" marR="0" lvl="0" indent="0" algn="ctr" defTabSz="914400" rtl="0" eaLnBrk="1" fontAlgn="base" latinLnBrk="0" hangingPunct="1">
                        <a:lnSpc>
                          <a:spcPct val="100000"/>
                        </a:lnSpc>
                        <a:spcBef>
                          <a:spcPct val="0"/>
                        </a:spcBef>
                        <a:spcAft>
                          <a:spcPct val="0"/>
                        </a:spcAft>
                        <a:buClrTx/>
                        <a:buSzTx/>
                        <a:buFontTx/>
                        <a:buNone/>
                      </a:pPr>
                      <a:endParaRPr kumimoji="0" lang="zh-CN" altLang="zh-CN" sz="1400" b="1" i="0" u="none" strike="noStrike" cap="none" normalizeH="0" baseline="0" smtClean="0">
                        <a:ln>
                          <a:noFill/>
                        </a:ln>
                        <a:solidFill>
                          <a:srgbClr val="000099"/>
                        </a:solidFill>
                        <a:effectLst/>
                        <a:latin typeface="Calibri" panose="020F0502020204030204" charset="0"/>
                        <a:ea typeface="宋体" panose="02010600030101010101" pitchFamily="2" charset="-122"/>
                        <a:cs typeface="Times New Roman" panose="02020603050405020304" pitchFamily="18" charset="0"/>
                      </a:endParaRPr>
                    </a:p>
                  </a:txBody>
                  <a:tcPr marL="38973" marR="38973"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rowSpan="2">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zh-CN" sz="1400" b="1" i="0" u="none" strike="noStrike" cap="none" normalizeH="0" baseline="0" smtClean="0">
                          <a:ln>
                            <a:noFill/>
                          </a:ln>
                          <a:solidFill>
                            <a:srgbClr val="000099"/>
                          </a:solidFill>
                          <a:effectLst/>
                          <a:latin typeface="Calibri" panose="020F0502020204030204" charset="0"/>
                          <a:ea typeface="宋体" panose="02010600030101010101" pitchFamily="2" charset="-122"/>
                        </a:rPr>
                        <a:t>判断系数</a:t>
                      </a:r>
                      <a:r>
                        <a:rPr kumimoji="0" lang="en-US" altLang="zh-CN" sz="1400" b="1" i="1" u="none" strike="noStrike" cap="none" normalizeH="0" baseline="0" smtClean="0">
                          <a:ln>
                            <a:noFill/>
                          </a:ln>
                          <a:solidFill>
                            <a:srgbClr val="000099"/>
                          </a:solidFill>
                          <a:effectLst/>
                          <a:latin typeface="Times New Roman" panose="02020603050405020304" pitchFamily="18" charset="0"/>
                          <a:ea typeface="宋体" panose="02010600030101010101" pitchFamily="2" charset="-122"/>
                          <a:cs typeface="Times New Roman" panose="02020603050405020304" pitchFamily="18" charset="0"/>
                        </a:rPr>
                        <a:t>e</a:t>
                      </a:r>
                      <a:endParaRPr kumimoji="0" lang="zh-CN" altLang="zh-CN" sz="1400" b="1" i="0" u="none" strike="noStrike" cap="none" normalizeH="0" baseline="0" smtClean="0">
                        <a:ln>
                          <a:noFill/>
                        </a:ln>
                        <a:solidFill>
                          <a:srgbClr val="000099"/>
                        </a:solidFill>
                        <a:effectLst/>
                        <a:latin typeface="Calibri" panose="020F0502020204030204" charset="0"/>
                        <a:ea typeface="宋体" panose="02010600030101010101" pitchFamily="2" charset="-122"/>
                        <a:cs typeface="Times New Roman" panose="02020603050405020304" pitchFamily="18" charset="0"/>
                      </a:endParaRPr>
                    </a:p>
                  </a:txBody>
                  <a:tcPr marL="38973" marR="38973"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gridSpan="2">
                  <a:txBody>
                    <a:bodyPr/>
                    <a:lstStyle/>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1" i="0" u="none" strike="noStrike" cap="none" normalizeH="0" baseline="0" smtClean="0">
                        <a:ln>
                          <a:noFill/>
                        </a:ln>
                        <a:solidFill>
                          <a:srgbClr val="000099"/>
                        </a:solidFill>
                        <a:effectLst/>
                        <a:latin typeface="宋体" panose="02010600030101010101" pitchFamily="2" charset="-122"/>
                        <a:ea typeface="宋体" panose="02010600030101010101" pitchFamily="2" charset="-122"/>
                      </a:endParaRPr>
                    </a:p>
                  </a:txBody>
                  <a:tcPr marL="38973" marR="38973"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hMerge="1">
                  <a:tcPr/>
                </a:tc>
                <a:tc gridSpan="2">
                  <a:txBody>
                    <a:bodyPr/>
                    <a:lstStyle/>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1" i="0" u="none" strike="noStrike" cap="none" normalizeH="0" baseline="0" smtClean="0">
                        <a:ln>
                          <a:noFill/>
                        </a:ln>
                        <a:solidFill>
                          <a:srgbClr val="000099"/>
                        </a:solidFill>
                        <a:effectLst/>
                        <a:latin typeface="宋体" panose="02010600030101010101" pitchFamily="2" charset="-122"/>
                        <a:ea typeface="宋体" panose="02010600030101010101" pitchFamily="2" charset="-122"/>
                      </a:endParaRPr>
                    </a:p>
                  </a:txBody>
                  <a:tcPr marL="38973" marR="38973" marT="0" marB="0" anchor="ctr" horzOverflow="overflow">
                    <a:lnL w="12700" cap="flat" cmpd="sng" algn="ctr">
                      <a:solidFill>
                        <a:srgbClr val="000000"/>
                      </a:solidFill>
                      <a:prstDash val="solid"/>
                      <a:round/>
                      <a:headEnd type="none" w="med" len="med"/>
                      <a:tailEnd type="none" w="med" len="med"/>
                    </a:lnL>
                    <a:lnR>
                      <a:noFill/>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hMerge="1">
                  <a:tcPr/>
                </a:tc>
              </a:tr>
              <a:tr h="282575">
                <a:tc vMerge="1" gridSpan="2">
                  <a:tcPr/>
                </a:tc>
                <a:tc vMerge="1" hMerge="1">
                  <a:tcPr/>
                </a:tc>
                <a:tc vMerge="1">
                  <a:tcPr/>
                </a:tc>
                <a:tc vMerge="1">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400" b="1" i="1" u="none" strike="noStrike" cap="none" normalizeH="0" baseline="0" smtClean="0">
                          <a:ln>
                            <a:noFill/>
                          </a:ln>
                          <a:solidFill>
                            <a:srgbClr val="000099"/>
                          </a:solidFill>
                          <a:effectLst/>
                          <a:latin typeface="Times New Roman" panose="02020603050405020304" pitchFamily="18" charset="0"/>
                          <a:ea typeface="宋体" panose="02010600030101010101" pitchFamily="2" charset="-122"/>
                          <a:cs typeface="Times New Roman" panose="02020603050405020304" pitchFamily="18" charset="0"/>
                        </a:rPr>
                        <a:t>X</a:t>
                      </a:r>
                      <a:endParaRPr kumimoji="0" lang="zh-CN" altLang="zh-CN" sz="1400" b="1" i="0" u="none" strike="noStrike" cap="none" normalizeH="0" baseline="0" smtClean="0">
                        <a:ln>
                          <a:noFill/>
                        </a:ln>
                        <a:solidFill>
                          <a:srgbClr val="000099"/>
                        </a:solidFill>
                        <a:effectLst/>
                        <a:latin typeface="Calibri" panose="020F0502020204030204" charset="0"/>
                        <a:ea typeface="宋体" panose="02010600030101010101" pitchFamily="2" charset="-122"/>
                        <a:cs typeface="Times New Roman" panose="02020603050405020304" pitchFamily="18" charset="0"/>
                      </a:endParaRPr>
                    </a:p>
                  </a:txBody>
                  <a:tcPr marL="38973" marR="38973"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400" b="1" i="1" u="none" strike="noStrike" cap="none" normalizeH="0" baseline="0" smtClean="0">
                          <a:ln>
                            <a:noFill/>
                          </a:ln>
                          <a:solidFill>
                            <a:srgbClr val="000099"/>
                          </a:solidFill>
                          <a:effectLst/>
                          <a:latin typeface="Times New Roman" panose="02020603050405020304" pitchFamily="18" charset="0"/>
                          <a:ea typeface="宋体" panose="02010600030101010101" pitchFamily="2" charset="-122"/>
                          <a:cs typeface="Times New Roman" panose="02020603050405020304" pitchFamily="18" charset="0"/>
                        </a:rPr>
                        <a:t>Y</a:t>
                      </a:r>
                      <a:endParaRPr kumimoji="0" lang="zh-CN" altLang="zh-CN" sz="1400" b="1" i="0" u="none" strike="noStrike" cap="none" normalizeH="0" baseline="0" smtClean="0">
                        <a:ln>
                          <a:noFill/>
                        </a:ln>
                        <a:solidFill>
                          <a:srgbClr val="000099"/>
                        </a:solidFill>
                        <a:effectLst/>
                        <a:latin typeface="Calibri" panose="020F0502020204030204" charset="0"/>
                        <a:ea typeface="宋体" panose="02010600030101010101" pitchFamily="2" charset="-122"/>
                        <a:cs typeface="Times New Roman" panose="02020603050405020304" pitchFamily="18" charset="0"/>
                      </a:endParaRPr>
                    </a:p>
                  </a:txBody>
                  <a:tcPr marL="38973" marR="38973"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400" b="1" i="1" u="none" strike="noStrike" cap="none" normalizeH="0" baseline="0" smtClean="0">
                          <a:ln>
                            <a:noFill/>
                          </a:ln>
                          <a:solidFill>
                            <a:srgbClr val="000099"/>
                          </a:solidFill>
                          <a:effectLst/>
                          <a:latin typeface="Times New Roman" panose="02020603050405020304" pitchFamily="18" charset="0"/>
                          <a:ea typeface="宋体" panose="02010600030101010101" pitchFamily="2" charset="-122"/>
                          <a:cs typeface="Times New Roman" panose="02020603050405020304" pitchFamily="18" charset="0"/>
                        </a:rPr>
                        <a:t>X</a:t>
                      </a:r>
                      <a:endParaRPr kumimoji="0" lang="zh-CN" altLang="zh-CN" sz="1400" b="1" i="0" u="none" strike="noStrike" cap="none" normalizeH="0" baseline="0" smtClean="0">
                        <a:ln>
                          <a:noFill/>
                        </a:ln>
                        <a:solidFill>
                          <a:srgbClr val="000099"/>
                        </a:solidFill>
                        <a:effectLst/>
                        <a:latin typeface="Calibri" panose="020F0502020204030204" charset="0"/>
                        <a:ea typeface="宋体" panose="02010600030101010101" pitchFamily="2" charset="-122"/>
                        <a:cs typeface="Times New Roman" panose="02020603050405020304" pitchFamily="18" charset="0"/>
                      </a:endParaRPr>
                    </a:p>
                  </a:txBody>
                  <a:tcPr marL="38973" marR="38973"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400" b="1" i="1" u="none" strike="noStrike" cap="none" normalizeH="0" baseline="0" smtClean="0">
                          <a:ln>
                            <a:noFill/>
                          </a:ln>
                          <a:solidFill>
                            <a:srgbClr val="000099"/>
                          </a:solidFill>
                          <a:effectLst/>
                          <a:latin typeface="Times New Roman" panose="02020603050405020304" pitchFamily="18" charset="0"/>
                          <a:ea typeface="宋体" panose="02010600030101010101" pitchFamily="2" charset="-122"/>
                          <a:cs typeface="Times New Roman" panose="02020603050405020304" pitchFamily="18" charset="0"/>
                        </a:rPr>
                        <a:t>Y</a:t>
                      </a:r>
                      <a:endParaRPr kumimoji="0" lang="zh-CN" altLang="zh-CN" sz="1400" b="1" i="0" u="none" strike="noStrike" cap="none" normalizeH="0" baseline="0" smtClean="0">
                        <a:ln>
                          <a:noFill/>
                        </a:ln>
                        <a:solidFill>
                          <a:srgbClr val="000099"/>
                        </a:solidFill>
                        <a:effectLst/>
                        <a:latin typeface="Calibri" panose="020F0502020204030204" charset="0"/>
                        <a:ea typeface="宋体" panose="02010600030101010101" pitchFamily="2" charset="-122"/>
                        <a:cs typeface="Times New Roman" panose="02020603050405020304" pitchFamily="18" charset="0"/>
                      </a:endParaRPr>
                    </a:p>
                  </a:txBody>
                  <a:tcPr marL="38973" marR="38973" marT="0" marB="0" anchor="ctr" horzOverflow="overflow">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263525">
                <a:tc rowSpan="9" gridSpan="2">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zh-CN" sz="1400" b="1" i="0" u="none" strike="noStrike" cap="none" normalizeH="0" baseline="0" smtClean="0">
                          <a:ln>
                            <a:noFill/>
                          </a:ln>
                          <a:solidFill>
                            <a:srgbClr val="000099"/>
                          </a:solidFill>
                          <a:effectLst/>
                          <a:latin typeface="Calibri" panose="020F0502020204030204" charset="0"/>
                          <a:ea typeface="宋体" panose="02010600030101010101" pitchFamily="2" charset="-122"/>
                        </a:rPr>
                        <a:t>深沟球轴承</a:t>
                      </a:r>
                      <a:endParaRPr kumimoji="0" lang="zh-CN" sz="1400" b="1" i="0" u="none" strike="noStrike" cap="none" normalizeH="0" baseline="0" smtClean="0">
                        <a:ln>
                          <a:noFill/>
                        </a:ln>
                        <a:solidFill>
                          <a:srgbClr val="000099"/>
                        </a:solidFill>
                        <a:effectLst/>
                        <a:latin typeface="Calibri" panose="020F0502020204030204" charset="0"/>
                        <a:ea typeface="宋体" panose="02010600030101010101" pitchFamily="2" charset="-122"/>
                        <a:cs typeface="Times New Roman" panose="02020603050405020304" pitchFamily="18" charset="0"/>
                      </a:endParaRPr>
                    </a:p>
                    <a:p>
                      <a:pPr marL="0" marR="0" lvl="0" indent="0" algn="ctr" defTabSz="914400" rtl="0" eaLnBrk="1" fontAlgn="base" latinLnBrk="0" hangingPunct="1">
                        <a:lnSpc>
                          <a:spcPct val="100000"/>
                        </a:lnSpc>
                        <a:spcBef>
                          <a:spcPct val="0"/>
                        </a:spcBef>
                        <a:spcAft>
                          <a:spcPct val="0"/>
                        </a:spcAft>
                        <a:buClrTx/>
                        <a:buSzTx/>
                        <a:buFontTx/>
                        <a:buNone/>
                      </a:pPr>
                      <a:r>
                        <a:rPr kumimoji="0" lang="zh-CN" sz="1400" b="1" i="0" u="none" strike="noStrike" cap="none" normalizeH="0" baseline="0" smtClean="0">
                          <a:ln>
                            <a:noFill/>
                          </a:ln>
                          <a:solidFill>
                            <a:srgbClr val="000099"/>
                          </a:solidFill>
                          <a:effectLst/>
                          <a:latin typeface="Calibri" panose="020F0502020204030204" charset="0"/>
                          <a:ea typeface="宋体" panose="02010600030101010101" pitchFamily="2" charset="-122"/>
                        </a:rPr>
                        <a:t>（</a:t>
                      </a:r>
                      <a:r>
                        <a:rPr kumimoji="0" lang="en-US" altLang="zh-CN" sz="1400" b="1" i="0" u="none" strike="noStrike" cap="none" normalizeH="0" baseline="0" smtClean="0">
                          <a:ln>
                            <a:noFill/>
                          </a:ln>
                          <a:solidFill>
                            <a:srgbClr val="000099"/>
                          </a:solidFill>
                          <a:effectLst/>
                          <a:latin typeface="Calibri" panose="020F0502020204030204" charset="0"/>
                          <a:ea typeface="宋体" panose="02010600030101010101" pitchFamily="2" charset="-122"/>
                        </a:rPr>
                        <a:t>60000</a:t>
                      </a:r>
                      <a:r>
                        <a:rPr kumimoji="0" lang="zh-CN" sz="1400" b="1" i="0" u="none" strike="noStrike" cap="none" normalizeH="0" baseline="0" smtClean="0">
                          <a:ln>
                            <a:noFill/>
                          </a:ln>
                          <a:solidFill>
                            <a:srgbClr val="000099"/>
                          </a:solidFill>
                          <a:effectLst/>
                          <a:latin typeface="Calibri" panose="020F0502020204030204" charset="0"/>
                          <a:ea typeface="宋体" panose="02010600030101010101" pitchFamily="2" charset="-122"/>
                        </a:rPr>
                        <a:t>型）</a:t>
                      </a:r>
                      <a:endParaRPr kumimoji="0" lang="zh-CN" sz="1400" b="1" i="0" u="none" strike="noStrike" cap="none" normalizeH="0" baseline="0" smtClean="0">
                        <a:ln>
                          <a:noFill/>
                        </a:ln>
                        <a:solidFill>
                          <a:srgbClr val="000099"/>
                        </a:solidFill>
                        <a:effectLst/>
                        <a:latin typeface="Calibri" panose="020F0502020204030204" charset="0"/>
                        <a:ea typeface="宋体" panose="02010600030101010101" pitchFamily="2" charset="-122"/>
                      </a:endParaRPr>
                    </a:p>
                  </a:txBody>
                  <a:tcPr marL="38973" marR="38973" marT="0" marB="0" anchor="ctr" horzOverflow="overflow">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rowSpan="9" hMerge="1">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dirty="0" smtClean="0">
                          <a:ln>
                            <a:noFill/>
                          </a:ln>
                          <a:solidFill>
                            <a:srgbClr val="000099"/>
                          </a:solidFill>
                          <a:effectLst/>
                          <a:latin typeface="宋体" panose="02010600030101010101" pitchFamily="2" charset="-122"/>
                          <a:ea typeface="宋体" panose="02010600030101010101" pitchFamily="2" charset="-122"/>
                        </a:rPr>
                        <a:t>0.014</a:t>
                      </a:r>
                      <a:endParaRPr kumimoji="0" lang="zh-CN" altLang="zh-CN" sz="1400" b="1" i="0" u="none" strike="noStrike" cap="none" normalizeH="0" baseline="0" dirty="0" smtClean="0">
                        <a:ln>
                          <a:noFill/>
                        </a:ln>
                        <a:solidFill>
                          <a:srgbClr val="000099"/>
                        </a:solidFill>
                        <a:effectLst/>
                        <a:latin typeface="Calibri" panose="020F0502020204030204" charset="0"/>
                        <a:ea typeface="宋体" panose="02010600030101010101" pitchFamily="2" charset="-122"/>
                        <a:cs typeface="Times New Roman" panose="02020603050405020304" pitchFamily="18" charset="0"/>
                      </a:endParaRPr>
                    </a:p>
                  </a:txBody>
                  <a:tcPr marL="38973" marR="38973"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dirty="0" smtClean="0">
                          <a:ln>
                            <a:noFill/>
                          </a:ln>
                          <a:solidFill>
                            <a:srgbClr val="000099"/>
                          </a:solidFill>
                          <a:effectLst/>
                          <a:latin typeface="宋体" panose="02010600030101010101" pitchFamily="2" charset="-122"/>
                          <a:ea typeface="宋体" panose="02010600030101010101" pitchFamily="2" charset="-122"/>
                        </a:rPr>
                        <a:t>0.19</a:t>
                      </a:r>
                      <a:endParaRPr kumimoji="0" lang="zh-CN" altLang="zh-CN" sz="1400" b="1" i="0" u="none" strike="noStrike" cap="none" normalizeH="0" baseline="0" dirty="0" smtClean="0">
                        <a:ln>
                          <a:noFill/>
                        </a:ln>
                        <a:solidFill>
                          <a:srgbClr val="000099"/>
                        </a:solidFill>
                        <a:effectLst/>
                        <a:latin typeface="Calibri" panose="020F0502020204030204" charset="0"/>
                        <a:ea typeface="宋体" panose="02010600030101010101" pitchFamily="2" charset="-122"/>
                        <a:cs typeface="Times New Roman" panose="02020603050405020304" pitchFamily="18" charset="0"/>
                      </a:endParaRPr>
                    </a:p>
                  </a:txBody>
                  <a:tcPr marL="38973" marR="38973"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rowSpan="9">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smtClean="0">
                          <a:ln>
                            <a:noFill/>
                          </a:ln>
                          <a:solidFill>
                            <a:srgbClr val="000099"/>
                          </a:solidFill>
                          <a:effectLst/>
                          <a:latin typeface="宋体" panose="02010600030101010101" pitchFamily="2" charset="-122"/>
                          <a:ea typeface="宋体" panose="02010600030101010101" pitchFamily="2" charset="-122"/>
                        </a:rPr>
                        <a:t>1</a:t>
                      </a:r>
                      <a:endParaRPr kumimoji="0" lang="zh-CN" altLang="zh-CN" sz="1400" b="1" i="0" u="none" strike="noStrike" cap="none" normalizeH="0" baseline="0" smtClean="0">
                        <a:ln>
                          <a:noFill/>
                        </a:ln>
                        <a:solidFill>
                          <a:srgbClr val="000099"/>
                        </a:solidFill>
                        <a:effectLst/>
                        <a:latin typeface="Calibri" panose="020F0502020204030204" charset="0"/>
                        <a:ea typeface="宋体" panose="02010600030101010101" pitchFamily="2" charset="-122"/>
                        <a:cs typeface="Times New Roman" panose="02020603050405020304" pitchFamily="18" charset="0"/>
                      </a:endParaRPr>
                    </a:p>
                  </a:txBody>
                  <a:tcPr marL="38973" marR="38973"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rowSpan="9">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smtClean="0">
                          <a:ln>
                            <a:noFill/>
                          </a:ln>
                          <a:solidFill>
                            <a:srgbClr val="000099"/>
                          </a:solidFill>
                          <a:effectLst/>
                          <a:latin typeface="宋体" panose="02010600030101010101" pitchFamily="2" charset="-122"/>
                          <a:ea typeface="宋体" panose="02010600030101010101" pitchFamily="2" charset="-122"/>
                        </a:rPr>
                        <a:t>0</a:t>
                      </a:r>
                      <a:endParaRPr kumimoji="0" lang="zh-CN" altLang="zh-CN" sz="1400" b="1" i="0" u="none" strike="noStrike" cap="none" normalizeH="0" baseline="0" smtClean="0">
                        <a:ln>
                          <a:noFill/>
                        </a:ln>
                        <a:solidFill>
                          <a:srgbClr val="000099"/>
                        </a:solidFill>
                        <a:effectLst/>
                        <a:latin typeface="Calibri" panose="020F0502020204030204" charset="0"/>
                        <a:ea typeface="宋体" panose="02010600030101010101" pitchFamily="2" charset="-122"/>
                        <a:cs typeface="Times New Roman" panose="02020603050405020304" pitchFamily="18" charset="0"/>
                      </a:endParaRPr>
                    </a:p>
                  </a:txBody>
                  <a:tcPr marL="38973" marR="38973"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rowSpan="9">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dirty="0" smtClean="0">
                          <a:ln>
                            <a:noFill/>
                          </a:ln>
                          <a:solidFill>
                            <a:srgbClr val="000099"/>
                          </a:solidFill>
                          <a:effectLst/>
                          <a:latin typeface="宋体" panose="02010600030101010101" pitchFamily="2" charset="-122"/>
                          <a:ea typeface="宋体" panose="02010600030101010101" pitchFamily="2" charset="-122"/>
                        </a:rPr>
                        <a:t>0.56</a:t>
                      </a:r>
                      <a:endParaRPr kumimoji="0" lang="zh-CN" altLang="zh-CN" sz="1400" b="1" i="0" u="none" strike="noStrike" cap="none" normalizeH="0" baseline="0" dirty="0" smtClean="0">
                        <a:ln>
                          <a:noFill/>
                        </a:ln>
                        <a:solidFill>
                          <a:srgbClr val="000099"/>
                        </a:solidFill>
                        <a:effectLst/>
                        <a:latin typeface="Calibri" panose="020F0502020204030204" charset="0"/>
                        <a:ea typeface="宋体" panose="02010600030101010101" pitchFamily="2" charset="-122"/>
                        <a:cs typeface="Times New Roman" panose="02020603050405020304" pitchFamily="18" charset="0"/>
                      </a:endParaRPr>
                    </a:p>
                  </a:txBody>
                  <a:tcPr marL="38973" marR="38973"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smtClean="0">
                          <a:ln>
                            <a:noFill/>
                          </a:ln>
                          <a:solidFill>
                            <a:srgbClr val="000099"/>
                          </a:solidFill>
                          <a:effectLst/>
                          <a:latin typeface="宋体" panose="02010600030101010101" pitchFamily="2" charset="-122"/>
                          <a:ea typeface="宋体" panose="02010600030101010101" pitchFamily="2" charset="-122"/>
                        </a:rPr>
                        <a:t>2.30</a:t>
                      </a:r>
                      <a:endParaRPr kumimoji="0" lang="zh-CN" altLang="zh-CN" sz="1400" b="1" i="0" u="none" strike="noStrike" cap="none" normalizeH="0" baseline="0" smtClean="0">
                        <a:ln>
                          <a:noFill/>
                        </a:ln>
                        <a:solidFill>
                          <a:srgbClr val="000099"/>
                        </a:solidFill>
                        <a:effectLst/>
                        <a:latin typeface="Calibri" panose="020F0502020204030204" charset="0"/>
                        <a:ea typeface="宋体" panose="02010600030101010101" pitchFamily="2" charset="-122"/>
                        <a:cs typeface="Times New Roman" panose="02020603050405020304" pitchFamily="18" charset="0"/>
                      </a:endParaRPr>
                    </a:p>
                  </a:txBody>
                  <a:tcPr marL="38973" marR="38973" marT="0" marB="0" anchor="ctr" horzOverflow="overflow">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263525">
                <a:tc vMerge="1" gridSpan="2">
                  <a:tcPr/>
                </a:tc>
                <a:tc vMerge="1" hMerge="1">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dirty="0" smtClean="0">
                          <a:ln>
                            <a:noFill/>
                          </a:ln>
                          <a:solidFill>
                            <a:srgbClr val="000099"/>
                          </a:solidFill>
                          <a:effectLst/>
                          <a:latin typeface="宋体" panose="02010600030101010101" pitchFamily="2" charset="-122"/>
                          <a:ea typeface="宋体" panose="02010600030101010101" pitchFamily="2" charset="-122"/>
                        </a:rPr>
                        <a:t>0.028</a:t>
                      </a:r>
                      <a:endParaRPr kumimoji="0" lang="zh-CN" altLang="zh-CN" sz="1400" b="1" i="0" u="none" strike="noStrike" cap="none" normalizeH="0" baseline="0" dirty="0" smtClean="0">
                        <a:ln>
                          <a:noFill/>
                        </a:ln>
                        <a:solidFill>
                          <a:srgbClr val="000099"/>
                        </a:solidFill>
                        <a:effectLst/>
                        <a:latin typeface="Calibri" panose="020F0502020204030204" charset="0"/>
                        <a:ea typeface="宋体" panose="02010600030101010101" pitchFamily="2" charset="-122"/>
                        <a:cs typeface="Times New Roman" panose="02020603050405020304" pitchFamily="18" charset="0"/>
                      </a:endParaRPr>
                    </a:p>
                  </a:txBody>
                  <a:tcPr marL="38973" marR="38973"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dirty="0" smtClean="0">
                          <a:ln>
                            <a:noFill/>
                          </a:ln>
                          <a:solidFill>
                            <a:srgbClr val="000099"/>
                          </a:solidFill>
                          <a:effectLst/>
                          <a:latin typeface="宋体" panose="02010600030101010101" pitchFamily="2" charset="-122"/>
                          <a:ea typeface="宋体" panose="02010600030101010101" pitchFamily="2" charset="-122"/>
                        </a:rPr>
                        <a:t>0.22</a:t>
                      </a:r>
                      <a:endParaRPr kumimoji="0" lang="zh-CN" altLang="zh-CN" sz="1400" b="1" i="0" u="none" strike="noStrike" cap="none" normalizeH="0" baseline="0" dirty="0" smtClean="0">
                        <a:ln>
                          <a:noFill/>
                        </a:ln>
                        <a:solidFill>
                          <a:srgbClr val="000099"/>
                        </a:solidFill>
                        <a:effectLst/>
                        <a:latin typeface="Calibri" panose="020F0502020204030204" charset="0"/>
                        <a:ea typeface="宋体" panose="02010600030101010101" pitchFamily="2" charset="-122"/>
                        <a:cs typeface="Times New Roman" panose="02020603050405020304" pitchFamily="18" charset="0"/>
                      </a:endParaRPr>
                    </a:p>
                  </a:txBody>
                  <a:tcPr marL="38973" marR="38973"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vMerge="1">
                  <a:tcPr/>
                </a:tc>
                <a:tc vMerge="1">
                  <a:tcPr/>
                </a:tc>
                <a:tc vMerge="1">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dirty="0" smtClean="0">
                          <a:ln>
                            <a:noFill/>
                          </a:ln>
                          <a:solidFill>
                            <a:srgbClr val="000099"/>
                          </a:solidFill>
                          <a:effectLst/>
                          <a:latin typeface="宋体" panose="02010600030101010101" pitchFamily="2" charset="-122"/>
                          <a:ea typeface="宋体" panose="02010600030101010101" pitchFamily="2" charset="-122"/>
                        </a:rPr>
                        <a:t>1.99</a:t>
                      </a:r>
                      <a:endParaRPr kumimoji="0" lang="zh-CN" altLang="zh-CN" sz="1400" b="1" i="0" u="none" strike="noStrike" cap="none" normalizeH="0" baseline="0" dirty="0" smtClean="0">
                        <a:ln>
                          <a:noFill/>
                        </a:ln>
                        <a:solidFill>
                          <a:srgbClr val="000099"/>
                        </a:solidFill>
                        <a:effectLst/>
                        <a:latin typeface="Calibri" panose="020F0502020204030204" charset="0"/>
                        <a:ea typeface="宋体" panose="02010600030101010101" pitchFamily="2" charset="-122"/>
                        <a:cs typeface="Times New Roman" panose="02020603050405020304" pitchFamily="18" charset="0"/>
                      </a:endParaRPr>
                    </a:p>
                  </a:txBody>
                  <a:tcPr marL="38973" marR="38973" marT="0" marB="0" anchor="ctr" horzOverflow="overflow">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263525">
                <a:tc vMerge="1" gridSpan="2">
                  <a:tcPr/>
                </a:tc>
                <a:tc vMerge="1" hMerge="1">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dirty="0" smtClean="0">
                          <a:ln>
                            <a:noFill/>
                          </a:ln>
                          <a:solidFill>
                            <a:srgbClr val="000099"/>
                          </a:solidFill>
                          <a:effectLst/>
                          <a:latin typeface="宋体" panose="02010600030101010101" pitchFamily="2" charset="-122"/>
                          <a:ea typeface="宋体" panose="02010600030101010101" pitchFamily="2" charset="-122"/>
                        </a:rPr>
                        <a:t>0.056</a:t>
                      </a:r>
                      <a:endParaRPr kumimoji="0" lang="zh-CN" altLang="zh-CN" sz="1400" b="1" i="0" u="none" strike="noStrike" cap="none" normalizeH="0" baseline="0" dirty="0" smtClean="0">
                        <a:ln>
                          <a:noFill/>
                        </a:ln>
                        <a:solidFill>
                          <a:srgbClr val="000099"/>
                        </a:solidFill>
                        <a:effectLst/>
                        <a:latin typeface="Calibri" panose="020F0502020204030204" charset="0"/>
                        <a:ea typeface="宋体" panose="02010600030101010101" pitchFamily="2" charset="-122"/>
                        <a:cs typeface="Times New Roman" panose="02020603050405020304" pitchFamily="18" charset="0"/>
                      </a:endParaRPr>
                    </a:p>
                  </a:txBody>
                  <a:tcPr marL="38973" marR="38973"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dirty="0" smtClean="0">
                          <a:ln>
                            <a:noFill/>
                          </a:ln>
                          <a:solidFill>
                            <a:srgbClr val="000099"/>
                          </a:solidFill>
                          <a:effectLst/>
                          <a:latin typeface="宋体" panose="02010600030101010101" pitchFamily="2" charset="-122"/>
                          <a:ea typeface="宋体" panose="02010600030101010101" pitchFamily="2" charset="-122"/>
                        </a:rPr>
                        <a:t>0.26</a:t>
                      </a:r>
                      <a:endParaRPr kumimoji="0" lang="zh-CN" altLang="zh-CN" sz="1400" b="1" i="0" u="none" strike="noStrike" cap="none" normalizeH="0" baseline="0" dirty="0" smtClean="0">
                        <a:ln>
                          <a:noFill/>
                        </a:ln>
                        <a:solidFill>
                          <a:srgbClr val="000099"/>
                        </a:solidFill>
                        <a:effectLst/>
                        <a:latin typeface="Calibri" panose="020F0502020204030204" charset="0"/>
                        <a:ea typeface="宋体" panose="02010600030101010101" pitchFamily="2" charset="-122"/>
                        <a:cs typeface="Times New Roman" panose="02020603050405020304" pitchFamily="18" charset="0"/>
                      </a:endParaRPr>
                    </a:p>
                  </a:txBody>
                  <a:tcPr marL="38973" marR="38973"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vMerge="1">
                  <a:tcPr/>
                </a:tc>
                <a:tc vMerge="1">
                  <a:tcPr/>
                </a:tc>
                <a:tc vMerge="1">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dirty="0" smtClean="0">
                          <a:ln>
                            <a:noFill/>
                          </a:ln>
                          <a:solidFill>
                            <a:srgbClr val="000099"/>
                          </a:solidFill>
                          <a:effectLst/>
                          <a:latin typeface="宋体" panose="02010600030101010101" pitchFamily="2" charset="-122"/>
                          <a:ea typeface="宋体" panose="02010600030101010101" pitchFamily="2" charset="-122"/>
                        </a:rPr>
                        <a:t>1.71</a:t>
                      </a:r>
                      <a:endParaRPr kumimoji="0" lang="zh-CN" altLang="zh-CN" sz="1400" b="1" i="0" u="none" strike="noStrike" cap="none" normalizeH="0" baseline="0" dirty="0" smtClean="0">
                        <a:ln>
                          <a:noFill/>
                        </a:ln>
                        <a:solidFill>
                          <a:srgbClr val="000099"/>
                        </a:solidFill>
                        <a:effectLst/>
                        <a:latin typeface="Calibri" panose="020F0502020204030204" charset="0"/>
                        <a:ea typeface="宋体" panose="02010600030101010101" pitchFamily="2" charset="-122"/>
                        <a:cs typeface="Times New Roman" panose="02020603050405020304" pitchFamily="18" charset="0"/>
                      </a:endParaRPr>
                    </a:p>
                  </a:txBody>
                  <a:tcPr marL="38973" marR="38973" marT="0" marB="0" anchor="ctr" horzOverflow="overflow">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263525">
                <a:tc vMerge="1" gridSpan="2">
                  <a:tcPr/>
                </a:tc>
                <a:tc vMerge="1" hMerge="1">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smtClean="0">
                          <a:ln>
                            <a:noFill/>
                          </a:ln>
                          <a:solidFill>
                            <a:srgbClr val="000099"/>
                          </a:solidFill>
                          <a:effectLst/>
                          <a:latin typeface="宋体" panose="02010600030101010101" pitchFamily="2" charset="-122"/>
                          <a:ea typeface="宋体" panose="02010600030101010101" pitchFamily="2" charset="-122"/>
                        </a:rPr>
                        <a:t>0.084</a:t>
                      </a:r>
                      <a:endParaRPr kumimoji="0" lang="zh-CN" altLang="zh-CN" sz="1400" b="1" i="0" u="none" strike="noStrike" cap="none" normalizeH="0" baseline="0" smtClean="0">
                        <a:ln>
                          <a:noFill/>
                        </a:ln>
                        <a:solidFill>
                          <a:srgbClr val="000099"/>
                        </a:solidFill>
                        <a:effectLst/>
                        <a:latin typeface="Calibri" panose="020F0502020204030204" charset="0"/>
                        <a:ea typeface="宋体" panose="02010600030101010101" pitchFamily="2" charset="-122"/>
                        <a:cs typeface="Times New Roman" panose="02020603050405020304" pitchFamily="18" charset="0"/>
                      </a:endParaRPr>
                    </a:p>
                  </a:txBody>
                  <a:tcPr marL="38973" marR="38973"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dirty="0" smtClean="0">
                          <a:ln>
                            <a:noFill/>
                          </a:ln>
                          <a:solidFill>
                            <a:srgbClr val="000099"/>
                          </a:solidFill>
                          <a:effectLst/>
                          <a:latin typeface="宋体" panose="02010600030101010101" pitchFamily="2" charset="-122"/>
                          <a:ea typeface="宋体" panose="02010600030101010101" pitchFamily="2" charset="-122"/>
                        </a:rPr>
                        <a:t>0.28</a:t>
                      </a:r>
                      <a:endParaRPr kumimoji="0" lang="zh-CN" altLang="zh-CN" sz="1400" b="1" i="0" u="none" strike="noStrike" cap="none" normalizeH="0" baseline="0" dirty="0" smtClean="0">
                        <a:ln>
                          <a:noFill/>
                        </a:ln>
                        <a:solidFill>
                          <a:srgbClr val="000099"/>
                        </a:solidFill>
                        <a:effectLst/>
                        <a:latin typeface="Calibri" panose="020F0502020204030204" charset="0"/>
                        <a:ea typeface="宋体" panose="02010600030101010101" pitchFamily="2" charset="-122"/>
                        <a:cs typeface="Times New Roman" panose="02020603050405020304" pitchFamily="18" charset="0"/>
                      </a:endParaRPr>
                    </a:p>
                  </a:txBody>
                  <a:tcPr marL="38973" marR="38973"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vMerge="1">
                  <a:tcPr/>
                </a:tc>
                <a:tc vMerge="1">
                  <a:tcPr/>
                </a:tc>
                <a:tc vMerge="1">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smtClean="0">
                          <a:ln>
                            <a:noFill/>
                          </a:ln>
                          <a:solidFill>
                            <a:srgbClr val="000099"/>
                          </a:solidFill>
                          <a:effectLst/>
                          <a:latin typeface="宋体" panose="02010600030101010101" pitchFamily="2" charset="-122"/>
                          <a:ea typeface="宋体" panose="02010600030101010101" pitchFamily="2" charset="-122"/>
                        </a:rPr>
                        <a:t>1.55</a:t>
                      </a:r>
                      <a:endParaRPr kumimoji="0" lang="zh-CN" altLang="zh-CN" sz="1400" b="1" i="0" u="none" strike="noStrike" cap="none" normalizeH="0" baseline="0" smtClean="0">
                        <a:ln>
                          <a:noFill/>
                        </a:ln>
                        <a:solidFill>
                          <a:srgbClr val="000099"/>
                        </a:solidFill>
                        <a:effectLst/>
                        <a:latin typeface="Calibri" panose="020F0502020204030204" charset="0"/>
                        <a:ea typeface="宋体" panose="02010600030101010101" pitchFamily="2" charset="-122"/>
                        <a:cs typeface="Times New Roman" panose="02020603050405020304" pitchFamily="18" charset="0"/>
                      </a:endParaRPr>
                    </a:p>
                  </a:txBody>
                  <a:tcPr marL="38973" marR="38973" marT="0" marB="0" anchor="ctr" horzOverflow="overflow">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263525">
                <a:tc vMerge="1" gridSpan="2">
                  <a:tcPr/>
                </a:tc>
                <a:tc vMerge="1" hMerge="1">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smtClean="0">
                          <a:ln>
                            <a:noFill/>
                          </a:ln>
                          <a:solidFill>
                            <a:srgbClr val="000099"/>
                          </a:solidFill>
                          <a:effectLst/>
                          <a:latin typeface="宋体" panose="02010600030101010101" pitchFamily="2" charset="-122"/>
                          <a:ea typeface="宋体" panose="02010600030101010101" pitchFamily="2" charset="-122"/>
                        </a:rPr>
                        <a:t>0.11</a:t>
                      </a:r>
                      <a:endParaRPr kumimoji="0" lang="zh-CN" altLang="zh-CN" sz="1400" b="1" i="0" u="none" strike="noStrike" cap="none" normalizeH="0" baseline="0" smtClean="0">
                        <a:ln>
                          <a:noFill/>
                        </a:ln>
                        <a:solidFill>
                          <a:srgbClr val="000099"/>
                        </a:solidFill>
                        <a:effectLst/>
                        <a:latin typeface="Calibri" panose="020F0502020204030204" charset="0"/>
                        <a:ea typeface="宋体" panose="02010600030101010101" pitchFamily="2" charset="-122"/>
                        <a:cs typeface="Times New Roman" panose="02020603050405020304" pitchFamily="18" charset="0"/>
                      </a:endParaRPr>
                    </a:p>
                  </a:txBody>
                  <a:tcPr marL="38973" marR="38973"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smtClean="0">
                          <a:ln>
                            <a:noFill/>
                          </a:ln>
                          <a:solidFill>
                            <a:srgbClr val="000099"/>
                          </a:solidFill>
                          <a:effectLst/>
                          <a:latin typeface="宋体" panose="02010600030101010101" pitchFamily="2" charset="-122"/>
                          <a:ea typeface="宋体" panose="02010600030101010101" pitchFamily="2" charset="-122"/>
                        </a:rPr>
                        <a:t>0.30</a:t>
                      </a:r>
                      <a:endParaRPr kumimoji="0" lang="zh-CN" altLang="zh-CN" sz="1400" b="1" i="0" u="none" strike="noStrike" cap="none" normalizeH="0" baseline="0" smtClean="0">
                        <a:ln>
                          <a:noFill/>
                        </a:ln>
                        <a:solidFill>
                          <a:srgbClr val="000099"/>
                        </a:solidFill>
                        <a:effectLst/>
                        <a:latin typeface="Calibri" panose="020F0502020204030204" charset="0"/>
                        <a:ea typeface="宋体" panose="02010600030101010101" pitchFamily="2" charset="-122"/>
                        <a:cs typeface="Times New Roman" panose="02020603050405020304" pitchFamily="18" charset="0"/>
                      </a:endParaRPr>
                    </a:p>
                  </a:txBody>
                  <a:tcPr marL="38973" marR="38973"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vMerge="1">
                  <a:tcPr/>
                </a:tc>
                <a:tc vMerge="1">
                  <a:tcPr/>
                </a:tc>
                <a:tc vMerge="1">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smtClean="0">
                          <a:ln>
                            <a:noFill/>
                          </a:ln>
                          <a:solidFill>
                            <a:srgbClr val="000099"/>
                          </a:solidFill>
                          <a:effectLst/>
                          <a:latin typeface="宋体" panose="02010600030101010101" pitchFamily="2" charset="-122"/>
                          <a:ea typeface="宋体" panose="02010600030101010101" pitchFamily="2" charset="-122"/>
                        </a:rPr>
                        <a:t>1.45</a:t>
                      </a:r>
                      <a:endParaRPr kumimoji="0" lang="zh-CN" altLang="zh-CN" sz="1400" b="1" i="0" u="none" strike="noStrike" cap="none" normalizeH="0" baseline="0" smtClean="0">
                        <a:ln>
                          <a:noFill/>
                        </a:ln>
                        <a:solidFill>
                          <a:srgbClr val="000099"/>
                        </a:solidFill>
                        <a:effectLst/>
                        <a:latin typeface="Calibri" panose="020F0502020204030204" charset="0"/>
                        <a:ea typeface="宋体" panose="02010600030101010101" pitchFamily="2" charset="-122"/>
                        <a:cs typeface="Times New Roman" panose="02020603050405020304" pitchFamily="18" charset="0"/>
                      </a:endParaRPr>
                    </a:p>
                  </a:txBody>
                  <a:tcPr marL="38973" marR="38973" marT="0" marB="0" anchor="ctr" horzOverflow="overflow">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263525">
                <a:tc vMerge="1" gridSpan="2">
                  <a:tcPr/>
                </a:tc>
                <a:tc vMerge="1" hMerge="1">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smtClean="0">
                          <a:ln>
                            <a:noFill/>
                          </a:ln>
                          <a:solidFill>
                            <a:srgbClr val="000099"/>
                          </a:solidFill>
                          <a:effectLst/>
                          <a:latin typeface="宋体" panose="02010600030101010101" pitchFamily="2" charset="-122"/>
                          <a:ea typeface="宋体" panose="02010600030101010101" pitchFamily="2" charset="-122"/>
                        </a:rPr>
                        <a:t>0.17</a:t>
                      </a:r>
                      <a:endParaRPr kumimoji="0" lang="zh-CN" altLang="zh-CN" sz="1400" b="1" i="0" u="none" strike="noStrike" cap="none" normalizeH="0" baseline="0" smtClean="0">
                        <a:ln>
                          <a:noFill/>
                        </a:ln>
                        <a:solidFill>
                          <a:srgbClr val="000099"/>
                        </a:solidFill>
                        <a:effectLst/>
                        <a:latin typeface="Calibri" panose="020F0502020204030204" charset="0"/>
                        <a:ea typeface="宋体" panose="02010600030101010101" pitchFamily="2" charset="-122"/>
                        <a:cs typeface="Times New Roman" panose="02020603050405020304" pitchFamily="18" charset="0"/>
                      </a:endParaRPr>
                    </a:p>
                  </a:txBody>
                  <a:tcPr marL="38973" marR="38973"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smtClean="0">
                          <a:ln>
                            <a:noFill/>
                          </a:ln>
                          <a:solidFill>
                            <a:srgbClr val="000099"/>
                          </a:solidFill>
                          <a:effectLst/>
                          <a:latin typeface="宋体" panose="02010600030101010101" pitchFamily="2" charset="-122"/>
                          <a:ea typeface="宋体" panose="02010600030101010101" pitchFamily="2" charset="-122"/>
                        </a:rPr>
                        <a:t>0.34</a:t>
                      </a:r>
                      <a:endParaRPr kumimoji="0" lang="zh-CN" altLang="zh-CN" sz="1400" b="1" i="0" u="none" strike="noStrike" cap="none" normalizeH="0" baseline="0" smtClean="0">
                        <a:ln>
                          <a:noFill/>
                        </a:ln>
                        <a:solidFill>
                          <a:srgbClr val="000099"/>
                        </a:solidFill>
                        <a:effectLst/>
                        <a:latin typeface="Calibri" panose="020F0502020204030204" charset="0"/>
                        <a:ea typeface="宋体" panose="02010600030101010101" pitchFamily="2" charset="-122"/>
                        <a:cs typeface="Times New Roman" panose="02020603050405020304" pitchFamily="18" charset="0"/>
                      </a:endParaRPr>
                    </a:p>
                  </a:txBody>
                  <a:tcPr marL="38973" marR="38973"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vMerge="1">
                  <a:tcPr/>
                </a:tc>
                <a:tc vMerge="1">
                  <a:tcPr/>
                </a:tc>
                <a:tc vMerge="1">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smtClean="0">
                          <a:ln>
                            <a:noFill/>
                          </a:ln>
                          <a:solidFill>
                            <a:srgbClr val="000099"/>
                          </a:solidFill>
                          <a:effectLst/>
                          <a:latin typeface="宋体" panose="02010600030101010101" pitchFamily="2" charset="-122"/>
                          <a:ea typeface="宋体" panose="02010600030101010101" pitchFamily="2" charset="-122"/>
                        </a:rPr>
                        <a:t>1.31</a:t>
                      </a:r>
                      <a:endParaRPr kumimoji="0" lang="zh-CN" altLang="zh-CN" sz="1400" b="1" i="0" u="none" strike="noStrike" cap="none" normalizeH="0" baseline="0" smtClean="0">
                        <a:ln>
                          <a:noFill/>
                        </a:ln>
                        <a:solidFill>
                          <a:srgbClr val="000099"/>
                        </a:solidFill>
                        <a:effectLst/>
                        <a:latin typeface="Calibri" panose="020F0502020204030204" charset="0"/>
                        <a:ea typeface="宋体" panose="02010600030101010101" pitchFamily="2" charset="-122"/>
                        <a:cs typeface="Times New Roman" panose="02020603050405020304" pitchFamily="18" charset="0"/>
                      </a:endParaRPr>
                    </a:p>
                  </a:txBody>
                  <a:tcPr marL="38973" marR="38973" marT="0" marB="0" anchor="ctr" horzOverflow="overflow">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263525">
                <a:tc vMerge="1" gridSpan="2">
                  <a:tcPr/>
                </a:tc>
                <a:tc vMerge="1" hMerge="1">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dirty="0" smtClean="0">
                          <a:ln>
                            <a:noFill/>
                          </a:ln>
                          <a:solidFill>
                            <a:srgbClr val="000099"/>
                          </a:solidFill>
                          <a:effectLst/>
                          <a:latin typeface="宋体" panose="02010600030101010101" pitchFamily="2" charset="-122"/>
                          <a:ea typeface="宋体" panose="02010600030101010101" pitchFamily="2" charset="-122"/>
                        </a:rPr>
                        <a:t>0.28</a:t>
                      </a:r>
                      <a:endParaRPr kumimoji="0" lang="zh-CN" altLang="zh-CN" sz="1400" b="1" i="0" u="none" strike="noStrike" cap="none" normalizeH="0" baseline="0" dirty="0" smtClean="0">
                        <a:ln>
                          <a:noFill/>
                        </a:ln>
                        <a:solidFill>
                          <a:srgbClr val="000099"/>
                        </a:solidFill>
                        <a:effectLst/>
                        <a:latin typeface="Calibri" panose="020F0502020204030204" charset="0"/>
                        <a:ea typeface="宋体" panose="02010600030101010101" pitchFamily="2" charset="-122"/>
                        <a:cs typeface="Times New Roman" panose="02020603050405020304" pitchFamily="18" charset="0"/>
                      </a:endParaRPr>
                    </a:p>
                  </a:txBody>
                  <a:tcPr marL="38973" marR="38973"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smtClean="0">
                          <a:ln>
                            <a:noFill/>
                          </a:ln>
                          <a:solidFill>
                            <a:srgbClr val="000099"/>
                          </a:solidFill>
                          <a:effectLst/>
                          <a:latin typeface="宋体" panose="02010600030101010101" pitchFamily="2" charset="-122"/>
                          <a:ea typeface="宋体" panose="02010600030101010101" pitchFamily="2" charset="-122"/>
                        </a:rPr>
                        <a:t>0.38</a:t>
                      </a:r>
                      <a:endParaRPr kumimoji="0" lang="zh-CN" altLang="zh-CN" sz="1400" b="1" i="0" u="none" strike="noStrike" cap="none" normalizeH="0" baseline="0" smtClean="0">
                        <a:ln>
                          <a:noFill/>
                        </a:ln>
                        <a:solidFill>
                          <a:srgbClr val="000099"/>
                        </a:solidFill>
                        <a:effectLst/>
                        <a:latin typeface="Calibri" panose="020F0502020204030204" charset="0"/>
                        <a:ea typeface="宋体" panose="02010600030101010101" pitchFamily="2" charset="-122"/>
                        <a:cs typeface="Times New Roman" panose="02020603050405020304" pitchFamily="18" charset="0"/>
                      </a:endParaRPr>
                    </a:p>
                  </a:txBody>
                  <a:tcPr marL="38973" marR="38973"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vMerge="1">
                  <a:tcPr/>
                </a:tc>
                <a:tc vMerge="1">
                  <a:tcPr/>
                </a:tc>
                <a:tc vMerge="1">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smtClean="0">
                          <a:ln>
                            <a:noFill/>
                          </a:ln>
                          <a:solidFill>
                            <a:srgbClr val="000099"/>
                          </a:solidFill>
                          <a:effectLst/>
                          <a:latin typeface="宋体" panose="02010600030101010101" pitchFamily="2" charset="-122"/>
                          <a:ea typeface="宋体" panose="02010600030101010101" pitchFamily="2" charset="-122"/>
                        </a:rPr>
                        <a:t>1.15</a:t>
                      </a:r>
                      <a:endParaRPr kumimoji="0" lang="zh-CN" altLang="zh-CN" sz="1400" b="1" i="0" u="none" strike="noStrike" cap="none" normalizeH="0" baseline="0" smtClean="0">
                        <a:ln>
                          <a:noFill/>
                        </a:ln>
                        <a:solidFill>
                          <a:srgbClr val="000099"/>
                        </a:solidFill>
                        <a:effectLst/>
                        <a:latin typeface="Calibri" panose="020F0502020204030204" charset="0"/>
                        <a:ea typeface="宋体" panose="02010600030101010101" pitchFamily="2" charset="-122"/>
                        <a:cs typeface="Times New Roman" panose="02020603050405020304" pitchFamily="18" charset="0"/>
                      </a:endParaRPr>
                    </a:p>
                  </a:txBody>
                  <a:tcPr marL="38973" marR="38973" marT="0" marB="0" anchor="ctr" horzOverflow="overflow">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263525">
                <a:tc vMerge="1" gridSpan="2">
                  <a:tcPr/>
                </a:tc>
                <a:tc vMerge="1" hMerge="1">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dirty="0" smtClean="0">
                          <a:ln>
                            <a:noFill/>
                          </a:ln>
                          <a:solidFill>
                            <a:srgbClr val="000099"/>
                          </a:solidFill>
                          <a:effectLst/>
                          <a:latin typeface="宋体" panose="02010600030101010101" pitchFamily="2" charset="-122"/>
                          <a:ea typeface="宋体" panose="02010600030101010101" pitchFamily="2" charset="-122"/>
                        </a:rPr>
                        <a:t>0.42</a:t>
                      </a:r>
                      <a:endParaRPr kumimoji="0" lang="zh-CN" altLang="zh-CN" sz="1400" b="1" i="0" u="none" strike="noStrike" cap="none" normalizeH="0" baseline="0" dirty="0" smtClean="0">
                        <a:ln>
                          <a:noFill/>
                        </a:ln>
                        <a:solidFill>
                          <a:srgbClr val="000099"/>
                        </a:solidFill>
                        <a:effectLst/>
                        <a:latin typeface="Calibri" panose="020F0502020204030204" charset="0"/>
                        <a:ea typeface="宋体" panose="02010600030101010101" pitchFamily="2" charset="-122"/>
                        <a:cs typeface="Times New Roman" panose="02020603050405020304" pitchFamily="18" charset="0"/>
                      </a:endParaRPr>
                    </a:p>
                  </a:txBody>
                  <a:tcPr marL="38973" marR="38973"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smtClean="0">
                          <a:ln>
                            <a:noFill/>
                          </a:ln>
                          <a:solidFill>
                            <a:srgbClr val="000099"/>
                          </a:solidFill>
                          <a:effectLst/>
                          <a:latin typeface="宋体" panose="02010600030101010101" pitchFamily="2" charset="-122"/>
                          <a:ea typeface="宋体" panose="02010600030101010101" pitchFamily="2" charset="-122"/>
                        </a:rPr>
                        <a:t>0.42</a:t>
                      </a:r>
                      <a:endParaRPr kumimoji="0" lang="zh-CN" altLang="zh-CN" sz="1400" b="1" i="0" u="none" strike="noStrike" cap="none" normalizeH="0" baseline="0" smtClean="0">
                        <a:ln>
                          <a:noFill/>
                        </a:ln>
                        <a:solidFill>
                          <a:srgbClr val="000099"/>
                        </a:solidFill>
                        <a:effectLst/>
                        <a:latin typeface="Calibri" panose="020F0502020204030204" charset="0"/>
                        <a:ea typeface="宋体" panose="02010600030101010101" pitchFamily="2" charset="-122"/>
                        <a:cs typeface="Times New Roman" panose="02020603050405020304" pitchFamily="18" charset="0"/>
                      </a:endParaRPr>
                    </a:p>
                  </a:txBody>
                  <a:tcPr marL="38973" marR="38973"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vMerge="1">
                  <a:tcPr/>
                </a:tc>
                <a:tc vMerge="1">
                  <a:tcPr/>
                </a:tc>
                <a:tc vMerge="1">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smtClean="0">
                          <a:ln>
                            <a:noFill/>
                          </a:ln>
                          <a:solidFill>
                            <a:srgbClr val="000099"/>
                          </a:solidFill>
                          <a:effectLst/>
                          <a:latin typeface="宋体" panose="02010600030101010101" pitchFamily="2" charset="-122"/>
                          <a:ea typeface="宋体" panose="02010600030101010101" pitchFamily="2" charset="-122"/>
                        </a:rPr>
                        <a:t>1.04</a:t>
                      </a:r>
                      <a:endParaRPr kumimoji="0" lang="zh-CN" altLang="zh-CN" sz="1400" b="1" i="0" u="none" strike="noStrike" cap="none" normalizeH="0" baseline="0" smtClean="0">
                        <a:ln>
                          <a:noFill/>
                        </a:ln>
                        <a:solidFill>
                          <a:srgbClr val="000099"/>
                        </a:solidFill>
                        <a:effectLst/>
                        <a:latin typeface="Calibri" panose="020F0502020204030204" charset="0"/>
                        <a:ea typeface="宋体" panose="02010600030101010101" pitchFamily="2" charset="-122"/>
                        <a:cs typeface="Times New Roman" panose="02020603050405020304" pitchFamily="18" charset="0"/>
                      </a:endParaRPr>
                    </a:p>
                  </a:txBody>
                  <a:tcPr marL="38973" marR="38973" marT="0" marB="0" anchor="ctr" horzOverflow="overflow">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263525">
                <a:tc vMerge="1" gridSpan="2">
                  <a:tcPr/>
                </a:tc>
                <a:tc vMerge="1" hMerge="1">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dirty="0" smtClean="0">
                          <a:ln>
                            <a:noFill/>
                          </a:ln>
                          <a:solidFill>
                            <a:srgbClr val="000099"/>
                          </a:solidFill>
                          <a:effectLst/>
                          <a:latin typeface="宋体" panose="02010600030101010101" pitchFamily="2" charset="-122"/>
                          <a:ea typeface="宋体" panose="02010600030101010101" pitchFamily="2" charset="-122"/>
                        </a:rPr>
                        <a:t>0.56</a:t>
                      </a:r>
                      <a:endParaRPr kumimoji="0" lang="zh-CN" altLang="zh-CN" sz="1400" b="1" i="0" u="none" strike="noStrike" cap="none" normalizeH="0" baseline="0" dirty="0" smtClean="0">
                        <a:ln>
                          <a:noFill/>
                        </a:ln>
                        <a:solidFill>
                          <a:srgbClr val="000099"/>
                        </a:solidFill>
                        <a:effectLst/>
                        <a:latin typeface="Calibri" panose="020F0502020204030204" charset="0"/>
                        <a:ea typeface="宋体" panose="02010600030101010101" pitchFamily="2" charset="-122"/>
                        <a:cs typeface="Times New Roman" panose="02020603050405020304" pitchFamily="18" charset="0"/>
                      </a:endParaRPr>
                    </a:p>
                  </a:txBody>
                  <a:tcPr marL="38973" marR="38973"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smtClean="0">
                          <a:ln>
                            <a:noFill/>
                          </a:ln>
                          <a:solidFill>
                            <a:srgbClr val="000099"/>
                          </a:solidFill>
                          <a:effectLst/>
                          <a:latin typeface="宋体" panose="02010600030101010101" pitchFamily="2" charset="-122"/>
                          <a:ea typeface="宋体" panose="02010600030101010101" pitchFamily="2" charset="-122"/>
                        </a:rPr>
                        <a:t>0.44</a:t>
                      </a:r>
                      <a:endParaRPr kumimoji="0" lang="zh-CN" altLang="zh-CN" sz="1400" b="1" i="0" u="none" strike="noStrike" cap="none" normalizeH="0" baseline="0" smtClean="0">
                        <a:ln>
                          <a:noFill/>
                        </a:ln>
                        <a:solidFill>
                          <a:srgbClr val="000099"/>
                        </a:solidFill>
                        <a:effectLst/>
                        <a:latin typeface="Calibri" panose="020F0502020204030204" charset="0"/>
                        <a:ea typeface="宋体" panose="02010600030101010101" pitchFamily="2" charset="-122"/>
                        <a:cs typeface="Times New Roman" panose="02020603050405020304" pitchFamily="18" charset="0"/>
                      </a:endParaRPr>
                    </a:p>
                  </a:txBody>
                  <a:tcPr marL="38973" marR="38973"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vMerge="1">
                  <a:tcPr/>
                </a:tc>
                <a:tc vMerge="1">
                  <a:tcPr/>
                </a:tc>
                <a:tc vMerge="1">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smtClean="0">
                          <a:ln>
                            <a:noFill/>
                          </a:ln>
                          <a:solidFill>
                            <a:srgbClr val="000099"/>
                          </a:solidFill>
                          <a:effectLst/>
                          <a:latin typeface="宋体" panose="02010600030101010101" pitchFamily="2" charset="-122"/>
                          <a:ea typeface="宋体" panose="02010600030101010101" pitchFamily="2" charset="-122"/>
                        </a:rPr>
                        <a:t>1.00</a:t>
                      </a:r>
                      <a:endParaRPr kumimoji="0" lang="zh-CN" altLang="zh-CN" sz="1400" b="1" i="0" u="none" strike="noStrike" cap="none" normalizeH="0" baseline="0" smtClean="0">
                        <a:ln>
                          <a:noFill/>
                        </a:ln>
                        <a:solidFill>
                          <a:srgbClr val="000099"/>
                        </a:solidFill>
                        <a:effectLst/>
                        <a:latin typeface="Calibri" panose="020F0502020204030204" charset="0"/>
                        <a:ea typeface="宋体" panose="02010600030101010101" pitchFamily="2" charset="-122"/>
                        <a:cs typeface="Times New Roman" panose="02020603050405020304" pitchFamily="18" charset="0"/>
                      </a:endParaRPr>
                    </a:p>
                  </a:txBody>
                  <a:tcPr marL="38973" marR="38973" marT="0" marB="0" anchor="ctr" horzOverflow="overflow">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242888">
                <a:tc rowSpan="11">
                  <a:txBody>
                    <a:bodyPr/>
                    <a:lstStyle/>
                    <a:p>
                      <a:pPr marL="71755" marR="0" lvl="0" indent="0" algn="ctr" defTabSz="914400" rtl="0" eaLnBrk="1" fontAlgn="base" latinLnBrk="0" hangingPunct="1">
                        <a:lnSpc>
                          <a:spcPct val="100000"/>
                        </a:lnSpc>
                        <a:spcBef>
                          <a:spcPct val="0"/>
                        </a:spcBef>
                        <a:spcAft>
                          <a:spcPct val="0"/>
                        </a:spcAft>
                        <a:buClrTx/>
                        <a:buSzTx/>
                        <a:buFontTx/>
                        <a:buNone/>
                      </a:pPr>
                      <a:r>
                        <a:rPr kumimoji="0" lang="zh-CN" sz="1400" b="1" i="0" u="none" strike="noStrike" cap="none" normalizeH="0" baseline="0" smtClean="0">
                          <a:ln>
                            <a:noFill/>
                          </a:ln>
                          <a:solidFill>
                            <a:srgbClr val="000099"/>
                          </a:solidFill>
                          <a:effectLst/>
                          <a:latin typeface="Calibri" panose="020F0502020204030204" charset="0"/>
                          <a:ea typeface="宋体" panose="02010600030101010101" pitchFamily="2" charset="-122"/>
                        </a:rPr>
                        <a:t>角 接 触 球 轴 承</a:t>
                      </a:r>
                      <a:endParaRPr kumimoji="0" lang="zh-CN" sz="1400" b="1" i="0" u="none" strike="noStrike" cap="none" normalizeH="0" baseline="0" smtClean="0">
                        <a:ln>
                          <a:noFill/>
                        </a:ln>
                        <a:solidFill>
                          <a:srgbClr val="000099"/>
                        </a:solidFill>
                        <a:effectLst/>
                        <a:latin typeface="Calibri" panose="020F0502020204030204" charset="0"/>
                        <a:ea typeface="宋体" panose="02010600030101010101" pitchFamily="2" charset="-122"/>
                        <a:cs typeface="Times New Roman" panose="02020603050405020304" pitchFamily="18" charset="0"/>
                      </a:endParaRPr>
                    </a:p>
                  </a:txBody>
                  <a:tcPr marL="38973" marR="38973" marT="0" marB="0" vert="eaVert" anchor="ctr" horzOverflow="overflow">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rowSpan="9">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smtClean="0">
                          <a:ln>
                            <a:noFill/>
                          </a:ln>
                          <a:solidFill>
                            <a:srgbClr val="000099"/>
                          </a:solidFill>
                          <a:effectLst/>
                          <a:latin typeface="宋体" panose="02010600030101010101" pitchFamily="2" charset="-122"/>
                          <a:ea typeface="宋体" panose="02010600030101010101" pitchFamily="2" charset="-122"/>
                        </a:rPr>
                        <a:t>70000</a:t>
                      </a:r>
                      <a:r>
                        <a:rPr kumimoji="0" lang="en-US" altLang="zh-CN" sz="1400" b="1" i="0" u="none" strike="noStrike" cap="none" normalizeH="0" baseline="0" smtClean="0">
                          <a:ln>
                            <a:noFill/>
                          </a:ln>
                          <a:solidFill>
                            <a:srgbClr val="000099"/>
                          </a:solidFill>
                          <a:effectLst/>
                          <a:latin typeface="Times New Roman" panose="02020603050405020304" pitchFamily="18" charset="0"/>
                          <a:ea typeface="宋体" panose="02010600030101010101" pitchFamily="2" charset="-122"/>
                          <a:cs typeface="Times New Roman" panose="02020603050405020304" pitchFamily="18" charset="0"/>
                        </a:rPr>
                        <a:t>C</a:t>
                      </a:r>
                      <a:endParaRPr kumimoji="0" lang="zh-CN" altLang="zh-CN" sz="1400" b="1" i="0" u="none" strike="noStrike" cap="none" normalizeH="0" baseline="0" smtClean="0">
                        <a:ln>
                          <a:noFill/>
                        </a:ln>
                        <a:solidFill>
                          <a:srgbClr val="000099"/>
                        </a:solidFill>
                        <a:effectLst/>
                        <a:latin typeface="Calibri" panose="020F0502020204030204" charset="0"/>
                        <a:ea typeface="宋体" panose="02010600030101010101" pitchFamily="2" charset="-122"/>
                        <a:cs typeface="Times New Roman" panose="02020603050405020304" pitchFamily="18" charset="0"/>
                      </a:endParaRPr>
                    </a:p>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400" b="1" i="1" u="none" strike="noStrike" cap="none" normalizeH="0" baseline="0" smtClean="0">
                          <a:ln>
                            <a:noFill/>
                          </a:ln>
                          <a:solidFill>
                            <a:srgbClr val="000099"/>
                          </a:solidFill>
                          <a:effectLst/>
                          <a:latin typeface="Times New Roman" panose="02020603050405020304" pitchFamily="18" charset="0"/>
                          <a:ea typeface="宋体" panose="02010600030101010101" pitchFamily="2" charset="-122"/>
                          <a:cs typeface="Times New Roman" panose="02020603050405020304" pitchFamily="18" charset="0"/>
                        </a:rPr>
                        <a:t>α</a:t>
                      </a:r>
                      <a:r>
                        <a:rPr kumimoji="0" lang="en-US" altLang="zh-CN" sz="1400" b="1" i="0" u="none" strike="noStrike" cap="none" normalizeH="0" baseline="0" smtClean="0">
                          <a:ln>
                            <a:noFill/>
                          </a:ln>
                          <a:solidFill>
                            <a:srgbClr val="000099"/>
                          </a:solidFill>
                          <a:effectLst/>
                          <a:latin typeface="宋体" panose="02010600030101010101" pitchFamily="2" charset="-122"/>
                          <a:ea typeface="宋体" panose="02010600030101010101" pitchFamily="2" charset="-122"/>
                        </a:rPr>
                        <a:t>=15</a:t>
                      </a:r>
                      <a:r>
                        <a:rPr kumimoji="0" lang="zh-CN" altLang="zh-CN" sz="1400" b="1" i="0" u="none" strike="noStrike" cap="none" normalizeH="0" baseline="0" smtClean="0">
                          <a:ln>
                            <a:noFill/>
                          </a:ln>
                          <a:solidFill>
                            <a:srgbClr val="000099"/>
                          </a:solidFill>
                          <a:effectLst/>
                          <a:latin typeface="Calibri" panose="020F0502020204030204" charset="0"/>
                          <a:ea typeface="宋体" panose="02010600030101010101" pitchFamily="2" charset="-122"/>
                        </a:rPr>
                        <a:t>°</a:t>
                      </a:r>
                      <a:endParaRPr kumimoji="0" lang="zh-CN" altLang="zh-CN" sz="1400" b="1" i="0" u="none" strike="noStrike" cap="none" normalizeH="0" baseline="0" smtClean="0">
                        <a:ln>
                          <a:noFill/>
                        </a:ln>
                        <a:solidFill>
                          <a:srgbClr val="000099"/>
                        </a:solidFill>
                        <a:effectLst/>
                        <a:latin typeface="Calibri" panose="020F0502020204030204" charset="0"/>
                        <a:ea typeface="宋体" panose="02010600030101010101" pitchFamily="2" charset="-122"/>
                      </a:endParaRPr>
                    </a:p>
                  </a:txBody>
                  <a:tcPr marL="38973" marR="38973"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smtClean="0">
                          <a:ln>
                            <a:noFill/>
                          </a:ln>
                          <a:solidFill>
                            <a:srgbClr val="000099"/>
                          </a:solidFill>
                          <a:effectLst/>
                          <a:latin typeface="宋体" panose="02010600030101010101" pitchFamily="2" charset="-122"/>
                          <a:ea typeface="宋体" panose="02010600030101010101" pitchFamily="2" charset="-122"/>
                        </a:rPr>
                        <a:t>0.015</a:t>
                      </a:r>
                      <a:endParaRPr kumimoji="0" lang="zh-CN" altLang="zh-CN" sz="1400" b="1" i="0" u="none" strike="noStrike" cap="none" normalizeH="0" baseline="0" smtClean="0">
                        <a:ln>
                          <a:noFill/>
                        </a:ln>
                        <a:solidFill>
                          <a:srgbClr val="000099"/>
                        </a:solidFill>
                        <a:effectLst/>
                        <a:latin typeface="Calibri" panose="020F0502020204030204" charset="0"/>
                        <a:ea typeface="宋体" panose="02010600030101010101" pitchFamily="2" charset="-122"/>
                        <a:cs typeface="Times New Roman" panose="02020603050405020304" pitchFamily="18" charset="0"/>
                      </a:endParaRPr>
                    </a:p>
                  </a:txBody>
                  <a:tcPr marL="38973" marR="38973"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dirty="0" smtClean="0">
                          <a:ln>
                            <a:noFill/>
                          </a:ln>
                          <a:solidFill>
                            <a:srgbClr val="000099"/>
                          </a:solidFill>
                          <a:effectLst/>
                          <a:latin typeface="宋体" panose="02010600030101010101" pitchFamily="2" charset="-122"/>
                          <a:ea typeface="宋体" panose="02010600030101010101" pitchFamily="2" charset="-122"/>
                        </a:rPr>
                        <a:t>0.38</a:t>
                      </a:r>
                      <a:endParaRPr kumimoji="0" lang="zh-CN" altLang="zh-CN" sz="1400" b="1" i="0" u="none" strike="noStrike" cap="none" normalizeH="0" baseline="0" dirty="0" smtClean="0">
                        <a:ln>
                          <a:noFill/>
                        </a:ln>
                        <a:solidFill>
                          <a:srgbClr val="000099"/>
                        </a:solidFill>
                        <a:effectLst/>
                        <a:latin typeface="Calibri" panose="020F0502020204030204" charset="0"/>
                        <a:ea typeface="宋体" panose="02010600030101010101" pitchFamily="2" charset="-122"/>
                        <a:cs typeface="Times New Roman" panose="02020603050405020304" pitchFamily="18" charset="0"/>
                      </a:endParaRPr>
                    </a:p>
                  </a:txBody>
                  <a:tcPr marL="38973" marR="38973"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rowSpan="9">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dirty="0" smtClean="0">
                          <a:ln>
                            <a:noFill/>
                          </a:ln>
                          <a:solidFill>
                            <a:srgbClr val="000099"/>
                          </a:solidFill>
                          <a:effectLst/>
                          <a:latin typeface="宋体" panose="02010600030101010101" pitchFamily="2" charset="-122"/>
                          <a:ea typeface="宋体" panose="02010600030101010101" pitchFamily="2" charset="-122"/>
                        </a:rPr>
                        <a:t>1</a:t>
                      </a:r>
                      <a:endParaRPr kumimoji="0" lang="zh-CN" altLang="zh-CN" sz="1400" b="1" i="0" u="none" strike="noStrike" cap="none" normalizeH="0" baseline="0" dirty="0" smtClean="0">
                        <a:ln>
                          <a:noFill/>
                        </a:ln>
                        <a:solidFill>
                          <a:srgbClr val="000099"/>
                        </a:solidFill>
                        <a:effectLst/>
                        <a:latin typeface="Calibri" panose="020F0502020204030204" charset="0"/>
                        <a:ea typeface="宋体" panose="02010600030101010101" pitchFamily="2" charset="-122"/>
                        <a:cs typeface="Times New Roman" panose="02020603050405020304" pitchFamily="18" charset="0"/>
                      </a:endParaRPr>
                    </a:p>
                  </a:txBody>
                  <a:tcPr marL="38973" marR="38973"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rowSpan="9">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dirty="0" smtClean="0">
                          <a:ln>
                            <a:noFill/>
                          </a:ln>
                          <a:solidFill>
                            <a:srgbClr val="000099"/>
                          </a:solidFill>
                          <a:effectLst/>
                          <a:latin typeface="宋体" panose="02010600030101010101" pitchFamily="2" charset="-122"/>
                          <a:ea typeface="宋体" panose="02010600030101010101" pitchFamily="2" charset="-122"/>
                        </a:rPr>
                        <a:t>0</a:t>
                      </a:r>
                      <a:endParaRPr kumimoji="0" lang="zh-CN" altLang="zh-CN" sz="1400" b="1" i="0" u="none" strike="noStrike" cap="none" normalizeH="0" baseline="0" dirty="0" smtClean="0">
                        <a:ln>
                          <a:noFill/>
                        </a:ln>
                        <a:solidFill>
                          <a:srgbClr val="000099"/>
                        </a:solidFill>
                        <a:effectLst/>
                        <a:latin typeface="Calibri" panose="020F0502020204030204" charset="0"/>
                        <a:ea typeface="宋体" panose="02010600030101010101" pitchFamily="2" charset="-122"/>
                        <a:cs typeface="Times New Roman" panose="02020603050405020304" pitchFamily="18" charset="0"/>
                      </a:endParaRPr>
                    </a:p>
                  </a:txBody>
                  <a:tcPr marL="38973" marR="38973"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rowSpan="9">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dirty="0" smtClean="0">
                          <a:ln>
                            <a:noFill/>
                          </a:ln>
                          <a:solidFill>
                            <a:srgbClr val="000099"/>
                          </a:solidFill>
                          <a:effectLst/>
                          <a:latin typeface="宋体" panose="02010600030101010101" pitchFamily="2" charset="-122"/>
                          <a:ea typeface="宋体" panose="02010600030101010101" pitchFamily="2" charset="-122"/>
                        </a:rPr>
                        <a:t>0.44</a:t>
                      </a:r>
                      <a:endParaRPr kumimoji="0" lang="zh-CN" altLang="zh-CN" sz="1400" b="1" i="0" u="none" strike="noStrike" cap="none" normalizeH="0" baseline="0" dirty="0" smtClean="0">
                        <a:ln>
                          <a:noFill/>
                        </a:ln>
                        <a:solidFill>
                          <a:srgbClr val="000099"/>
                        </a:solidFill>
                        <a:effectLst/>
                        <a:latin typeface="Calibri" panose="020F0502020204030204" charset="0"/>
                        <a:ea typeface="宋体" panose="02010600030101010101" pitchFamily="2" charset="-122"/>
                        <a:cs typeface="Times New Roman" panose="02020603050405020304" pitchFamily="18" charset="0"/>
                      </a:endParaRPr>
                    </a:p>
                  </a:txBody>
                  <a:tcPr marL="38973" marR="38973"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smtClean="0">
                          <a:ln>
                            <a:noFill/>
                          </a:ln>
                          <a:solidFill>
                            <a:srgbClr val="000099"/>
                          </a:solidFill>
                          <a:effectLst/>
                          <a:latin typeface="宋体" panose="02010600030101010101" pitchFamily="2" charset="-122"/>
                          <a:ea typeface="宋体" panose="02010600030101010101" pitchFamily="2" charset="-122"/>
                        </a:rPr>
                        <a:t>1.47</a:t>
                      </a:r>
                      <a:endParaRPr kumimoji="0" lang="zh-CN" altLang="zh-CN" sz="1400" b="1" i="0" u="none" strike="noStrike" cap="none" normalizeH="0" baseline="0" smtClean="0">
                        <a:ln>
                          <a:noFill/>
                        </a:ln>
                        <a:solidFill>
                          <a:srgbClr val="000099"/>
                        </a:solidFill>
                        <a:effectLst/>
                        <a:latin typeface="Calibri" panose="020F0502020204030204" charset="0"/>
                        <a:ea typeface="宋体" panose="02010600030101010101" pitchFamily="2" charset="-122"/>
                        <a:cs typeface="Times New Roman" panose="02020603050405020304" pitchFamily="18" charset="0"/>
                      </a:endParaRPr>
                    </a:p>
                  </a:txBody>
                  <a:tcPr marL="38973" marR="38973" marT="0" marB="0" anchor="ctr" horzOverflow="overflow">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241300">
                <a:tc vMerge="1">
                  <a:tcPr/>
                </a:tc>
                <a:tc vMerge="1">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smtClean="0">
                          <a:ln>
                            <a:noFill/>
                          </a:ln>
                          <a:solidFill>
                            <a:srgbClr val="000099"/>
                          </a:solidFill>
                          <a:effectLst/>
                          <a:latin typeface="宋体" panose="02010600030101010101" pitchFamily="2" charset="-122"/>
                          <a:ea typeface="宋体" panose="02010600030101010101" pitchFamily="2" charset="-122"/>
                        </a:rPr>
                        <a:t>0.029</a:t>
                      </a:r>
                      <a:endParaRPr kumimoji="0" lang="zh-CN" altLang="zh-CN" sz="1400" b="1" i="0" u="none" strike="noStrike" cap="none" normalizeH="0" baseline="0" smtClean="0">
                        <a:ln>
                          <a:noFill/>
                        </a:ln>
                        <a:solidFill>
                          <a:srgbClr val="000099"/>
                        </a:solidFill>
                        <a:effectLst/>
                        <a:latin typeface="Calibri" panose="020F0502020204030204" charset="0"/>
                        <a:ea typeface="宋体" panose="02010600030101010101" pitchFamily="2" charset="-122"/>
                        <a:cs typeface="Times New Roman" panose="02020603050405020304" pitchFamily="18" charset="0"/>
                      </a:endParaRPr>
                    </a:p>
                  </a:txBody>
                  <a:tcPr marL="38973" marR="38973"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smtClean="0">
                          <a:ln>
                            <a:noFill/>
                          </a:ln>
                          <a:solidFill>
                            <a:srgbClr val="000099"/>
                          </a:solidFill>
                          <a:effectLst/>
                          <a:latin typeface="宋体" panose="02010600030101010101" pitchFamily="2" charset="-122"/>
                          <a:ea typeface="宋体" panose="02010600030101010101" pitchFamily="2" charset="-122"/>
                        </a:rPr>
                        <a:t>0.40</a:t>
                      </a:r>
                      <a:endParaRPr kumimoji="0" lang="zh-CN" altLang="zh-CN" sz="1400" b="1" i="0" u="none" strike="noStrike" cap="none" normalizeH="0" baseline="0" smtClean="0">
                        <a:ln>
                          <a:noFill/>
                        </a:ln>
                        <a:solidFill>
                          <a:srgbClr val="000099"/>
                        </a:solidFill>
                        <a:effectLst/>
                        <a:latin typeface="Calibri" panose="020F0502020204030204" charset="0"/>
                        <a:ea typeface="宋体" panose="02010600030101010101" pitchFamily="2" charset="-122"/>
                        <a:cs typeface="Times New Roman" panose="02020603050405020304" pitchFamily="18" charset="0"/>
                      </a:endParaRPr>
                    </a:p>
                  </a:txBody>
                  <a:tcPr marL="38973" marR="38973"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vMerge="1">
                  <a:tcPr/>
                </a:tc>
                <a:tc vMerge="1">
                  <a:tcPr/>
                </a:tc>
                <a:tc vMerge="1">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smtClean="0">
                          <a:ln>
                            <a:noFill/>
                          </a:ln>
                          <a:solidFill>
                            <a:srgbClr val="000099"/>
                          </a:solidFill>
                          <a:effectLst/>
                          <a:latin typeface="宋体" panose="02010600030101010101" pitchFamily="2" charset="-122"/>
                          <a:ea typeface="宋体" panose="02010600030101010101" pitchFamily="2" charset="-122"/>
                        </a:rPr>
                        <a:t>1.40</a:t>
                      </a:r>
                      <a:endParaRPr kumimoji="0" lang="zh-CN" altLang="zh-CN" sz="1400" b="1" i="0" u="none" strike="noStrike" cap="none" normalizeH="0" baseline="0" smtClean="0">
                        <a:ln>
                          <a:noFill/>
                        </a:ln>
                        <a:solidFill>
                          <a:srgbClr val="000099"/>
                        </a:solidFill>
                        <a:effectLst/>
                        <a:latin typeface="Calibri" panose="020F0502020204030204" charset="0"/>
                        <a:ea typeface="宋体" panose="02010600030101010101" pitchFamily="2" charset="-122"/>
                        <a:cs typeface="Times New Roman" panose="02020603050405020304" pitchFamily="18" charset="0"/>
                      </a:endParaRPr>
                    </a:p>
                  </a:txBody>
                  <a:tcPr marL="38973" marR="38973" marT="0" marB="0" anchor="ctr" horzOverflow="overflow">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241300">
                <a:tc vMerge="1">
                  <a:tcPr/>
                </a:tc>
                <a:tc vMerge="1">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smtClean="0">
                          <a:ln>
                            <a:noFill/>
                          </a:ln>
                          <a:solidFill>
                            <a:srgbClr val="000099"/>
                          </a:solidFill>
                          <a:effectLst/>
                          <a:latin typeface="宋体" panose="02010600030101010101" pitchFamily="2" charset="-122"/>
                          <a:ea typeface="宋体" panose="02010600030101010101" pitchFamily="2" charset="-122"/>
                        </a:rPr>
                        <a:t>0.058</a:t>
                      </a:r>
                      <a:endParaRPr kumimoji="0" lang="zh-CN" altLang="zh-CN" sz="1400" b="1" i="0" u="none" strike="noStrike" cap="none" normalizeH="0" baseline="0" smtClean="0">
                        <a:ln>
                          <a:noFill/>
                        </a:ln>
                        <a:solidFill>
                          <a:srgbClr val="000099"/>
                        </a:solidFill>
                        <a:effectLst/>
                        <a:latin typeface="Calibri" panose="020F0502020204030204" charset="0"/>
                        <a:ea typeface="宋体" panose="02010600030101010101" pitchFamily="2" charset="-122"/>
                        <a:cs typeface="Times New Roman" panose="02020603050405020304" pitchFamily="18" charset="0"/>
                      </a:endParaRPr>
                    </a:p>
                  </a:txBody>
                  <a:tcPr marL="38973" marR="38973"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smtClean="0">
                          <a:ln>
                            <a:noFill/>
                          </a:ln>
                          <a:solidFill>
                            <a:srgbClr val="000099"/>
                          </a:solidFill>
                          <a:effectLst/>
                          <a:latin typeface="宋体" panose="02010600030101010101" pitchFamily="2" charset="-122"/>
                          <a:ea typeface="宋体" panose="02010600030101010101" pitchFamily="2" charset="-122"/>
                        </a:rPr>
                        <a:t>0.43</a:t>
                      </a:r>
                      <a:endParaRPr kumimoji="0" lang="zh-CN" altLang="zh-CN" sz="1400" b="1" i="0" u="none" strike="noStrike" cap="none" normalizeH="0" baseline="0" smtClean="0">
                        <a:ln>
                          <a:noFill/>
                        </a:ln>
                        <a:solidFill>
                          <a:srgbClr val="000099"/>
                        </a:solidFill>
                        <a:effectLst/>
                        <a:latin typeface="Calibri" panose="020F0502020204030204" charset="0"/>
                        <a:ea typeface="宋体" panose="02010600030101010101" pitchFamily="2" charset="-122"/>
                        <a:cs typeface="Times New Roman" panose="02020603050405020304" pitchFamily="18" charset="0"/>
                      </a:endParaRPr>
                    </a:p>
                  </a:txBody>
                  <a:tcPr marL="38973" marR="38973"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vMerge="1">
                  <a:tcPr/>
                </a:tc>
                <a:tc vMerge="1">
                  <a:tcPr/>
                </a:tc>
                <a:tc vMerge="1">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smtClean="0">
                          <a:ln>
                            <a:noFill/>
                          </a:ln>
                          <a:solidFill>
                            <a:srgbClr val="000099"/>
                          </a:solidFill>
                          <a:effectLst/>
                          <a:latin typeface="宋体" panose="02010600030101010101" pitchFamily="2" charset="-122"/>
                          <a:ea typeface="宋体" panose="02010600030101010101" pitchFamily="2" charset="-122"/>
                        </a:rPr>
                        <a:t>1.30</a:t>
                      </a:r>
                      <a:endParaRPr kumimoji="0" lang="zh-CN" altLang="zh-CN" sz="1400" b="1" i="0" u="none" strike="noStrike" cap="none" normalizeH="0" baseline="0" smtClean="0">
                        <a:ln>
                          <a:noFill/>
                        </a:ln>
                        <a:solidFill>
                          <a:srgbClr val="000099"/>
                        </a:solidFill>
                        <a:effectLst/>
                        <a:latin typeface="Calibri" panose="020F0502020204030204" charset="0"/>
                        <a:ea typeface="宋体" panose="02010600030101010101" pitchFamily="2" charset="-122"/>
                        <a:cs typeface="Times New Roman" panose="02020603050405020304" pitchFamily="18" charset="0"/>
                      </a:endParaRPr>
                    </a:p>
                  </a:txBody>
                  <a:tcPr marL="38973" marR="38973" marT="0" marB="0" anchor="ctr" horzOverflow="overflow">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241300">
                <a:tc vMerge="1">
                  <a:tcPr/>
                </a:tc>
                <a:tc vMerge="1">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smtClean="0">
                          <a:ln>
                            <a:noFill/>
                          </a:ln>
                          <a:solidFill>
                            <a:srgbClr val="000099"/>
                          </a:solidFill>
                          <a:effectLst/>
                          <a:latin typeface="宋体" panose="02010600030101010101" pitchFamily="2" charset="-122"/>
                          <a:ea typeface="宋体" panose="02010600030101010101" pitchFamily="2" charset="-122"/>
                        </a:rPr>
                        <a:t>0.087</a:t>
                      </a:r>
                      <a:endParaRPr kumimoji="0" lang="zh-CN" altLang="zh-CN" sz="1400" b="1" i="0" u="none" strike="noStrike" cap="none" normalizeH="0" baseline="0" smtClean="0">
                        <a:ln>
                          <a:noFill/>
                        </a:ln>
                        <a:solidFill>
                          <a:srgbClr val="000099"/>
                        </a:solidFill>
                        <a:effectLst/>
                        <a:latin typeface="Calibri" panose="020F0502020204030204" charset="0"/>
                        <a:ea typeface="宋体" panose="02010600030101010101" pitchFamily="2" charset="-122"/>
                        <a:cs typeface="Times New Roman" panose="02020603050405020304" pitchFamily="18" charset="0"/>
                      </a:endParaRPr>
                    </a:p>
                  </a:txBody>
                  <a:tcPr marL="38973" marR="38973"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dirty="0" smtClean="0">
                          <a:ln>
                            <a:noFill/>
                          </a:ln>
                          <a:solidFill>
                            <a:srgbClr val="000099"/>
                          </a:solidFill>
                          <a:effectLst/>
                          <a:latin typeface="宋体" panose="02010600030101010101" pitchFamily="2" charset="-122"/>
                          <a:ea typeface="宋体" panose="02010600030101010101" pitchFamily="2" charset="-122"/>
                        </a:rPr>
                        <a:t>0.46</a:t>
                      </a:r>
                      <a:endParaRPr kumimoji="0" lang="zh-CN" altLang="zh-CN" sz="1400" b="1" i="0" u="none" strike="noStrike" cap="none" normalizeH="0" baseline="0" dirty="0" smtClean="0">
                        <a:ln>
                          <a:noFill/>
                        </a:ln>
                        <a:solidFill>
                          <a:srgbClr val="000099"/>
                        </a:solidFill>
                        <a:effectLst/>
                        <a:latin typeface="Calibri" panose="020F0502020204030204" charset="0"/>
                        <a:ea typeface="宋体" panose="02010600030101010101" pitchFamily="2" charset="-122"/>
                        <a:cs typeface="Times New Roman" panose="02020603050405020304" pitchFamily="18" charset="0"/>
                      </a:endParaRPr>
                    </a:p>
                  </a:txBody>
                  <a:tcPr marL="38973" marR="38973"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vMerge="1">
                  <a:tcPr/>
                </a:tc>
                <a:tc vMerge="1">
                  <a:tcPr/>
                </a:tc>
                <a:tc vMerge="1">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smtClean="0">
                          <a:ln>
                            <a:noFill/>
                          </a:ln>
                          <a:solidFill>
                            <a:srgbClr val="000099"/>
                          </a:solidFill>
                          <a:effectLst/>
                          <a:latin typeface="宋体" panose="02010600030101010101" pitchFamily="2" charset="-122"/>
                          <a:ea typeface="宋体" panose="02010600030101010101" pitchFamily="2" charset="-122"/>
                        </a:rPr>
                        <a:t>1.23</a:t>
                      </a:r>
                      <a:endParaRPr kumimoji="0" lang="zh-CN" altLang="zh-CN" sz="1400" b="1" i="0" u="none" strike="noStrike" cap="none" normalizeH="0" baseline="0" smtClean="0">
                        <a:ln>
                          <a:noFill/>
                        </a:ln>
                        <a:solidFill>
                          <a:srgbClr val="000099"/>
                        </a:solidFill>
                        <a:effectLst/>
                        <a:latin typeface="Calibri" panose="020F0502020204030204" charset="0"/>
                        <a:ea typeface="宋体" panose="02010600030101010101" pitchFamily="2" charset="-122"/>
                        <a:cs typeface="Times New Roman" panose="02020603050405020304" pitchFamily="18" charset="0"/>
                      </a:endParaRPr>
                    </a:p>
                  </a:txBody>
                  <a:tcPr marL="38973" marR="38973" marT="0" marB="0" anchor="ctr" horzOverflow="overflow">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241300">
                <a:tc vMerge="1">
                  <a:tcPr/>
                </a:tc>
                <a:tc vMerge="1">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smtClean="0">
                          <a:ln>
                            <a:noFill/>
                          </a:ln>
                          <a:solidFill>
                            <a:srgbClr val="000099"/>
                          </a:solidFill>
                          <a:effectLst/>
                          <a:latin typeface="宋体" panose="02010600030101010101" pitchFamily="2" charset="-122"/>
                          <a:ea typeface="宋体" panose="02010600030101010101" pitchFamily="2" charset="-122"/>
                        </a:rPr>
                        <a:t>0.12</a:t>
                      </a:r>
                      <a:endParaRPr kumimoji="0" lang="zh-CN" altLang="zh-CN" sz="1400" b="1" i="0" u="none" strike="noStrike" cap="none" normalizeH="0" baseline="0" smtClean="0">
                        <a:ln>
                          <a:noFill/>
                        </a:ln>
                        <a:solidFill>
                          <a:srgbClr val="000099"/>
                        </a:solidFill>
                        <a:effectLst/>
                        <a:latin typeface="Calibri" panose="020F0502020204030204" charset="0"/>
                        <a:ea typeface="宋体" panose="02010600030101010101" pitchFamily="2" charset="-122"/>
                        <a:cs typeface="Times New Roman" panose="02020603050405020304" pitchFamily="18" charset="0"/>
                      </a:endParaRPr>
                    </a:p>
                  </a:txBody>
                  <a:tcPr marL="38973" marR="38973"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smtClean="0">
                          <a:ln>
                            <a:noFill/>
                          </a:ln>
                          <a:solidFill>
                            <a:srgbClr val="000099"/>
                          </a:solidFill>
                          <a:effectLst/>
                          <a:latin typeface="宋体" panose="02010600030101010101" pitchFamily="2" charset="-122"/>
                          <a:ea typeface="宋体" panose="02010600030101010101" pitchFamily="2" charset="-122"/>
                        </a:rPr>
                        <a:t>0.47</a:t>
                      </a:r>
                      <a:endParaRPr kumimoji="0" lang="zh-CN" altLang="zh-CN" sz="1400" b="1" i="0" u="none" strike="noStrike" cap="none" normalizeH="0" baseline="0" smtClean="0">
                        <a:ln>
                          <a:noFill/>
                        </a:ln>
                        <a:solidFill>
                          <a:srgbClr val="000099"/>
                        </a:solidFill>
                        <a:effectLst/>
                        <a:latin typeface="Calibri" panose="020F0502020204030204" charset="0"/>
                        <a:ea typeface="宋体" panose="02010600030101010101" pitchFamily="2" charset="-122"/>
                        <a:cs typeface="Times New Roman" panose="02020603050405020304" pitchFamily="18" charset="0"/>
                      </a:endParaRPr>
                    </a:p>
                  </a:txBody>
                  <a:tcPr marL="38973" marR="38973"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vMerge="1">
                  <a:tcPr/>
                </a:tc>
                <a:tc vMerge="1">
                  <a:tcPr/>
                </a:tc>
                <a:tc vMerge="1">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smtClean="0">
                          <a:ln>
                            <a:noFill/>
                          </a:ln>
                          <a:solidFill>
                            <a:srgbClr val="000099"/>
                          </a:solidFill>
                          <a:effectLst/>
                          <a:latin typeface="宋体" panose="02010600030101010101" pitchFamily="2" charset="-122"/>
                          <a:ea typeface="宋体" panose="02010600030101010101" pitchFamily="2" charset="-122"/>
                        </a:rPr>
                        <a:t>1.19</a:t>
                      </a:r>
                      <a:endParaRPr kumimoji="0" lang="zh-CN" altLang="zh-CN" sz="1400" b="1" i="0" u="none" strike="noStrike" cap="none" normalizeH="0" baseline="0" smtClean="0">
                        <a:ln>
                          <a:noFill/>
                        </a:ln>
                        <a:solidFill>
                          <a:srgbClr val="000099"/>
                        </a:solidFill>
                        <a:effectLst/>
                        <a:latin typeface="Calibri" panose="020F0502020204030204" charset="0"/>
                        <a:ea typeface="宋体" panose="02010600030101010101" pitchFamily="2" charset="-122"/>
                        <a:cs typeface="Times New Roman" panose="02020603050405020304" pitchFamily="18" charset="0"/>
                      </a:endParaRPr>
                    </a:p>
                  </a:txBody>
                  <a:tcPr marL="38973" marR="38973" marT="0" marB="0" anchor="ctr" horzOverflow="overflow">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241300">
                <a:tc vMerge="1">
                  <a:tcPr/>
                </a:tc>
                <a:tc vMerge="1">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smtClean="0">
                          <a:ln>
                            <a:noFill/>
                          </a:ln>
                          <a:solidFill>
                            <a:srgbClr val="000099"/>
                          </a:solidFill>
                          <a:effectLst/>
                          <a:latin typeface="宋体" panose="02010600030101010101" pitchFamily="2" charset="-122"/>
                          <a:ea typeface="宋体" panose="02010600030101010101" pitchFamily="2" charset="-122"/>
                        </a:rPr>
                        <a:t>0.17</a:t>
                      </a:r>
                      <a:endParaRPr kumimoji="0" lang="zh-CN" altLang="zh-CN" sz="1400" b="1" i="0" u="none" strike="noStrike" cap="none" normalizeH="0" baseline="0" smtClean="0">
                        <a:ln>
                          <a:noFill/>
                        </a:ln>
                        <a:solidFill>
                          <a:srgbClr val="000099"/>
                        </a:solidFill>
                        <a:effectLst/>
                        <a:latin typeface="Calibri" panose="020F0502020204030204" charset="0"/>
                        <a:ea typeface="宋体" panose="02010600030101010101" pitchFamily="2" charset="-122"/>
                        <a:cs typeface="Times New Roman" panose="02020603050405020304" pitchFamily="18" charset="0"/>
                      </a:endParaRPr>
                    </a:p>
                  </a:txBody>
                  <a:tcPr marL="38973" marR="38973"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smtClean="0">
                          <a:ln>
                            <a:noFill/>
                          </a:ln>
                          <a:solidFill>
                            <a:srgbClr val="000099"/>
                          </a:solidFill>
                          <a:effectLst/>
                          <a:latin typeface="宋体" panose="02010600030101010101" pitchFamily="2" charset="-122"/>
                          <a:ea typeface="宋体" panose="02010600030101010101" pitchFamily="2" charset="-122"/>
                        </a:rPr>
                        <a:t>0.50</a:t>
                      </a:r>
                      <a:endParaRPr kumimoji="0" lang="zh-CN" altLang="zh-CN" sz="1400" b="1" i="0" u="none" strike="noStrike" cap="none" normalizeH="0" baseline="0" smtClean="0">
                        <a:ln>
                          <a:noFill/>
                        </a:ln>
                        <a:solidFill>
                          <a:srgbClr val="000099"/>
                        </a:solidFill>
                        <a:effectLst/>
                        <a:latin typeface="Calibri" panose="020F0502020204030204" charset="0"/>
                        <a:ea typeface="宋体" panose="02010600030101010101" pitchFamily="2" charset="-122"/>
                        <a:cs typeface="Times New Roman" panose="02020603050405020304" pitchFamily="18" charset="0"/>
                      </a:endParaRPr>
                    </a:p>
                  </a:txBody>
                  <a:tcPr marL="38973" marR="38973"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vMerge="1">
                  <a:tcPr/>
                </a:tc>
                <a:tc vMerge="1">
                  <a:tcPr/>
                </a:tc>
                <a:tc vMerge="1">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smtClean="0">
                          <a:ln>
                            <a:noFill/>
                          </a:ln>
                          <a:solidFill>
                            <a:srgbClr val="000099"/>
                          </a:solidFill>
                          <a:effectLst/>
                          <a:latin typeface="宋体" panose="02010600030101010101" pitchFamily="2" charset="-122"/>
                          <a:ea typeface="宋体" panose="02010600030101010101" pitchFamily="2" charset="-122"/>
                        </a:rPr>
                        <a:t>1.12</a:t>
                      </a:r>
                      <a:endParaRPr kumimoji="0" lang="zh-CN" altLang="zh-CN" sz="1400" b="1" i="0" u="none" strike="noStrike" cap="none" normalizeH="0" baseline="0" smtClean="0">
                        <a:ln>
                          <a:noFill/>
                        </a:ln>
                        <a:solidFill>
                          <a:srgbClr val="000099"/>
                        </a:solidFill>
                        <a:effectLst/>
                        <a:latin typeface="Calibri" panose="020F0502020204030204" charset="0"/>
                        <a:ea typeface="宋体" panose="02010600030101010101" pitchFamily="2" charset="-122"/>
                        <a:cs typeface="Times New Roman" panose="02020603050405020304" pitchFamily="18" charset="0"/>
                      </a:endParaRPr>
                    </a:p>
                  </a:txBody>
                  <a:tcPr marL="38973" marR="38973" marT="0" marB="0" anchor="ctr" horzOverflow="overflow">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241300">
                <a:tc vMerge="1">
                  <a:tcPr/>
                </a:tc>
                <a:tc vMerge="1">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smtClean="0">
                          <a:ln>
                            <a:noFill/>
                          </a:ln>
                          <a:solidFill>
                            <a:srgbClr val="000099"/>
                          </a:solidFill>
                          <a:effectLst/>
                          <a:latin typeface="宋体" panose="02010600030101010101" pitchFamily="2" charset="-122"/>
                          <a:ea typeface="宋体" panose="02010600030101010101" pitchFamily="2" charset="-122"/>
                        </a:rPr>
                        <a:t>0.29</a:t>
                      </a:r>
                      <a:endParaRPr kumimoji="0" lang="zh-CN" altLang="zh-CN" sz="1400" b="1" i="0" u="none" strike="noStrike" cap="none" normalizeH="0" baseline="0" smtClean="0">
                        <a:ln>
                          <a:noFill/>
                        </a:ln>
                        <a:solidFill>
                          <a:srgbClr val="000099"/>
                        </a:solidFill>
                        <a:effectLst/>
                        <a:latin typeface="Calibri" panose="020F0502020204030204" charset="0"/>
                        <a:ea typeface="宋体" panose="02010600030101010101" pitchFamily="2" charset="-122"/>
                        <a:cs typeface="Times New Roman" panose="02020603050405020304" pitchFamily="18" charset="0"/>
                      </a:endParaRPr>
                    </a:p>
                  </a:txBody>
                  <a:tcPr marL="38973" marR="38973"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smtClean="0">
                          <a:ln>
                            <a:noFill/>
                          </a:ln>
                          <a:solidFill>
                            <a:srgbClr val="000099"/>
                          </a:solidFill>
                          <a:effectLst/>
                          <a:latin typeface="宋体" panose="02010600030101010101" pitchFamily="2" charset="-122"/>
                          <a:ea typeface="宋体" panose="02010600030101010101" pitchFamily="2" charset="-122"/>
                        </a:rPr>
                        <a:t>0.55</a:t>
                      </a:r>
                      <a:endParaRPr kumimoji="0" lang="zh-CN" altLang="zh-CN" sz="1400" b="1" i="0" u="none" strike="noStrike" cap="none" normalizeH="0" baseline="0" smtClean="0">
                        <a:ln>
                          <a:noFill/>
                        </a:ln>
                        <a:solidFill>
                          <a:srgbClr val="000099"/>
                        </a:solidFill>
                        <a:effectLst/>
                        <a:latin typeface="Calibri" panose="020F0502020204030204" charset="0"/>
                        <a:ea typeface="宋体" panose="02010600030101010101" pitchFamily="2" charset="-122"/>
                        <a:cs typeface="Times New Roman" panose="02020603050405020304" pitchFamily="18" charset="0"/>
                      </a:endParaRPr>
                    </a:p>
                  </a:txBody>
                  <a:tcPr marL="38973" marR="38973"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vMerge="1">
                  <a:tcPr/>
                </a:tc>
                <a:tc vMerge="1">
                  <a:tcPr/>
                </a:tc>
                <a:tc vMerge="1">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smtClean="0">
                          <a:ln>
                            <a:noFill/>
                          </a:ln>
                          <a:solidFill>
                            <a:srgbClr val="000099"/>
                          </a:solidFill>
                          <a:effectLst/>
                          <a:latin typeface="宋体" panose="02010600030101010101" pitchFamily="2" charset="-122"/>
                          <a:ea typeface="宋体" panose="02010600030101010101" pitchFamily="2" charset="-122"/>
                        </a:rPr>
                        <a:t>1.02</a:t>
                      </a:r>
                      <a:endParaRPr kumimoji="0" lang="zh-CN" altLang="zh-CN" sz="1400" b="1" i="0" u="none" strike="noStrike" cap="none" normalizeH="0" baseline="0" smtClean="0">
                        <a:ln>
                          <a:noFill/>
                        </a:ln>
                        <a:solidFill>
                          <a:srgbClr val="000099"/>
                        </a:solidFill>
                        <a:effectLst/>
                        <a:latin typeface="Calibri" panose="020F0502020204030204" charset="0"/>
                        <a:ea typeface="宋体" panose="02010600030101010101" pitchFamily="2" charset="-122"/>
                        <a:cs typeface="Times New Roman" panose="02020603050405020304" pitchFamily="18" charset="0"/>
                      </a:endParaRPr>
                    </a:p>
                  </a:txBody>
                  <a:tcPr marL="38973" marR="38973" marT="0" marB="0" anchor="ctr" horzOverflow="overflow">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241300">
                <a:tc vMerge="1">
                  <a:tcPr/>
                </a:tc>
                <a:tc vMerge="1">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dirty="0" smtClean="0">
                          <a:ln>
                            <a:noFill/>
                          </a:ln>
                          <a:solidFill>
                            <a:srgbClr val="000099"/>
                          </a:solidFill>
                          <a:effectLst/>
                          <a:latin typeface="宋体" panose="02010600030101010101" pitchFamily="2" charset="-122"/>
                          <a:ea typeface="宋体" panose="02010600030101010101" pitchFamily="2" charset="-122"/>
                        </a:rPr>
                        <a:t>0.44</a:t>
                      </a:r>
                      <a:endParaRPr kumimoji="0" lang="zh-CN" altLang="zh-CN" sz="1400" b="1" i="0" u="none" strike="noStrike" cap="none" normalizeH="0" baseline="0" dirty="0" smtClean="0">
                        <a:ln>
                          <a:noFill/>
                        </a:ln>
                        <a:solidFill>
                          <a:srgbClr val="000099"/>
                        </a:solidFill>
                        <a:effectLst/>
                        <a:latin typeface="Calibri" panose="020F0502020204030204" charset="0"/>
                        <a:ea typeface="宋体" panose="02010600030101010101" pitchFamily="2" charset="-122"/>
                        <a:cs typeface="Times New Roman" panose="02020603050405020304" pitchFamily="18" charset="0"/>
                      </a:endParaRPr>
                    </a:p>
                  </a:txBody>
                  <a:tcPr marL="38973" marR="38973"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smtClean="0">
                          <a:ln>
                            <a:noFill/>
                          </a:ln>
                          <a:solidFill>
                            <a:srgbClr val="000099"/>
                          </a:solidFill>
                          <a:effectLst/>
                          <a:latin typeface="宋体" panose="02010600030101010101" pitchFamily="2" charset="-122"/>
                          <a:ea typeface="宋体" panose="02010600030101010101" pitchFamily="2" charset="-122"/>
                        </a:rPr>
                        <a:t>0.56</a:t>
                      </a:r>
                      <a:endParaRPr kumimoji="0" lang="zh-CN" altLang="zh-CN" sz="1400" b="1" i="0" u="none" strike="noStrike" cap="none" normalizeH="0" baseline="0" smtClean="0">
                        <a:ln>
                          <a:noFill/>
                        </a:ln>
                        <a:solidFill>
                          <a:srgbClr val="000099"/>
                        </a:solidFill>
                        <a:effectLst/>
                        <a:latin typeface="Calibri" panose="020F0502020204030204" charset="0"/>
                        <a:ea typeface="宋体" panose="02010600030101010101" pitchFamily="2" charset="-122"/>
                        <a:cs typeface="Times New Roman" panose="02020603050405020304" pitchFamily="18" charset="0"/>
                      </a:endParaRPr>
                    </a:p>
                  </a:txBody>
                  <a:tcPr marL="38973" marR="38973"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vMerge="1">
                  <a:tcPr/>
                </a:tc>
                <a:tc vMerge="1">
                  <a:tcPr/>
                </a:tc>
                <a:tc vMerge="1">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smtClean="0">
                          <a:ln>
                            <a:noFill/>
                          </a:ln>
                          <a:solidFill>
                            <a:srgbClr val="000099"/>
                          </a:solidFill>
                          <a:effectLst/>
                          <a:latin typeface="宋体" panose="02010600030101010101" pitchFamily="2" charset="-122"/>
                          <a:ea typeface="宋体" panose="02010600030101010101" pitchFamily="2" charset="-122"/>
                        </a:rPr>
                        <a:t>1.00</a:t>
                      </a:r>
                      <a:endParaRPr kumimoji="0" lang="zh-CN" altLang="zh-CN" sz="1400" b="1" i="0" u="none" strike="noStrike" cap="none" normalizeH="0" baseline="0" smtClean="0">
                        <a:ln>
                          <a:noFill/>
                        </a:ln>
                        <a:solidFill>
                          <a:srgbClr val="000099"/>
                        </a:solidFill>
                        <a:effectLst/>
                        <a:latin typeface="Calibri" panose="020F0502020204030204" charset="0"/>
                        <a:ea typeface="宋体" panose="02010600030101010101" pitchFamily="2" charset="-122"/>
                        <a:cs typeface="Times New Roman" panose="02020603050405020304" pitchFamily="18" charset="0"/>
                      </a:endParaRPr>
                    </a:p>
                  </a:txBody>
                  <a:tcPr marL="38973" marR="38973" marT="0" marB="0" anchor="ctr" horzOverflow="overflow">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241300">
                <a:tc vMerge="1">
                  <a:tcPr/>
                </a:tc>
                <a:tc vMerge="1">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smtClean="0">
                          <a:ln>
                            <a:noFill/>
                          </a:ln>
                          <a:solidFill>
                            <a:srgbClr val="000099"/>
                          </a:solidFill>
                          <a:effectLst/>
                          <a:latin typeface="宋体" panose="02010600030101010101" pitchFamily="2" charset="-122"/>
                          <a:ea typeface="宋体" panose="02010600030101010101" pitchFamily="2" charset="-122"/>
                        </a:rPr>
                        <a:t>0.58</a:t>
                      </a:r>
                      <a:endParaRPr kumimoji="0" lang="zh-CN" altLang="zh-CN" sz="1400" b="1" i="0" u="none" strike="noStrike" cap="none" normalizeH="0" baseline="0" smtClean="0">
                        <a:ln>
                          <a:noFill/>
                        </a:ln>
                        <a:solidFill>
                          <a:srgbClr val="000099"/>
                        </a:solidFill>
                        <a:effectLst/>
                        <a:latin typeface="Calibri" panose="020F0502020204030204" charset="0"/>
                        <a:ea typeface="宋体" panose="02010600030101010101" pitchFamily="2" charset="-122"/>
                        <a:cs typeface="Times New Roman" panose="02020603050405020304" pitchFamily="18" charset="0"/>
                      </a:endParaRPr>
                    </a:p>
                  </a:txBody>
                  <a:tcPr marL="38973" marR="38973"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smtClean="0">
                          <a:ln>
                            <a:noFill/>
                          </a:ln>
                          <a:solidFill>
                            <a:srgbClr val="000099"/>
                          </a:solidFill>
                          <a:effectLst/>
                          <a:latin typeface="宋体" panose="02010600030101010101" pitchFamily="2" charset="-122"/>
                          <a:ea typeface="宋体" panose="02010600030101010101" pitchFamily="2" charset="-122"/>
                        </a:rPr>
                        <a:t>0.56</a:t>
                      </a:r>
                      <a:endParaRPr kumimoji="0" lang="zh-CN" altLang="zh-CN" sz="1400" b="1" i="0" u="none" strike="noStrike" cap="none" normalizeH="0" baseline="0" smtClean="0">
                        <a:ln>
                          <a:noFill/>
                        </a:ln>
                        <a:solidFill>
                          <a:srgbClr val="000099"/>
                        </a:solidFill>
                        <a:effectLst/>
                        <a:latin typeface="Calibri" panose="020F0502020204030204" charset="0"/>
                        <a:ea typeface="宋体" panose="02010600030101010101" pitchFamily="2" charset="-122"/>
                        <a:cs typeface="Times New Roman" panose="02020603050405020304" pitchFamily="18" charset="0"/>
                      </a:endParaRPr>
                    </a:p>
                  </a:txBody>
                  <a:tcPr marL="38973" marR="38973"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vMerge="1">
                  <a:tcPr/>
                </a:tc>
                <a:tc vMerge="1">
                  <a:tcPr/>
                </a:tc>
                <a:tc vMerge="1">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smtClean="0">
                          <a:ln>
                            <a:noFill/>
                          </a:ln>
                          <a:solidFill>
                            <a:srgbClr val="000099"/>
                          </a:solidFill>
                          <a:effectLst/>
                          <a:latin typeface="宋体" panose="02010600030101010101" pitchFamily="2" charset="-122"/>
                          <a:ea typeface="宋体" panose="02010600030101010101" pitchFamily="2" charset="-122"/>
                        </a:rPr>
                        <a:t>1.00</a:t>
                      </a:r>
                      <a:endParaRPr kumimoji="0" lang="zh-CN" altLang="zh-CN" sz="1400" b="1" i="0" u="none" strike="noStrike" cap="none" normalizeH="0" baseline="0" smtClean="0">
                        <a:ln>
                          <a:noFill/>
                        </a:ln>
                        <a:solidFill>
                          <a:srgbClr val="000099"/>
                        </a:solidFill>
                        <a:effectLst/>
                        <a:latin typeface="Calibri" panose="020F0502020204030204" charset="0"/>
                        <a:ea typeface="宋体" panose="02010600030101010101" pitchFamily="2" charset="-122"/>
                        <a:cs typeface="Times New Roman" panose="02020603050405020304" pitchFamily="18" charset="0"/>
                      </a:endParaRPr>
                    </a:p>
                  </a:txBody>
                  <a:tcPr marL="38973" marR="38973" marT="0" marB="0" anchor="ctr" horzOverflow="overflow">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442913">
                <a:tc vMerge="1">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smtClean="0">
                          <a:ln>
                            <a:noFill/>
                          </a:ln>
                          <a:solidFill>
                            <a:srgbClr val="000099"/>
                          </a:solidFill>
                          <a:effectLst/>
                          <a:latin typeface="宋体" panose="02010600030101010101" pitchFamily="2" charset="-122"/>
                          <a:ea typeface="宋体" panose="02010600030101010101" pitchFamily="2" charset="-122"/>
                        </a:rPr>
                        <a:t>70000</a:t>
                      </a:r>
                      <a:r>
                        <a:rPr kumimoji="0" lang="en-US" altLang="zh-CN" sz="1400" b="1" i="0" u="none" strike="noStrike" cap="none" normalizeH="0" baseline="0" smtClean="0">
                          <a:ln>
                            <a:noFill/>
                          </a:ln>
                          <a:solidFill>
                            <a:srgbClr val="000099"/>
                          </a:solidFill>
                          <a:effectLst/>
                          <a:latin typeface="Times New Roman" panose="02020603050405020304" pitchFamily="18" charset="0"/>
                          <a:ea typeface="宋体" panose="02010600030101010101" pitchFamily="2" charset="-122"/>
                          <a:cs typeface="Times New Roman" panose="02020603050405020304" pitchFamily="18" charset="0"/>
                        </a:rPr>
                        <a:t>AC</a:t>
                      </a:r>
                      <a:endParaRPr kumimoji="0" lang="zh-CN" altLang="zh-CN" sz="1400" b="1" i="0" u="none" strike="noStrike" cap="none" normalizeH="0" baseline="0" smtClean="0">
                        <a:ln>
                          <a:noFill/>
                        </a:ln>
                        <a:solidFill>
                          <a:srgbClr val="000099"/>
                        </a:solidFill>
                        <a:effectLst/>
                        <a:latin typeface="Calibri" panose="020F0502020204030204" charset="0"/>
                        <a:ea typeface="宋体" panose="02010600030101010101" pitchFamily="2" charset="-122"/>
                        <a:cs typeface="Times New Roman" panose="02020603050405020304" pitchFamily="18" charset="0"/>
                      </a:endParaRPr>
                    </a:p>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400" b="1" i="1" u="none" strike="noStrike" cap="none" normalizeH="0" baseline="0" smtClean="0">
                          <a:ln>
                            <a:noFill/>
                          </a:ln>
                          <a:solidFill>
                            <a:srgbClr val="000099"/>
                          </a:solidFill>
                          <a:effectLst/>
                          <a:latin typeface="Times New Roman" panose="02020603050405020304" pitchFamily="18" charset="0"/>
                          <a:ea typeface="宋体" panose="02010600030101010101" pitchFamily="2" charset="-122"/>
                          <a:cs typeface="Times New Roman" panose="02020603050405020304" pitchFamily="18" charset="0"/>
                        </a:rPr>
                        <a:t>α</a:t>
                      </a:r>
                      <a:r>
                        <a:rPr kumimoji="0" lang="en-US" altLang="zh-CN" sz="1400" b="1" i="0" u="none" strike="noStrike" cap="none" normalizeH="0" baseline="0" smtClean="0">
                          <a:ln>
                            <a:noFill/>
                          </a:ln>
                          <a:solidFill>
                            <a:srgbClr val="000099"/>
                          </a:solidFill>
                          <a:effectLst/>
                          <a:latin typeface="宋体" panose="02010600030101010101" pitchFamily="2" charset="-122"/>
                          <a:ea typeface="宋体" panose="02010600030101010101" pitchFamily="2" charset="-122"/>
                        </a:rPr>
                        <a:t>=25</a:t>
                      </a:r>
                      <a:r>
                        <a:rPr kumimoji="0" lang="zh-CN" altLang="zh-CN" sz="1400" b="1" i="0" u="none" strike="noStrike" cap="none" normalizeH="0" baseline="0" smtClean="0">
                          <a:ln>
                            <a:noFill/>
                          </a:ln>
                          <a:solidFill>
                            <a:srgbClr val="000099"/>
                          </a:solidFill>
                          <a:effectLst/>
                          <a:latin typeface="Calibri" panose="020F0502020204030204" charset="0"/>
                          <a:ea typeface="宋体" panose="02010600030101010101" pitchFamily="2" charset="-122"/>
                        </a:rPr>
                        <a:t>°</a:t>
                      </a:r>
                      <a:endParaRPr kumimoji="0" lang="zh-CN" altLang="zh-CN" sz="1400" b="1" i="0" u="none" strike="noStrike" cap="none" normalizeH="0" baseline="0" smtClean="0">
                        <a:ln>
                          <a:noFill/>
                        </a:ln>
                        <a:solidFill>
                          <a:srgbClr val="000099"/>
                        </a:solidFill>
                        <a:effectLst/>
                        <a:latin typeface="Calibri" panose="020F0502020204030204" charset="0"/>
                        <a:ea typeface="宋体" panose="02010600030101010101" pitchFamily="2" charset="-122"/>
                      </a:endParaRPr>
                    </a:p>
                  </a:txBody>
                  <a:tcPr marL="38973" marR="38973"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zh-CN" sz="1400" b="1" i="0" u="none" strike="noStrike" cap="none" normalizeH="0" baseline="0" smtClean="0">
                          <a:ln>
                            <a:noFill/>
                          </a:ln>
                          <a:solidFill>
                            <a:srgbClr val="000099"/>
                          </a:solidFill>
                          <a:effectLst/>
                          <a:latin typeface="Calibri" panose="020F0502020204030204" charset="0"/>
                          <a:ea typeface="宋体" panose="02010600030101010101" pitchFamily="2" charset="-122"/>
                        </a:rPr>
                        <a:t>—</a:t>
                      </a:r>
                      <a:endParaRPr kumimoji="0" lang="zh-CN" altLang="zh-CN" sz="1400" b="1" i="0" u="none" strike="noStrike" cap="none" normalizeH="0" baseline="0" smtClean="0">
                        <a:ln>
                          <a:noFill/>
                        </a:ln>
                        <a:solidFill>
                          <a:srgbClr val="000099"/>
                        </a:solidFill>
                        <a:effectLst/>
                        <a:latin typeface="Calibri" panose="020F0502020204030204" charset="0"/>
                        <a:ea typeface="宋体" panose="02010600030101010101" pitchFamily="2" charset="-122"/>
                        <a:cs typeface="Times New Roman" panose="02020603050405020304" pitchFamily="18" charset="0"/>
                      </a:endParaRPr>
                    </a:p>
                  </a:txBody>
                  <a:tcPr marL="38973" marR="38973"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smtClean="0">
                          <a:ln>
                            <a:noFill/>
                          </a:ln>
                          <a:solidFill>
                            <a:srgbClr val="000099"/>
                          </a:solidFill>
                          <a:effectLst/>
                          <a:latin typeface="宋体" panose="02010600030101010101" pitchFamily="2" charset="-122"/>
                          <a:ea typeface="宋体" panose="02010600030101010101" pitchFamily="2" charset="-122"/>
                        </a:rPr>
                        <a:t>0.68</a:t>
                      </a:r>
                      <a:endParaRPr kumimoji="0" lang="zh-CN" altLang="zh-CN" sz="1400" b="1" i="0" u="none" strike="noStrike" cap="none" normalizeH="0" baseline="0" smtClean="0">
                        <a:ln>
                          <a:noFill/>
                        </a:ln>
                        <a:solidFill>
                          <a:srgbClr val="000099"/>
                        </a:solidFill>
                        <a:effectLst/>
                        <a:latin typeface="Calibri" panose="020F0502020204030204" charset="0"/>
                        <a:ea typeface="宋体" panose="02010600030101010101" pitchFamily="2" charset="-122"/>
                        <a:cs typeface="Times New Roman" panose="02020603050405020304" pitchFamily="18" charset="0"/>
                      </a:endParaRPr>
                    </a:p>
                  </a:txBody>
                  <a:tcPr marL="38973" marR="38973"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smtClean="0">
                          <a:ln>
                            <a:noFill/>
                          </a:ln>
                          <a:solidFill>
                            <a:srgbClr val="000099"/>
                          </a:solidFill>
                          <a:effectLst/>
                          <a:latin typeface="宋体" panose="02010600030101010101" pitchFamily="2" charset="-122"/>
                          <a:ea typeface="宋体" panose="02010600030101010101" pitchFamily="2" charset="-122"/>
                        </a:rPr>
                        <a:t>1</a:t>
                      </a:r>
                      <a:endParaRPr kumimoji="0" lang="zh-CN" altLang="zh-CN" sz="1400" b="1" i="0" u="none" strike="noStrike" cap="none" normalizeH="0" baseline="0" smtClean="0">
                        <a:ln>
                          <a:noFill/>
                        </a:ln>
                        <a:solidFill>
                          <a:srgbClr val="000099"/>
                        </a:solidFill>
                        <a:effectLst/>
                        <a:latin typeface="Calibri" panose="020F0502020204030204" charset="0"/>
                        <a:ea typeface="宋体" panose="02010600030101010101" pitchFamily="2" charset="-122"/>
                        <a:cs typeface="Times New Roman" panose="02020603050405020304" pitchFamily="18" charset="0"/>
                      </a:endParaRPr>
                    </a:p>
                  </a:txBody>
                  <a:tcPr marL="38973" marR="38973"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smtClean="0">
                          <a:ln>
                            <a:noFill/>
                          </a:ln>
                          <a:solidFill>
                            <a:srgbClr val="000099"/>
                          </a:solidFill>
                          <a:effectLst/>
                          <a:latin typeface="宋体" panose="02010600030101010101" pitchFamily="2" charset="-122"/>
                          <a:ea typeface="宋体" panose="02010600030101010101" pitchFamily="2" charset="-122"/>
                        </a:rPr>
                        <a:t>0</a:t>
                      </a:r>
                      <a:endParaRPr kumimoji="0" lang="zh-CN" altLang="zh-CN" sz="1400" b="1" i="0" u="none" strike="noStrike" cap="none" normalizeH="0" baseline="0" smtClean="0">
                        <a:ln>
                          <a:noFill/>
                        </a:ln>
                        <a:solidFill>
                          <a:srgbClr val="000099"/>
                        </a:solidFill>
                        <a:effectLst/>
                        <a:latin typeface="Calibri" panose="020F0502020204030204" charset="0"/>
                        <a:ea typeface="宋体" panose="02010600030101010101" pitchFamily="2" charset="-122"/>
                        <a:cs typeface="Times New Roman" panose="02020603050405020304" pitchFamily="18" charset="0"/>
                      </a:endParaRPr>
                    </a:p>
                  </a:txBody>
                  <a:tcPr marL="38973" marR="38973"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smtClean="0">
                          <a:ln>
                            <a:noFill/>
                          </a:ln>
                          <a:solidFill>
                            <a:srgbClr val="000099"/>
                          </a:solidFill>
                          <a:effectLst/>
                          <a:latin typeface="宋体" panose="02010600030101010101" pitchFamily="2" charset="-122"/>
                          <a:ea typeface="宋体" panose="02010600030101010101" pitchFamily="2" charset="-122"/>
                        </a:rPr>
                        <a:t>0.41</a:t>
                      </a:r>
                      <a:endParaRPr kumimoji="0" lang="zh-CN" altLang="zh-CN" sz="1400" b="1" i="0" u="none" strike="noStrike" cap="none" normalizeH="0" baseline="0" smtClean="0">
                        <a:ln>
                          <a:noFill/>
                        </a:ln>
                        <a:solidFill>
                          <a:srgbClr val="000099"/>
                        </a:solidFill>
                        <a:effectLst/>
                        <a:latin typeface="Calibri" panose="020F0502020204030204" charset="0"/>
                        <a:ea typeface="宋体" panose="02010600030101010101" pitchFamily="2" charset="-122"/>
                        <a:cs typeface="Times New Roman" panose="02020603050405020304" pitchFamily="18" charset="0"/>
                      </a:endParaRPr>
                    </a:p>
                  </a:txBody>
                  <a:tcPr marL="38973" marR="38973"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smtClean="0">
                          <a:ln>
                            <a:noFill/>
                          </a:ln>
                          <a:solidFill>
                            <a:srgbClr val="000099"/>
                          </a:solidFill>
                          <a:effectLst/>
                          <a:latin typeface="宋体" panose="02010600030101010101" pitchFamily="2" charset="-122"/>
                          <a:ea typeface="宋体" panose="02010600030101010101" pitchFamily="2" charset="-122"/>
                        </a:rPr>
                        <a:t>0.87</a:t>
                      </a:r>
                      <a:endParaRPr kumimoji="0" lang="zh-CN" altLang="zh-CN" sz="1400" b="1" i="0" u="none" strike="noStrike" cap="none" normalizeH="0" baseline="0" smtClean="0">
                        <a:ln>
                          <a:noFill/>
                        </a:ln>
                        <a:solidFill>
                          <a:srgbClr val="000099"/>
                        </a:solidFill>
                        <a:effectLst/>
                        <a:latin typeface="Calibri" panose="020F0502020204030204" charset="0"/>
                        <a:ea typeface="宋体" panose="02010600030101010101" pitchFamily="2" charset="-122"/>
                        <a:cs typeface="Times New Roman" panose="02020603050405020304" pitchFamily="18" charset="0"/>
                      </a:endParaRPr>
                    </a:p>
                  </a:txBody>
                  <a:tcPr marL="38973" marR="38973" marT="0" marB="0" anchor="ctr" horzOverflow="overflow">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442913">
                <a:tc vMerge="1">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smtClean="0">
                          <a:ln>
                            <a:noFill/>
                          </a:ln>
                          <a:solidFill>
                            <a:srgbClr val="000099"/>
                          </a:solidFill>
                          <a:effectLst/>
                          <a:latin typeface="宋体" panose="02010600030101010101" pitchFamily="2" charset="-122"/>
                          <a:ea typeface="宋体" panose="02010600030101010101" pitchFamily="2" charset="-122"/>
                        </a:rPr>
                        <a:t>70000</a:t>
                      </a:r>
                      <a:r>
                        <a:rPr kumimoji="0" lang="en-US" altLang="zh-CN" sz="1400" b="1" i="0" u="none" strike="noStrike" cap="none" normalizeH="0" baseline="0" smtClean="0">
                          <a:ln>
                            <a:noFill/>
                          </a:ln>
                          <a:solidFill>
                            <a:srgbClr val="000099"/>
                          </a:solidFill>
                          <a:effectLst/>
                          <a:latin typeface="Times New Roman" panose="02020603050405020304" pitchFamily="18" charset="0"/>
                          <a:ea typeface="宋体" panose="02010600030101010101" pitchFamily="2" charset="-122"/>
                          <a:cs typeface="Times New Roman" panose="02020603050405020304" pitchFamily="18" charset="0"/>
                        </a:rPr>
                        <a:t>B</a:t>
                      </a:r>
                      <a:endParaRPr kumimoji="0" lang="zh-CN" altLang="zh-CN" sz="1400" b="1" i="0" u="none" strike="noStrike" cap="none" normalizeH="0" baseline="0" smtClean="0">
                        <a:ln>
                          <a:noFill/>
                        </a:ln>
                        <a:solidFill>
                          <a:srgbClr val="000099"/>
                        </a:solidFill>
                        <a:effectLst/>
                        <a:latin typeface="Calibri" panose="020F0502020204030204" charset="0"/>
                        <a:ea typeface="宋体" panose="02010600030101010101" pitchFamily="2" charset="-122"/>
                        <a:cs typeface="Times New Roman" panose="02020603050405020304" pitchFamily="18" charset="0"/>
                      </a:endParaRPr>
                    </a:p>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400" b="1" i="1" u="none" strike="noStrike" cap="none" normalizeH="0" baseline="0" smtClean="0">
                          <a:ln>
                            <a:noFill/>
                          </a:ln>
                          <a:solidFill>
                            <a:srgbClr val="000099"/>
                          </a:solidFill>
                          <a:effectLst/>
                          <a:latin typeface="Times New Roman" panose="02020603050405020304" pitchFamily="18" charset="0"/>
                          <a:ea typeface="宋体" panose="02010600030101010101" pitchFamily="2" charset="-122"/>
                          <a:cs typeface="Times New Roman" panose="02020603050405020304" pitchFamily="18" charset="0"/>
                        </a:rPr>
                        <a:t>α</a:t>
                      </a:r>
                      <a:r>
                        <a:rPr kumimoji="0" lang="en-US" altLang="zh-CN" sz="1400" b="1" i="0" u="none" strike="noStrike" cap="none" normalizeH="0" baseline="0" smtClean="0">
                          <a:ln>
                            <a:noFill/>
                          </a:ln>
                          <a:solidFill>
                            <a:srgbClr val="000099"/>
                          </a:solidFill>
                          <a:effectLst/>
                          <a:latin typeface="宋体" panose="02010600030101010101" pitchFamily="2" charset="-122"/>
                          <a:ea typeface="宋体" panose="02010600030101010101" pitchFamily="2" charset="-122"/>
                        </a:rPr>
                        <a:t>=40</a:t>
                      </a:r>
                      <a:r>
                        <a:rPr kumimoji="0" lang="zh-CN" altLang="zh-CN" sz="1400" b="1" i="0" u="none" strike="noStrike" cap="none" normalizeH="0" baseline="0" smtClean="0">
                          <a:ln>
                            <a:noFill/>
                          </a:ln>
                          <a:solidFill>
                            <a:srgbClr val="000099"/>
                          </a:solidFill>
                          <a:effectLst/>
                          <a:latin typeface="Calibri" panose="020F0502020204030204" charset="0"/>
                          <a:ea typeface="宋体" panose="02010600030101010101" pitchFamily="2" charset="-122"/>
                        </a:rPr>
                        <a:t>°</a:t>
                      </a:r>
                      <a:endParaRPr kumimoji="0" lang="zh-CN" altLang="zh-CN" sz="1400" b="1" i="0" u="none" strike="noStrike" cap="none" normalizeH="0" baseline="0" smtClean="0">
                        <a:ln>
                          <a:noFill/>
                        </a:ln>
                        <a:solidFill>
                          <a:srgbClr val="000099"/>
                        </a:solidFill>
                        <a:effectLst/>
                        <a:latin typeface="Calibri" panose="020F0502020204030204" charset="0"/>
                        <a:ea typeface="宋体" panose="02010600030101010101" pitchFamily="2" charset="-122"/>
                      </a:endParaRPr>
                    </a:p>
                  </a:txBody>
                  <a:tcPr marL="38973" marR="38973"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zh-CN" sz="1400" b="1" i="0" u="none" strike="noStrike" cap="none" normalizeH="0" baseline="0" smtClean="0">
                          <a:ln>
                            <a:noFill/>
                          </a:ln>
                          <a:solidFill>
                            <a:srgbClr val="000099"/>
                          </a:solidFill>
                          <a:effectLst/>
                          <a:latin typeface="Calibri" panose="020F0502020204030204" charset="0"/>
                          <a:ea typeface="宋体" panose="02010600030101010101" pitchFamily="2" charset="-122"/>
                        </a:rPr>
                        <a:t>—</a:t>
                      </a:r>
                      <a:endParaRPr kumimoji="0" lang="zh-CN" altLang="zh-CN" sz="1400" b="1" i="0" u="none" strike="noStrike" cap="none" normalizeH="0" baseline="0" smtClean="0">
                        <a:ln>
                          <a:noFill/>
                        </a:ln>
                        <a:solidFill>
                          <a:srgbClr val="000099"/>
                        </a:solidFill>
                        <a:effectLst/>
                        <a:latin typeface="Calibri" panose="020F0502020204030204" charset="0"/>
                        <a:ea typeface="宋体" panose="02010600030101010101" pitchFamily="2" charset="-122"/>
                        <a:cs typeface="Times New Roman" panose="02020603050405020304" pitchFamily="18" charset="0"/>
                      </a:endParaRPr>
                    </a:p>
                  </a:txBody>
                  <a:tcPr marL="38973" marR="38973"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smtClean="0">
                          <a:ln>
                            <a:noFill/>
                          </a:ln>
                          <a:solidFill>
                            <a:srgbClr val="000099"/>
                          </a:solidFill>
                          <a:effectLst/>
                          <a:latin typeface="宋体" panose="02010600030101010101" pitchFamily="2" charset="-122"/>
                          <a:ea typeface="宋体" panose="02010600030101010101" pitchFamily="2" charset="-122"/>
                        </a:rPr>
                        <a:t>1.14</a:t>
                      </a:r>
                      <a:endParaRPr kumimoji="0" lang="zh-CN" altLang="zh-CN" sz="1400" b="1" i="0" u="none" strike="noStrike" cap="none" normalizeH="0" baseline="0" smtClean="0">
                        <a:ln>
                          <a:noFill/>
                        </a:ln>
                        <a:solidFill>
                          <a:srgbClr val="000099"/>
                        </a:solidFill>
                        <a:effectLst/>
                        <a:latin typeface="Calibri" panose="020F0502020204030204" charset="0"/>
                        <a:ea typeface="宋体" panose="02010600030101010101" pitchFamily="2" charset="-122"/>
                        <a:cs typeface="Times New Roman" panose="02020603050405020304" pitchFamily="18" charset="0"/>
                      </a:endParaRPr>
                    </a:p>
                  </a:txBody>
                  <a:tcPr marL="38973" marR="38973"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smtClean="0">
                          <a:ln>
                            <a:noFill/>
                          </a:ln>
                          <a:solidFill>
                            <a:srgbClr val="000099"/>
                          </a:solidFill>
                          <a:effectLst/>
                          <a:latin typeface="宋体" panose="02010600030101010101" pitchFamily="2" charset="-122"/>
                          <a:ea typeface="宋体" panose="02010600030101010101" pitchFamily="2" charset="-122"/>
                        </a:rPr>
                        <a:t>1</a:t>
                      </a:r>
                      <a:endParaRPr kumimoji="0" lang="zh-CN" altLang="zh-CN" sz="1400" b="1" i="0" u="none" strike="noStrike" cap="none" normalizeH="0" baseline="0" smtClean="0">
                        <a:ln>
                          <a:noFill/>
                        </a:ln>
                        <a:solidFill>
                          <a:srgbClr val="000099"/>
                        </a:solidFill>
                        <a:effectLst/>
                        <a:latin typeface="Calibri" panose="020F0502020204030204" charset="0"/>
                        <a:ea typeface="宋体" panose="02010600030101010101" pitchFamily="2" charset="-122"/>
                        <a:cs typeface="Times New Roman" panose="02020603050405020304" pitchFamily="18" charset="0"/>
                      </a:endParaRPr>
                    </a:p>
                  </a:txBody>
                  <a:tcPr marL="38973" marR="38973"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smtClean="0">
                          <a:ln>
                            <a:noFill/>
                          </a:ln>
                          <a:solidFill>
                            <a:srgbClr val="000099"/>
                          </a:solidFill>
                          <a:effectLst/>
                          <a:latin typeface="宋体" panose="02010600030101010101" pitchFamily="2" charset="-122"/>
                          <a:ea typeface="宋体" panose="02010600030101010101" pitchFamily="2" charset="-122"/>
                        </a:rPr>
                        <a:t>0</a:t>
                      </a:r>
                      <a:endParaRPr kumimoji="0" lang="zh-CN" altLang="zh-CN" sz="1400" b="1" i="0" u="none" strike="noStrike" cap="none" normalizeH="0" baseline="0" smtClean="0">
                        <a:ln>
                          <a:noFill/>
                        </a:ln>
                        <a:solidFill>
                          <a:srgbClr val="000099"/>
                        </a:solidFill>
                        <a:effectLst/>
                        <a:latin typeface="Calibri" panose="020F0502020204030204" charset="0"/>
                        <a:ea typeface="宋体" panose="02010600030101010101" pitchFamily="2" charset="-122"/>
                        <a:cs typeface="Times New Roman" panose="02020603050405020304" pitchFamily="18" charset="0"/>
                      </a:endParaRPr>
                    </a:p>
                  </a:txBody>
                  <a:tcPr marL="38973" marR="38973"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smtClean="0">
                          <a:ln>
                            <a:noFill/>
                          </a:ln>
                          <a:solidFill>
                            <a:srgbClr val="000099"/>
                          </a:solidFill>
                          <a:effectLst/>
                          <a:latin typeface="宋体" panose="02010600030101010101" pitchFamily="2" charset="-122"/>
                          <a:ea typeface="宋体" panose="02010600030101010101" pitchFamily="2" charset="-122"/>
                        </a:rPr>
                        <a:t>0.35</a:t>
                      </a:r>
                      <a:endParaRPr kumimoji="0" lang="zh-CN" altLang="zh-CN" sz="1400" b="1" i="0" u="none" strike="noStrike" cap="none" normalizeH="0" baseline="0" smtClean="0">
                        <a:ln>
                          <a:noFill/>
                        </a:ln>
                        <a:solidFill>
                          <a:srgbClr val="000099"/>
                        </a:solidFill>
                        <a:effectLst/>
                        <a:latin typeface="Calibri" panose="020F0502020204030204" charset="0"/>
                        <a:ea typeface="宋体" panose="02010600030101010101" pitchFamily="2" charset="-122"/>
                        <a:cs typeface="Times New Roman" panose="02020603050405020304" pitchFamily="18" charset="0"/>
                      </a:endParaRPr>
                    </a:p>
                  </a:txBody>
                  <a:tcPr marL="38973" marR="38973"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smtClean="0">
                          <a:ln>
                            <a:noFill/>
                          </a:ln>
                          <a:solidFill>
                            <a:srgbClr val="000099"/>
                          </a:solidFill>
                          <a:effectLst/>
                          <a:latin typeface="宋体" panose="02010600030101010101" pitchFamily="2" charset="-122"/>
                          <a:ea typeface="宋体" panose="02010600030101010101" pitchFamily="2" charset="-122"/>
                        </a:rPr>
                        <a:t>0.57</a:t>
                      </a:r>
                      <a:endParaRPr kumimoji="0" lang="zh-CN" altLang="zh-CN" sz="1400" b="1" i="0" u="none" strike="noStrike" cap="none" normalizeH="0" baseline="0" smtClean="0">
                        <a:ln>
                          <a:noFill/>
                        </a:ln>
                        <a:solidFill>
                          <a:srgbClr val="000099"/>
                        </a:solidFill>
                        <a:effectLst/>
                        <a:latin typeface="Calibri" panose="020F0502020204030204" charset="0"/>
                        <a:ea typeface="宋体" panose="02010600030101010101" pitchFamily="2" charset="-122"/>
                        <a:cs typeface="Times New Roman" panose="02020603050405020304" pitchFamily="18" charset="0"/>
                      </a:endParaRPr>
                    </a:p>
                  </a:txBody>
                  <a:tcPr marL="38973" marR="38973" marT="0" marB="0" anchor="ctr" horzOverflow="overflow">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263525">
                <a:tc gridSpan="2">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zh-CN" sz="1400" b="1" i="0" u="none" strike="noStrike" cap="none" normalizeH="0" baseline="0" smtClean="0">
                          <a:ln>
                            <a:noFill/>
                          </a:ln>
                          <a:solidFill>
                            <a:srgbClr val="000099"/>
                          </a:solidFill>
                          <a:effectLst/>
                          <a:latin typeface="Calibri" panose="020F0502020204030204" charset="0"/>
                          <a:ea typeface="宋体" panose="02010600030101010101" pitchFamily="2" charset="-122"/>
                        </a:rPr>
                        <a:t>圆锥滚子轴承（</a:t>
                      </a:r>
                      <a:r>
                        <a:rPr kumimoji="0" lang="en-US" altLang="zh-CN" sz="1400" b="1" i="0" u="none" strike="noStrike" cap="none" normalizeH="0" baseline="0" smtClean="0">
                          <a:ln>
                            <a:noFill/>
                          </a:ln>
                          <a:solidFill>
                            <a:srgbClr val="000099"/>
                          </a:solidFill>
                          <a:effectLst/>
                          <a:latin typeface="Calibri" panose="020F0502020204030204" charset="0"/>
                          <a:ea typeface="宋体" panose="02010600030101010101" pitchFamily="2" charset="-122"/>
                        </a:rPr>
                        <a:t>30000</a:t>
                      </a:r>
                      <a:r>
                        <a:rPr kumimoji="0" lang="zh-CN" sz="1400" b="1" i="0" u="none" strike="noStrike" cap="none" normalizeH="0" baseline="0" smtClean="0">
                          <a:ln>
                            <a:noFill/>
                          </a:ln>
                          <a:solidFill>
                            <a:srgbClr val="000099"/>
                          </a:solidFill>
                          <a:effectLst/>
                          <a:latin typeface="Calibri" panose="020F0502020204030204" charset="0"/>
                          <a:ea typeface="宋体" panose="02010600030101010101" pitchFamily="2" charset="-122"/>
                        </a:rPr>
                        <a:t>型）</a:t>
                      </a:r>
                      <a:endParaRPr kumimoji="0" lang="zh-CN" sz="1400" b="1" i="0" u="none" strike="noStrike" cap="none" normalizeH="0" baseline="0" smtClean="0">
                        <a:ln>
                          <a:noFill/>
                        </a:ln>
                        <a:solidFill>
                          <a:srgbClr val="000099"/>
                        </a:solidFill>
                        <a:effectLst/>
                        <a:latin typeface="Calibri" panose="020F0502020204030204" charset="0"/>
                        <a:ea typeface="宋体" panose="02010600030101010101" pitchFamily="2" charset="-122"/>
                        <a:cs typeface="Times New Roman" panose="02020603050405020304" pitchFamily="18" charset="0"/>
                      </a:endParaRPr>
                    </a:p>
                  </a:txBody>
                  <a:tcPr marL="38973" marR="38973" marT="0" marB="0" anchor="ctr" horzOverflow="overflow">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hMerge="1">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zh-CN" sz="1400" b="1" i="0" u="none" strike="noStrike" cap="none" normalizeH="0" baseline="0" smtClean="0">
                          <a:ln>
                            <a:noFill/>
                          </a:ln>
                          <a:solidFill>
                            <a:srgbClr val="000099"/>
                          </a:solidFill>
                          <a:effectLst/>
                          <a:latin typeface="Calibri" panose="020F0502020204030204" charset="0"/>
                          <a:ea typeface="宋体" panose="02010600030101010101" pitchFamily="2" charset="-122"/>
                        </a:rPr>
                        <a:t>—</a:t>
                      </a:r>
                      <a:endParaRPr kumimoji="0" lang="zh-CN" altLang="zh-CN" sz="1400" b="1" i="0" u="none" strike="noStrike" cap="none" normalizeH="0" baseline="0" smtClean="0">
                        <a:ln>
                          <a:noFill/>
                        </a:ln>
                        <a:solidFill>
                          <a:srgbClr val="000099"/>
                        </a:solidFill>
                        <a:effectLst/>
                        <a:latin typeface="Calibri" panose="020F0502020204030204" charset="0"/>
                        <a:ea typeface="宋体" panose="02010600030101010101" pitchFamily="2" charset="-122"/>
                        <a:cs typeface="Times New Roman" panose="02020603050405020304" pitchFamily="18" charset="0"/>
                      </a:endParaRPr>
                    </a:p>
                  </a:txBody>
                  <a:tcPr marL="38973" marR="38973"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zh-CN" sz="1400" b="1" i="0" u="none" strike="noStrike" cap="none" normalizeH="0" baseline="0" smtClean="0">
                          <a:ln>
                            <a:noFill/>
                          </a:ln>
                          <a:solidFill>
                            <a:srgbClr val="000099"/>
                          </a:solidFill>
                          <a:effectLst/>
                          <a:latin typeface="Calibri" panose="020F0502020204030204" charset="0"/>
                          <a:ea typeface="宋体" panose="02010600030101010101" pitchFamily="2" charset="-122"/>
                        </a:rPr>
                        <a:t>（</a:t>
                      </a:r>
                      <a:r>
                        <a:rPr kumimoji="0" lang="en-US" altLang="zh-CN" sz="1400" b="1" i="1" u="none" strike="noStrike" cap="none" normalizeH="0" baseline="0" smtClean="0">
                          <a:ln>
                            <a:noFill/>
                          </a:ln>
                          <a:solidFill>
                            <a:srgbClr val="000099"/>
                          </a:solidFill>
                          <a:effectLst/>
                          <a:latin typeface="Times New Roman" panose="02020603050405020304" pitchFamily="18" charset="0"/>
                          <a:ea typeface="宋体" panose="02010600030101010101" pitchFamily="2" charset="-122"/>
                          <a:cs typeface="Times New Roman" panose="02020603050405020304" pitchFamily="18" charset="0"/>
                        </a:rPr>
                        <a:t>e</a:t>
                      </a:r>
                      <a:r>
                        <a:rPr kumimoji="0" lang="zh-CN" sz="1400" b="1" i="0" u="none" strike="noStrike" cap="none" normalizeH="0" baseline="0" smtClean="0">
                          <a:ln>
                            <a:noFill/>
                          </a:ln>
                          <a:solidFill>
                            <a:srgbClr val="000099"/>
                          </a:solidFill>
                          <a:effectLst/>
                          <a:latin typeface="Times New Roman" panose="02020603050405020304" pitchFamily="18" charset="0"/>
                          <a:ea typeface="宋体" panose="02010600030101010101" pitchFamily="2" charset="-122"/>
                          <a:cs typeface="Times New Roman" panose="02020603050405020304" pitchFamily="18" charset="0"/>
                        </a:rPr>
                        <a:t>）</a:t>
                      </a:r>
                      <a:endParaRPr kumimoji="0" lang="zh-CN" sz="1400" b="1" i="0" u="none" strike="noStrike" cap="none" normalizeH="0" baseline="0" smtClean="0">
                        <a:ln>
                          <a:noFill/>
                        </a:ln>
                        <a:solidFill>
                          <a:srgbClr val="000099"/>
                        </a:solidFill>
                        <a:effectLst/>
                        <a:latin typeface="Calibri" panose="020F0502020204030204" charset="0"/>
                        <a:ea typeface="宋体" panose="02010600030101010101" pitchFamily="2" charset="-122"/>
                        <a:cs typeface="Times New Roman" panose="02020603050405020304" pitchFamily="18" charset="0"/>
                      </a:endParaRPr>
                    </a:p>
                  </a:txBody>
                  <a:tcPr marL="38973" marR="38973"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smtClean="0">
                          <a:ln>
                            <a:noFill/>
                          </a:ln>
                          <a:solidFill>
                            <a:srgbClr val="000099"/>
                          </a:solidFill>
                          <a:effectLst/>
                          <a:latin typeface="宋体" panose="02010600030101010101" pitchFamily="2" charset="-122"/>
                          <a:ea typeface="宋体" panose="02010600030101010101" pitchFamily="2" charset="-122"/>
                        </a:rPr>
                        <a:t>1</a:t>
                      </a:r>
                      <a:endParaRPr kumimoji="0" lang="zh-CN" altLang="zh-CN" sz="1400" b="1" i="0" u="none" strike="noStrike" cap="none" normalizeH="0" baseline="0" smtClean="0">
                        <a:ln>
                          <a:noFill/>
                        </a:ln>
                        <a:solidFill>
                          <a:srgbClr val="000099"/>
                        </a:solidFill>
                        <a:effectLst/>
                        <a:latin typeface="Calibri" panose="020F0502020204030204" charset="0"/>
                        <a:ea typeface="宋体" panose="02010600030101010101" pitchFamily="2" charset="-122"/>
                        <a:cs typeface="Times New Roman" panose="02020603050405020304" pitchFamily="18" charset="0"/>
                      </a:endParaRPr>
                    </a:p>
                  </a:txBody>
                  <a:tcPr marL="38973" marR="38973"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smtClean="0">
                          <a:ln>
                            <a:noFill/>
                          </a:ln>
                          <a:solidFill>
                            <a:srgbClr val="000099"/>
                          </a:solidFill>
                          <a:effectLst/>
                          <a:latin typeface="宋体" panose="02010600030101010101" pitchFamily="2" charset="-122"/>
                          <a:ea typeface="宋体" panose="02010600030101010101" pitchFamily="2" charset="-122"/>
                        </a:rPr>
                        <a:t>0</a:t>
                      </a:r>
                      <a:endParaRPr kumimoji="0" lang="zh-CN" altLang="zh-CN" sz="1400" b="1" i="0" u="none" strike="noStrike" cap="none" normalizeH="0" baseline="0" smtClean="0">
                        <a:ln>
                          <a:noFill/>
                        </a:ln>
                        <a:solidFill>
                          <a:srgbClr val="000099"/>
                        </a:solidFill>
                        <a:effectLst/>
                        <a:latin typeface="Calibri" panose="020F0502020204030204" charset="0"/>
                        <a:ea typeface="宋体" panose="02010600030101010101" pitchFamily="2" charset="-122"/>
                        <a:cs typeface="Times New Roman" panose="02020603050405020304" pitchFamily="18" charset="0"/>
                      </a:endParaRPr>
                    </a:p>
                  </a:txBody>
                  <a:tcPr marL="38973" marR="38973"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smtClean="0">
                          <a:ln>
                            <a:noFill/>
                          </a:ln>
                          <a:solidFill>
                            <a:srgbClr val="000099"/>
                          </a:solidFill>
                          <a:effectLst/>
                          <a:latin typeface="宋体" panose="02010600030101010101" pitchFamily="2" charset="-122"/>
                          <a:ea typeface="宋体" panose="02010600030101010101" pitchFamily="2" charset="-122"/>
                        </a:rPr>
                        <a:t>0.40</a:t>
                      </a:r>
                      <a:endParaRPr kumimoji="0" lang="zh-CN" altLang="zh-CN" sz="1400" b="1" i="0" u="none" strike="noStrike" cap="none" normalizeH="0" baseline="0" smtClean="0">
                        <a:ln>
                          <a:noFill/>
                        </a:ln>
                        <a:solidFill>
                          <a:srgbClr val="000099"/>
                        </a:solidFill>
                        <a:effectLst/>
                        <a:latin typeface="Calibri" panose="020F0502020204030204" charset="0"/>
                        <a:ea typeface="宋体" panose="02010600030101010101" pitchFamily="2" charset="-122"/>
                        <a:cs typeface="Times New Roman" panose="02020603050405020304" pitchFamily="18" charset="0"/>
                      </a:endParaRPr>
                    </a:p>
                  </a:txBody>
                  <a:tcPr marL="38973" marR="38973"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zh-CN" sz="1400" b="1" i="0" u="none" strike="noStrike" cap="none" normalizeH="0" baseline="0" dirty="0" smtClean="0">
                          <a:ln>
                            <a:noFill/>
                          </a:ln>
                          <a:solidFill>
                            <a:srgbClr val="000099"/>
                          </a:solidFill>
                          <a:effectLst/>
                          <a:latin typeface="Calibri" panose="020F0502020204030204" charset="0"/>
                          <a:ea typeface="宋体" panose="02010600030101010101" pitchFamily="2" charset="-122"/>
                        </a:rPr>
                        <a:t>（</a:t>
                      </a:r>
                      <a:r>
                        <a:rPr kumimoji="0" lang="en-US" altLang="zh-CN" sz="1400" b="1" i="1" u="none" strike="noStrike" cap="none" normalizeH="0" baseline="0" dirty="0" smtClean="0">
                          <a:ln>
                            <a:noFill/>
                          </a:ln>
                          <a:solidFill>
                            <a:srgbClr val="000099"/>
                          </a:solidFill>
                          <a:effectLst/>
                          <a:latin typeface="Times New Roman" panose="02020603050405020304" pitchFamily="18" charset="0"/>
                          <a:ea typeface="宋体" panose="02010600030101010101" pitchFamily="2" charset="-122"/>
                          <a:cs typeface="Times New Roman" panose="02020603050405020304" pitchFamily="18" charset="0"/>
                        </a:rPr>
                        <a:t>Y</a:t>
                      </a:r>
                      <a:r>
                        <a:rPr kumimoji="0" lang="zh-CN" sz="1400" b="1" i="0" u="none" strike="noStrike" cap="none" normalizeH="0" baseline="0" dirty="0" smtClean="0">
                          <a:ln>
                            <a:noFill/>
                          </a:ln>
                          <a:solidFill>
                            <a:srgbClr val="000099"/>
                          </a:solidFill>
                          <a:effectLst/>
                          <a:latin typeface="Calibri" panose="020F0502020204030204" charset="0"/>
                          <a:ea typeface="宋体" panose="02010600030101010101" pitchFamily="2" charset="-122"/>
                        </a:rPr>
                        <a:t>）</a:t>
                      </a:r>
                      <a:endParaRPr kumimoji="0" lang="zh-CN" sz="1400" b="1" i="0" u="none" strike="noStrike" cap="none" normalizeH="0" baseline="0" dirty="0" smtClean="0">
                        <a:ln>
                          <a:noFill/>
                        </a:ln>
                        <a:solidFill>
                          <a:srgbClr val="000099"/>
                        </a:solidFill>
                        <a:effectLst/>
                        <a:latin typeface="Calibri" panose="020F0502020204030204" charset="0"/>
                        <a:ea typeface="宋体" panose="02010600030101010101" pitchFamily="2" charset="-122"/>
                      </a:endParaRPr>
                    </a:p>
                  </a:txBody>
                  <a:tcPr marL="38973" marR="38973" marT="0" marB="0" anchor="ctr" horzOverflow="overflow">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296863">
                <a:tc gridSpan="2">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zh-CN" sz="1400" b="1" i="0" u="none" strike="noStrike" cap="none" normalizeH="0" baseline="0" smtClean="0">
                          <a:ln>
                            <a:noFill/>
                          </a:ln>
                          <a:solidFill>
                            <a:srgbClr val="000099"/>
                          </a:solidFill>
                          <a:effectLst/>
                          <a:latin typeface="Calibri" panose="020F0502020204030204" charset="0"/>
                          <a:ea typeface="宋体" panose="02010600030101010101" pitchFamily="2" charset="-122"/>
                        </a:rPr>
                        <a:t>调心球轴承（</a:t>
                      </a:r>
                      <a:r>
                        <a:rPr kumimoji="0" lang="en-US" altLang="zh-CN" sz="1400" b="1" i="0" u="none" strike="noStrike" cap="none" normalizeH="0" baseline="0" smtClean="0">
                          <a:ln>
                            <a:noFill/>
                          </a:ln>
                          <a:solidFill>
                            <a:srgbClr val="000099"/>
                          </a:solidFill>
                          <a:effectLst/>
                          <a:latin typeface="Calibri" panose="020F0502020204030204" charset="0"/>
                          <a:ea typeface="宋体" panose="02010600030101010101" pitchFamily="2" charset="-122"/>
                        </a:rPr>
                        <a:t>10000</a:t>
                      </a:r>
                      <a:r>
                        <a:rPr kumimoji="0" lang="zh-CN" sz="1400" b="1" i="0" u="none" strike="noStrike" cap="none" normalizeH="0" baseline="0" smtClean="0">
                          <a:ln>
                            <a:noFill/>
                          </a:ln>
                          <a:solidFill>
                            <a:srgbClr val="000099"/>
                          </a:solidFill>
                          <a:effectLst/>
                          <a:latin typeface="Calibri" panose="020F0502020204030204" charset="0"/>
                          <a:ea typeface="宋体" panose="02010600030101010101" pitchFamily="2" charset="-122"/>
                        </a:rPr>
                        <a:t>型）</a:t>
                      </a:r>
                      <a:endParaRPr kumimoji="0" lang="zh-CN" sz="1400" b="1" i="0" u="none" strike="noStrike" cap="none" normalizeH="0" baseline="0" smtClean="0">
                        <a:ln>
                          <a:noFill/>
                        </a:ln>
                        <a:solidFill>
                          <a:srgbClr val="000099"/>
                        </a:solidFill>
                        <a:effectLst/>
                        <a:latin typeface="Calibri" panose="020F0502020204030204" charset="0"/>
                        <a:ea typeface="宋体" panose="02010600030101010101" pitchFamily="2" charset="-122"/>
                        <a:cs typeface="Times New Roman" panose="02020603050405020304" pitchFamily="18" charset="0"/>
                      </a:endParaRPr>
                    </a:p>
                  </a:txBody>
                  <a:tcPr marL="38973" marR="38973" marT="0" marB="0" anchor="ctr" horzOverflow="overflow">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hMerge="1">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zh-CN" sz="1400" b="1" i="0" u="none" strike="noStrike" cap="none" normalizeH="0" baseline="0" dirty="0" smtClean="0">
                          <a:ln>
                            <a:noFill/>
                          </a:ln>
                          <a:solidFill>
                            <a:srgbClr val="000099"/>
                          </a:solidFill>
                          <a:effectLst/>
                          <a:latin typeface="Calibri" panose="020F0502020204030204" charset="0"/>
                          <a:ea typeface="宋体" panose="02010600030101010101" pitchFamily="2" charset="-122"/>
                        </a:rPr>
                        <a:t>—</a:t>
                      </a:r>
                      <a:endParaRPr kumimoji="0" lang="zh-CN" altLang="zh-CN" sz="1400" b="1" i="0" u="none" strike="noStrike" cap="none" normalizeH="0" baseline="0" dirty="0" smtClean="0">
                        <a:ln>
                          <a:noFill/>
                        </a:ln>
                        <a:solidFill>
                          <a:srgbClr val="000099"/>
                        </a:solidFill>
                        <a:effectLst/>
                        <a:latin typeface="Calibri" panose="020F0502020204030204" charset="0"/>
                        <a:ea typeface="宋体" panose="02010600030101010101" pitchFamily="2" charset="-122"/>
                        <a:cs typeface="Times New Roman" panose="02020603050405020304" pitchFamily="18" charset="0"/>
                      </a:endParaRPr>
                    </a:p>
                  </a:txBody>
                  <a:tcPr marL="38973" marR="38973"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zh-CN" sz="1400" b="1" i="0" u="none" strike="noStrike" cap="none" normalizeH="0" baseline="0" smtClean="0">
                          <a:ln>
                            <a:noFill/>
                          </a:ln>
                          <a:solidFill>
                            <a:srgbClr val="000099"/>
                          </a:solidFill>
                          <a:effectLst/>
                          <a:latin typeface="Calibri" panose="020F0502020204030204" charset="0"/>
                          <a:ea typeface="宋体" panose="02010600030101010101" pitchFamily="2" charset="-122"/>
                        </a:rPr>
                        <a:t>（</a:t>
                      </a:r>
                      <a:r>
                        <a:rPr kumimoji="0" lang="en-US" altLang="zh-CN" sz="1400" b="1" i="1" u="none" strike="noStrike" cap="none" normalizeH="0" baseline="0" smtClean="0">
                          <a:ln>
                            <a:noFill/>
                          </a:ln>
                          <a:solidFill>
                            <a:srgbClr val="000099"/>
                          </a:solidFill>
                          <a:effectLst/>
                          <a:latin typeface="Times New Roman" panose="02020603050405020304" pitchFamily="18" charset="0"/>
                          <a:ea typeface="宋体" panose="02010600030101010101" pitchFamily="2" charset="-122"/>
                          <a:cs typeface="Times New Roman" panose="02020603050405020304" pitchFamily="18" charset="0"/>
                        </a:rPr>
                        <a:t>e</a:t>
                      </a:r>
                      <a:r>
                        <a:rPr kumimoji="0" lang="zh-CN" sz="1400" b="1" i="0" u="none" strike="noStrike" cap="none" normalizeH="0" baseline="0" smtClean="0">
                          <a:ln>
                            <a:noFill/>
                          </a:ln>
                          <a:solidFill>
                            <a:srgbClr val="000099"/>
                          </a:solidFill>
                          <a:effectLst/>
                          <a:latin typeface="Times New Roman" panose="02020603050405020304" pitchFamily="18" charset="0"/>
                          <a:ea typeface="宋体" panose="02010600030101010101" pitchFamily="2" charset="-122"/>
                          <a:cs typeface="Times New Roman" panose="02020603050405020304" pitchFamily="18" charset="0"/>
                        </a:rPr>
                        <a:t>）</a:t>
                      </a:r>
                      <a:endParaRPr kumimoji="0" lang="zh-CN" sz="1400" b="1" i="0" u="none" strike="noStrike" cap="none" normalizeH="0" baseline="0" smtClean="0">
                        <a:ln>
                          <a:noFill/>
                        </a:ln>
                        <a:solidFill>
                          <a:srgbClr val="000099"/>
                        </a:solidFill>
                        <a:effectLst/>
                        <a:latin typeface="Calibri" panose="020F0502020204030204" charset="0"/>
                        <a:ea typeface="宋体" panose="02010600030101010101" pitchFamily="2" charset="-122"/>
                        <a:cs typeface="Times New Roman" panose="02020603050405020304" pitchFamily="18" charset="0"/>
                      </a:endParaRPr>
                    </a:p>
                  </a:txBody>
                  <a:tcPr marL="38973" marR="38973"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smtClean="0">
                          <a:ln>
                            <a:noFill/>
                          </a:ln>
                          <a:solidFill>
                            <a:srgbClr val="000099"/>
                          </a:solidFill>
                          <a:effectLst/>
                          <a:latin typeface="宋体" panose="02010600030101010101" pitchFamily="2" charset="-122"/>
                          <a:ea typeface="宋体" panose="02010600030101010101" pitchFamily="2" charset="-122"/>
                        </a:rPr>
                        <a:t>1</a:t>
                      </a:r>
                      <a:endParaRPr kumimoji="0" lang="zh-CN" altLang="zh-CN" sz="1400" b="1" i="0" u="none" strike="noStrike" cap="none" normalizeH="0" baseline="0" smtClean="0">
                        <a:ln>
                          <a:noFill/>
                        </a:ln>
                        <a:solidFill>
                          <a:srgbClr val="000099"/>
                        </a:solidFill>
                        <a:effectLst/>
                        <a:latin typeface="Calibri" panose="020F0502020204030204" charset="0"/>
                        <a:ea typeface="宋体" panose="02010600030101010101" pitchFamily="2" charset="-122"/>
                        <a:cs typeface="Times New Roman" panose="02020603050405020304" pitchFamily="18" charset="0"/>
                      </a:endParaRPr>
                    </a:p>
                  </a:txBody>
                  <a:tcPr marL="38973" marR="38973"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zh-CN" sz="1400" b="1" i="0" u="none" strike="noStrike" cap="none" normalizeH="0" baseline="0" smtClean="0">
                          <a:ln>
                            <a:noFill/>
                          </a:ln>
                          <a:solidFill>
                            <a:srgbClr val="000099"/>
                          </a:solidFill>
                          <a:effectLst/>
                          <a:latin typeface="Calibri" panose="020F0502020204030204" charset="0"/>
                          <a:ea typeface="宋体" panose="02010600030101010101" pitchFamily="2" charset="-122"/>
                        </a:rPr>
                        <a:t>（</a:t>
                      </a:r>
                      <a:r>
                        <a:rPr kumimoji="0" lang="en-US" altLang="zh-CN" sz="1400" b="1" i="1" u="none" strike="noStrike" cap="none" normalizeH="0" baseline="0" smtClean="0">
                          <a:ln>
                            <a:noFill/>
                          </a:ln>
                          <a:solidFill>
                            <a:srgbClr val="000099"/>
                          </a:solidFill>
                          <a:effectLst/>
                          <a:latin typeface="Times New Roman" panose="02020603050405020304" pitchFamily="18" charset="0"/>
                          <a:ea typeface="宋体" panose="02010600030101010101" pitchFamily="2" charset="-122"/>
                          <a:cs typeface="Times New Roman" panose="02020603050405020304" pitchFamily="18" charset="0"/>
                        </a:rPr>
                        <a:t>Y</a:t>
                      </a:r>
                      <a:r>
                        <a:rPr kumimoji="0" lang="en-US" altLang="zh-CN" sz="1400" b="1" i="0" u="none" strike="noStrike" cap="none" normalizeH="0" baseline="-25000" smtClean="0">
                          <a:ln>
                            <a:noFill/>
                          </a:ln>
                          <a:solidFill>
                            <a:srgbClr val="000099"/>
                          </a:solidFill>
                          <a:effectLst/>
                          <a:latin typeface="Times New Roman" panose="02020603050405020304" pitchFamily="18" charset="0"/>
                          <a:ea typeface="宋体" panose="02010600030101010101" pitchFamily="2" charset="-122"/>
                          <a:cs typeface="Times New Roman" panose="02020603050405020304" pitchFamily="18" charset="0"/>
                        </a:rPr>
                        <a:t>1</a:t>
                      </a:r>
                      <a:r>
                        <a:rPr kumimoji="0" lang="zh-CN" sz="1400" b="1" i="0" u="none" strike="noStrike" cap="none" normalizeH="0" baseline="0" smtClean="0">
                          <a:ln>
                            <a:noFill/>
                          </a:ln>
                          <a:solidFill>
                            <a:srgbClr val="000099"/>
                          </a:solidFill>
                          <a:effectLst/>
                          <a:latin typeface="Calibri" panose="020F0502020204030204" charset="0"/>
                          <a:ea typeface="宋体" panose="02010600030101010101" pitchFamily="2" charset="-122"/>
                        </a:rPr>
                        <a:t>）</a:t>
                      </a:r>
                      <a:endParaRPr kumimoji="0" lang="zh-CN" sz="1400" b="1" i="0" u="none" strike="noStrike" cap="none" normalizeH="0" baseline="0" smtClean="0">
                        <a:ln>
                          <a:noFill/>
                        </a:ln>
                        <a:solidFill>
                          <a:srgbClr val="000099"/>
                        </a:solidFill>
                        <a:effectLst/>
                        <a:latin typeface="Calibri" panose="020F0502020204030204" charset="0"/>
                        <a:ea typeface="宋体" panose="02010600030101010101" pitchFamily="2" charset="-122"/>
                      </a:endParaRPr>
                    </a:p>
                  </a:txBody>
                  <a:tcPr marL="38973" marR="38973"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smtClean="0">
                          <a:ln>
                            <a:noFill/>
                          </a:ln>
                          <a:solidFill>
                            <a:srgbClr val="000099"/>
                          </a:solidFill>
                          <a:effectLst/>
                          <a:latin typeface="宋体" panose="02010600030101010101" pitchFamily="2" charset="-122"/>
                          <a:ea typeface="宋体" panose="02010600030101010101" pitchFamily="2" charset="-122"/>
                        </a:rPr>
                        <a:t>0.65</a:t>
                      </a:r>
                      <a:endParaRPr kumimoji="0" lang="zh-CN" altLang="zh-CN" sz="1400" b="1" i="0" u="none" strike="noStrike" cap="none" normalizeH="0" baseline="0" smtClean="0">
                        <a:ln>
                          <a:noFill/>
                        </a:ln>
                        <a:solidFill>
                          <a:srgbClr val="000099"/>
                        </a:solidFill>
                        <a:effectLst/>
                        <a:latin typeface="Calibri" panose="020F0502020204030204" charset="0"/>
                        <a:ea typeface="宋体" panose="02010600030101010101" pitchFamily="2" charset="-122"/>
                        <a:cs typeface="Times New Roman" panose="02020603050405020304" pitchFamily="18" charset="0"/>
                      </a:endParaRPr>
                    </a:p>
                  </a:txBody>
                  <a:tcPr marL="38973" marR="38973"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zh-CN" sz="1400" b="1" i="0" u="none" strike="noStrike" cap="none" normalizeH="0" baseline="0" smtClean="0">
                          <a:ln>
                            <a:noFill/>
                          </a:ln>
                          <a:solidFill>
                            <a:srgbClr val="000099"/>
                          </a:solidFill>
                          <a:effectLst/>
                          <a:latin typeface="Calibri" panose="020F0502020204030204" charset="0"/>
                          <a:ea typeface="宋体" panose="02010600030101010101" pitchFamily="2" charset="-122"/>
                        </a:rPr>
                        <a:t>（</a:t>
                      </a:r>
                      <a:r>
                        <a:rPr kumimoji="0" lang="en-US" altLang="zh-CN" sz="1400" b="1" i="1" u="none" strike="noStrike" cap="none" normalizeH="0" baseline="0" smtClean="0">
                          <a:ln>
                            <a:noFill/>
                          </a:ln>
                          <a:solidFill>
                            <a:srgbClr val="000099"/>
                          </a:solidFill>
                          <a:effectLst/>
                          <a:latin typeface="Times New Roman" panose="02020603050405020304" pitchFamily="18" charset="0"/>
                          <a:ea typeface="宋体" panose="02010600030101010101" pitchFamily="2" charset="-122"/>
                          <a:cs typeface="Times New Roman" panose="02020603050405020304" pitchFamily="18" charset="0"/>
                        </a:rPr>
                        <a:t>Y</a:t>
                      </a:r>
                      <a:r>
                        <a:rPr kumimoji="0" lang="en-US" altLang="zh-CN" sz="1400" b="1" i="0" u="none" strike="noStrike" cap="none" normalizeH="0" baseline="-25000" smtClean="0">
                          <a:ln>
                            <a:noFill/>
                          </a:ln>
                          <a:solidFill>
                            <a:srgbClr val="000099"/>
                          </a:solidFill>
                          <a:effectLst/>
                          <a:latin typeface="Times New Roman" panose="02020603050405020304" pitchFamily="18" charset="0"/>
                          <a:ea typeface="宋体" panose="02010600030101010101" pitchFamily="2" charset="-122"/>
                          <a:cs typeface="Times New Roman" panose="02020603050405020304" pitchFamily="18" charset="0"/>
                        </a:rPr>
                        <a:t>2</a:t>
                      </a:r>
                      <a:r>
                        <a:rPr kumimoji="0" lang="zh-CN" sz="1400" b="1" i="0" u="none" strike="noStrike" cap="none" normalizeH="0" baseline="0" smtClean="0">
                          <a:ln>
                            <a:noFill/>
                          </a:ln>
                          <a:solidFill>
                            <a:srgbClr val="000099"/>
                          </a:solidFill>
                          <a:effectLst/>
                          <a:latin typeface="Calibri" panose="020F0502020204030204" charset="0"/>
                          <a:ea typeface="宋体" panose="02010600030101010101" pitchFamily="2" charset="-122"/>
                        </a:rPr>
                        <a:t>）</a:t>
                      </a:r>
                      <a:endParaRPr kumimoji="0" lang="zh-CN" sz="1400" b="1" i="0" u="none" strike="noStrike" cap="none" normalizeH="0" baseline="0" smtClean="0">
                        <a:ln>
                          <a:noFill/>
                        </a:ln>
                        <a:solidFill>
                          <a:srgbClr val="000099"/>
                        </a:solidFill>
                        <a:effectLst/>
                        <a:latin typeface="Calibri" panose="020F0502020204030204" charset="0"/>
                        <a:ea typeface="宋体" panose="02010600030101010101" pitchFamily="2" charset="-122"/>
                      </a:endParaRPr>
                    </a:p>
                  </a:txBody>
                  <a:tcPr marL="38973" marR="38973" marT="0" marB="0" anchor="ctr" horzOverflow="overflow">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296863">
                <a:tc gridSpan="2">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zh-CN" sz="1400" b="1" i="0" u="none" strike="noStrike" cap="none" normalizeH="0" baseline="0" smtClean="0">
                          <a:ln>
                            <a:noFill/>
                          </a:ln>
                          <a:solidFill>
                            <a:srgbClr val="000099"/>
                          </a:solidFill>
                          <a:effectLst/>
                          <a:latin typeface="Calibri" panose="020F0502020204030204" charset="0"/>
                          <a:ea typeface="宋体" panose="02010600030101010101" pitchFamily="2" charset="-122"/>
                        </a:rPr>
                        <a:t>调心滚子轴承（</a:t>
                      </a:r>
                      <a:r>
                        <a:rPr kumimoji="0" lang="en-US" altLang="zh-CN" sz="1400" b="1" i="0" u="none" strike="noStrike" cap="none" normalizeH="0" baseline="0" smtClean="0">
                          <a:ln>
                            <a:noFill/>
                          </a:ln>
                          <a:solidFill>
                            <a:srgbClr val="000099"/>
                          </a:solidFill>
                          <a:effectLst/>
                          <a:latin typeface="Calibri" panose="020F0502020204030204" charset="0"/>
                          <a:ea typeface="宋体" panose="02010600030101010101" pitchFamily="2" charset="-122"/>
                        </a:rPr>
                        <a:t>20000</a:t>
                      </a:r>
                      <a:r>
                        <a:rPr kumimoji="0" lang="zh-CN" sz="1400" b="1" i="0" u="none" strike="noStrike" cap="none" normalizeH="0" baseline="0" smtClean="0">
                          <a:ln>
                            <a:noFill/>
                          </a:ln>
                          <a:solidFill>
                            <a:srgbClr val="000099"/>
                          </a:solidFill>
                          <a:effectLst/>
                          <a:latin typeface="Calibri" panose="020F0502020204030204" charset="0"/>
                          <a:ea typeface="宋体" panose="02010600030101010101" pitchFamily="2" charset="-122"/>
                        </a:rPr>
                        <a:t>型）</a:t>
                      </a:r>
                      <a:endParaRPr kumimoji="0" lang="zh-CN" sz="1400" b="1" i="0" u="none" strike="noStrike" cap="none" normalizeH="0" baseline="0" smtClean="0">
                        <a:ln>
                          <a:noFill/>
                        </a:ln>
                        <a:solidFill>
                          <a:srgbClr val="000099"/>
                        </a:solidFill>
                        <a:effectLst/>
                        <a:latin typeface="Calibri" panose="020F0502020204030204" charset="0"/>
                        <a:ea typeface="宋体" panose="02010600030101010101" pitchFamily="2" charset="-122"/>
                        <a:cs typeface="Times New Roman" panose="02020603050405020304" pitchFamily="18" charset="0"/>
                      </a:endParaRPr>
                    </a:p>
                  </a:txBody>
                  <a:tcPr marL="38973" marR="38973" marT="0" marB="0" anchor="ctr" horzOverflow="overflow">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lnTlToBr>
                      <a:noFill/>
                    </a:lnTlToBr>
                    <a:lnBlToTr>
                      <a:noFill/>
                    </a:lnBlToTr>
                    <a:noFill/>
                  </a:tcPr>
                </a:tc>
                <a:tc hMerge="1">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zh-CN" sz="1400" b="1" i="0" u="none" strike="noStrike" cap="none" normalizeH="0" baseline="0" smtClean="0">
                          <a:ln>
                            <a:noFill/>
                          </a:ln>
                          <a:solidFill>
                            <a:srgbClr val="000099"/>
                          </a:solidFill>
                          <a:effectLst/>
                          <a:latin typeface="Calibri" panose="020F0502020204030204" charset="0"/>
                          <a:ea typeface="宋体" panose="02010600030101010101" pitchFamily="2" charset="-122"/>
                        </a:rPr>
                        <a:t>—</a:t>
                      </a:r>
                      <a:endParaRPr kumimoji="0" lang="zh-CN" altLang="zh-CN" sz="1400" b="1" i="0" u="none" strike="noStrike" cap="none" normalizeH="0" baseline="0" smtClean="0">
                        <a:ln>
                          <a:noFill/>
                        </a:ln>
                        <a:solidFill>
                          <a:srgbClr val="000099"/>
                        </a:solidFill>
                        <a:effectLst/>
                        <a:latin typeface="Calibri" panose="020F0502020204030204" charset="0"/>
                        <a:ea typeface="宋体" panose="02010600030101010101" pitchFamily="2" charset="-122"/>
                        <a:cs typeface="Times New Roman" panose="02020603050405020304" pitchFamily="18" charset="0"/>
                      </a:endParaRPr>
                    </a:p>
                  </a:txBody>
                  <a:tcPr marL="38973" marR="38973"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zh-CN" sz="1400" b="1" i="0" u="none" strike="noStrike" cap="none" normalizeH="0" baseline="0" smtClean="0">
                          <a:ln>
                            <a:noFill/>
                          </a:ln>
                          <a:solidFill>
                            <a:srgbClr val="000099"/>
                          </a:solidFill>
                          <a:effectLst/>
                          <a:latin typeface="Calibri" panose="020F0502020204030204" charset="0"/>
                          <a:ea typeface="宋体" panose="02010600030101010101" pitchFamily="2" charset="-122"/>
                        </a:rPr>
                        <a:t>（</a:t>
                      </a:r>
                      <a:r>
                        <a:rPr kumimoji="0" lang="en-US" altLang="zh-CN" sz="1400" b="1" i="1" u="none" strike="noStrike" cap="none" normalizeH="0" baseline="0" smtClean="0">
                          <a:ln>
                            <a:noFill/>
                          </a:ln>
                          <a:solidFill>
                            <a:srgbClr val="000099"/>
                          </a:solidFill>
                          <a:effectLst/>
                          <a:latin typeface="Times New Roman" panose="02020603050405020304" pitchFamily="18" charset="0"/>
                          <a:ea typeface="宋体" panose="02010600030101010101" pitchFamily="2" charset="-122"/>
                          <a:cs typeface="Times New Roman" panose="02020603050405020304" pitchFamily="18" charset="0"/>
                        </a:rPr>
                        <a:t>e</a:t>
                      </a:r>
                      <a:r>
                        <a:rPr kumimoji="0" lang="zh-CN" sz="1400" b="1" i="0" u="none" strike="noStrike" cap="none" normalizeH="0" baseline="0" smtClean="0">
                          <a:ln>
                            <a:noFill/>
                          </a:ln>
                          <a:solidFill>
                            <a:srgbClr val="000099"/>
                          </a:solidFill>
                          <a:effectLst/>
                          <a:latin typeface="Times New Roman" panose="02020603050405020304" pitchFamily="18" charset="0"/>
                          <a:ea typeface="宋体" panose="02010600030101010101" pitchFamily="2" charset="-122"/>
                          <a:cs typeface="Times New Roman" panose="02020603050405020304" pitchFamily="18" charset="0"/>
                        </a:rPr>
                        <a:t>）</a:t>
                      </a:r>
                      <a:endParaRPr kumimoji="0" lang="zh-CN" sz="1400" b="1" i="0" u="none" strike="noStrike" cap="none" normalizeH="0" baseline="0" smtClean="0">
                        <a:ln>
                          <a:noFill/>
                        </a:ln>
                        <a:solidFill>
                          <a:srgbClr val="000099"/>
                        </a:solidFill>
                        <a:effectLst/>
                        <a:latin typeface="Calibri" panose="020F0502020204030204" charset="0"/>
                        <a:ea typeface="宋体" panose="02010600030101010101" pitchFamily="2" charset="-122"/>
                        <a:cs typeface="Times New Roman" panose="02020603050405020304" pitchFamily="18" charset="0"/>
                      </a:endParaRPr>
                    </a:p>
                  </a:txBody>
                  <a:tcPr marL="38973" marR="38973"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smtClean="0">
                          <a:ln>
                            <a:noFill/>
                          </a:ln>
                          <a:solidFill>
                            <a:srgbClr val="000099"/>
                          </a:solidFill>
                          <a:effectLst/>
                          <a:latin typeface="宋体" panose="02010600030101010101" pitchFamily="2" charset="-122"/>
                          <a:ea typeface="宋体" panose="02010600030101010101" pitchFamily="2" charset="-122"/>
                        </a:rPr>
                        <a:t>1</a:t>
                      </a:r>
                      <a:endParaRPr kumimoji="0" lang="zh-CN" altLang="zh-CN" sz="1400" b="1" i="0" u="none" strike="noStrike" cap="none" normalizeH="0" baseline="0" smtClean="0">
                        <a:ln>
                          <a:noFill/>
                        </a:ln>
                        <a:solidFill>
                          <a:srgbClr val="000099"/>
                        </a:solidFill>
                        <a:effectLst/>
                        <a:latin typeface="Calibri" panose="020F0502020204030204" charset="0"/>
                        <a:ea typeface="宋体" panose="02010600030101010101" pitchFamily="2" charset="-122"/>
                        <a:cs typeface="Times New Roman" panose="02020603050405020304" pitchFamily="18" charset="0"/>
                      </a:endParaRPr>
                    </a:p>
                  </a:txBody>
                  <a:tcPr marL="38973" marR="38973"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zh-CN" sz="1400" b="1" i="0" u="none" strike="noStrike" cap="none" normalizeH="0" baseline="0" smtClean="0">
                          <a:ln>
                            <a:noFill/>
                          </a:ln>
                          <a:solidFill>
                            <a:srgbClr val="000099"/>
                          </a:solidFill>
                          <a:effectLst/>
                          <a:latin typeface="Calibri" panose="020F0502020204030204" charset="0"/>
                          <a:ea typeface="宋体" panose="02010600030101010101" pitchFamily="2" charset="-122"/>
                        </a:rPr>
                        <a:t>（</a:t>
                      </a:r>
                      <a:r>
                        <a:rPr kumimoji="0" lang="en-US" altLang="zh-CN" sz="1400" b="1" i="1" u="none" strike="noStrike" cap="none" normalizeH="0" baseline="0" smtClean="0">
                          <a:ln>
                            <a:noFill/>
                          </a:ln>
                          <a:solidFill>
                            <a:srgbClr val="000099"/>
                          </a:solidFill>
                          <a:effectLst/>
                          <a:latin typeface="Times New Roman" panose="02020603050405020304" pitchFamily="18" charset="0"/>
                          <a:ea typeface="宋体" panose="02010600030101010101" pitchFamily="2" charset="-122"/>
                          <a:cs typeface="Times New Roman" panose="02020603050405020304" pitchFamily="18" charset="0"/>
                        </a:rPr>
                        <a:t>Y</a:t>
                      </a:r>
                      <a:r>
                        <a:rPr kumimoji="0" lang="en-US" altLang="zh-CN" sz="1400" b="1" i="0" u="none" strike="noStrike" cap="none" normalizeH="0" baseline="-25000" smtClean="0">
                          <a:ln>
                            <a:noFill/>
                          </a:ln>
                          <a:solidFill>
                            <a:srgbClr val="000099"/>
                          </a:solidFill>
                          <a:effectLst/>
                          <a:latin typeface="Times New Roman" panose="02020603050405020304" pitchFamily="18" charset="0"/>
                          <a:ea typeface="宋体" panose="02010600030101010101" pitchFamily="2" charset="-122"/>
                          <a:cs typeface="Times New Roman" panose="02020603050405020304" pitchFamily="18" charset="0"/>
                        </a:rPr>
                        <a:t>1</a:t>
                      </a:r>
                      <a:r>
                        <a:rPr kumimoji="0" lang="zh-CN" sz="1400" b="1" i="0" u="none" strike="noStrike" cap="none" normalizeH="0" baseline="0" smtClean="0">
                          <a:ln>
                            <a:noFill/>
                          </a:ln>
                          <a:solidFill>
                            <a:srgbClr val="000099"/>
                          </a:solidFill>
                          <a:effectLst/>
                          <a:latin typeface="Calibri" panose="020F0502020204030204" charset="0"/>
                          <a:ea typeface="宋体" panose="02010600030101010101" pitchFamily="2" charset="-122"/>
                        </a:rPr>
                        <a:t>）</a:t>
                      </a:r>
                      <a:endParaRPr kumimoji="0" lang="zh-CN" sz="1400" b="1" i="0" u="none" strike="noStrike" cap="none" normalizeH="0" baseline="0" smtClean="0">
                        <a:ln>
                          <a:noFill/>
                        </a:ln>
                        <a:solidFill>
                          <a:srgbClr val="000099"/>
                        </a:solidFill>
                        <a:effectLst/>
                        <a:latin typeface="Calibri" panose="020F0502020204030204" charset="0"/>
                        <a:ea typeface="宋体" panose="02010600030101010101" pitchFamily="2" charset="-122"/>
                      </a:endParaRPr>
                    </a:p>
                  </a:txBody>
                  <a:tcPr marL="38973" marR="38973"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smtClean="0">
                          <a:ln>
                            <a:noFill/>
                          </a:ln>
                          <a:solidFill>
                            <a:srgbClr val="000099"/>
                          </a:solidFill>
                          <a:effectLst/>
                          <a:latin typeface="宋体" panose="02010600030101010101" pitchFamily="2" charset="-122"/>
                          <a:ea typeface="宋体" panose="02010600030101010101" pitchFamily="2" charset="-122"/>
                        </a:rPr>
                        <a:t>0.67</a:t>
                      </a:r>
                      <a:endParaRPr kumimoji="0" lang="zh-CN" altLang="zh-CN" sz="1400" b="1" i="0" u="none" strike="noStrike" cap="none" normalizeH="0" baseline="0" smtClean="0">
                        <a:ln>
                          <a:noFill/>
                        </a:ln>
                        <a:solidFill>
                          <a:srgbClr val="000099"/>
                        </a:solidFill>
                        <a:effectLst/>
                        <a:latin typeface="Calibri" panose="020F0502020204030204" charset="0"/>
                        <a:ea typeface="宋体" panose="02010600030101010101" pitchFamily="2" charset="-122"/>
                        <a:cs typeface="Times New Roman" panose="02020603050405020304" pitchFamily="18" charset="0"/>
                      </a:endParaRPr>
                    </a:p>
                  </a:txBody>
                  <a:tcPr marL="38973" marR="38973"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zh-CN" sz="1400" b="1" i="0" u="none" strike="noStrike" cap="none" normalizeH="0" baseline="0" dirty="0" smtClean="0">
                          <a:ln>
                            <a:noFill/>
                          </a:ln>
                          <a:solidFill>
                            <a:srgbClr val="000099"/>
                          </a:solidFill>
                          <a:effectLst/>
                          <a:latin typeface="Calibri" panose="020F0502020204030204" charset="0"/>
                          <a:ea typeface="宋体" panose="02010600030101010101" pitchFamily="2" charset="-122"/>
                        </a:rPr>
                        <a:t>（</a:t>
                      </a:r>
                      <a:r>
                        <a:rPr kumimoji="0" lang="en-US" altLang="zh-CN" sz="1400" b="1" i="1" u="none" strike="noStrike" cap="none" normalizeH="0" baseline="0" dirty="0" smtClean="0">
                          <a:ln>
                            <a:noFill/>
                          </a:ln>
                          <a:solidFill>
                            <a:srgbClr val="000099"/>
                          </a:solidFill>
                          <a:effectLst/>
                          <a:latin typeface="Times New Roman" panose="02020603050405020304" pitchFamily="18" charset="0"/>
                          <a:ea typeface="宋体" panose="02010600030101010101" pitchFamily="2" charset="-122"/>
                          <a:cs typeface="Times New Roman" panose="02020603050405020304" pitchFamily="18" charset="0"/>
                        </a:rPr>
                        <a:t>Y</a:t>
                      </a:r>
                      <a:r>
                        <a:rPr kumimoji="0" lang="en-US" altLang="zh-CN" sz="1400" b="1" i="0" u="none" strike="noStrike" cap="none" normalizeH="0" baseline="-25000" dirty="0" smtClean="0">
                          <a:ln>
                            <a:noFill/>
                          </a:ln>
                          <a:solidFill>
                            <a:srgbClr val="000099"/>
                          </a:solidFill>
                          <a:effectLst/>
                          <a:latin typeface="Times New Roman" panose="02020603050405020304" pitchFamily="18" charset="0"/>
                          <a:ea typeface="宋体" panose="02010600030101010101" pitchFamily="2" charset="-122"/>
                          <a:cs typeface="Times New Roman" panose="02020603050405020304" pitchFamily="18" charset="0"/>
                        </a:rPr>
                        <a:t>2</a:t>
                      </a:r>
                      <a:r>
                        <a:rPr kumimoji="0" lang="zh-CN" sz="1400" b="1" i="0" u="none" strike="noStrike" cap="none" normalizeH="0" baseline="0" dirty="0" smtClean="0">
                          <a:ln>
                            <a:noFill/>
                          </a:ln>
                          <a:solidFill>
                            <a:srgbClr val="000099"/>
                          </a:solidFill>
                          <a:effectLst/>
                          <a:latin typeface="Calibri" panose="020F0502020204030204" charset="0"/>
                          <a:ea typeface="宋体" panose="02010600030101010101" pitchFamily="2" charset="-122"/>
                        </a:rPr>
                        <a:t>）</a:t>
                      </a:r>
                      <a:endParaRPr kumimoji="0" lang="zh-CN" sz="1400" b="1" i="0" u="none" strike="noStrike" cap="none" normalizeH="0" baseline="0" dirty="0" smtClean="0">
                        <a:ln>
                          <a:noFill/>
                        </a:ln>
                        <a:solidFill>
                          <a:srgbClr val="000099"/>
                        </a:solidFill>
                        <a:effectLst/>
                        <a:latin typeface="Calibri" panose="020F0502020204030204" charset="0"/>
                        <a:ea typeface="宋体" panose="02010600030101010101" pitchFamily="2" charset="-122"/>
                      </a:endParaRPr>
                    </a:p>
                  </a:txBody>
                  <a:tcPr marL="38973" marR="38973" marT="0" marB="0" anchor="ctr" horzOverflow="overflow">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lnTlToBr>
                      <a:noFill/>
                    </a:lnTlToBr>
                    <a:lnBlToTr>
                      <a:noFill/>
                    </a:lnBlToTr>
                    <a:noFill/>
                  </a:tcPr>
                </a:tc>
              </a:tr>
            </a:tbl>
          </a:graphicData>
        </a:graphic>
      </p:graphicFrame>
      <p:graphicFrame>
        <p:nvGraphicFramePr>
          <p:cNvPr id="9218" name="Object 2"/>
          <p:cNvGraphicFramePr>
            <a:graphicFrameLocks noChangeAspect="1"/>
          </p:cNvGraphicFramePr>
          <p:nvPr/>
        </p:nvGraphicFramePr>
        <p:xfrm>
          <a:off x="3595688" y="285750"/>
          <a:ext cx="592137" cy="285750"/>
        </p:xfrm>
        <a:graphic>
          <a:graphicData uri="http://schemas.openxmlformats.org/presentationml/2006/ole">
            <mc:AlternateContent xmlns:mc="http://schemas.openxmlformats.org/markup-compatibility/2006">
              <mc:Choice xmlns:v="urn:schemas-microsoft-com:vml" Requires="v">
                <p:oleObj spid="_x0000_s9492" name="公式" r:id="rId1" imgW="11277600" imgH="5486400" progId="Equation.3">
                  <p:embed/>
                </p:oleObj>
              </mc:Choice>
              <mc:Fallback>
                <p:oleObj name="公式" r:id="rId1" imgW="11277600" imgH="5486400" progId="Equation.3">
                  <p:embed/>
                  <p:pic>
                    <p:nvPicPr>
                      <p:cNvPr id="0" name="Object 2"/>
                      <p:cNvPicPr>
                        <a:picLocks noChangeAspect="1" noChangeArrowheads="1"/>
                      </p:cNvPicPr>
                      <p:nvPr/>
                    </p:nvPicPr>
                    <p:blipFill>
                      <a:blip r:embed="rId2"/>
                      <a:srcRect/>
                      <a:stretch>
                        <a:fillRect/>
                      </a:stretch>
                    </p:blipFill>
                    <p:spPr bwMode="auto">
                      <a:xfrm>
                        <a:off x="3595688" y="285750"/>
                        <a:ext cx="592137" cy="2857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9219" name="Object 3"/>
          <p:cNvGraphicFramePr>
            <a:graphicFrameLocks noChangeAspect="1"/>
          </p:cNvGraphicFramePr>
          <p:nvPr/>
        </p:nvGraphicFramePr>
        <p:xfrm>
          <a:off x="5643563" y="0"/>
          <a:ext cx="871537" cy="285750"/>
        </p:xfrm>
        <a:graphic>
          <a:graphicData uri="http://schemas.openxmlformats.org/presentationml/2006/ole">
            <mc:AlternateContent xmlns:mc="http://schemas.openxmlformats.org/markup-compatibility/2006">
              <mc:Choice xmlns:v="urn:schemas-microsoft-com:vml" Requires="v">
                <p:oleObj spid="_x0000_s9493" name="公式" r:id="rId3" imgW="685800" imgH="228600" progId="Equation.3">
                  <p:embed/>
                </p:oleObj>
              </mc:Choice>
              <mc:Fallback>
                <p:oleObj name="公式" r:id="rId3" imgW="685800" imgH="228600" progId="Equation.3">
                  <p:embed/>
                  <p:pic>
                    <p:nvPicPr>
                      <p:cNvPr id="0"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643563" y="0"/>
                        <a:ext cx="871537" cy="2857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9220" name="Object 4"/>
          <p:cNvGraphicFramePr>
            <a:graphicFrameLocks noChangeAspect="1"/>
          </p:cNvGraphicFramePr>
          <p:nvPr/>
        </p:nvGraphicFramePr>
        <p:xfrm>
          <a:off x="7000875" y="0"/>
          <a:ext cx="857250" cy="285750"/>
        </p:xfrm>
        <a:graphic>
          <a:graphicData uri="http://schemas.openxmlformats.org/presentationml/2006/ole">
            <mc:AlternateContent xmlns:mc="http://schemas.openxmlformats.org/markup-compatibility/2006">
              <mc:Choice xmlns:v="urn:schemas-microsoft-com:vml" Requires="v">
                <p:oleObj spid="_x0000_s9494" name="公式" r:id="rId5" imgW="685800" imgH="228600" progId="Equation.3">
                  <p:embed/>
                </p:oleObj>
              </mc:Choice>
              <mc:Fallback>
                <p:oleObj name="公式" r:id="rId5" imgW="685800" imgH="228600" progId="Equation.3">
                  <p:embed/>
                  <p:pic>
                    <p:nvPicPr>
                      <p:cNvPr id="0" name="Object 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000875" y="0"/>
                        <a:ext cx="857250" cy="2857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9380" name="Text Box 129"/>
          <p:cNvSpPr txBox="1">
            <a:spLocks noChangeArrowheads="1"/>
          </p:cNvSpPr>
          <p:nvPr/>
        </p:nvSpPr>
        <p:spPr bwMode="auto">
          <a:xfrm>
            <a:off x="8286750" y="6488113"/>
            <a:ext cx="103505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000">
                <a:solidFill>
                  <a:srgbClr val="000099"/>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rgbClr val="000099"/>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rgbClr val="000099"/>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rgbClr val="000099"/>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lnSpc>
                <a:spcPct val="100000"/>
              </a:lnSpc>
              <a:buClr>
                <a:srgbClr val="EB6623"/>
              </a:buClr>
              <a:buSzPct val="70000"/>
              <a:buFontTx/>
              <a:buNone/>
            </a:pPr>
            <a:r>
              <a:rPr lang="en-US" altLang="zh-CN">
                <a:latin typeface="Tahoma" panose="020B0604030504040204" pitchFamily="34" charset="0"/>
              </a:rPr>
              <a:t> </a:t>
            </a:r>
            <a:r>
              <a:rPr lang="zh-CN" altLang="en-US" b="1">
                <a:latin typeface="Tahoma" panose="020B0604030504040204" pitchFamily="34" charset="0"/>
                <a:hlinkClick r:id="rId7" action="ppaction://hlinksldjump"/>
              </a:rPr>
              <a:t>返回</a:t>
            </a:r>
            <a:r>
              <a:rPr lang="zh-CN" altLang="en-US">
                <a:latin typeface="Tahoma" panose="020B0604030504040204" pitchFamily="34" charset="0"/>
              </a:rPr>
              <a:t>　</a:t>
            </a:r>
            <a:endParaRPr lang="zh-CN" altLang="en-US">
              <a:latin typeface="Tahoma" panose="020B0604030504040204" pitchFamily="34" charset="0"/>
            </a:endParaRPr>
          </a:p>
        </p:txBody>
      </p:sp>
    </p:spTree>
  </p:cSld>
  <p:clrMapOvr>
    <a:masterClrMapping/>
  </p:clrMapOvr>
  <p:transition>
    <p:wipe dir="r"/>
  </p:transition>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2162" name="Rectangle 2"/>
          <p:cNvSpPr>
            <a:spLocks noGrp="1" noChangeArrowheads="1"/>
          </p:cNvSpPr>
          <p:nvPr>
            <p:ph idx="1"/>
          </p:nvPr>
        </p:nvSpPr>
        <p:spPr>
          <a:xfrm>
            <a:off x="549910" y="3035300"/>
            <a:ext cx="3336290" cy="2933700"/>
          </a:xfrm>
        </p:spPr>
        <p:txBody>
          <a:bodyPr/>
          <a:lstStyle/>
          <a:p>
            <a:pPr marL="342900" marR="0" lvl="0" indent="-342900" algn="l" defTabSz="914400" rtl="0" eaLnBrk="0" fontAlgn="base" latinLnBrk="0" hangingPunct="0">
              <a:lnSpc>
                <a:spcPts val="4000"/>
              </a:lnSpc>
              <a:spcBef>
                <a:spcPct val="20000"/>
              </a:spcBef>
              <a:spcAft>
                <a:spcPct val="0"/>
              </a:spcAft>
              <a:buClr>
                <a:schemeClr val="hlink"/>
              </a:buClr>
              <a:buSzPct val="110000"/>
              <a:buFontTx/>
              <a:buNone/>
              <a:defRPr/>
            </a:pPr>
            <a:r>
              <a:rPr kumimoji="1" lang="en-US" altLang="zh-CN" sz="3200" b="1" i="0" u="none" strike="noStrike" kern="1200" cap="none" spc="0" normalizeH="0" baseline="0" noProof="0" dirty="0">
                <a:ln>
                  <a:noFill/>
                </a:ln>
                <a:solidFill>
                  <a:srgbClr val="000000"/>
                </a:solidFill>
                <a:effectLst>
                  <a:outerShdw blurRad="38100" dist="38100" dir="2700000" algn="tl">
                    <a:srgbClr val="FFFFFF"/>
                  </a:outerShdw>
                </a:effectLst>
                <a:uLnTx/>
                <a:uFillTx/>
                <a:latin typeface="仿宋_GB2312" pitchFamily="49" charset="-122"/>
                <a:ea typeface="仿宋_GB2312" pitchFamily="49" charset="-122"/>
                <a:cs typeface="+mn-cs"/>
              </a:rPr>
              <a:t>    </a:t>
            </a:r>
            <a:r>
              <a:rPr kumimoji="1" lang="zh-CN" altLang="en-US" sz="2400" i="0" u="none" strike="noStrike" kern="1200" cap="none" spc="0" normalizeH="0" baseline="0" noProof="0" dirty="0">
                <a:ln>
                  <a:noFill/>
                </a:ln>
                <a:solidFill>
                  <a:srgbClr val="000000"/>
                </a:solidFill>
                <a:effectLst>
                  <a:outerShdw blurRad="38100" dist="38100" dir="2700000" algn="tl">
                    <a:srgbClr val="FFFFFF"/>
                  </a:outerShdw>
                </a:effectLst>
                <a:uLnTx/>
                <a:uFillTx/>
                <a:latin typeface="黑体" panose="02010609060101010101" pitchFamily="49" charset="-122"/>
                <a:ea typeface="黑体" panose="02010609060101010101" pitchFamily="49" charset="-122"/>
                <a:cs typeface="黑体" panose="02010609060101010101" pitchFamily="49" charset="-122"/>
              </a:rPr>
              <a:t>滚动体与外圈接触点的法线与轴承径向平面间夹角称为</a:t>
            </a:r>
            <a:r>
              <a:rPr kumimoji="1" lang="zh-CN" altLang="en-US" sz="2400" i="0" u="none" strike="noStrike" kern="1200" cap="none" spc="0" normalizeH="0" baseline="0" noProof="0" dirty="0">
                <a:ln>
                  <a:noFill/>
                </a:ln>
                <a:solidFill>
                  <a:srgbClr val="CC0000"/>
                </a:solidFill>
                <a:effectLst/>
                <a:uLnTx/>
                <a:uFillTx/>
                <a:latin typeface="黑体" panose="02010609060101010101" pitchFamily="49" charset="-122"/>
                <a:ea typeface="黑体" panose="02010609060101010101" pitchFamily="49" charset="-122"/>
                <a:cs typeface="黑体" panose="02010609060101010101" pitchFamily="49" charset="-122"/>
              </a:rPr>
              <a:t>接触角</a:t>
            </a:r>
            <a:r>
              <a:rPr kumimoji="1" lang="en-US" altLang="zh-CN" sz="2400" i="0" u="none" strike="noStrike" kern="1200" cap="none" spc="0" normalizeH="0" baseline="0" noProof="0" dirty="0">
                <a:ln>
                  <a:noFill/>
                </a:ln>
                <a:solidFill>
                  <a:srgbClr val="CC0000"/>
                </a:solidFill>
                <a:effectLst/>
                <a:uLnTx/>
                <a:uFillTx/>
                <a:latin typeface="黑体" panose="02010609060101010101" pitchFamily="49" charset="-122"/>
                <a:ea typeface="黑体" panose="02010609060101010101" pitchFamily="49" charset="-122"/>
                <a:cs typeface="黑体" panose="02010609060101010101" pitchFamily="49" charset="-122"/>
              </a:rPr>
              <a:t>α</a:t>
            </a:r>
            <a:r>
              <a:rPr kumimoji="1" lang="zh-CN" altLang="en-US" sz="2400" i="0" u="none" strike="noStrike" kern="1200" cap="none" spc="0" normalizeH="0" baseline="0" noProof="0" dirty="0">
                <a:ln>
                  <a:noFill/>
                </a:ln>
                <a:solidFill>
                  <a:srgbClr val="000000"/>
                </a:solidFill>
                <a:effectLst>
                  <a:outerShdw blurRad="38100" dist="38100" dir="2700000" algn="tl">
                    <a:srgbClr val="FFFFFF"/>
                  </a:outerShdw>
                </a:effectLst>
                <a:uLnTx/>
                <a:uFillTx/>
                <a:latin typeface="黑体" panose="02010609060101010101" pitchFamily="49" charset="-122"/>
                <a:ea typeface="黑体" panose="02010609060101010101" pitchFamily="49" charset="-122"/>
                <a:cs typeface="黑体" panose="02010609060101010101" pitchFamily="49" charset="-122"/>
              </a:rPr>
              <a:t>。</a:t>
            </a:r>
            <a:endParaRPr kumimoji="1" lang="zh-CN" altLang="en-US" sz="2400" i="0" u="none" strike="noStrike" kern="1200" cap="none" spc="0" normalizeH="0" baseline="0" noProof="0" dirty="0">
              <a:ln>
                <a:noFill/>
              </a:ln>
              <a:solidFill>
                <a:srgbClr val="000000"/>
              </a:solidFill>
              <a:effectLst>
                <a:outerShdw blurRad="38100" dist="38100" dir="2700000" algn="tl">
                  <a:srgbClr val="FFFFFF"/>
                </a:outerShdw>
              </a:effectLst>
              <a:uLnTx/>
              <a:uFillTx/>
              <a:latin typeface="黑体" panose="02010609060101010101" pitchFamily="49" charset="-122"/>
              <a:ea typeface="黑体" panose="02010609060101010101" pitchFamily="49" charset="-122"/>
              <a:cs typeface="黑体" panose="02010609060101010101" pitchFamily="49" charset="-122"/>
            </a:endParaRPr>
          </a:p>
        </p:txBody>
      </p:sp>
      <p:pic>
        <p:nvPicPr>
          <p:cNvPr id="92163" name="Picture 3" descr="zh5"/>
          <p:cNvPicPr>
            <a:picLocks noChangeAspect="1"/>
          </p:cNvPicPr>
          <p:nvPr/>
        </p:nvPicPr>
        <p:blipFill>
          <a:blip r:embed="rId1">
            <a:lum bright="6000"/>
          </a:blip>
          <a:srcRect l="6418" r="2559" b="1790"/>
          <a:stretch>
            <a:fillRect/>
          </a:stretch>
        </p:blipFill>
        <p:spPr>
          <a:xfrm>
            <a:off x="4206875" y="2895600"/>
            <a:ext cx="2235200" cy="3446463"/>
          </a:xfrm>
          <a:prstGeom prst="rect">
            <a:avLst/>
          </a:prstGeom>
          <a:noFill/>
          <a:ln w="9525">
            <a:noFill/>
          </a:ln>
        </p:spPr>
      </p:pic>
      <p:sp>
        <p:nvSpPr>
          <p:cNvPr id="92164" name="Line 4"/>
          <p:cNvSpPr/>
          <p:nvPr/>
        </p:nvSpPr>
        <p:spPr>
          <a:xfrm flipH="1" flipV="1">
            <a:off x="4891088" y="2192338"/>
            <a:ext cx="381000" cy="990600"/>
          </a:xfrm>
          <a:prstGeom prst="line">
            <a:avLst/>
          </a:prstGeom>
          <a:ln w="9525" cap="flat" cmpd="sng">
            <a:solidFill>
              <a:srgbClr val="0000FF"/>
            </a:solidFill>
            <a:prstDash val="solid"/>
            <a:headEnd type="none" w="med" len="med"/>
            <a:tailEnd type="none" w="med" len="med"/>
          </a:ln>
        </p:spPr>
      </p:sp>
      <p:sp>
        <p:nvSpPr>
          <p:cNvPr id="92165" name="Line 5"/>
          <p:cNvSpPr/>
          <p:nvPr/>
        </p:nvSpPr>
        <p:spPr>
          <a:xfrm flipV="1">
            <a:off x="5246688" y="2133600"/>
            <a:ext cx="0" cy="1066800"/>
          </a:xfrm>
          <a:prstGeom prst="line">
            <a:avLst/>
          </a:prstGeom>
          <a:ln w="9525" cap="flat" cmpd="sng">
            <a:solidFill>
              <a:srgbClr val="0000FF"/>
            </a:solidFill>
            <a:prstDash val="solid"/>
            <a:headEnd type="none" w="med" len="med"/>
            <a:tailEnd type="none" w="med" len="med"/>
          </a:ln>
        </p:spPr>
      </p:sp>
      <p:sp>
        <p:nvSpPr>
          <p:cNvPr id="92166" name="Text Box 6"/>
          <p:cNvSpPr txBox="1"/>
          <p:nvPr/>
        </p:nvSpPr>
        <p:spPr>
          <a:xfrm>
            <a:off x="4972050" y="2236788"/>
            <a:ext cx="376238" cy="457200"/>
          </a:xfrm>
          <a:prstGeom prst="rect">
            <a:avLst/>
          </a:prstGeom>
          <a:noFill/>
          <a:ln w="9525">
            <a:noFill/>
          </a:ln>
        </p:spPr>
        <p:txBody>
          <a:bodyPr wrap="none">
            <a:spAutoFit/>
          </a:bodyPr>
          <a:p>
            <a:pPr indent="0">
              <a:buNone/>
            </a:pPr>
            <a:r>
              <a:rPr lang="en-US" altLang="zh-CN" sz="2400" dirty="0">
                <a:solidFill>
                  <a:srgbClr val="0000FF"/>
                </a:solidFill>
                <a:latin typeface="Times New Roman" panose="02020603050405020304" pitchFamily="18" charset="0"/>
                <a:ea typeface="宋体" panose="02010600030101010101" pitchFamily="2" charset="-122"/>
                <a:sym typeface="Symbol" panose="05050102010706020507" pitchFamily="18" charset="2"/>
              </a:rPr>
              <a:t></a:t>
            </a:r>
            <a:endParaRPr lang="en-US" altLang="zh-CN" sz="2400" dirty="0">
              <a:solidFill>
                <a:srgbClr val="0000FF"/>
              </a:solidFill>
              <a:latin typeface="Times New Roman" panose="02020603050405020304" pitchFamily="18" charset="0"/>
              <a:ea typeface="宋体" panose="02010600030101010101" pitchFamily="2" charset="-122"/>
            </a:endParaRPr>
          </a:p>
        </p:txBody>
      </p:sp>
      <p:pic>
        <p:nvPicPr>
          <p:cNvPr id="92167" name="Picture 7" descr="zh3"/>
          <p:cNvPicPr>
            <a:picLocks noChangeAspect="1"/>
          </p:cNvPicPr>
          <p:nvPr/>
        </p:nvPicPr>
        <p:blipFill>
          <a:blip r:embed="rId2">
            <a:lum bright="12000"/>
          </a:blip>
          <a:srcRect l="3737" t="4225" r="64314" b="7327"/>
          <a:stretch>
            <a:fillRect/>
          </a:stretch>
        </p:blipFill>
        <p:spPr>
          <a:xfrm>
            <a:off x="6656388" y="2909888"/>
            <a:ext cx="2211387" cy="3449637"/>
          </a:xfrm>
          <a:prstGeom prst="rect">
            <a:avLst/>
          </a:prstGeom>
          <a:noFill/>
          <a:ln w="9525">
            <a:noFill/>
          </a:ln>
        </p:spPr>
      </p:pic>
      <p:sp>
        <p:nvSpPr>
          <p:cNvPr id="92168" name="Line 8"/>
          <p:cNvSpPr/>
          <p:nvPr/>
        </p:nvSpPr>
        <p:spPr>
          <a:xfrm flipH="1" flipV="1">
            <a:off x="7261225" y="2312988"/>
            <a:ext cx="381000" cy="990600"/>
          </a:xfrm>
          <a:prstGeom prst="line">
            <a:avLst/>
          </a:prstGeom>
          <a:ln w="9525" cap="flat" cmpd="sng">
            <a:solidFill>
              <a:srgbClr val="0000FF"/>
            </a:solidFill>
            <a:prstDash val="solid"/>
            <a:headEnd type="none" w="med" len="med"/>
            <a:tailEnd type="none" w="med" len="med"/>
          </a:ln>
        </p:spPr>
      </p:sp>
      <p:sp>
        <p:nvSpPr>
          <p:cNvPr id="92169" name="Line 9"/>
          <p:cNvSpPr/>
          <p:nvPr/>
        </p:nvSpPr>
        <p:spPr>
          <a:xfrm flipV="1">
            <a:off x="7642225" y="2236788"/>
            <a:ext cx="0" cy="1066800"/>
          </a:xfrm>
          <a:prstGeom prst="line">
            <a:avLst/>
          </a:prstGeom>
          <a:ln w="9525" cap="flat" cmpd="sng">
            <a:solidFill>
              <a:srgbClr val="0000FF"/>
            </a:solidFill>
            <a:prstDash val="solid"/>
            <a:headEnd type="none" w="med" len="med"/>
            <a:tailEnd type="none" w="med" len="med"/>
          </a:ln>
        </p:spPr>
      </p:sp>
      <p:sp>
        <p:nvSpPr>
          <p:cNvPr id="92170" name="Text Box 10"/>
          <p:cNvSpPr txBox="1"/>
          <p:nvPr/>
        </p:nvSpPr>
        <p:spPr>
          <a:xfrm>
            <a:off x="7342188" y="2357438"/>
            <a:ext cx="376237" cy="457200"/>
          </a:xfrm>
          <a:prstGeom prst="rect">
            <a:avLst/>
          </a:prstGeom>
          <a:noFill/>
          <a:ln w="9525">
            <a:noFill/>
          </a:ln>
        </p:spPr>
        <p:txBody>
          <a:bodyPr wrap="none">
            <a:spAutoFit/>
          </a:bodyPr>
          <a:p>
            <a:pPr indent="0">
              <a:buNone/>
            </a:pPr>
            <a:r>
              <a:rPr lang="en-US" altLang="zh-CN" sz="2400" dirty="0">
                <a:solidFill>
                  <a:srgbClr val="0000FF"/>
                </a:solidFill>
                <a:latin typeface="Times New Roman" panose="02020603050405020304" pitchFamily="18" charset="0"/>
                <a:ea typeface="宋体" panose="02010600030101010101" pitchFamily="2" charset="-122"/>
                <a:sym typeface="Symbol" panose="05050102010706020507" pitchFamily="18" charset="2"/>
              </a:rPr>
              <a:t></a:t>
            </a:r>
            <a:endParaRPr lang="en-US" altLang="zh-CN" sz="2400" dirty="0">
              <a:solidFill>
                <a:srgbClr val="0000FF"/>
              </a:solidFill>
              <a:latin typeface="Times New Roman" panose="02020603050405020304" pitchFamily="18" charset="0"/>
              <a:ea typeface="宋体" panose="02010600030101010101" pitchFamily="2" charset="-122"/>
            </a:endParaRPr>
          </a:p>
        </p:txBody>
      </p:sp>
      <p:sp>
        <p:nvSpPr>
          <p:cNvPr id="92171" name="Rectangle 11"/>
          <p:cNvSpPr>
            <a:spLocks noChangeArrowheads="1"/>
          </p:cNvSpPr>
          <p:nvPr/>
        </p:nvSpPr>
        <p:spPr bwMode="auto">
          <a:xfrm>
            <a:off x="468948" y="1464469"/>
            <a:ext cx="4754880" cy="460375"/>
          </a:xfrm>
          <a:prstGeom prst="rect">
            <a:avLst/>
          </a:prstGeom>
          <a:noFill/>
          <a:ln>
            <a:noFill/>
          </a:ln>
          <a:effectLst/>
          <a:extLst>
            <a:ext uri="{909E8E84-426E-40DD-AFC4-6F175D3DCCD1}">
              <a14:hiddenFill xmlns:a14="http://schemas.microsoft.com/office/drawing/2010/main">
                <a:gradFill rotWithShape="0">
                  <a:gsLst>
                    <a:gs pos="0">
                      <a:schemeClr val="accent1"/>
                    </a:gs>
                    <a:gs pos="100000">
                      <a:schemeClr val="accent1">
                        <a:gamma/>
                        <a:shade val="46275"/>
                        <a:invGamma/>
                      </a:schemeClr>
                    </a:gs>
                  </a:gsLst>
                  <a:path path="shape">
                    <a:fillToRect l="50000" t="50000" r="50000" b="50000"/>
                  </a:path>
                </a:gra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marL="0" marR="0" lvl="0" indent="0" algn="ctr" defTabSz="914400" rtl="0" eaLnBrk="0" fontAlgn="base" latinLnBrk="0" hangingPunct="0">
              <a:lnSpc>
                <a:spcPct val="100000"/>
              </a:lnSpc>
              <a:spcBef>
                <a:spcPct val="0"/>
              </a:spcBef>
              <a:spcAft>
                <a:spcPct val="0"/>
              </a:spcAft>
              <a:buClrTx/>
              <a:buSzTx/>
              <a:buFontTx/>
              <a:buNone/>
              <a:defRPr/>
            </a:pPr>
            <a:r>
              <a:rPr kumimoji="1" lang="zh-CN" altLang="en-US" sz="2400" b="0" i="0" u="none" strike="noStrike" kern="1200" cap="none" spc="0" normalizeH="0" baseline="0" noProof="0" dirty="0">
                <a:ln>
                  <a:noFill/>
                </a:ln>
                <a:solidFill>
                  <a:srgbClr val="CC0000"/>
                </a:solidFill>
                <a:effectLst/>
                <a:uLnTx/>
                <a:uFillTx/>
                <a:latin typeface="黑体" panose="02010609060101010101" pitchFamily="49" charset="-122"/>
                <a:ea typeface="黑体" panose="02010609060101010101" pitchFamily="49" charset="-122"/>
                <a:cs typeface="+mn-cs"/>
              </a:rPr>
              <a:t>向心类角接触轴承的轴向载荷计算</a:t>
            </a:r>
            <a:endParaRPr kumimoji="1" lang="zh-CN" altLang="en-US" sz="2400" b="0" i="0" u="none" strike="noStrike" kern="1200" cap="none" spc="0" normalizeH="0" baseline="0" noProof="0" dirty="0">
              <a:ln>
                <a:noFill/>
              </a:ln>
              <a:solidFill>
                <a:srgbClr val="CC0000"/>
              </a:solidFill>
              <a:effectLst/>
              <a:uLnTx/>
              <a:uFillTx/>
              <a:latin typeface="黑体" panose="02010609060101010101" pitchFamily="49" charset="-122"/>
              <a:ea typeface="黑体" panose="02010609060101010101" pitchFamily="49" charset="-122"/>
              <a:cs typeface="+mn-cs"/>
            </a:endParaRPr>
          </a:p>
        </p:txBody>
      </p:sp>
      <p:sp>
        <p:nvSpPr>
          <p:cNvPr id="92172" name="Rectangle 12"/>
          <p:cNvSpPr>
            <a:spLocks noChangeArrowheads="1"/>
          </p:cNvSpPr>
          <p:nvPr/>
        </p:nvSpPr>
        <p:spPr bwMode="auto">
          <a:xfrm>
            <a:off x="583724" y="2197259"/>
            <a:ext cx="4145280" cy="460375"/>
          </a:xfrm>
          <a:prstGeom prst="rect">
            <a:avLst/>
          </a:prstGeom>
          <a:noFill/>
          <a:ln>
            <a:noFill/>
          </a:ln>
          <a:effectLst/>
          <a:extLst>
            <a:ext uri="{909E8E84-426E-40DD-AFC4-6F175D3DCCD1}">
              <a14:hiddenFill xmlns:a14="http://schemas.microsoft.com/office/drawing/2010/main">
                <a:gradFill rotWithShape="0">
                  <a:gsLst>
                    <a:gs pos="0">
                      <a:schemeClr val="accent1"/>
                    </a:gs>
                    <a:gs pos="100000">
                      <a:schemeClr val="accent1">
                        <a:gamma/>
                        <a:shade val="46275"/>
                        <a:invGamma/>
                      </a:schemeClr>
                    </a:gs>
                  </a:gsLst>
                  <a:path path="shape">
                    <a:fillToRect l="50000" t="50000" r="50000" b="50000"/>
                  </a:path>
                </a:gra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marL="0" marR="0" lvl="0" indent="0" algn="ctr" defTabSz="914400" rtl="0" eaLnBrk="0" fontAlgn="base" latinLnBrk="0" hangingPunct="0">
              <a:lnSpc>
                <a:spcPct val="100000"/>
              </a:lnSpc>
              <a:spcBef>
                <a:spcPct val="0"/>
              </a:spcBef>
              <a:spcAft>
                <a:spcPct val="0"/>
              </a:spcAft>
              <a:buClrTx/>
              <a:buSzTx/>
              <a:buFontTx/>
              <a:buNone/>
              <a:defRPr/>
            </a:pPr>
            <a:r>
              <a:rPr kumimoji="1" lang="en-US" altLang="zh-CN" sz="2400" i="0" u="none" strike="noStrike" kern="1200" cap="none" spc="0" normalizeH="0" baseline="0" noProof="0" dirty="0">
                <a:ln>
                  <a:noFill/>
                </a:ln>
                <a:solidFill>
                  <a:srgbClr val="0000FF"/>
                </a:solidFill>
                <a:effectLst>
                  <a:outerShdw blurRad="38100" dist="38100" dir="2700000" algn="tl">
                    <a:srgbClr val="FFFFFF"/>
                  </a:outerShdw>
                </a:effectLst>
                <a:uLnTx/>
                <a:uFillTx/>
                <a:latin typeface="黑体" panose="02010609060101010101" pitchFamily="49" charset="-122"/>
                <a:ea typeface="黑体" panose="02010609060101010101" pitchFamily="49" charset="-122"/>
                <a:cs typeface="黑体" panose="02010609060101010101" pitchFamily="49" charset="-122"/>
              </a:rPr>
              <a:t>a)</a:t>
            </a:r>
            <a:r>
              <a:rPr kumimoji="1" lang="zh-CN" altLang="en-US" sz="2400" i="0" u="none" strike="noStrike" kern="1200" cap="none" spc="0" normalizeH="0" baseline="0" noProof="0" dirty="0">
                <a:ln>
                  <a:noFill/>
                </a:ln>
                <a:solidFill>
                  <a:srgbClr val="0000FF"/>
                </a:solidFill>
                <a:effectLst>
                  <a:outerShdw blurRad="38100" dist="38100" dir="2700000" algn="tl">
                    <a:srgbClr val="FFFFFF"/>
                  </a:outerShdw>
                </a:effectLst>
                <a:uLnTx/>
                <a:uFillTx/>
                <a:latin typeface="黑体" panose="02010609060101010101" pitchFamily="49" charset="-122"/>
                <a:ea typeface="黑体" panose="02010609060101010101" pitchFamily="49" charset="-122"/>
                <a:cs typeface="黑体" panose="02010609060101010101" pitchFamily="49" charset="-122"/>
              </a:rPr>
              <a:t>向心类角接触轴承的接触角</a:t>
            </a:r>
            <a:endParaRPr kumimoji="1" lang="zh-CN" altLang="en-US" sz="2400" i="0" u="none" strike="noStrike" kern="1200" cap="none" spc="0" normalizeH="0" baseline="0" noProof="0" dirty="0">
              <a:ln>
                <a:noFill/>
              </a:ln>
              <a:solidFill>
                <a:srgbClr val="0000FF"/>
              </a:solidFill>
              <a:effectLst>
                <a:outerShdw blurRad="38100" dist="38100" dir="2700000" algn="tl">
                  <a:srgbClr val="FFFFFF"/>
                </a:outerShdw>
              </a:effectLst>
              <a:uLnTx/>
              <a:uFillTx/>
              <a:latin typeface="黑体" panose="02010609060101010101" pitchFamily="49" charset="-122"/>
              <a:ea typeface="黑体" panose="02010609060101010101" pitchFamily="49" charset="-122"/>
              <a:cs typeface="黑体" panose="02010609060101010101" pitchFamily="49" charset="-122"/>
            </a:endParaRPr>
          </a:p>
        </p:txBody>
      </p:sp>
      <p:sp>
        <p:nvSpPr>
          <p:cNvPr id="50190" name="文本框 3"/>
          <p:cNvSpPr txBox="1"/>
          <p:nvPr/>
        </p:nvSpPr>
        <p:spPr>
          <a:xfrm>
            <a:off x="222250" y="784225"/>
            <a:ext cx="4450080" cy="534035"/>
          </a:xfrm>
          <a:prstGeom prst="rect">
            <a:avLst/>
          </a:prstGeom>
          <a:noFill/>
          <a:ln w="9525">
            <a:noFill/>
          </a:ln>
        </p:spPr>
        <p:txBody>
          <a:bodyPr wrap="none">
            <a:spAutoFit/>
          </a:bodyPr>
          <a:p>
            <a:pPr indent="0">
              <a:buNone/>
            </a:pPr>
            <a:r>
              <a:rPr lang="zh-CN" altLang="en-US" sz="2400" dirty="0">
                <a:solidFill>
                  <a:srgbClr val="C00000"/>
                </a:solidFill>
                <a:latin typeface="黑体" panose="02010609060101010101" pitchFamily="49" charset="-122"/>
                <a:ea typeface="黑体" panose="02010609060101010101" pitchFamily="49" charset="-122"/>
              </a:rPr>
              <a:t>四、角接触轴承的当量载荷计算</a:t>
            </a:r>
            <a:endParaRPr lang="zh-CN" altLang="en-US" sz="2400" dirty="0">
              <a:solidFill>
                <a:srgbClr val="C00000"/>
              </a:solidFill>
              <a:latin typeface="黑体" panose="02010609060101010101" pitchFamily="49" charset="-122"/>
              <a:ea typeface="黑体" panose="02010609060101010101" pitchFamily="49" charset="-122"/>
            </a:endParaRPr>
          </a:p>
        </p:txBody>
      </p:sp>
      <p:pic>
        <p:nvPicPr>
          <p:cNvPr id="16" name="Picture 148" descr="back1">
            <a:hlinkClick r:id="" action="ppaction://hlinkshowjump?jump=previousslide"/>
          </p:cNvPr>
          <p:cNvPicPr>
            <a:picLocks noChangeAspect="1"/>
          </p:cNvPicPr>
          <p:nvPr/>
        </p:nvPicPr>
        <p:blipFill>
          <a:blip r:embed="rId3"/>
          <a:stretch>
            <a:fillRect/>
          </a:stretch>
        </p:blipFill>
        <p:spPr>
          <a:xfrm>
            <a:off x="8324850" y="6551613"/>
            <a:ext cx="306388" cy="306387"/>
          </a:xfrm>
          <a:prstGeom prst="rect">
            <a:avLst/>
          </a:prstGeom>
          <a:noFill/>
          <a:ln w="9525">
            <a:noFill/>
          </a:ln>
        </p:spPr>
      </p:pic>
      <p:pic>
        <p:nvPicPr>
          <p:cNvPr id="17" name="Picture 149" descr="NEXT1">
            <a:hlinkClick r:id="" action="ppaction://hlinkshowjump?jump=nextslide"/>
          </p:cNvPr>
          <p:cNvPicPr>
            <a:picLocks noChangeAspect="1"/>
          </p:cNvPicPr>
          <p:nvPr/>
        </p:nvPicPr>
        <p:blipFill>
          <a:blip r:embed="rId4"/>
          <a:stretch>
            <a:fillRect/>
          </a:stretch>
        </p:blipFill>
        <p:spPr>
          <a:xfrm>
            <a:off x="8745538" y="6551613"/>
            <a:ext cx="306387" cy="306387"/>
          </a:xfrm>
          <a:prstGeom prst="rect">
            <a:avLst/>
          </a:prstGeom>
          <a:noFill/>
          <a:ln w="9525">
            <a:noFill/>
          </a:ln>
        </p:spPr>
      </p:pic>
      <p:pic>
        <p:nvPicPr>
          <p:cNvPr id="18" name="Picture 150" descr="rewind1">
            <a:hlinkClick r:id="" action="ppaction://hlinkshowjump?jump=firstslide"/>
          </p:cNvPr>
          <p:cNvPicPr>
            <a:picLocks noChangeAspect="1"/>
          </p:cNvPicPr>
          <p:nvPr/>
        </p:nvPicPr>
        <p:blipFill>
          <a:blip r:embed="rId5"/>
          <a:stretch>
            <a:fillRect/>
          </a:stretch>
        </p:blipFill>
        <p:spPr>
          <a:xfrm>
            <a:off x="7875588" y="6551613"/>
            <a:ext cx="306387" cy="306387"/>
          </a:xfrm>
          <a:prstGeom prst="rect">
            <a:avLst/>
          </a:prstGeom>
          <a:noFill/>
          <a:ln w="9525">
            <a:noFill/>
          </a:ln>
        </p:spPr>
      </p:pic>
      <p:sp>
        <p:nvSpPr>
          <p:cNvPr id="4132" name="直接连接符 6"/>
          <p:cNvSpPr>
            <a:spLocks noChangeShapeType="1"/>
          </p:cNvSpPr>
          <p:nvPr/>
        </p:nvSpPr>
        <p:spPr bwMode="auto">
          <a:xfrm>
            <a:off x="0" y="685662"/>
            <a:ext cx="9144000" cy="0"/>
          </a:xfrm>
          <a:prstGeom prst="line">
            <a:avLst/>
          </a:prstGeom>
          <a:noFill/>
          <a:ln w="28575">
            <a:solidFill>
              <a:srgbClr val="CC3300"/>
            </a:solidFill>
            <a:miter lim="800000"/>
          </a:ln>
          <a:extLst>
            <a:ext uri="{909E8E84-426E-40DD-AFC4-6F175D3DCCD1}">
              <a14:hiddenFill xmlns:a14="http://schemas.microsoft.com/office/drawing/2010/main">
                <a:noFill/>
              </a14:hiddenFill>
            </a:ext>
          </a:extLst>
        </p:spPr>
        <p:txBody>
          <a:bodyPr/>
          <a:lstStyle/>
          <a:p>
            <a:endParaRPr lang="zh-CN" altLang="en-US"/>
          </a:p>
        </p:txBody>
      </p:sp>
      <p:sp>
        <p:nvSpPr>
          <p:cNvPr id="14339" name="Rectangle 34"/>
          <p:cNvSpPr>
            <a:spLocks noChangeArrowheads="1"/>
          </p:cNvSpPr>
          <p:nvPr/>
        </p:nvSpPr>
        <p:spPr bwMode="auto">
          <a:xfrm>
            <a:off x="3687417" y="228600"/>
            <a:ext cx="4846983" cy="533400"/>
          </a:xfrm>
          <a:prstGeom prst="rect">
            <a:avLst/>
          </a:prstGeom>
          <a:noFill/>
          <a:ln>
            <a:noFill/>
          </a:ln>
          <a:effectLst/>
          <a:extLst>
            <a:ext uri="{909E8E84-426E-40DD-AFC4-6F175D3DCCD1}">
              <a14:hiddenFill xmlns:a14="http://schemas.microsoft.com/office/drawing/2010/main">
                <a:gradFill rotWithShape="0">
                  <a:gsLst>
                    <a:gs pos="0">
                      <a:srgbClr val="E5DCB5"/>
                    </a:gs>
                    <a:gs pos="100000">
                      <a:srgbClr val="FDFBF1"/>
                    </a:gs>
                  </a:gsLst>
                  <a:lin ang="0" scaled="1"/>
                </a:gradFill>
              </a14:hiddenFill>
            </a:ext>
            <a:ext uri="{91240B29-F687-4F45-9708-019B960494DF}">
              <a14:hiddenLine xmlns:a14="http://schemas.microsoft.com/office/drawing/2010/main" w="9525">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tIns="36000" bIns="72000" anchor="ctr" anchorCtr="1"/>
          <a:lstStyle>
            <a:lvl1pPr>
              <a:lnSpc>
                <a:spcPct val="120000"/>
              </a:lnSpc>
              <a:buChar char="•"/>
              <a:defRPr kumimoji="1" sz="2000">
                <a:solidFill>
                  <a:srgbClr val="000099"/>
                </a:solidFill>
                <a:latin typeface="Times New Roman" panose="02020603050405020304" pitchFamily="18" charset="0"/>
                <a:ea typeface="华文中宋" panose="02010600040101010101" pitchFamily="2" charset="-122"/>
              </a:defRPr>
            </a:lvl1pPr>
            <a:lvl2pPr marL="742950" indent="-285750">
              <a:lnSpc>
                <a:spcPct val="120000"/>
              </a:lnSpc>
              <a:buChar char="•"/>
              <a:defRPr kumimoji="1" sz="2000">
                <a:solidFill>
                  <a:srgbClr val="000099"/>
                </a:solidFill>
                <a:latin typeface="Times New Roman" panose="02020603050405020304" pitchFamily="18" charset="0"/>
                <a:ea typeface="华文中宋" panose="02010600040101010101" pitchFamily="2" charset="-122"/>
              </a:defRPr>
            </a:lvl2pPr>
            <a:lvl3pPr marL="1143000" indent="-228600">
              <a:lnSpc>
                <a:spcPct val="120000"/>
              </a:lnSpc>
              <a:buChar char="•"/>
              <a:defRPr kumimoji="1" sz="2000">
                <a:solidFill>
                  <a:srgbClr val="000099"/>
                </a:solidFill>
                <a:latin typeface="Times New Roman" panose="02020603050405020304" pitchFamily="18" charset="0"/>
                <a:ea typeface="华文中宋" panose="02010600040101010101" pitchFamily="2" charset="-122"/>
              </a:defRPr>
            </a:lvl3pPr>
            <a:lvl4pPr marL="1600200" indent="-228600">
              <a:lnSpc>
                <a:spcPct val="120000"/>
              </a:lnSpc>
              <a:buChar char="•"/>
              <a:defRPr kumimoji="1" sz="2000">
                <a:solidFill>
                  <a:srgbClr val="000099"/>
                </a:solidFill>
                <a:latin typeface="Times New Roman" panose="02020603050405020304" pitchFamily="18" charset="0"/>
                <a:ea typeface="华文中宋" panose="02010600040101010101" pitchFamily="2" charset="-122"/>
              </a:defRPr>
            </a:lvl4pPr>
            <a:lvl5pPr marL="2057400" indent="-228600">
              <a:lnSpc>
                <a:spcPct val="120000"/>
              </a:lnSpc>
              <a:buChar char="•"/>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lnSpc>
                <a:spcPct val="100000"/>
              </a:lnSpc>
              <a:buFontTx/>
              <a:buNone/>
            </a:pPr>
            <a:r>
              <a:rPr lang="en-US" altLang="zh-CN" sz="3000" dirty="0" smtClean="0">
                <a:solidFill>
                  <a:srgbClr val="CC3300"/>
                </a:solidFill>
                <a:latin typeface="黑体" panose="02010609060101010101" pitchFamily="49" charset="-122"/>
                <a:ea typeface="黑体" panose="02010609060101010101" pitchFamily="49" charset="-122"/>
              </a:rPr>
              <a:t>3.6-5 </a:t>
            </a:r>
            <a:r>
              <a:rPr lang="zh-CN" altLang="en-US" sz="3000" dirty="0" smtClean="0">
                <a:solidFill>
                  <a:srgbClr val="CC3300"/>
                </a:solidFill>
                <a:latin typeface="黑体" panose="02010609060101010101" pitchFamily="49" charset="-122"/>
                <a:ea typeface="黑体" panose="02010609060101010101" pitchFamily="49" charset="-122"/>
              </a:rPr>
              <a:t>滚动轴承的寿命计算</a:t>
            </a:r>
            <a:endParaRPr lang="en-US" altLang="zh-CN" sz="3000" dirty="0">
              <a:solidFill>
                <a:srgbClr val="CC3300"/>
              </a:solidFill>
              <a:latin typeface="黑体" panose="02010609060101010101" pitchFamily="49" charset="-122"/>
              <a:ea typeface="黑体" panose="02010609060101010101" pitchFamily="49" charset="-122"/>
            </a:endParaRPr>
          </a:p>
        </p:txBody>
      </p:sp>
    </p:spTree>
  </p:cSld>
  <p:clrMapOvr>
    <a:masterClrMapping/>
  </p:clrMapOvr>
  <p:transition spd="med">
    <p:pull dir="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92172">
                                            <p:txEl>
                                              <p:pRg st="0" end="0"/>
                                            </p:txEl>
                                          </p:spTgt>
                                        </p:tgtEl>
                                        <p:attrNameLst>
                                          <p:attrName>style.visibility</p:attrName>
                                        </p:attrNameLst>
                                      </p:cBhvr>
                                      <p:to>
                                        <p:strVal val="visible"/>
                                      </p:to>
                                    </p:set>
                                    <p:animEffect transition="in" filter="wipe(left)">
                                      <p:cBhvr>
                                        <p:cTn id="7" dur="500"/>
                                        <p:tgtEl>
                                          <p:spTgt spid="9217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1" nodeType="clickEffect">
                                  <p:stCondLst>
                                    <p:cond delay="0"/>
                                  </p:stCondLst>
                                  <p:childTnLst>
                                    <p:set>
                                      <p:cBhvr>
                                        <p:cTn id="11" dur="1" fill="hold">
                                          <p:stCondLst>
                                            <p:cond delay="0"/>
                                          </p:stCondLst>
                                        </p:cTn>
                                        <p:tgtEl>
                                          <p:spTgt spid="92162">
                                            <p:txEl>
                                              <p:pRg st="0" end="0"/>
                                            </p:txEl>
                                          </p:spTgt>
                                        </p:tgtEl>
                                        <p:attrNameLst>
                                          <p:attrName>style.visibility</p:attrName>
                                        </p:attrNameLst>
                                      </p:cBhvr>
                                      <p:to>
                                        <p:strVal val="visible"/>
                                      </p:to>
                                    </p:set>
                                    <p:animEffect transition="in" filter="wipe(up)">
                                      <p:cBhvr>
                                        <p:cTn id="12" dur="500"/>
                                        <p:tgtEl>
                                          <p:spTgt spid="92162">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4" presetClass="entr" presetSubtype="0" fill="hold" nodeType="clickEffect">
                                  <p:stCondLst>
                                    <p:cond delay="0"/>
                                  </p:stCondLst>
                                  <p:childTnLst>
                                    <p:set>
                                      <p:cBhvr>
                                        <p:cTn id="16" dur="1" fill="hold">
                                          <p:stCondLst>
                                            <p:cond delay="499"/>
                                          </p:stCondLst>
                                        </p:cTn>
                                        <p:tgtEl>
                                          <p:spTgt spid="92167"/>
                                        </p:tgtEl>
                                        <p:attrNameLst>
                                          <p:attrName>style.visibility</p:attrName>
                                        </p:attrNameLst>
                                      </p:cBhvr>
                                      <p:to>
                                        <p:strVal val="visible"/>
                                      </p:to>
                                    </p:set>
                                    <p:anim to="" calcmode="lin" valueType="num">
                                      <p:cBhvr>
                                        <p:cTn id="17" dur="1" fill="hold"/>
                                        <p:tgtEl>
                                          <p:spTgt spid="92167"/>
                                        </p:tgtEl>
                                        <p:attrNameLst>
                                          <p:attrName>style.visibility</p:attrName>
                                        </p:attrNameLst>
                                      </p:cBhvr>
                                    </p:anim>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nodeType="clickEffect">
                                  <p:stCondLst>
                                    <p:cond delay="0"/>
                                  </p:stCondLst>
                                  <p:childTnLst>
                                    <p:set>
                                      <p:cBhvr>
                                        <p:cTn id="21" dur="1" fill="hold">
                                          <p:stCondLst>
                                            <p:cond delay="0"/>
                                          </p:stCondLst>
                                        </p:cTn>
                                        <p:tgtEl>
                                          <p:spTgt spid="92168"/>
                                        </p:tgtEl>
                                        <p:attrNameLst>
                                          <p:attrName>style.visibility</p:attrName>
                                        </p:attrNameLst>
                                      </p:cBhvr>
                                      <p:to>
                                        <p:strVal val="visible"/>
                                      </p:to>
                                    </p:set>
                                    <p:animEffect transition="in" filter="wipe(down)">
                                      <p:cBhvr>
                                        <p:cTn id="22" dur="500"/>
                                        <p:tgtEl>
                                          <p:spTgt spid="92168"/>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4" fill="hold" nodeType="clickEffect">
                                  <p:stCondLst>
                                    <p:cond delay="0"/>
                                  </p:stCondLst>
                                  <p:childTnLst>
                                    <p:set>
                                      <p:cBhvr>
                                        <p:cTn id="26" dur="1" fill="hold">
                                          <p:stCondLst>
                                            <p:cond delay="0"/>
                                          </p:stCondLst>
                                        </p:cTn>
                                        <p:tgtEl>
                                          <p:spTgt spid="92169"/>
                                        </p:tgtEl>
                                        <p:attrNameLst>
                                          <p:attrName>style.visibility</p:attrName>
                                        </p:attrNameLst>
                                      </p:cBhvr>
                                      <p:to>
                                        <p:strVal val="visible"/>
                                      </p:to>
                                    </p:set>
                                    <p:animEffect transition="in" filter="wipe(down)">
                                      <p:cBhvr>
                                        <p:cTn id="27" dur="500"/>
                                        <p:tgtEl>
                                          <p:spTgt spid="92169"/>
                                        </p:tgtEl>
                                      </p:cBhvr>
                                    </p:animEffect>
                                  </p:childTnLst>
                                </p:cTn>
                              </p:par>
                            </p:childTnLst>
                          </p:cTn>
                        </p:par>
                      </p:childTnLst>
                    </p:cTn>
                  </p:par>
                  <p:par>
                    <p:cTn id="28" fill="hold">
                      <p:stCondLst>
                        <p:cond delay="indefinite"/>
                      </p:stCondLst>
                      <p:childTnLst>
                        <p:par>
                          <p:cTn id="29" fill="hold">
                            <p:stCondLst>
                              <p:cond delay="0"/>
                            </p:stCondLst>
                            <p:childTnLst>
                              <p:par>
                                <p:cTn id="30" presetID="16" presetClass="entr" presetSubtype="26" fill="hold" grpId="0" nodeType="clickEffect">
                                  <p:stCondLst>
                                    <p:cond delay="0"/>
                                  </p:stCondLst>
                                  <p:childTnLst>
                                    <p:set>
                                      <p:cBhvr>
                                        <p:cTn id="31" dur="1" fill="hold">
                                          <p:stCondLst>
                                            <p:cond delay="0"/>
                                          </p:stCondLst>
                                        </p:cTn>
                                        <p:tgtEl>
                                          <p:spTgt spid="92170"/>
                                        </p:tgtEl>
                                        <p:attrNameLst>
                                          <p:attrName>style.visibility</p:attrName>
                                        </p:attrNameLst>
                                      </p:cBhvr>
                                      <p:to>
                                        <p:strVal val="visible"/>
                                      </p:to>
                                    </p:set>
                                    <p:animEffect transition="in" filter="barn(inHorizontal)">
                                      <p:cBhvr>
                                        <p:cTn id="32" dur="500"/>
                                        <p:tgtEl>
                                          <p:spTgt spid="92170"/>
                                        </p:tgtEl>
                                      </p:cBhvr>
                                    </p:animEffect>
                                  </p:childTnLst>
                                </p:cTn>
                              </p:par>
                            </p:childTnLst>
                          </p:cTn>
                        </p:par>
                      </p:childTnLst>
                    </p:cTn>
                  </p:par>
                  <p:par>
                    <p:cTn id="33" fill="hold">
                      <p:stCondLst>
                        <p:cond delay="indefinite"/>
                      </p:stCondLst>
                      <p:childTnLst>
                        <p:par>
                          <p:cTn id="34" fill="hold">
                            <p:stCondLst>
                              <p:cond delay="0"/>
                            </p:stCondLst>
                            <p:childTnLst>
                              <p:par>
                                <p:cTn id="35" presetID="24" presetClass="entr" presetSubtype="0" fill="hold" nodeType="clickEffect">
                                  <p:stCondLst>
                                    <p:cond delay="0"/>
                                  </p:stCondLst>
                                  <p:childTnLst>
                                    <p:set>
                                      <p:cBhvr>
                                        <p:cTn id="36" dur="1" fill="hold">
                                          <p:stCondLst>
                                            <p:cond delay="499"/>
                                          </p:stCondLst>
                                        </p:cTn>
                                        <p:tgtEl>
                                          <p:spTgt spid="92163"/>
                                        </p:tgtEl>
                                        <p:attrNameLst>
                                          <p:attrName>style.visibility</p:attrName>
                                        </p:attrNameLst>
                                      </p:cBhvr>
                                      <p:to>
                                        <p:strVal val="visible"/>
                                      </p:to>
                                    </p:set>
                                    <p:anim to="" calcmode="lin" valueType="num">
                                      <p:cBhvr>
                                        <p:cTn id="37" dur="1" fill="hold"/>
                                        <p:tgtEl>
                                          <p:spTgt spid="92163"/>
                                        </p:tgtEl>
                                        <p:attrNameLst>
                                          <p:attrName>style.visibility</p:attrName>
                                        </p:attrNameLst>
                                      </p:cBhvr>
                                    </p:anim>
                                  </p:childTnLst>
                                </p:cTn>
                              </p:par>
                            </p:childTnLst>
                          </p:cTn>
                        </p:par>
                      </p:childTnLst>
                    </p:cTn>
                  </p:par>
                  <p:par>
                    <p:cTn id="38" fill="hold">
                      <p:stCondLst>
                        <p:cond delay="indefinite"/>
                      </p:stCondLst>
                      <p:childTnLst>
                        <p:par>
                          <p:cTn id="39" fill="hold">
                            <p:stCondLst>
                              <p:cond delay="0"/>
                            </p:stCondLst>
                            <p:childTnLst>
                              <p:par>
                                <p:cTn id="40" presetID="22" presetClass="entr" presetSubtype="4" fill="hold" nodeType="clickEffect">
                                  <p:stCondLst>
                                    <p:cond delay="0"/>
                                  </p:stCondLst>
                                  <p:childTnLst>
                                    <p:set>
                                      <p:cBhvr>
                                        <p:cTn id="41" dur="1" fill="hold">
                                          <p:stCondLst>
                                            <p:cond delay="0"/>
                                          </p:stCondLst>
                                        </p:cTn>
                                        <p:tgtEl>
                                          <p:spTgt spid="92164"/>
                                        </p:tgtEl>
                                        <p:attrNameLst>
                                          <p:attrName>style.visibility</p:attrName>
                                        </p:attrNameLst>
                                      </p:cBhvr>
                                      <p:to>
                                        <p:strVal val="visible"/>
                                      </p:to>
                                    </p:set>
                                    <p:animEffect transition="in" filter="wipe(down)">
                                      <p:cBhvr>
                                        <p:cTn id="42" dur="500"/>
                                        <p:tgtEl>
                                          <p:spTgt spid="92164"/>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4" fill="hold" nodeType="clickEffect">
                                  <p:stCondLst>
                                    <p:cond delay="0"/>
                                  </p:stCondLst>
                                  <p:childTnLst>
                                    <p:set>
                                      <p:cBhvr>
                                        <p:cTn id="46" dur="1" fill="hold">
                                          <p:stCondLst>
                                            <p:cond delay="0"/>
                                          </p:stCondLst>
                                        </p:cTn>
                                        <p:tgtEl>
                                          <p:spTgt spid="92165"/>
                                        </p:tgtEl>
                                        <p:attrNameLst>
                                          <p:attrName>style.visibility</p:attrName>
                                        </p:attrNameLst>
                                      </p:cBhvr>
                                      <p:to>
                                        <p:strVal val="visible"/>
                                      </p:to>
                                    </p:set>
                                    <p:animEffect transition="in" filter="wipe(down)">
                                      <p:cBhvr>
                                        <p:cTn id="47" dur="500"/>
                                        <p:tgtEl>
                                          <p:spTgt spid="92165"/>
                                        </p:tgtEl>
                                      </p:cBhvr>
                                    </p:animEffect>
                                  </p:childTnLst>
                                </p:cTn>
                              </p:par>
                            </p:childTnLst>
                          </p:cTn>
                        </p:par>
                      </p:childTnLst>
                    </p:cTn>
                  </p:par>
                  <p:par>
                    <p:cTn id="48" fill="hold">
                      <p:stCondLst>
                        <p:cond delay="indefinite"/>
                      </p:stCondLst>
                      <p:childTnLst>
                        <p:par>
                          <p:cTn id="49" fill="hold">
                            <p:stCondLst>
                              <p:cond delay="0"/>
                            </p:stCondLst>
                            <p:childTnLst>
                              <p:par>
                                <p:cTn id="50" presetID="16" presetClass="entr" presetSubtype="26" fill="hold" grpId="0" nodeType="clickEffect">
                                  <p:stCondLst>
                                    <p:cond delay="0"/>
                                  </p:stCondLst>
                                  <p:childTnLst>
                                    <p:set>
                                      <p:cBhvr>
                                        <p:cTn id="51" dur="1" fill="hold">
                                          <p:stCondLst>
                                            <p:cond delay="0"/>
                                          </p:stCondLst>
                                        </p:cTn>
                                        <p:tgtEl>
                                          <p:spTgt spid="92166"/>
                                        </p:tgtEl>
                                        <p:attrNameLst>
                                          <p:attrName>style.visibility</p:attrName>
                                        </p:attrNameLst>
                                      </p:cBhvr>
                                      <p:to>
                                        <p:strVal val="visible"/>
                                      </p:to>
                                    </p:set>
                                    <p:animEffect transition="in" filter="barn(inHorizontal)">
                                      <p:cBhvr>
                                        <p:cTn id="52" dur="500"/>
                                        <p:tgtEl>
                                          <p:spTgt spid="92166"/>
                                        </p:tgtEl>
                                      </p:cBhvr>
                                    </p:animEffect>
                                  </p:childTnLst>
                                </p:cTn>
                              </p:par>
                            </p:childTnLst>
                          </p:cTn>
                        </p:par>
                        <p:par>
                          <p:cTn id="53" fill="hold">
                            <p:stCondLst>
                              <p:cond delay="500"/>
                            </p:stCondLst>
                            <p:childTnLst>
                              <p:par>
                                <p:cTn id="54" presetID="1" presetClass="entr" presetSubtype="0" fill="hold" nodeType="afterEffect">
                                  <p:stCondLst>
                                    <p:cond delay="0"/>
                                  </p:stCondLst>
                                  <p:childTnLst>
                                    <p:set>
                                      <p:cBhvr>
                                        <p:cTn id="55" dur="1" fill="hold">
                                          <p:stCondLst>
                                            <p:cond delay="499"/>
                                          </p:stCondLst>
                                        </p:cTn>
                                        <p:tgtEl>
                                          <p:spTgt spid="17"/>
                                        </p:tgtEl>
                                        <p:attrNameLst>
                                          <p:attrName>style.visibility</p:attrName>
                                        </p:attrNameLst>
                                      </p:cBhvr>
                                      <p:to>
                                        <p:strVal val="visible"/>
                                      </p:to>
                                    </p:set>
                                  </p:childTnLst>
                                </p:cTn>
                              </p:par>
                            </p:childTnLst>
                          </p:cTn>
                        </p:par>
                        <p:par>
                          <p:cTn id="56" fill="hold">
                            <p:stCondLst>
                              <p:cond delay="1000"/>
                            </p:stCondLst>
                            <p:childTnLst>
                              <p:par>
                                <p:cTn id="57" presetID="1" presetClass="entr" presetSubtype="0" fill="hold" nodeType="afterEffect">
                                  <p:stCondLst>
                                    <p:cond delay="0"/>
                                  </p:stCondLst>
                                  <p:childTnLst>
                                    <p:set>
                                      <p:cBhvr>
                                        <p:cTn id="58" dur="1" fill="hold">
                                          <p:stCondLst>
                                            <p:cond delay="499"/>
                                          </p:stCondLst>
                                        </p:cTn>
                                        <p:tgtEl>
                                          <p:spTgt spid="16"/>
                                        </p:tgtEl>
                                        <p:attrNameLst>
                                          <p:attrName>style.visibility</p:attrName>
                                        </p:attrNameLst>
                                      </p:cBhvr>
                                      <p:to>
                                        <p:strVal val="visible"/>
                                      </p:to>
                                    </p:set>
                                  </p:childTnLst>
                                </p:cTn>
                              </p:par>
                            </p:childTnLst>
                          </p:cTn>
                        </p:par>
                        <p:par>
                          <p:cTn id="59" fill="hold">
                            <p:stCondLst>
                              <p:cond delay="1500"/>
                            </p:stCondLst>
                            <p:childTnLst>
                              <p:par>
                                <p:cTn id="60" presetID="2" presetClass="entr" presetSubtype="8" fill="hold" nodeType="afterEffect">
                                  <p:stCondLst>
                                    <p:cond delay="0"/>
                                  </p:stCondLst>
                                  <p:childTnLst>
                                    <p:set>
                                      <p:cBhvr>
                                        <p:cTn id="61" dur="1" fill="hold">
                                          <p:stCondLst>
                                            <p:cond delay="0"/>
                                          </p:stCondLst>
                                        </p:cTn>
                                        <p:tgtEl>
                                          <p:spTgt spid="18"/>
                                        </p:tgtEl>
                                        <p:attrNameLst>
                                          <p:attrName>style.visibility</p:attrName>
                                        </p:attrNameLst>
                                      </p:cBhvr>
                                      <p:to>
                                        <p:strVal val="visible"/>
                                      </p:to>
                                    </p:set>
                                    <p:anim calcmode="lin" valueType="num">
                                      <p:cBhvr additive="base">
                                        <p:cTn id="62" dur="500" fill="hold"/>
                                        <p:tgtEl>
                                          <p:spTgt spid="18"/>
                                        </p:tgtEl>
                                        <p:attrNameLst>
                                          <p:attrName>ppt_x</p:attrName>
                                        </p:attrNameLst>
                                      </p:cBhvr>
                                      <p:tavLst>
                                        <p:tav tm="0">
                                          <p:val>
                                            <p:strVal val="0-#ppt_w/2"/>
                                          </p:val>
                                        </p:tav>
                                        <p:tav tm="100000">
                                          <p:val>
                                            <p:strVal val="#ppt_x"/>
                                          </p:val>
                                        </p:tav>
                                      </p:tavLst>
                                    </p:anim>
                                    <p:anim calcmode="lin" valueType="num">
                                      <p:cBhvr additive="base">
                                        <p:cTn id="63" dur="500" fill="hold"/>
                                        <p:tgtEl>
                                          <p:spTgt spid="18"/>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2162" grpId="0" build="p"/>
      <p:bldP spid="92166" grpId="0"/>
      <p:bldP spid="92170" grpId="0"/>
      <p:bldP spid="92162" grpId="1" build="p"/>
    </p:bld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3186" name="Rectangle 2"/>
          <p:cNvSpPr>
            <a:spLocks noGrp="1" noChangeArrowheads="1"/>
          </p:cNvSpPr>
          <p:nvPr>
            <p:ph idx="1"/>
          </p:nvPr>
        </p:nvSpPr>
        <p:spPr>
          <a:xfrm>
            <a:off x="-73025" y="1219200"/>
            <a:ext cx="4491038" cy="6286500"/>
          </a:xfrm>
        </p:spPr>
        <p:txBody>
          <a:bodyPr/>
          <a:lstStyle/>
          <a:p>
            <a:pPr marL="342900" marR="0" lvl="0" indent="-342900" algn="l" defTabSz="914400" rtl="0" eaLnBrk="0" fontAlgn="base" latinLnBrk="0" hangingPunct="0">
              <a:lnSpc>
                <a:spcPct val="100000"/>
              </a:lnSpc>
              <a:spcBef>
                <a:spcPct val="20000"/>
              </a:spcBef>
              <a:spcAft>
                <a:spcPct val="0"/>
              </a:spcAft>
              <a:buClr>
                <a:schemeClr val="hlink"/>
              </a:buClr>
              <a:buSzPct val="110000"/>
              <a:buFontTx/>
              <a:buChar char=" "/>
              <a:defRPr/>
            </a:pPr>
            <a:r>
              <a:rPr kumimoji="1" lang="zh-CN" altLang="en-US" sz="2800" i="0" u="none" strike="noStrike" kern="1200" cap="none" spc="0" normalizeH="0" baseline="0" noProof="0" dirty="0">
                <a:ln>
                  <a:noFill/>
                </a:ln>
                <a:solidFill>
                  <a:srgbClr val="CC0000"/>
                </a:solidFill>
                <a:effectLst/>
                <a:uLnTx/>
                <a:uFillTx/>
                <a:latin typeface="黑体" panose="02010609060101010101" pitchFamily="49" charset="-122"/>
                <a:ea typeface="黑体" panose="02010609060101010101" pitchFamily="49" charset="-122"/>
                <a:cs typeface="黑体" panose="02010609060101010101" pitchFamily="49" charset="-122"/>
              </a:rPr>
              <a:t>接触角</a:t>
            </a:r>
            <a:r>
              <a:rPr kumimoji="1" lang="en-US" altLang="zh-CN" sz="2800" i="0" u="none" strike="noStrike" kern="1200" cap="none" spc="0" normalizeH="0" baseline="0" noProof="0" dirty="0">
                <a:ln>
                  <a:noFill/>
                </a:ln>
                <a:solidFill>
                  <a:srgbClr val="CC0000"/>
                </a:solidFill>
                <a:effectLst/>
                <a:uLnTx/>
                <a:uFillTx/>
                <a:latin typeface="黑体" panose="02010609060101010101" pitchFamily="49" charset="-122"/>
                <a:ea typeface="黑体" panose="02010609060101010101" pitchFamily="49" charset="-122"/>
                <a:cs typeface="黑体" panose="02010609060101010101" pitchFamily="49" charset="-122"/>
              </a:rPr>
              <a:t>α</a:t>
            </a:r>
            <a:r>
              <a:rPr kumimoji="1" lang="zh-CN" altLang="en-US" sz="2800" i="0" u="none" strike="noStrike" kern="1200" cap="none" spc="0" normalizeH="0" baseline="0" noProof="0" dirty="0">
                <a:ln>
                  <a:noFill/>
                </a:ln>
                <a:solidFill>
                  <a:srgbClr val="CC0000"/>
                </a:solidFill>
                <a:effectLst/>
                <a:uLnTx/>
                <a:uFillTx/>
                <a:latin typeface="黑体" panose="02010609060101010101" pitchFamily="49" charset="-122"/>
                <a:ea typeface="黑体" panose="02010609060101010101" pitchFamily="49" charset="-122"/>
                <a:cs typeface="黑体" panose="02010609060101010101" pitchFamily="49" charset="-122"/>
              </a:rPr>
              <a:t>：</a:t>
            </a:r>
            <a:r>
              <a:rPr kumimoji="1" lang="zh-CN" altLang="en-US" sz="2800" i="0" u="none" strike="noStrike" kern="1200" cap="none" spc="0" normalizeH="0" baseline="0" noProof="0" dirty="0">
                <a:ln>
                  <a:noFill/>
                </a:ln>
                <a:solidFill>
                  <a:srgbClr val="000000"/>
                </a:solidFill>
                <a:effectLst>
                  <a:outerShdw blurRad="38100" dist="38100" dir="2700000" algn="tl">
                    <a:srgbClr val="FFFFFF"/>
                  </a:outerShdw>
                </a:effectLst>
                <a:uLnTx/>
                <a:uFillTx/>
                <a:latin typeface="黑体" panose="02010609060101010101" pitchFamily="49" charset="-122"/>
                <a:ea typeface="黑体" panose="02010609060101010101" pitchFamily="49" charset="-122"/>
                <a:cs typeface="黑体" panose="02010609060101010101" pitchFamily="49" charset="-122"/>
              </a:rPr>
              <a:t> </a:t>
            </a:r>
            <a:endParaRPr kumimoji="1" lang="zh-CN" altLang="en-US" sz="2800" i="0" u="none" strike="noStrike" kern="1200" cap="none" spc="0" normalizeH="0" baseline="0" noProof="0" dirty="0">
              <a:ln>
                <a:noFill/>
              </a:ln>
              <a:solidFill>
                <a:srgbClr val="000000"/>
              </a:solidFill>
              <a:effectLst>
                <a:outerShdw blurRad="38100" dist="38100" dir="2700000" algn="tl">
                  <a:srgbClr val="FFFFFF"/>
                </a:outerShdw>
              </a:effectLst>
              <a:uLnTx/>
              <a:uFillTx/>
              <a:latin typeface="黑体" panose="02010609060101010101" pitchFamily="49" charset="-122"/>
              <a:ea typeface="黑体" panose="02010609060101010101" pitchFamily="49" charset="-122"/>
              <a:cs typeface="黑体" panose="02010609060101010101" pitchFamily="49" charset="-122"/>
            </a:endParaRPr>
          </a:p>
          <a:p>
            <a:pPr marL="342900" marR="0" lvl="0" indent="-342900" algn="l" defTabSz="914400" rtl="0" eaLnBrk="0" fontAlgn="base" latinLnBrk="0" hangingPunct="0">
              <a:lnSpc>
                <a:spcPct val="100000"/>
              </a:lnSpc>
              <a:spcBef>
                <a:spcPct val="20000"/>
              </a:spcBef>
              <a:spcAft>
                <a:spcPct val="0"/>
              </a:spcAft>
              <a:buClr>
                <a:schemeClr val="hlink"/>
              </a:buClr>
              <a:buSzPct val="110000"/>
              <a:buFontTx/>
              <a:buChar char=" "/>
              <a:defRPr/>
            </a:pPr>
            <a:r>
              <a:rPr kumimoji="1" lang="zh-CN" altLang="en-US" sz="2800" i="0" u="none" strike="noStrike" kern="1200" cap="none" spc="0" normalizeH="0" baseline="0" noProof="0" dirty="0">
                <a:ln>
                  <a:noFill/>
                </a:ln>
                <a:solidFill>
                  <a:srgbClr val="000000"/>
                </a:solidFill>
                <a:effectLst>
                  <a:outerShdw blurRad="38100" dist="38100" dir="2700000" algn="tl">
                    <a:srgbClr val="FFFFFF"/>
                  </a:outerShdw>
                </a:effectLst>
                <a:uLnTx/>
                <a:uFillTx/>
                <a:latin typeface="黑体" panose="02010609060101010101" pitchFamily="49" charset="-122"/>
                <a:ea typeface="黑体" panose="02010609060101010101" pitchFamily="49" charset="-122"/>
                <a:cs typeface="黑体" panose="02010609060101010101" pitchFamily="49" charset="-122"/>
              </a:rPr>
              <a:t>   </a:t>
            </a:r>
            <a:r>
              <a:rPr kumimoji="1" lang="zh-CN" altLang="en-US" sz="2400" i="0" u="none" strike="noStrike" kern="1200" cap="none" spc="0" normalizeH="0" baseline="0" noProof="0" dirty="0">
                <a:ln>
                  <a:noFill/>
                </a:ln>
                <a:solidFill>
                  <a:srgbClr val="000000"/>
                </a:solidFill>
                <a:effectLst>
                  <a:outerShdw blurRad="38100" dist="38100" dir="2700000" algn="tl">
                    <a:srgbClr val="FFFFFF"/>
                  </a:outerShdw>
                </a:effectLst>
                <a:uLnTx/>
                <a:uFillTx/>
                <a:latin typeface="黑体" panose="02010609060101010101" pitchFamily="49" charset="-122"/>
                <a:ea typeface="黑体" panose="02010609060101010101" pitchFamily="49" charset="-122"/>
                <a:cs typeface="黑体" panose="02010609060101010101" pitchFamily="49" charset="-122"/>
              </a:rPr>
              <a:t> 向心角接触球轴承的接触角</a:t>
            </a:r>
            <a:r>
              <a:rPr kumimoji="1" lang="en-US" altLang="zh-CN" sz="2400" i="0" u="none" strike="noStrike" kern="1200" cap="none" spc="0" normalizeH="0" baseline="0" noProof="0" dirty="0">
                <a:ln>
                  <a:noFill/>
                </a:ln>
                <a:solidFill>
                  <a:srgbClr val="000000"/>
                </a:solidFill>
                <a:effectLst>
                  <a:outerShdw blurRad="38100" dist="38100" dir="2700000" algn="tl">
                    <a:srgbClr val="FFFFFF"/>
                  </a:outerShdw>
                </a:effectLst>
                <a:uLnTx/>
                <a:uFillTx/>
                <a:latin typeface="黑体" panose="02010609060101010101" pitchFamily="49" charset="-122"/>
                <a:ea typeface="黑体" panose="02010609060101010101" pitchFamily="49" charset="-122"/>
                <a:cs typeface="黑体" panose="02010609060101010101" pitchFamily="49" charset="-122"/>
              </a:rPr>
              <a:t>α</a:t>
            </a:r>
            <a:r>
              <a:rPr kumimoji="1" lang="zh-CN" altLang="en-US" sz="2400" i="0" u="none" strike="noStrike" kern="1200" cap="none" spc="0" normalizeH="0" baseline="0" noProof="0" dirty="0">
                <a:ln>
                  <a:noFill/>
                </a:ln>
                <a:solidFill>
                  <a:srgbClr val="000000"/>
                </a:solidFill>
                <a:effectLst>
                  <a:outerShdw blurRad="38100" dist="38100" dir="2700000" algn="tl">
                    <a:srgbClr val="FFFFFF"/>
                  </a:outerShdw>
                </a:effectLst>
                <a:uLnTx/>
                <a:uFillTx/>
                <a:latin typeface="黑体" panose="02010609060101010101" pitchFamily="49" charset="-122"/>
                <a:ea typeface="黑体" panose="02010609060101010101" pitchFamily="49" charset="-122"/>
                <a:cs typeface="黑体" panose="02010609060101010101" pitchFamily="49" charset="-122"/>
              </a:rPr>
              <a:t>有：</a:t>
            </a:r>
            <a:r>
              <a:rPr kumimoji="1" lang="en-US" altLang="zh-CN" sz="2400" i="0" u="none" strike="noStrike" kern="1200" cap="none" spc="0" normalizeH="0" baseline="0" noProof="0" dirty="0">
                <a:ln>
                  <a:noFill/>
                </a:ln>
                <a:solidFill>
                  <a:srgbClr val="000000"/>
                </a:solidFill>
                <a:effectLst>
                  <a:outerShdw blurRad="38100" dist="38100" dir="2700000" algn="tl">
                    <a:srgbClr val="FFFFFF"/>
                  </a:outerShdw>
                </a:effectLst>
                <a:uLnTx/>
                <a:uFillTx/>
                <a:latin typeface="黑体" panose="02010609060101010101" pitchFamily="49" charset="-122"/>
                <a:ea typeface="黑体" panose="02010609060101010101" pitchFamily="49" charset="-122"/>
                <a:cs typeface="黑体" panose="02010609060101010101" pitchFamily="49" charset="-122"/>
              </a:rPr>
              <a:t>15°</a:t>
            </a:r>
            <a:r>
              <a:rPr kumimoji="1" lang="zh-CN" altLang="en-US" sz="2400" i="0" u="none" strike="noStrike" kern="1200" cap="none" spc="0" normalizeH="0" baseline="0" noProof="0" dirty="0">
                <a:ln>
                  <a:noFill/>
                </a:ln>
                <a:solidFill>
                  <a:srgbClr val="000000"/>
                </a:solidFill>
                <a:effectLst>
                  <a:outerShdw blurRad="38100" dist="38100" dir="2700000" algn="tl">
                    <a:srgbClr val="FFFFFF"/>
                  </a:outerShdw>
                </a:effectLst>
                <a:uLnTx/>
                <a:uFillTx/>
                <a:latin typeface="黑体" panose="02010609060101010101" pitchFamily="49" charset="-122"/>
                <a:ea typeface="黑体" panose="02010609060101010101" pitchFamily="49" charset="-122"/>
                <a:cs typeface="黑体" panose="02010609060101010101" pitchFamily="49" charset="-122"/>
              </a:rPr>
              <a:t>（Ｃ型）、</a:t>
            </a:r>
            <a:r>
              <a:rPr kumimoji="1" lang="en-US" altLang="zh-CN" sz="2400" i="0" u="none" strike="noStrike" kern="1200" cap="none" spc="0" normalizeH="0" baseline="0" noProof="0" dirty="0">
                <a:ln>
                  <a:noFill/>
                </a:ln>
                <a:solidFill>
                  <a:srgbClr val="000000"/>
                </a:solidFill>
                <a:effectLst>
                  <a:outerShdw blurRad="38100" dist="38100" dir="2700000" algn="tl">
                    <a:srgbClr val="FFFFFF"/>
                  </a:outerShdw>
                </a:effectLst>
                <a:uLnTx/>
                <a:uFillTx/>
                <a:latin typeface="黑体" panose="02010609060101010101" pitchFamily="49" charset="-122"/>
                <a:ea typeface="黑体" panose="02010609060101010101" pitchFamily="49" charset="-122"/>
                <a:cs typeface="黑体" panose="02010609060101010101" pitchFamily="49" charset="-122"/>
              </a:rPr>
              <a:t> 25°</a:t>
            </a:r>
            <a:r>
              <a:rPr kumimoji="1" lang="zh-CN" altLang="en-US" sz="2400" i="0" u="none" strike="noStrike" kern="1200" cap="none" spc="0" normalizeH="0" baseline="0" noProof="0" dirty="0">
                <a:ln>
                  <a:noFill/>
                </a:ln>
                <a:solidFill>
                  <a:srgbClr val="000000"/>
                </a:solidFill>
                <a:effectLst>
                  <a:outerShdw blurRad="38100" dist="38100" dir="2700000" algn="tl">
                    <a:srgbClr val="FFFFFF"/>
                  </a:outerShdw>
                </a:effectLst>
                <a:uLnTx/>
                <a:uFillTx/>
                <a:latin typeface="黑体" panose="02010609060101010101" pitchFamily="49" charset="-122"/>
                <a:ea typeface="黑体" panose="02010609060101010101" pitchFamily="49" charset="-122"/>
                <a:cs typeface="黑体" panose="02010609060101010101" pitchFamily="49" charset="-122"/>
              </a:rPr>
              <a:t>（ＡＣ型）</a:t>
            </a:r>
            <a:endParaRPr kumimoji="1" lang="zh-CN" altLang="en-US" sz="2400" i="0" u="none" strike="noStrike" kern="1200" cap="none" spc="0" normalizeH="0" baseline="0" noProof="0" dirty="0">
              <a:ln>
                <a:noFill/>
              </a:ln>
              <a:solidFill>
                <a:srgbClr val="000000"/>
              </a:solidFill>
              <a:effectLst>
                <a:outerShdw blurRad="38100" dist="38100" dir="2700000" algn="tl">
                  <a:srgbClr val="FFFFFF"/>
                </a:outerShdw>
              </a:effectLst>
              <a:uLnTx/>
              <a:uFillTx/>
              <a:latin typeface="黑体" panose="02010609060101010101" pitchFamily="49" charset="-122"/>
              <a:ea typeface="黑体" panose="02010609060101010101" pitchFamily="49" charset="-122"/>
              <a:cs typeface="黑体" panose="02010609060101010101" pitchFamily="49" charset="-122"/>
            </a:endParaRPr>
          </a:p>
          <a:p>
            <a:pPr marL="342900" marR="0" lvl="0" indent="-342900" algn="l" defTabSz="914400" rtl="0" eaLnBrk="0" fontAlgn="base" latinLnBrk="0" hangingPunct="0">
              <a:lnSpc>
                <a:spcPct val="100000"/>
              </a:lnSpc>
              <a:spcBef>
                <a:spcPct val="20000"/>
              </a:spcBef>
              <a:spcAft>
                <a:spcPct val="0"/>
              </a:spcAft>
              <a:buClr>
                <a:schemeClr val="hlink"/>
              </a:buClr>
              <a:buSzPct val="110000"/>
              <a:buFontTx/>
              <a:buChar char=" "/>
              <a:defRPr/>
            </a:pPr>
            <a:r>
              <a:rPr kumimoji="1" lang="zh-CN" altLang="en-US" sz="2400" i="0" u="none" strike="noStrike" kern="1200" cap="none" spc="0" normalizeH="0" baseline="0" noProof="0" dirty="0">
                <a:ln>
                  <a:noFill/>
                </a:ln>
                <a:solidFill>
                  <a:srgbClr val="000000"/>
                </a:solidFill>
                <a:effectLst>
                  <a:outerShdw blurRad="38100" dist="38100" dir="2700000" algn="tl">
                    <a:srgbClr val="FFFFFF"/>
                  </a:outerShdw>
                </a:effectLst>
                <a:uLnTx/>
                <a:uFillTx/>
                <a:latin typeface="黑体" panose="02010609060101010101" pitchFamily="49" charset="-122"/>
                <a:ea typeface="黑体" panose="02010609060101010101" pitchFamily="49" charset="-122"/>
                <a:cs typeface="黑体" panose="02010609060101010101" pitchFamily="49" charset="-122"/>
              </a:rPr>
              <a:t>和</a:t>
            </a:r>
            <a:r>
              <a:rPr kumimoji="1" lang="en-US" altLang="zh-CN" sz="2400" i="0" u="none" strike="noStrike" kern="1200" cap="none" spc="0" normalizeH="0" baseline="0" noProof="0" dirty="0">
                <a:ln>
                  <a:noFill/>
                </a:ln>
                <a:solidFill>
                  <a:srgbClr val="000000"/>
                </a:solidFill>
                <a:effectLst>
                  <a:outerShdw blurRad="38100" dist="38100" dir="2700000" algn="tl">
                    <a:srgbClr val="FFFFFF"/>
                  </a:outerShdw>
                </a:effectLst>
                <a:uLnTx/>
                <a:uFillTx/>
                <a:latin typeface="黑体" panose="02010609060101010101" pitchFamily="49" charset="-122"/>
                <a:ea typeface="黑体" panose="02010609060101010101" pitchFamily="49" charset="-122"/>
                <a:cs typeface="黑体" panose="02010609060101010101" pitchFamily="49" charset="-122"/>
              </a:rPr>
              <a:t>40°</a:t>
            </a:r>
            <a:r>
              <a:rPr kumimoji="1" lang="zh-CN" altLang="en-US" sz="2400" i="0" u="none" strike="noStrike" kern="1200" cap="none" spc="0" normalizeH="0" baseline="0" noProof="0" dirty="0">
                <a:ln>
                  <a:noFill/>
                </a:ln>
                <a:solidFill>
                  <a:srgbClr val="000000"/>
                </a:solidFill>
                <a:effectLst>
                  <a:outerShdw blurRad="38100" dist="38100" dir="2700000" algn="tl">
                    <a:srgbClr val="FFFFFF"/>
                  </a:outerShdw>
                </a:effectLst>
                <a:uLnTx/>
                <a:uFillTx/>
                <a:latin typeface="黑体" panose="02010609060101010101" pitchFamily="49" charset="-122"/>
                <a:ea typeface="黑体" panose="02010609060101010101" pitchFamily="49" charset="-122"/>
                <a:cs typeface="黑体" panose="02010609060101010101" pitchFamily="49" charset="-122"/>
              </a:rPr>
              <a:t>（Ｂ型）等多种。    </a:t>
            </a:r>
            <a:endParaRPr kumimoji="1" lang="zh-CN" altLang="en-US" sz="2400" i="0" u="none" strike="noStrike" kern="1200" cap="none" spc="0" normalizeH="0" baseline="0" noProof="0" dirty="0">
              <a:ln>
                <a:noFill/>
              </a:ln>
              <a:solidFill>
                <a:srgbClr val="000000"/>
              </a:solidFill>
              <a:effectLst>
                <a:outerShdw blurRad="38100" dist="38100" dir="2700000" algn="tl">
                  <a:srgbClr val="FFFFFF"/>
                </a:outerShdw>
              </a:effectLst>
              <a:uLnTx/>
              <a:uFillTx/>
              <a:latin typeface="黑体" panose="02010609060101010101" pitchFamily="49" charset="-122"/>
              <a:ea typeface="黑体" panose="02010609060101010101" pitchFamily="49" charset="-122"/>
              <a:cs typeface="黑体" panose="02010609060101010101" pitchFamily="49" charset="-122"/>
            </a:endParaRPr>
          </a:p>
          <a:p>
            <a:pPr marL="342900" marR="0" lvl="0" indent="-342900" algn="l" defTabSz="914400" rtl="0" eaLnBrk="0" fontAlgn="base" latinLnBrk="0" hangingPunct="0">
              <a:lnSpc>
                <a:spcPct val="100000"/>
              </a:lnSpc>
              <a:spcBef>
                <a:spcPct val="20000"/>
              </a:spcBef>
              <a:spcAft>
                <a:spcPct val="0"/>
              </a:spcAft>
              <a:buClr>
                <a:schemeClr val="hlink"/>
              </a:buClr>
              <a:buSzPct val="110000"/>
              <a:buFontTx/>
              <a:buChar char=" "/>
              <a:defRPr/>
            </a:pPr>
            <a:r>
              <a:rPr kumimoji="1" lang="zh-CN" altLang="en-US" sz="2400" i="0" u="none" strike="noStrike" kern="1200" cap="none" spc="0" normalizeH="0" baseline="0" noProof="0" dirty="0">
                <a:ln>
                  <a:noFill/>
                </a:ln>
                <a:solidFill>
                  <a:srgbClr val="000000"/>
                </a:solidFill>
                <a:effectLst>
                  <a:outerShdw blurRad="38100" dist="38100" dir="2700000" algn="tl">
                    <a:srgbClr val="FFFFFF"/>
                  </a:outerShdw>
                </a:effectLst>
                <a:uLnTx/>
                <a:uFillTx/>
                <a:latin typeface="黑体" panose="02010609060101010101" pitchFamily="49" charset="-122"/>
                <a:ea typeface="黑体" panose="02010609060101010101" pitchFamily="49" charset="-122"/>
                <a:cs typeface="黑体" panose="02010609060101010101" pitchFamily="49" charset="-122"/>
              </a:rPr>
              <a:t>   </a:t>
            </a:r>
            <a:r>
              <a:rPr kumimoji="1" lang="en-US" altLang="zh-CN" sz="2400" i="0" u="none" strike="noStrike" kern="1200" cap="none" spc="0" normalizeH="0" baseline="0" noProof="0" dirty="0">
                <a:ln>
                  <a:noFill/>
                </a:ln>
                <a:solidFill>
                  <a:srgbClr val="CC0000"/>
                </a:solidFill>
                <a:effectLst/>
                <a:uLnTx/>
                <a:uFillTx/>
                <a:latin typeface="黑体" panose="02010609060101010101" pitchFamily="49" charset="-122"/>
                <a:ea typeface="黑体" panose="02010609060101010101" pitchFamily="49" charset="-122"/>
                <a:cs typeface="黑体" panose="02010609060101010101" pitchFamily="49" charset="-122"/>
              </a:rPr>
              <a:t>α</a:t>
            </a:r>
            <a:r>
              <a:rPr kumimoji="1" lang="zh-CN" altLang="en-US" sz="2400" i="0" u="none" strike="noStrike" kern="1200" cap="none" spc="0" normalizeH="0" baseline="0" noProof="0" dirty="0">
                <a:ln>
                  <a:noFill/>
                </a:ln>
                <a:solidFill>
                  <a:srgbClr val="CC0000"/>
                </a:solidFill>
                <a:effectLst/>
                <a:uLnTx/>
                <a:uFillTx/>
                <a:latin typeface="黑体" panose="02010609060101010101" pitchFamily="49" charset="-122"/>
                <a:ea typeface="黑体" panose="02010609060101010101" pitchFamily="49" charset="-122"/>
                <a:cs typeface="黑体" panose="02010609060101010101" pitchFamily="49" charset="-122"/>
              </a:rPr>
              <a:t>越大，其承受轴向载荷的能力也越大。</a:t>
            </a:r>
            <a:r>
              <a:rPr kumimoji="1" lang="zh-CN" altLang="en-US" sz="2400" i="0" u="none" strike="noStrike" kern="1200" cap="none" spc="0" normalizeH="0" baseline="0" noProof="0" dirty="0">
                <a:ln>
                  <a:noFill/>
                </a:ln>
                <a:solidFill>
                  <a:srgbClr val="000000"/>
                </a:solidFill>
                <a:effectLst>
                  <a:outerShdw blurRad="38100" dist="38100" dir="2700000" algn="tl">
                    <a:srgbClr val="FFFFFF"/>
                  </a:outerShdw>
                </a:effectLst>
                <a:uLnTx/>
                <a:uFillTx/>
                <a:latin typeface="黑体" panose="02010609060101010101" pitchFamily="49" charset="-122"/>
                <a:ea typeface="黑体" panose="02010609060101010101" pitchFamily="49" charset="-122"/>
                <a:cs typeface="黑体" panose="02010609060101010101" pitchFamily="49" charset="-122"/>
              </a:rPr>
              <a:t>   </a:t>
            </a:r>
            <a:endParaRPr kumimoji="1" lang="zh-CN" altLang="en-US" sz="2400" i="0" u="none" strike="noStrike" kern="1200" cap="none" spc="0" normalizeH="0" baseline="0" noProof="0" dirty="0">
              <a:ln>
                <a:noFill/>
              </a:ln>
              <a:solidFill>
                <a:srgbClr val="000000"/>
              </a:solidFill>
              <a:effectLst>
                <a:outerShdw blurRad="38100" dist="38100" dir="2700000" algn="tl">
                  <a:srgbClr val="FFFFFF"/>
                </a:outerShdw>
              </a:effectLst>
              <a:uLnTx/>
              <a:uFillTx/>
              <a:latin typeface="黑体" panose="02010609060101010101" pitchFamily="49" charset="-122"/>
              <a:ea typeface="黑体" panose="02010609060101010101" pitchFamily="49" charset="-122"/>
              <a:cs typeface="黑体" panose="02010609060101010101" pitchFamily="49" charset="-122"/>
            </a:endParaRPr>
          </a:p>
          <a:p>
            <a:pPr marL="342900" marR="0" lvl="0" indent="-342900" algn="l" defTabSz="914400" rtl="0" eaLnBrk="0" fontAlgn="base" latinLnBrk="0" hangingPunct="0">
              <a:lnSpc>
                <a:spcPct val="100000"/>
              </a:lnSpc>
              <a:spcBef>
                <a:spcPct val="20000"/>
              </a:spcBef>
              <a:spcAft>
                <a:spcPct val="0"/>
              </a:spcAft>
              <a:buClr>
                <a:schemeClr val="hlink"/>
              </a:buClr>
              <a:buSzPct val="110000"/>
              <a:buFontTx/>
              <a:buChar char=" "/>
              <a:defRPr/>
            </a:pPr>
            <a:r>
              <a:rPr kumimoji="1" lang="zh-CN" altLang="en-US" sz="2400" i="0" u="none" strike="noStrike" kern="1200" cap="none" spc="0" normalizeH="0" baseline="0" noProof="0" dirty="0">
                <a:ln>
                  <a:noFill/>
                </a:ln>
                <a:solidFill>
                  <a:srgbClr val="000000"/>
                </a:solidFill>
                <a:effectLst>
                  <a:outerShdw blurRad="38100" dist="38100" dir="2700000" algn="tl">
                    <a:srgbClr val="FFFFFF"/>
                  </a:outerShdw>
                </a:effectLst>
                <a:uLnTx/>
                <a:uFillTx/>
                <a:latin typeface="黑体" panose="02010609060101010101" pitchFamily="49" charset="-122"/>
                <a:ea typeface="黑体" panose="02010609060101010101" pitchFamily="49" charset="-122"/>
                <a:cs typeface="黑体" panose="02010609060101010101" pitchFamily="49" charset="-122"/>
              </a:rPr>
              <a:t>   圆锥滚子轴承的</a:t>
            </a:r>
            <a:endParaRPr kumimoji="1" lang="zh-CN" altLang="en-US" sz="2400" i="0" u="none" strike="noStrike" kern="1200" cap="none" spc="0" normalizeH="0" baseline="0" noProof="0" dirty="0">
              <a:ln>
                <a:noFill/>
              </a:ln>
              <a:solidFill>
                <a:srgbClr val="000000"/>
              </a:solidFill>
              <a:effectLst>
                <a:outerShdw blurRad="38100" dist="38100" dir="2700000" algn="tl">
                  <a:srgbClr val="FFFFFF"/>
                </a:outerShdw>
              </a:effectLst>
              <a:uLnTx/>
              <a:uFillTx/>
              <a:latin typeface="黑体" panose="02010609060101010101" pitchFamily="49" charset="-122"/>
              <a:ea typeface="黑体" panose="02010609060101010101" pitchFamily="49" charset="-122"/>
              <a:cs typeface="黑体" panose="02010609060101010101" pitchFamily="49" charset="-122"/>
            </a:endParaRPr>
          </a:p>
          <a:p>
            <a:pPr marL="342900" marR="0" lvl="0" indent="-342900" algn="l" defTabSz="914400" rtl="0" eaLnBrk="0" fontAlgn="base" latinLnBrk="0" hangingPunct="0">
              <a:lnSpc>
                <a:spcPct val="100000"/>
              </a:lnSpc>
              <a:spcBef>
                <a:spcPct val="20000"/>
              </a:spcBef>
              <a:spcAft>
                <a:spcPct val="0"/>
              </a:spcAft>
              <a:buClr>
                <a:schemeClr val="hlink"/>
              </a:buClr>
              <a:buSzPct val="110000"/>
              <a:buFontTx/>
              <a:buChar char=" "/>
              <a:defRPr/>
            </a:pPr>
            <a:r>
              <a:rPr kumimoji="1" lang="en-US" altLang="zh-CN" sz="2400" i="0" u="none" strike="noStrike" kern="1200" cap="none" spc="0" normalizeH="0" baseline="0" noProof="0" dirty="0">
                <a:ln>
                  <a:noFill/>
                </a:ln>
                <a:solidFill>
                  <a:srgbClr val="000000"/>
                </a:solidFill>
                <a:effectLst>
                  <a:outerShdw blurRad="38100" dist="38100" dir="2700000" algn="tl">
                    <a:srgbClr val="FFFFFF"/>
                  </a:outerShdw>
                </a:effectLst>
                <a:uLnTx/>
                <a:uFillTx/>
                <a:latin typeface="黑体" panose="02010609060101010101" pitchFamily="49" charset="-122"/>
                <a:ea typeface="黑体" panose="02010609060101010101" pitchFamily="49" charset="-122"/>
                <a:cs typeface="黑体" panose="02010609060101010101" pitchFamily="49" charset="-122"/>
              </a:rPr>
              <a:t>α</a:t>
            </a:r>
            <a:r>
              <a:rPr kumimoji="1" lang="zh-CN" altLang="en-US" sz="2400" i="0" u="none" strike="noStrike" kern="1200" cap="none" spc="0" normalizeH="0" baseline="0" noProof="0" dirty="0">
                <a:ln>
                  <a:noFill/>
                </a:ln>
                <a:solidFill>
                  <a:srgbClr val="000000"/>
                </a:solidFill>
                <a:effectLst>
                  <a:outerShdw blurRad="38100" dist="38100" dir="2700000" algn="tl">
                    <a:srgbClr val="FFFFFF"/>
                  </a:outerShdw>
                </a:effectLst>
                <a:uLnTx/>
                <a:uFillTx/>
                <a:latin typeface="黑体" panose="02010609060101010101" pitchFamily="49" charset="-122"/>
                <a:ea typeface="黑体" panose="02010609060101010101" pitchFamily="49" charset="-122"/>
                <a:cs typeface="黑体" panose="02010609060101010101" pitchFamily="49" charset="-122"/>
              </a:rPr>
              <a:t>＝</a:t>
            </a:r>
            <a:r>
              <a:rPr kumimoji="1" lang="en-US" altLang="zh-CN" sz="2400" i="0" u="none" strike="noStrike" kern="1200" cap="none" spc="0" normalizeH="0" baseline="0" noProof="0" dirty="0">
                <a:ln>
                  <a:noFill/>
                </a:ln>
                <a:solidFill>
                  <a:srgbClr val="000000"/>
                </a:solidFill>
                <a:effectLst>
                  <a:outerShdw blurRad="38100" dist="38100" dir="2700000" algn="tl">
                    <a:srgbClr val="FFFFFF"/>
                  </a:outerShdw>
                </a:effectLst>
                <a:uLnTx/>
                <a:uFillTx/>
                <a:latin typeface="黑体" panose="02010609060101010101" pitchFamily="49" charset="-122"/>
                <a:ea typeface="黑体" panose="02010609060101010101" pitchFamily="49" charset="-122"/>
                <a:cs typeface="黑体" panose="02010609060101010101" pitchFamily="49" charset="-122"/>
              </a:rPr>
              <a:t>10°--29°</a:t>
            </a:r>
            <a:r>
              <a:rPr kumimoji="1" lang="zh-CN" altLang="en-US" sz="2400" i="0" u="none" strike="noStrike" kern="1200" cap="none" spc="0" normalizeH="0" baseline="0" noProof="0" dirty="0">
                <a:ln>
                  <a:noFill/>
                </a:ln>
                <a:solidFill>
                  <a:srgbClr val="000000"/>
                </a:solidFill>
                <a:effectLst>
                  <a:outerShdw blurRad="38100" dist="38100" dir="2700000" algn="tl">
                    <a:srgbClr val="FFFFFF"/>
                  </a:outerShdw>
                </a:effectLst>
                <a:uLnTx/>
                <a:uFillTx/>
                <a:latin typeface="黑体" panose="02010609060101010101" pitchFamily="49" charset="-122"/>
                <a:ea typeface="黑体" panose="02010609060101010101" pitchFamily="49" charset="-122"/>
                <a:cs typeface="黑体" panose="02010609060101010101" pitchFamily="49" charset="-122"/>
              </a:rPr>
              <a:t>。</a:t>
            </a:r>
            <a:endParaRPr kumimoji="1" lang="zh-CN" altLang="en-US" sz="2400" i="0" u="none" strike="noStrike" kern="1200" cap="none" spc="0" normalizeH="0" baseline="0" noProof="0" dirty="0">
              <a:ln>
                <a:noFill/>
              </a:ln>
              <a:solidFill>
                <a:srgbClr val="000000"/>
              </a:solidFill>
              <a:effectLst>
                <a:outerShdw blurRad="38100" dist="38100" dir="2700000" algn="tl">
                  <a:srgbClr val="FFFFFF"/>
                </a:outerShdw>
              </a:effectLst>
              <a:uLnTx/>
              <a:uFillTx/>
              <a:latin typeface="黑体" panose="02010609060101010101" pitchFamily="49" charset="-122"/>
              <a:ea typeface="黑体" panose="02010609060101010101" pitchFamily="49" charset="-122"/>
              <a:cs typeface="黑体" panose="02010609060101010101" pitchFamily="49" charset="-122"/>
            </a:endParaRPr>
          </a:p>
        </p:txBody>
      </p:sp>
      <p:pic>
        <p:nvPicPr>
          <p:cNvPr id="93187" name="Picture 3" descr="zh5"/>
          <p:cNvPicPr>
            <a:picLocks noChangeAspect="1"/>
          </p:cNvPicPr>
          <p:nvPr/>
        </p:nvPicPr>
        <p:blipFill>
          <a:blip r:embed="rId1">
            <a:lum bright="6000"/>
          </a:blip>
          <a:srcRect l="6418" r="2559" b="1790"/>
          <a:stretch>
            <a:fillRect/>
          </a:stretch>
        </p:blipFill>
        <p:spPr>
          <a:xfrm>
            <a:off x="4371975" y="1998663"/>
            <a:ext cx="2235200" cy="3446462"/>
          </a:xfrm>
          <a:prstGeom prst="rect">
            <a:avLst/>
          </a:prstGeom>
          <a:noFill/>
          <a:ln w="9525">
            <a:noFill/>
          </a:ln>
        </p:spPr>
      </p:pic>
      <p:sp>
        <p:nvSpPr>
          <p:cNvPr id="93188" name="Line 4"/>
          <p:cNvSpPr/>
          <p:nvPr/>
        </p:nvSpPr>
        <p:spPr>
          <a:xfrm flipH="1" flipV="1">
            <a:off x="5056188" y="1295400"/>
            <a:ext cx="381000" cy="990600"/>
          </a:xfrm>
          <a:prstGeom prst="line">
            <a:avLst/>
          </a:prstGeom>
          <a:ln w="9525" cap="flat" cmpd="sng">
            <a:solidFill>
              <a:srgbClr val="0000FF"/>
            </a:solidFill>
            <a:prstDash val="solid"/>
            <a:headEnd type="none" w="med" len="med"/>
            <a:tailEnd type="none" w="med" len="med"/>
          </a:ln>
        </p:spPr>
      </p:sp>
      <p:sp>
        <p:nvSpPr>
          <p:cNvPr id="93189" name="Line 5"/>
          <p:cNvSpPr/>
          <p:nvPr/>
        </p:nvSpPr>
        <p:spPr>
          <a:xfrm flipV="1">
            <a:off x="5437188" y="1219200"/>
            <a:ext cx="0" cy="1066800"/>
          </a:xfrm>
          <a:prstGeom prst="line">
            <a:avLst/>
          </a:prstGeom>
          <a:ln w="9525" cap="flat" cmpd="sng">
            <a:solidFill>
              <a:srgbClr val="0000FF"/>
            </a:solidFill>
            <a:prstDash val="solid"/>
            <a:headEnd type="none" w="med" len="med"/>
            <a:tailEnd type="none" w="med" len="med"/>
          </a:ln>
        </p:spPr>
      </p:sp>
      <p:sp>
        <p:nvSpPr>
          <p:cNvPr id="93190" name="Text Box 6"/>
          <p:cNvSpPr txBox="1"/>
          <p:nvPr/>
        </p:nvSpPr>
        <p:spPr>
          <a:xfrm>
            <a:off x="5137150" y="1339850"/>
            <a:ext cx="376238" cy="457200"/>
          </a:xfrm>
          <a:prstGeom prst="rect">
            <a:avLst/>
          </a:prstGeom>
          <a:noFill/>
          <a:ln w="9525">
            <a:noFill/>
          </a:ln>
        </p:spPr>
        <p:txBody>
          <a:bodyPr wrap="none">
            <a:spAutoFit/>
          </a:bodyPr>
          <a:p>
            <a:pPr indent="0">
              <a:buNone/>
            </a:pPr>
            <a:r>
              <a:rPr lang="en-US" altLang="zh-CN" sz="2400" dirty="0">
                <a:solidFill>
                  <a:srgbClr val="0000FF"/>
                </a:solidFill>
                <a:latin typeface="Times New Roman" panose="02020603050405020304" pitchFamily="18" charset="0"/>
                <a:ea typeface="宋体" panose="02010600030101010101" pitchFamily="2" charset="-122"/>
                <a:sym typeface="Symbol" panose="05050102010706020507" pitchFamily="18" charset="2"/>
              </a:rPr>
              <a:t></a:t>
            </a:r>
            <a:endParaRPr lang="en-US" altLang="zh-CN" sz="2400" dirty="0">
              <a:solidFill>
                <a:srgbClr val="0000FF"/>
              </a:solidFill>
              <a:latin typeface="Times New Roman" panose="02020603050405020304" pitchFamily="18" charset="0"/>
              <a:ea typeface="宋体" panose="02010600030101010101" pitchFamily="2" charset="-122"/>
            </a:endParaRPr>
          </a:p>
        </p:txBody>
      </p:sp>
      <p:pic>
        <p:nvPicPr>
          <p:cNvPr id="93191" name="Picture 7" descr="zh3"/>
          <p:cNvPicPr>
            <a:picLocks noChangeAspect="1"/>
          </p:cNvPicPr>
          <p:nvPr/>
        </p:nvPicPr>
        <p:blipFill>
          <a:blip r:embed="rId2">
            <a:lum bright="12000" contrast="24000"/>
          </a:blip>
          <a:srcRect l="3737" t="4225" r="64314" b="7327"/>
          <a:stretch>
            <a:fillRect/>
          </a:stretch>
        </p:blipFill>
        <p:spPr>
          <a:xfrm>
            <a:off x="6656388" y="1995488"/>
            <a:ext cx="2211387" cy="3449637"/>
          </a:xfrm>
          <a:prstGeom prst="rect">
            <a:avLst/>
          </a:prstGeom>
          <a:noFill/>
          <a:ln w="9525">
            <a:noFill/>
          </a:ln>
        </p:spPr>
      </p:pic>
      <p:sp>
        <p:nvSpPr>
          <p:cNvPr id="93192" name="Line 8"/>
          <p:cNvSpPr/>
          <p:nvPr/>
        </p:nvSpPr>
        <p:spPr>
          <a:xfrm flipH="1" flipV="1">
            <a:off x="7261225" y="1398588"/>
            <a:ext cx="381000" cy="990600"/>
          </a:xfrm>
          <a:prstGeom prst="line">
            <a:avLst/>
          </a:prstGeom>
          <a:ln w="9525" cap="flat" cmpd="sng">
            <a:solidFill>
              <a:srgbClr val="0000FF"/>
            </a:solidFill>
            <a:prstDash val="solid"/>
            <a:headEnd type="none" w="med" len="med"/>
            <a:tailEnd type="none" w="med" len="med"/>
          </a:ln>
        </p:spPr>
      </p:sp>
      <p:sp>
        <p:nvSpPr>
          <p:cNvPr id="93193" name="Line 9"/>
          <p:cNvSpPr/>
          <p:nvPr/>
        </p:nvSpPr>
        <p:spPr>
          <a:xfrm flipV="1">
            <a:off x="7642225" y="1322388"/>
            <a:ext cx="0" cy="1066800"/>
          </a:xfrm>
          <a:prstGeom prst="line">
            <a:avLst/>
          </a:prstGeom>
          <a:ln w="9525" cap="flat" cmpd="sng">
            <a:solidFill>
              <a:srgbClr val="0000FF"/>
            </a:solidFill>
            <a:prstDash val="solid"/>
            <a:headEnd type="none" w="med" len="med"/>
            <a:tailEnd type="none" w="med" len="med"/>
          </a:ln>
        </p:spPr>
      </p:sp>
      <p:sp>
        <p:nvSpPr>
          <p:cNvPr id="93194" name="Text Box 10"/>
          <p:cNvSpPr txBox="1"/>
          <p:nvPr/>
        </p:nvSpPr>
        <p:spPr>
          <a:xfrm>
            <a:off x="7342188" y="1443038"/>
            <a:ext cx="376237" cy="457200"/>
          </a:xfrm>
          <a:prstGeom prst="rect">
            <a:avLst/>
          </a:prstGeom>
          <a:noFill/>
          <a:ln w="9525">
            <a:noFill/>
          </a:ln>
        </p:spPr>
        <p:txBody>
          <a:bodyPr wrap="none">
            <a:spAutoFit/>
          </a:bodyPr>
          <a:p>
            <a:pPr indent="0">
              <a:buNone/>
            </a:pPr>
            <a:r>
              <a:rPr lang="en-US" altLang="zh-CN" sz="2400" dirty="0">
                <a:solidFill>
                  <a:srgbClr val="0000FF"/>
                </a:solidFill>
                <a:latin typeface="Times New Roman" panose="02020603050405020304" pitchFamily="18" charset="0"/>
                <a:ea typeface="宋体" panose="02010600030101010101" pitchFamily="2" charset="-122"/>
                <a:sym typeface="Symbol" panose="05050102010706020507" pitchFamily="18" charset="2"/>
              </a:rPr>
              <a:t></a:t>
            </a:r>
            <a:endParaRPr lang="en-US" altLang="zh-CN" sz="2400" dirty="0">
              <a:solidFill>
                <a:srgbClr val="0000FF"/>
              </a:solidFill>
              <a:latin typeface="Times New Roman" panose="02020603050405020304" pitchFamily="18" charset="0"/>
              <a:ea typeface="宋体" panose="02010600030101010101" pitchFamily="2" charset="-122"/>
            </a:endParaRPr>
          </a:p>
        </p:txBody>
      </p:sp>
      <p:sp>
        <p:nvSpPr>
          <p:cNvPr id="4132" name="直接连接符 6"/>
          <p:cNvSpPr>
            <a:spLocks noChangeShapeType="1"/>
          </p:cNvSpPr>
          <p:nvPr/>
        </p:nvSpPr>
        <p:spPr bwMode="auto">
          <a:xfrm>
            <a:off x="0" y="685662"/>
            <a:ext cx="9144000" cy="0"/>
          </a:xfrm>
          <a:prstGeom prst="line">
            <a:avLst/>
          </a:prstGeom>
          <a:noFill/>
          <a:ln w="28575">
            <a:solidFill>
              <a:srgbClr val="CC3300"/>
            </a:solidFill>
            <a:miter lim="800000"/>
          </a:ln>
          <a:extLst>
            <a:ext uri="{909E8E84-426E-40DD-AFC4-6F175D3DCCD1}">
              <a14:hiddenFill xmlns:a14="http://schemas.microsoft.com/office/drawing/2010/main">
                <a:noFill/>
              </a14:hiddenFill>
            </a:ext>
          </a:extLst>
        </p:spPr>
        <p:txBody>
          <a:bodyPr/>
          <a:lstStyle/>
          <a:p>
            <a:endParaRPr lang="zh-CN" altLang="en-US"/>
          </a:p>
        </p:txBody>
      </p:sp>
      <p:sp>
        <p:nvSpPr>
          <p:cNvPr id="14339" name="Rectangle 34"/>
          <p:cNvSpPr>
            <a:spLocks noChangeArrowheads="1"/>
          </p:cNvSpPr>
          <p:nvPr/>
        </p:nvSpPr>
        <p:spPr bwMode="auto">
          <a:xfrm>
            <a:off x="3687417" y="228600"/>
            <a:ext cx="4846983" cy="533400"/>
          </a:xfrm>
          <a:prstGeom prst="rect">
            <a:avLst/>
          </a:prstGeom>
          <a:noFill/>
          <a:ln>
            <a:noFill/>
          </a:ln>
          <a:effectLst/>
          <a:extLst>
            <a:ext uri="{909E8E84-426E-40DD-AFC4-6F175D3DCCD1}">
              <a14:hiddenFill xmlns:a14="http://schemas.microsoft.com/office/drawing/2010/main">
                <a:gradFill rotWithShape="0">
                  <a:gsLst>
                    <a:gs pos="0">
                      <a:srgbClr val="E5DCB5"/>
                    </a:gs>
                    <a:gs pos="100000">
                      <a:srgbClr val="FDFBF1"/>
                    </a:gs>
                  </a:gsLst>
                  <a:lin ang="0" scaled="1"/>
                </a:gradFill>
              </a14:hiddenFill>
            </a:ext>
            <a:ext uri="{91240B29-F687-4F45-9708-019B960494DF}">
              <a14:hiddenLine xmlns:a14="http://schemas.microsoft.com/office/drawing/2010/main" w="9525">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tIns="36000" bIns="72000" anchor="ctr" anchorCtr="1"/>
          <a:lstStyle>
            <a:lvl1pPr>
              <a:lnSpc>
                <a:spcPct val="120000"/>
              </a:lnSpc>
              <a:buChar char="•"/>
              <a:defRPr kumimoji="1" sz="2000">
                <a:solidFill>
                  <a:srgbClr val="000099"/>
                </a:solidFill>
                <a:latin typeface="Times New Roman" panose="02020603050405020304" pitchFamily="18" charset="0"/>
                <a:ea typeface="华文中宋" panose="02010600040101010101" pitchFamily="2" charset="-122"/>
              </a:defRPr>
            </a:lvl1pPr>
            <a:lvl2pPr marL="742950" indent="-285750">
              <a:lnSpc>
                <a:spcPct val="120000"/>
              </a:lnSpc>
              <a:buChar char="•"/>
              <a:defRPr kumimoji="1" sz="2000">
                <a:solidFill>
                  <a:srgbClr val="000099"/>
                </a:solidFill>
                <a:latin typeface="Times New Roman" panose="02020603050405020304" pitchFamily="18" charset="0"/>
                <a:ea typeface="华文中宋" panose="02010600040101010101" pitchFamily="2" charset="-122"/>
              </a:defRPr>
            </a:lvl2pPr>
            <a:lvl3pPr marL="1143000" indent="-228600">
              <a:lnSpc>
                <a:spcPct val="120000"/>
              </a:lnSpc>
              <a:buChar char="•"/>
              <a:defRPr kumimoji="1" sz="2000">
                <a:solidFill>
                  <a:srgbClr val="000099"/>
                </a:solidFill>
                <a:latin typeface="Times New Roman" panose="02020603050405020304" pitchFamily="18" charset="0"/>
                <a:ea typeface="华文中宋" panose="02010600040101010101" pitchFamily="2" charset="-122"/>
              </a:defRPr>
            </a:lvl3pPr>
            <a:lvl4pPr marL="1600200" indent="-228600">
              <a:lnSpc>
                <a:spcPct val="120000"/>
              </a:lnSpc>
              <a:buChar char="•"/>
              <a:defRPr kumimoji="1" sz="2000">
                <a:solidFill>
                  <a:srgbClr val="000099"/>
                </a:solidFill>
                <a:latin typeface="Times New Roman" panose="02020603050405020304" pitchFamily="18" charset="0"/>
                <a:ea typeface="华文中宋" panose="02010600040101010101" pitchFamily="2" charset="-122"/>
              </a:defRPr>
            </a:lvl4pPr>
            <a:lvl5pPr marL="2057400" indent="-228600">
              <a:lnSpc>
                <a:spcPct val="120000"/>
              </a:lnSpc>
              <a:buChar char="•"/>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lnSpc>
                <a:spcPct val="100000"/>
              </a:lnSpc>
              <a:buFontTx/>
              <a:buNone/>
            </a:pPr>
            <a:r>
              <a:rPr lang="en-US" altLang="zh-CN" sz="3000" dirty="0" smtClean="0">
                <a:solidFill>
                  <a:srgbClr val="CC3300"/>
                </a:solidFill>
                <a:latin typeface="黑体" panose="02010609060101010101" pitchFamily="49" charset="-122"/>
                <a:ea typeface="黑体" panose="02010609060101010101" pitchFamily="49" charset="-122"/>
              </a:rPr>
              <a:t>3.6-5 </a:t>
            </a:r>
            <a:r>
              <a:rPr lang="zh-CN" altLang="en-US" sz="3000" dirty="0" smtClean="0">
                <a:solidFill>
                  <a:srgbClr val="CC3300"/>
                </a:solidFill>
                <a:latin typeface="黑体" panose="02010609060101010101" pitchFamily="49" charset="-122"/>
                <a:ea typeface="黑体" panose="02010609060101010101" pitchFamily="49" charset="-122"/>
              </a:rPr>
              <a:t>滚动轴承的寿命计算</a:t>
            </a:r>
            <a:endParaRPr lang="en-US" altLang="zh-CN" sz="3000" dirty="0">
              <a:solidFill>
                <a:srgbClr val="CC3300"/>
              </a:solidFill>
              <a:latin typeface="黑体" panose="02010609060101010101" pitchFamily="49" charset="-122"/>
              <a:ea typeface="黑体" panose="02010609060101010101" pitchFamily="49" charset="-122"/>
            </a:endParaRPr>
          </a:p>
        </p:txBody>
      </p:sp>
    </p:spTree>
  </p:cSld>
  <p:clrMapOvr>
    <a:masterClrMapping/>
  </p:clrMapOvr>
  <p:transition spd="med">
    <p:pull dir="rd"/>
  </p:transition>
  <p:timing>
    <p:tnLst>
      <p:par>
        <p:cTn id="1" dur="indefinite" restart="never" nodeType="tmRoot"/>
      </p:par>
    </p:tnLst>
    <p:bldLst>
      <p:bldP spid="93186" grpId="0" build="p"/>
    </p:bld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4210" name="Rectangle 2"/>
          <p:cNvSpPr>
            <a:spLocks noGrp="1" noChangeArrowheads="1"/>
          </p:cNvSpPr>
          <p:nvPr>
            <p:ph idx="1"/>
          </p:nvPr>
        </p:nvSpPr>
        <p:spPr>
          <a:xfrm>
            <a:off x="-15240" y="1258570"/>
            <a:ext cx="8834438" cy="5434013"/>
          </a:xfrm>
        </p:spPr>
        <p:txBody>
          <a:bodyPr/>
          <a:lstStyle/>
          <a:p>
            <a:pPr marL="342900" marR="0" lvl="0" indent="-342900" algn="l" defTabSz="914400" rtl="0" eaLnBrk="0" fontAlgn="base" latinLnBrk="0" hangingPunct="0">
              <a:lnSpc>
                <a:spcPts val="4000"/>
              </a:lnSpc>
              <a:spcBef>
                <a:spcPct val="0"/>
              </a:spcBef>
              <a:spcAft>
                <a:spcPct val="0"/>
              </a:spcAft>
              <a:buClr>
                <a:schemeClr val="hlink"/>
              </a:buClr>
              <a:buSzPct val="110000"/>
              <a:buFontTx/>
              <a:buChar char=" "/>
              <a:defRPr/>
            </a:pPr>
            <a:r>
              <a:rPr kumimoji="1" lang="en-US" altLang="zh-CN" sz="2400" b="0" i="0" u="none" strike="noStrike" kern="1200" cap="none" spc="0" normalizeH="0" baseline="0" noProof="0" dirty="0">
                <a:ln>
                  <a:noFill/>
                </a:ln>
                <a:solidFill>
                  <a:schemeClr val="tx1"/>
                </a:solidFill>
                <a:effectLst/>
                <a:uLnTx/>
                <a:uFillTx/>
                <a:latin typeface="楷体_GB2312"/>
                <a:ea typeface="楷体_GB2312"/>
                <a:cs typeface="楷体_GB2312"/>
              </a:rPr>
              <a:t>    </a:t>
            </a:r>
            <a:r>
              <a:rPr kumimoji="1" lang="en-US" altLang="zh-CN" sz="2400" b="0" i="0" u="none" strike="noStrike" kern="1200" cap="none" spc="0" normalizeH="0" baseline="0" noProof="0" dirty="0">
                <a:ln>
                  <a:noFill/>
                </a:ln>
                <a:solidFill>
                  <a:schemeClr val="accent4">
                    <a:lumMod val="75000"/>
                  </a:schemeClr>
                </a:solidFill>
                <a:effectLst/>
                <a:uLnTx/>
                <a:uFillTx/>
                <a:latin typeface="楷体_GB2312"/>
                <a:ea typeface="楷体_GB2312"/>
                <a:cs typeface="楷体_GB2312"/>
              </a:rPr>
              <a:t> </a:t>
            </a:r>
            <a:r>
              <a:rPr kumimoji="1" lang="zh-CN" altLang="en-US" sz="2400" i="0" u="none" strike="noStrike" kern="1200" cap="none" spc="0" normalizeH="0" baseline="0" noProof="0" dirty="0">
                <a:ln>
                  <a:noFill/>
                </a:ln>
                <a:solidFill>
                  <a:schemeClr val="accent4">
                    <a:lumMod val="75000"/>
                  </a:schemeClr>
                </a:solidFill>
                <a:effectLst>
                  <a:outerShdw blurRad="38100" dist="38100" dir="2700000" algn="tl">
                    <a:srgbClr val="FFFFFF"/>
                  </a:outerShdw>
                </a:effectLst>
                <a:uLnTx/>
                <a:uFillTx/>
                <a:latin typeface="黑体" panose="02010609060101010101" pitchFamily="49" charset="-122"/>
                <a:ea typeface="黑体" panose="02010609060101010101" pitchFamily="49" charset="-122"/>
                <a:cs typeface="黑体" panose="02010609060101010101" pitchFamily="49" charset="-122"/>
              </a:rPr>
              <a:t>向心角接触轴承的结构特点是接触角</a:t>
            </a:r>
            <a:r>
              <a:rPr kumimoji="1" lang="en-US" altLang="zh-CN" sz="2400" i="0" u="none" strike="noStrike" kern="1200" cap="none" spc="0" normalizeH="0" baseline="0" noProof="0" dirty="0">
                <a:ln>
                  <a:noFill/>
                </a:ln>
                <a:solidFill>
                  <a:schemeClr val="accent4">
                    <a:lumMod val="75000"/>
                  </a:schemeClr>
                </a:solidFill>
                <a:effectLst>
                  <a:outerShdw blurRad="38100" dist="38100" dir="2700000" algn="tl">
                    <a:srgbClr val="FFFFFF"/>
                  </a:outerShdw>
                </a:effectLst>
                <a:uLnTx/>
                <a:uFillTx/>
                <a:latin typeface="黑体" panose="02010609060101010101" pitchFamily="49" charset="-122"/>
                <a:ea typeface="黑体" panose="02010609060101010101" pitchFamily="49" charset="-122"/>
                <a:cs typeface="黑体" panose="02010609060101010101" pitchFamily="49" charset="-122"/>
              </a:rPr>
              <a:t>α≠0</a:t>
            </a:r>
            <a:r>
              <a:rPr kumimoji="1" lang="zh-CN" altLang="en-US" sz="2400" i="0" u="none" strike="noStrike" kern="1200" cap="none" spc="0" normalizeH="0" baseline="0" noProof="0" dirty="0">
                <a:ln>
                  <a:noFill/>
                </a:ln>
                <a:solidFill>
                  <a:schemeClr val="accent4">
                    <a:lumMod val="75000"/>
                  </a:schemeClr>
                </a:solidFill>
                <a:effectLst>
                  <a:outerShdw blurRad="38100" dist="38100" dir="2700000" algn="tl">
                    <a:srgbClr val="FFFFFF"/>
                  </a:outerShdw>
                </a:effectLst>
                <a:uLnTx/>
                <a:uFillTx/>
                <a:latin typeface="黑体" panose="02010609060101010101" pitchFamily="49" charset="-122"/>
                <a:ea typeface="黑体" panose="02010609060101010101" pitchFamily="49" charset="-122"/>
                <a:cs typeface="黑体" panose="02010609060101010101" pitchFamily="49" charset="-122"/>
              </a:rPr>
              <a:t>，作用在滚动体上的</a:t>
            </a:r>
            <a:r>
              <a:rPr kumimoji="1" lang="zh-CN" altLang="en-US" sz="2400" i="0" u="none" strike="noStrike" kern="1200" cap="none" spc="0" normalizeH="0" baseline="0" noProof="0" dirty="0">
                <a:ln>
                  <a:noFill/>
                </a:ln>
                <a:solidFill>
                  <a:schemeClr val="tx2">
                    <a:lumMod val="60000"/>
                    <a:lumOff val="40000"/>
                  </a:schemeClr>
                </a:solidFill>
                <a:effectLst>
                  <a:outerShdw blurRad="38100" dist="38100" dir="2700000" algn="tl">
                    <a:srgbClr val="FFFFFF"/>
                  </a:outerShdw>
                </a:effectLst>
                <a:uLnTx/>
                <a:uFillTx/>
                <a:latin typeface="黑体" panose="02010609060101010101" pitchFamily="49" charset="-122"/>
                <a:ea typeface="黑体" panose="02010609060101010101" pitchFamily="49" charset="-122"/>
                <a:cs typeface="黑体" panose="02010609060101010101" pitchFamily="49" charset="-122"/>
              </a:rPr>
              <a:t>法向力</a:t>
            </a:r>
            <a:r>
              <a:rPr kumimoji="1" lang="zh-CN" altLang="en-US" sz="2400" i="0" u="none" strike="noStrike" kern="1200" cap="none" spc="0" normalizeH="0" baseline="0" noProof="0" dirty="0">
                <a:ln>
                  <a:noFill/>
                </a:ln>
                <a:solidFill>
                  <a:schemeClr val="accent4">
                    <a:lumMod val="75000"/>
                  </a:schemeClr>
                </a:solidFill>
                <a:effectLst>
                  <a:outerShdw blurRad="38100" dist="38100" dir="2700000" algn="tl">
                    <a:srgbClr val="FFFFFF"/>
                  </a:outerShdw>
                </a:effectLst>
                <a:uLnTx/>
                <a:uFillTx/>
                <a:latin typeface="黑体" panose="02010609060101010101" pitchFamily="49" charset="-122"/>
                <a:ea typeface="黑体" panose="02010609060101010101" pitchFamily="49" charset="-122"/>
                <a:cs typeface="黑体" panose="02010609060101010101" pitchFamily="49" charset="-122"/>
              </a:rPr>
              <a:t>可分解为</a:t>
            </a:r>
            <a:r>
              <a:rPr kumimoji="1" lang="zh-CN" altLang="en-US" sz="2400" i="0" u="none" strike="noStrike" kern="1200" cap="none" spc="0" normalizeH="0" baseline="0" noProof="0" dirty="0">
                <a:ln>
                  <a:noFill/>
                </a:ln>
                <a:solidFill>
                  <a:srgbClr val="FF0000"/>
                </a:solidFill>
                <a:effectLst>
                  <a:outerShdw blurRad="38100" dist="38100" dir="2700000" algn="tl">
                    <a:srgbClr val="FFFFFF"/>
                  </a:outerShdw>
                </a:effectLst>
                <a:uLnTx/>
                <a:uFillTx/>
                <a:latin typeface="黑体" panose="02010609060101010101" pitchFamily="49" charset="-122"/>
                <a:ea typeface="黑体" panose="02010609060101010101" pitchFamily="49" charset="-122"/>
                <a:cs typeface="黑体" panose="02010609060101010101" pitchFamily="49" charset="-122"/>
              </a:rPr>
              <a:t>径向分力</a:t>
            </a:r>
            <a:r>
              <a:rPr kumimoji="1" lang="en-US" altLang="zh-CN" sz="2400" i="0" u="none" strike="noStrike" kern="1200" cap="none" spc="0" normalizeH="0" baseline="0" noProof="0" dirty="0" err="1" smtClean="0">
                <a:ln>
                  <a:noFill/>
                </a:ln>
                <a:solidFill>
                  <a:srgbClr val="FF0000"/>
                </a:solidFill>
                <a:effectLst>
                  <a:outerShdw blurRad="38100" dist="38100" dir="2700000" algn="tl">
                    <a:srgbClr val="FFFFFF"/>
                  </a:outerShdw>
                </a:effectLst>
                <a:uLnTx/>
                <a:uFillTx/>
                <a:latin typeface="黑体" panose="02010609060101010101" pitchFamily="49" charset="-122"/>
                <a:ea typeface="黑体" panose="02010609060101010101" pitchFamily="49" charset="-122"/>
                <a:cs typeface="黑体" panose="02010609060101010101" pitchFamily="49" charset="-122"/>
              </a:rPr>
              <a:t>F</a:t>
            </a:r>
            <a:r>
              <a:rPr kumimoji="1" lang="en-US" altLang="zh-CN" sz="2400" i="0" u="none" strike="noStrike" kern="1200" cap="none" spc="0" normalizeH="0" baseline="-25000" noProof="0" dirty="0" err="1" smtClean="0">
                <a:ln>
                  <a:noFill/>
                </a:ln>
                <a:solidFill>
                  <a:srgbClr val="FF0000"/>
                </a:solidFill>
                <a:effectLst>
                  <a:outerShdw blurRad="38100" dist="38100" dir="2700000" algn="tl">
                    <a:srgbClr val="FFFFFF"/>
                  </a:outerShdw>
                </a:effectLst>
                <a:uLnTx/>
                <a:uFillTx/>
                <a:latin typeface="黑体" panose="02010609060101010101" pitchFamily="49" charset="-122"/>
                <a:ea typeface="黑体" panose="02010609060101010101" pitchFamily="49" charset="-122"/>
                <a:cs typeface="黑体" panose="02010609060101010101" pitchFamily="49" charset="-122"/>
              </a:rPr>
              <a:t>Ri</a:t>
            </a:r>
            <a:r>
              <a:rPr kumimoji="1" lang="zh-CN" altLang="en-US" sz="2400" i="0" u="none" strike="noStrike" kern="1200" cap="none" spc="0" normalizeH="0" baseline="0" noProof="0" dirty="0">
                <a:ln>
                  <a:noFill/>
                </a:ln>
                <a:solidFill>
                  <a:schemeClr val="accent4">
                    <a:lumMod val="75000"/>
                  </a:schemeClr>
                </a:solidFill>
                <a:effectLst>
                  <a:outerShdw blurRad="38100" dist="38100" dir="2700000" algn="tl">
                    <a:srgbClr val="FFFFFF"/>
                  </a:outerShdw>
                </a:effectLst>
                <a:uLnTx/>
                <a:uFillTx/>
                <a:latin typeface="黑体" panose="02010609060101010101" pitchFamily="49" charset="-122"/>
                <a:ea typeface="黑体" panose="02010609060101010101" pitchFamily="49" charset="-122"/>
                <a:cs typeface="黑体" panose="02010609060101010101" pitchFamily="49" charset="-122"/>
              </a:rPr>
              <a:t>和</a:t>
            </a:r>
            <a:r>
              <a:rPr kumimoji="1" lang="zh-CN" altLang="en-US" sz="2400" i="0" u="none" strike="noStrike" kern="1200" cap="none" spc="0" normalizeH="0" baseline="0" noProof="0" dirty="0">
                <a:ln>
                  <a:noFill/>
                </a:ln>
                <a:solidFill>
                  <a:srgbClr val="FF0000"/>
                </a:solidFill>
                <a:effectLst>
                  <a:outerShdw blurRad="38100" dist="38100" dir="2700000" algn="tl">
                    <a:srgbClr val="FFFFFF"/>
                  </a:outerShdw>
                </a:effectLst>
                <a:uLnTx/>
                <a:uFillTx/>
                <a:latin typeface="黑体" panose="02010609060101010101" pitchFamily="49" charset="-122"/>
                <a:ea typeface="黑体" panose="02010609060101010101" pitchFamily="49" charset="-122"/>
                <a:cs typeface="黑体" panose="02010609060101010101" pitchFamily="49" charset="-122"/>
              </a:rPr>
              <a:t>轴向分力</a:t>
            </a:r>
            <a:r>
              <a:rPr kumimoji="1" lang="en-US" altLang="zh-CN" sz="2400" i="0" u="none" strike="noStrike" kern="1200" cap="none" spc="0" normalizeH="0" baseline="0" noProof="0" dirty="0" err="1" smtClean="0">
                <a:ln>
                  <a:noFill/>
                </a:ln>
                <a:solidFill>
                  <a:srgbClr val="FF0000"/>
                </a:solidFill>
                <a:effectLst>
                  <a:outerShdw blurRad="38100" dist="38100" dir="2700000" algn="tl">
                    <a:srgbClr val="FFFFFF"/>
                  </a:outerShdw>
                </a:effectLst>
                <a:uLnTx/>
                <a:uFillTx/>
                <a:latin typeface="黑体" panose="02010609060101010101" pitchFamily="49" charset="-122"/>
                <a:ea typeface="黑体" panose="02010609060101010101" pitchFamily="49" charset="-122"/>
                <a:cs typeface="黑体" panose="02010609060101010101" pitchFamily="49" charset="-122"/>
              </a:rPr>
              <a:t>F</a:t>
            </a:r>
            <a:r>
              <a:rPr kumimoji="1" lang="en-US" altLang="zh-CN" sz="2400" i="0" u="none" strike="noStrike" kern="1200" cap="none" spc="0" normalizeH="0" baseline="-25000" noProof="0" dirty="0" err="1" smtClean="0">
                <a:ln>
                  <a:noFill/>
                </a:ln>
                <a:solidFill>
                  <a:srgbClr val="FF0000"/>
                </a:solidFill>
                <a:effectLst>
                  <a:outerShdw blurRad="38100" dist="38100" dir="2700000" algn="tl">
                    <a:srgbClr val="FFFFFF"/>
                  </a:outerShdw>
                </a:effectLst>
                <a:uLnTx/>
                <a:uFillTx/>
                <a:latin typeface="黑体" panose="02010609060101010101" pitchFamily="49" charset="-122"/>
                <a:ea typeface="黑体" panose="02010609060101010101" pitchFamily="49" charset="-122"/>
                <a:cs typeface="黑体" panose="02010609060101010101" pitchFamily="49" charset="-122"/>
              </a:rPr>
              <a:t>si</a:t>
            </a:r>
            <a:r>
              <a:rPr kumimoji="1" lang="zh-CN" altLang="en-US" sz="2400" i="0" u="none" strike="noStrike" kern="1200" cap="none" spc="0" normalizeH="0" baseline="0" noProof="0" dirty="0">
                <a:ln>
                  <a:noFill/>
                </a:ln>
                <a:solidFill>
                  <a:schemeClr val="accent4">
                    <a:lumMod val="75000"/>
                  </a:schemeClr>
                </a:solidFill>
                <a:effectLst>
                  <a:outerShdw blurRad="38100" dist="38100" dir="2700000" algn="tl">
                    <a:srgbClr val="FFFFFF"/>
                  </a:outerShdw>
                </a:effectLst>
                <a:uLnTx/>
                <a:uFillTx/>
                <a:latin typeface="黑体" panose="02010609060101010101" pitchFamily="49" charset="-122"/>
                <a:ea typeface="黑体" panose="02010609060101010101" pitchFamily="49" charset="-122"/>
                <a:cs typeface="黑体" panose="02010609060101010101" pitchFamily="49" charset="-122"/>
              </a:rPr>
              <a:t>。各滚动体上所受轴向分力的合力</a:t>
            </a:r>
            <a:r>
              <a:rPr kumimoji="1" lang="zh-CN" altLang="en-US" sz="2400" i="0" u="none" strike="noStrike" kern="1200" cap="none" spc="0" normalizeH="0" baseline="0" noProof="0" dirty="0" smtClean="0">
                <a:ln>
                  <a:noFill/>
                </a:ln>
                <a:solidFill>
                  <a:schemeClr val="accent4">
                    <a:lumMod val="75000"/>
                  </a:schemeClr>
                </a:solidFill>
                <a:effectLst>
                  <a:outerShdw blurRad="38100" dist="38100" dir="2700000" algn="tl">
                    <a:srgbClr val="FFFFFF"/>
                  </a:outerShdw>
                </a:effectLst>
                <a:uLnTx/>
                <a:uFillTx/>
                <a:latin typeface="黑体" panose="02010609060101010101" pitchFamily="49" charset="-122"/>
                <a:ea typeface="黑体" panose="02010609060101010101" pitchFamily="49" charset="-122"/>
                <a:cs typeface="黑体" panose="02010609060101010101" pitchFamily="49" charset="-122"/>
              </a:rPr>
              <a:t>即是</a:t>
            </a:r>
            <a:r>
              <a:rPr kumimoji="1" lang="zh-CN" altLang="en-US" sz="2400" i="0" u="none" strike="noStrike" kern="1200" cap="none" spc="0" normalizeH="0" baseline="0" noProof="0" dirty="0">
                <a:ln>
                  <a:noFill/>
                </a:ln>
                <a:solidFill>
                  <a:schemeClr val="accent4">
                    <a:lumMod val="75000"/>
                  </a:schemeClr>
                </a:solidFill>
                <a:effectLst>
                  <a:outerShdw blurRad="38100" dist="38100" dir="2700000" algn="tl">
                    <a:srgbClr val="FFFFFF"/>
                  </a:outerShdw>
                </a:effectLst>
                <a:uLnTx/>
                <a:uFillTx/>
                <a:latin typeface="黑体" panose="02010609060101010101" pitchFamily="49" charset="-122"/>
                <a:ea typeface="黑体" panose="02010609060101010101" pitchFamily="49" charset="-122"/>
                <a:cs typeface="黑体" panose="02010609060101010101" pitchFamily="49" charset="-122"/>
              </a:rPr>
              <a:t>轴承</a:t>
            </a:r>
            <a:r>
              <a:rPr kumimoji="1" lang="zh-CN" altLang="en-US" sz="2400" i="0" u="none" strike="noStrike" kern="1200" cap="none" spc="0" normalizeH="0" baseline="0" noProof="0" dirty="0">
                <a:ln>
                  <a:noFill/>
                </a:ln>
                <a:solidFill>
                  <a:srgbClr val="C00000"/>
                </a:solidFill>
                <a:effectLst>
                  <a:outerShdw blurRad="38100" dist="38100" dir="2700000" algn="tl">
                    <a:srgbClr val="FFFFFF"/>
                  </a:outerShdw>
                </a:effectLst>
                <a:uLnTx/>
                <a:uFillTx/>
                <a:latin typeface="黑体" panose="02010609060101010101" pitchFamily="49" charset="-122"/>
                <a:ea typeface="黑体" panose="02010609060101010101" pitchFamily="49" charset="-122"/>
                <a:cs typeface="黑体" panose="02010609060101010101" pitchFamily="49" charset="-122"/>
              </a:rPr>
              <a:t>派生</a:t>
            </a:r>
            <a:r>
              <a:rPr kumimoji="1" lang="zh-CN" altLang="en-US" sz="2400" i="0" u="none" strike="noStrike" kern="1200" cap="none" spc="0" normalizeH="0" baseline="0" noProof="0" dirty="0" smtClean="0">
                <a:ln>
                  <a:noFill/>
                </a:ln>
                <a:solidFill>
                  <a:srgbClr val="C00000"/>
                </a:solidFill>
                <a:effectLst>
                  <a:outerShdw blurRad="38100" dist="38100" dir="2700000" algn="tl">
                    <a:srgbClr val="FFFFFF"/>
                  </a:outerShdw>
                </a:effectLst>
                <a:uLnTx/>
                <a:uFillTx/>
                <a:latin typeface="黑体" panose="02010609060101010101" pitchFamily="49" charset="-122"/>
                <a:ea typeface="黑体" panose="02010609060101010101" pitchFamily="49" charset="-122"/>
                <a:cs typeface="黑体" panose="02010609060101010101" pitchFamily="49" charset="-122"/>
              </a:rPr>
              <a:t>轴向力</a:t>
            </a:r>
            <a:r>
              <a:rPr kumimoji="1" lang="en-US" altLang="zh-CN" sz="2400" i="0" u="none" strike="noStrike" kern="1200" cap="none" spc="0" normalizeH="0" baseline="0" noProof="0" dirty="0" smtClean="0">
                <a:ln>
                  <a:noFill/>
                </a:ln>
                <a:solidFill>
                  <a:srgbClr val="C00000"/>
                </a:solidFill>
                <a:effectLst>
                  <a:outerShdw blurRad="38100" dist="38100" dir="2700000" algn="tl">
                    <a:srgbClr val="FFFFFF"/>
                  </a:outerShdw>
                </a:effectLst>
                <a:uLnTx/>
                <a:uFillTx/>
                <a:latin typeface="黑体" panose="02010609060101010101" pitchFamily="49" charset="-122"/>
                <a:ea typeface="黑体" panose="02010609060101010101" pitchFamily="49" charset="-122"/>
                <a:cs typeface="黑体" panose="02010609060101010101" pitchFamily="49" charset="-122"/>
              </a:rPr>
              <a:t>Fs</a:t>
            </a:r>
            <a:r>
              <a:rPr kumimoji="1" lang="zh-CN" altLang="en-US" sz="2400" i="0" u="none" strike="noStrike" kern="1200" cap="none" spc="0" normalizeH="0" baseline="0" noProof="0" dirty="0" smtClean="0">
                <a:ln>
                  <a:noFill/>
                </a:ln>
                <a:solidFill>
                  <a:schemeClr val="accent4">
                    <a:lumMod val="75000"/>
                  </a:schemeClr>
                </a:solidFill>
                <a:effectLst>
                  <a:outerShdw blurRad="38100" dist="38100" dir="2700000" algn="tl">
                    <a:srgbClr val="FFFFFF"/>
                  </a:outerShdw>
                </a:effectLst>
                <a:uLnTx/>
                <a:uFillTx/>
                <a:latin typeface="黑体" panose="02010609060101010101" pitchFamily="49" charset="-122"/>
                <a:ea typeface="黑体" panose="02010609060101010101" pitchFamily="49" charset="-122"/>
                <a:cs typeface="黑体" panose="02010609060101010101" pitchFamily="49" charset="-122"/>
              </a:rPr>
              <a:t>。</a:t>
            </a:r>
            <a:r>
              <a:rPr kumimoji="1" lang="zh-CN" altLang="en-US" sz="2400" i="0" u="none" strike="noStrike" kern="1200" cap="none" spc="0" normalizeH="0" baseline="0" noProof="0" dirty="0" smtClean="0">
                <a:ln>
                  <a:noFill/>
                </a:ln>
                <a:solidFill>
                  <a:schemeClr val="accent4">
                    <a:lumMod val="75000"/>
                  </a:schemeClr>
                </a:solidFill>
                <a:effectLst/>
                <a:uLnTx/>
                <a:uFillTx/>
                <a:latin typeface="黑体" panose="02010609060101010101" pitchFamily="49" charset="-122"/>
                <a:ea typeface="黑体" panose="02010609060101010101" pitchFamily="49" charset="-122"/>
                <a:cs typeface="黑体" panose="02010609060101010101" pitchFamily="49" charset="-122"/>
              </a:rPr>
              <a:t>    </a:t>
            </a:r>
            <a:endParaRPr kumimoji="1" lang="zh-CN" altLang="en-US" sz="2400" i="0" u="none" strike="noStrike" kern="1200" cap="none" spc="0" normalizeH="0" baseline="0" noProof="0" dirty="0">
              <a:ln>
                <a:noFill/>
              </a:ln>
              <a:solidFill>
                <a:schemeClr val="tx1"/>
              </a:solidFill>
              <a:effectLst/>
              <a:uLnTx/>
              <a:uFillTx/>
              <a:latin typeface="黑体" panose="02010609060101010101" pitchFamily="49" charset="-122"/>
              <a:ea typeface="黑体" panose="02010609060101010101" pitchFamily="49" charset="-122"/>
              <a:cs typeface="黑体" panose="02010609060101010101" pitchFamily="49" charset="-122"/>
            </a:endParaRPr>
          </a:p>
          <a:p>
            <a:pPr marL="342900" marR="0" lvl="0" indent="-342900" algn="l" defTabSz="914400" rtl="0" eaLnBrk="0" fontAlgn="base" latinLnBrk="0" hangingPunct="0">
              <a:lnSpc>
                <a:spcPts val="4000"/>
              </a:lnSpc>
              <a:spcBef>
                <a:spcPct val="0"/>
              </a:spcBef>
              <a:spcAft>
                <a:spcPct val="0"/>
              </a:spcAft>
              <a:buClr>
                <a:schemeClr val="hlink"/>
              </a:buClr>
              <a:buSzPct val="110000"/>
              <a:buFontTx/>
              <a:buChar char=" "/>
              <a:defRPr/>
            </a:pPr>
            <a:r>
              <a:rPr kumimoji="1" lang="zh-CN" altLang="en-US" sz="2400" i="0" u="none" strike="noStrike" kern="1200" cap="none" spc="0" normalizeH="0" baseline="0" noProof="0" dirty="0">
                <a:ln>
                  <a:noFill/>
                </a:ln>
                <a:solidFill>
                  <a:srgbClr val="FF0000"/>
                </a:solidFill>
                <a:effectLst/>
                <a:uLnTx/>
                <a:uFillTx/>
                <a:latin typeface="黑体" panose="02010609060101010101" pitchFamily="49" charset="-122"/>
                <a:ea typeface="黑体" panose="02010609060101010101" pitchFamily="49" charset="-122"/>
                <a:cs typeface="黑体" panose="02010609060101010101" pitchFamily="49" charset="-122"/>
              </a:rPr>
              <a:t> </a:t>
            </a:r>
            <a:r>
              <a:rPr kumimoji="1" lang="zh-CN" altLang="en-US" sz="2400" i="0" u="none" strike="noStrike" kern="1200" cap="none" spc="0" normalizeH="0" baseline="0" noProof="0" dirty="0">
                <a:ln>
                  <a:noFill/>
                </a:ln>
                <a:solidFill>
                  <a:srgbClr val="FF0000"/>
                </a:solidFill>
                <a:effectLst/>
                <a:uLnTx/>
                <a:uFillTx/>
                <a:latin typeface="黑体" panose="02010609060101010101" pitchFamily="49" charset="-122"/>
                <a:ea typeface="黑体" panose="02010609060101010101" pitchFamily="49" charset="-122"/>
                <a:cs typeface="黑体" panose="02010609060101010101" pitchFamily="49" charset="-122"/>
              </a:rPr>
              <a:t>注意：   </a:t>
            </a:r>
            <a:endParaRPr kumimoji="1" lang="en-US" altLang="zh-CN" sz="2400" i="0" u="none" strike="noStrike" kern="1200" cap="none" spc="0" normalizeH="0" baseline="0" noProof="0" dirty="0" smtClean="0">
              <a:ln>
                <a:noFill/>
              </a:ln>
              <a:solidFill>
                <a:srgbClr val="FF0000"/>
              </a:solidFill>
              <a:effectLst/>
              <a:uLnTx/>
              <a:uFillTx/>
              <a:latin typeface="黑体" panose="02010609060101010101" pitchFamily="49" charset="-122"/>
              <a:ea typeface="黑体" panose="02010609060101010101" pitchFamily="49" charset="-122"/>
              <a:cs typeface="黑体" panose="02010609060101010101" pitchFamily="49" charset="-122"/>
            </a:endParaRPr>
          </a:p>
          <a:p>
            <a:pPr marL="342900" marR="0" lvl="0" indent="-342900" algn="l" defTabSz="914400" rtl="0" eaLnBrk="0" fontAlgn="base" latinLnBrk="0" hangingPunct="0">
              <a:lnSpc>
                <a:spcPts val="4000"/>
              </a:lnSpc>
              <a:spcBef>
                <a:spcPct val="0"/>
              </a:spcBef>
              <a:spcAft>
                <a:spcPct val="0"/>
              </a:spcAft>
              <a:buClr>
                <a:schemeClr val="hlink"/>
              </a:buClr>
              <a:buSzPct val="110000"/>
              <a:buFontTx/>
              <a:buChar char=" "/>
              <a:defRPr/>
            </a:pPr>
            <a:r>
              <a:rPr kumimoji="1" lang="en-US" altLang="zh-CN" sz="2400" b="1" i="0" u="none" strike="noStrike" kern="1200" cap="none" spc="0" normalizeH="0" baseline="0" noProof="0" dirty="0">
                <a:ln>
                  <a:noFill/>
                </a:ln>
                <a:solidFill>
                  <a:srgbClr val="FF0000"/>
                </a:solidFill>
                <a:effectLst/>
                <a:uLnTx/>
                <a:uFillTx/>
                <a:latin typeface="仿宋_GB2312" pitchFamily="49" charset="-122"/>
                <a:ea typeface="仿宋_GB2312" pitchFamily="49" charset="-122"/>
                <a:cs typeface="+mn-cs"/>
              </a:rPr>
              <a:t> </a:t>
            </a:r>
            <a:r>
              <a:rPr kumimoji="1" lang="en-US" altLang="zh-CN" sz="2400" b="1" i="0" u="none" strike="noStrike" kern="1200" cap="none" spc="0" normalizeH="0" baseline="0" noProof="0" dirty="0" smtClean="0">
                <a:ln>
                  <a:noFill/>
                </a:ln>
                <a:solidFill>
                  <a:srgbClr val="FF0000"/>
                </a:solidFill>
                <a:effectLst/>
                <a:uLnTx/>
                <a:uFillTx/>
                <a:latin typeface="仿宋_GB2312" pitchFamily="49" charset="-122"/>
                <a:ea typeface="仿宋_GB2312" pitchFamily="49" charset="-122"/>
                <a:cs typeface="+mn-cs"/>
              </a:rPr>
              <a:t> </a:t>
            </a:r>
            <a:r>
              <a:rPr kumimoji="1" lang="zh-CN" altLang="en-US" sz="2000" i="0" u="none" strike="noStrike" kern="1200" cap="none" spc="0" normalizeH="0" baseline="0" noProof="0" dirty="0" smtClean="0">
                <a:ln>
                  <a:noFill/>
                </a:ln>
                <a:solidFill>
                  <a:srgbClr val="CC0000"/>
                </a:solidFill>
                <a:effectLst/>
                <a:uLnTx/>
                <a:uFillTx/>
                <a:latin typeface="黑体" panose="02010609060101010101" pitchFamily="49" charset="-122"/>
                <a:ea typeface="黑体" panose="02010609060101010101" pitchFamily="49" charset="-122"/>
                <a:cs typeface="黑体" panose="02010609060101010101" pitchFamily="49" charset="-122"/>
              </a:rPr>
              <a:t>轴承</a:t>
            </a:r>
            <a:r>
              <a:rPr kumimoji="1" lang="zh-CN" altLang="en-US" sz="2000" i="0" u="none" strike="noStrike" kern="1200" cap="none" spc="0" normalizeH="0" baseline="0" noProof="0" dirty="0">
                <a:ln>
                  <a:noFill/>
                </a:ln>
                <a:solidFill>
                  <a:srgbClr val="CC0000"/>
                </a:solidFill>
                <a:effectLst/>
                <a:uLnTx/>
                <a:uFillTx/>
                <a:latin typeface="黑体" panose="02010609060101010101" pitchFamily="49" charset="-122"/>
                <a:ea typeface="黑体" panose="02010609060101010101" pitchFamily="49" charset="-122"/>
                <a:cs typeface="黑体" panose="02010609060101010101" pitchFamily="49" charset="-122"/>
              </a:rPr>
              <a:t>派生</a:t>
            </a:r>
            <a:r>
              <a:rPr kumimoji="1" lang="zh-CN" altLang="en-US" sz="2000" i="0" u="none" strike="noStrike" kern="1200" cap="none" spc="0" normalizeH="0" baseline="0" noProof="0" dirty="0" smtClean="0">
                <a:ln>
                  <a:noFill/>
                </a:ln>
                <a:solidFill>
                  <a:srgbClr val="CC0000"/>
                </a:solidFill>
                <a:effectLst/>
                <a:uLnTx/>
                <a:uFillTx/>
                <a:latin typeface="黑体" panose="02010609060101010101" pitchFamily="49" charset="-122"/>
                <a:ea typeface="黑体" panose="02010609060101010101" pitchFamily="49" charset="-122"/>
                <a:cs typeface="黑体" panose="02010609060101010101" pitchFamily="49" charset="-122"/>
              </a:rPr>
              <a:t>轴向力</a:t>
            </a:r>
            <a:r>
              <a:rPr kumimoji="1" lang="en-US" altLang="zh-CN" sz="2000" i="0" u="none" strike="noStrike" kern="1200" cap="none" spc="0" normalizeH="0" baseline="0" noProof="0" dirty="0" smtClean="0">
                <a:ln>
                  <a:noFill/>
                </a:ln>
                <a:solidFill>
                  <a:srgbClr val="CC0000"/>
                </a:solidFill>
                <a:effectLst/>
                <a:uLnTx/>
                <a:uFillTx/>
                <a:latin typeface="黑体" panose="02010609060101010101" pitchFamily="49" charset="-122"/>
                <a:ea typeface="黑体" panose="02010609060101010101" pitchFamily="49" charset="-122"/>
                <a:cs typeface="黑体" panose="02010609060101010101" pitchFamily="49" charset="-122"/>
              </a:rPr>
              <a:t>Fs</a:t>
            </a:r>
            <a:endParaRPr kumimoji="1" lang="en-US" altLang="zh-CN" sz="2000" i="0" u="none" strike="noStrike" kern="1200" cap="none" spc="0" normalizeH="0" baseline="0" noProof="0" dirty="0" smtClean="0">
              <a:ln>
                <a:noFill/>
              </a:ln>
              <a:solidFill>
                <a:srgbClr val="CC0000"/>
              </a:solidFill>
              <a:effectLst/>
              <a:uLnTx/>
              <a:uFillTx/>
              <a:latin typeface="黑体" panose="02010609060101010101" pitchFamily="49" charset="-122"/>
              <a:ea typeface="黑体" panose="02010609060101010101" pitchFamily="49" charset="-122"/>
              <a:cs typeface="黑体" panose="02010609060101010101" pitchFamily="49" charset="-122"/>
            </a:endParaRPr>
          </a:p>
          <a:p>
            <a:pPr marL="342900" marR="0" lvl="0" indent="-342900" algn="l" defTabSz="914400" rtl="0" eaLnBrk="0" fontAlgn="base" latinLnBrk="0" hangingPunct="0">
              <a:lnSpc>
                <a:spcPts val="4000"/>
              </a:lnSpc>
              <a:spcBef>
                <a:spcPct val="0"/>
              </a:spcBef>
              <a:spcAft>
                <a:spcPct val="0"/>
              </a:spcAft>
              <a:buClr>
                <a:schemeClr val="hlink"/>
              </a:buClr>
              <a:buSzPct val="110000"/>
              <a:buFontTx/>
              <a:buChar char=" "/>
              <a:defRPr/>
            </a:pPr>
            <a:r>
              <a:rPr kumimoji="1" lang="zh-CN" altLang="zh-CN" sz="2000" i="0" u="none" strike="noStrike" kern="1200" cap="none" spc="0" normalizeH="0" baseline="0" noProof="0" dirty="0" smtClean="0">
                <a:ln>
                  <a:noFill/>
                </a:ln>
                <a:solidFill>
                  <a:srgbClr val="CC0000"/>
                </a:solidFill>
                <a:effectLst/>
                <a:uLnTx/>
                <a:uFillTx/>
                <a:latin typeface="黑体" panose="02010609060101010101" pitchFamily="49" charset="-122"/>
                <a:ea typeface="黑体" panose="02010609060101010101" pitchFamily="49" charset="-122"/>
                <a:cs typeface="黑体" panose="02010609060101010101" pitchFamily="49" charset="-122"/>
              </a:rPr>
              <a:t>是</a:t>
            </a:r>
            <a:r>
              <a:rPr kumimoji="1" lang="zh-CN" altLang="zh-CN" sz="2000" i="0" u="none" strike="noStrike" kern="1200" cap="none" spc="0" normalizeH="0" baseline="0" noProof="0" dirty="0">
                <a:ln>
                  <a:noFill/>
                </a:ln>
                <a:solidFill>
                  <a:srgbClr val="CC0000"/>
                </a:solidFill>
                <a:effectLst/>
                <a:uLnTx/>
                <a:uFillTx/>
                <a:latin typeface="黑体" panose="02010609060101010101" pitchFamily="49" charset="-122"/>
                <a:ea typeface="黑体" panose="02010609060101010101" pitchFamily="49" charset="-122"/>
                <a:cs typeface="黑体" panose="02010609060101010101" pitchFamily="49" charset="-122"/>
              </a:rPr>
              <a:t>由于</a:t>
            </a:r>
            <a:r>
              <a:rPr kumimoji="1" lang="zh-CN" altLang="zh-CN" sz="2000" i="0" u="none" strike="noStrike" kern="1200" cap="none" spc="0" normalizeH="0" baseline="0" noProof="0" dirty="0" smtClean="0">
                <a:ln>
                  <a:noFill/>
                </a:ln>
                <a:solidFill>
                  <a:srgbClr val="CC0000"/>
                </a:solidFill>
                <a:effectLst/>
                <a:uLnTx/>
                <a:uFillTx/>
                <a:latin typeface="黑体" panose="02010609060101010101" pitchFamily="49" charset="-122"/>
                <a:ea typeface="黑体" panose="02010609060101010101" pitchFamily="49" charset="-122"/>
                <a:cs typeface="黑体" panose="02010609060101010101" pitchFamily="49" charset="-122"/>
              </a:rPr>
              <a:t>径向载荷</a:t>
            </a:r>
            <a:r>
              <a:rPr kumimoji="1" lang="zh-CN" altLang="zh-CN" sz="2000" i="0" u="none" strike="noStrike" kern="1200" cap="none" spc="0" normalizeH="0" baseline="0" noProof="0" dirty="0">
                <a:ln>
                  <a:noFill/>
                </a:ln>
                <a:solidFill>
                  <a:srgbClr val="CC0000"/>
                </a:solidFill>
                <a:effectLst/>
                <a:uLnTx/>
                <a:uFillTx/>
                <a:latin typeface="黑体" panose="02010609060101010101" pitchFamily="49" charset="-122"/>
                <a:ea typeface="黑体" panose="02010609060101010101" pitchFamily="49" charset="-122"/>
                <a:cs typeface="黑体" panose="02010609060101010101" pitchFamily="49" charset="-122"/>
              </a:rPr>
              <a:t>引起的</a:t>
            </a:r>
            <a:r>
              <a:rPr kumimoji="1" lang="zh-CN" altLang="en-US" sz="2000" i="0" u="none" strike="noStrike" kern="1200" cap="none" spc="0" normalizeH="0" baseline="0" noProof="0" dirty="0">
                <a:ln>
                  <a:noFill/>
                </a:ln>
                <a:solidFill>
                  <a:srgbClr val="CC0000"/>
                </a:solidFill>
                <a:effectLst/>
                <a:uLnTx/>
                <a:uFillTx/>
                <a:latin typeface="黑体" panose="02010609060101010101" pitchFamily="49" charset="-122"/>
                <a:ea typeface="黑体" panose="02010609060101010101" pitchFamily="49" charset="-122"/>
                <a:cs typeface="黑体" panose="02010609060101010101" pitchFamily="49" charset="-122"/>
              </a:rPr>
              <a:t>。</a:t>
            </a:r>
            <a:endParaRPr kumimoji="1" lang="zh-CN" altLang="en-US" sz="2000" i="0" u="none" strike="noStrike" kern="1200" cap="none" spc="0" normalizeH="0" baseline="0" noProof="0" dirty="0">
              <a:ln>
                <a:noFill/>
              </a:ln>
              <a:solidFill>
                <a:srgbClr val="CC0000"/>
              </a:solidFill>
              <a:effectLst/>
              <a:uLnTx/>
              <a:uFillTx/>
              <a:latin typeface="黑体" panose="02010609060101010101" pitchFamily="49" charset="-122"/>
              <a:ea typeface="黑体" panose="02010609060101010101" pitchFamily="49" charset="-122"/>
              <a:cs typeface="黑体" panose="02010609060101010101" pitchFamily="49" charset="-122"/>
            </a:endParaRPr>
          </a:p>
          <a:p>
            <a:pPr marL="342900" marR="0" lvl="0" indent="-342900" algn="l" defTabSz="914400" rtl="0" eaLnBrk="0" fontAlgn="base" latinLnBrk="0" hangingPunct="0">
              <a:lnSpc>
                <a:spcPts val="4000"/>
              </a:lnSpc>
              <a:spcBef>
                <a:spcPct val="0"/>
              </a:spcBef>
              <a:spcAft>
                <a:spcPct val="0"/>
              </a:spcAft>
              <a:buClr>
                <a:schemeClr val="hlink"/>
              </a:buClr>
              <a:buSzPct val="110000"/>
              <a:buFontTx/>
              <a:buChar char=" "/>
              <a:defRPr/>
            </a:pPr>
            <a:r>
              <a:rPr kumimoji="1" lang="zh-CN" altLang="en-US" sz="2000" i="0" u="none" strike="noStrike" kern="1200" cap="none" spc="0" normalizeH="0" baseline="0" noProof="0" dirty="0">
                <a:ln>
                  <a:noFill/>
                </a:ln>
                <a:solidFill>
                  <a:srgbClr val="000000"/>
                </a:solidFill>
                <a:effectLst/>
                <a:uLnTx/>
                <a:uFillTx/>
                <a:latin typeface="黑体" panose="02010609060101010101" pitchFamily="49" charset="-122"/>
                <a:ea typeface="黑体" panose="02010609060101010101" pitchFamily="49" charset="-122"/>
                <a:cs typeface="黑体" panose="02010609060101010101" pitchFamily="49" charset="-122"/>
              </a:rPr>
              <a:t>  近似认为</a:t>
            </a:r>
            <a:r>
              <a:rPr lang="zh-CN" altLang="en-US" sz="2000" kern="1200" noProof="0" dirty="0" smtClean="0">
                <a:ln>
                  <a:noFill/>
                </a:ln>
                <a:solidFill>
                  <a:srgbClr val="CC0000"/>
                </a:solidFill>
                <a:effectLst/>
                <a:uLnTx/>
                <a:uFillTx/>
                <a:latin typeface="黑体" panose="02010609060101010101" pitchFamily="49" charset="-122"/>
                <a:ea typeface="黑体" panose="02010609060101010101" pitchFamily="49" charset="-122"/>
                <a:cs typeface="黑体" panose="02010609060101010101" pitchFamily="49" charset="-122"/>
                <a:sym typeface="+mn-ea"/>
              </a:rPr>
              <a:t>轴承</a:t>
            </a:r>
            <a:r>
              <a:rPr lang="zh-CN" altLang="en-US" sz="2000" kern="1200" noProof="0" dirty="0">
                <a:ln>
                  <a:noFill/>
                </a:ln>
                <a:solidFill>
                  <a:srgbClr val="CC0000"/>
                </a:solidFill>
                <a:effectLst/>
                <a:uLnTx/>
                <a:uFillTx/>
                <a:latin typeface="黑体" panose="02010609060101010101" pitchFamily="49" charset="-122"/>
                <a:ea typeface="黑体" panose="02010609060101010101" pitchFamily="49" charset="-122"/>
                <a:cs typeface="黑体" panose="02010609060101010101" pitchFamily="49" charset="-122"/>
                <a:sym typeface="+mn-ea"/>
              </a:rPr>
              <a:t>派生</a:t>
            </a:r>
            <a:r>
              <a:rPr lang="zh-CN" altLang="en-US" sz="2000" kern="1200" noProof="0" dirty="0" smtClean="0">
                <a:ln>
                  <a:noFill/>
                </a:ln>
                <a:solidFill>
                  <a:srgbClr val="CC0000"/>
                </a:solidFill>
                <a:effectLst/>
                <a:uLnTx/>
                <a:uFillTx/>
                <a:latin typeface="黑体" panose="02010609060101010101" pitchFamily="49" charset="-122"/>
                <a:ea typeface="黑体" panose="02010609060101010101" pitchFamily="49" charset="-122"/>
                <a:cs typeface="黑体" panose="02010609060101010101" pitchFamily="49" charset="-122"/>
                <a:sym typeface="+mn-ea"/>
              </a:rPr>
              <a:t>轴向力</a:t>
            </a:r>
            <a:r>
              <a:rPr lang="en-US" altLang="zh-CN" sz="2000" kern="1200" noProof="0" dirty="0" smtClean="0">
                <a:ln>
                  <a:noFill/>
                </a:ln>
                <a:solidFill>
                  <a:srgbClr val="CC0000"/>
                </a:solidFill>
                <a:effectLst/>
                <a:uLnTx/>
                <a:uFillTx/>
                <a:latin typeface="黑体" panose="02010609060101010101" pitchFamily="49" charset="-122"/>
                <a:ea typeface="黑体" panose="02010609060101010101" pitchFamily="49" charset="-122"/>
                <a:cs typeface="黑体" panose="02010609060101010101" pitchFamily="49" charset="-122"/>
                <a:sym typeface="+mn-ea"/>
              </a:rPr>
              <a:t>Fs</a:t>
            </a:r>
            <a:endParaRPr kumimoji="1" lang="en-US" altLang="zh-CN" sz="2000" i="0" u="none" strike="noStrike" kern="1200" cap="none" spc="0" normalizeH="0" baseline="0" noProof="0" dirty="0" smtClean="0">
              <a:ln>
                <a:noFill/>
              </a:ln>
              <a:solidFill>
                <a:srgbClr val="CC0000"/>
              </a:solidFill>
              <a:effectLst/>
              <a:uLnTx/>
              <a:uFillTx/>
              <a:latin typeface="黑体" panose="02010609060101010101" pitchFamily="49" charset="-122"/>
              <a:ea typeface="黑体" panose="02010609060101010101" pitchFamily="49" charset="-122"/>
              <a:cs typeface="黑体" panose="02010609060101010101" pitchFamily="49" charset="-122"/>
            </a:endParaRPr>
          </a:p>
          <a:p>
            <a:pPr marL="342900" marR="0" lvl="0" indent="-342900" algn="l" defTabSz="914400" rtl="0" eaLnBrk="0" fontAlgn="base" latinLnBrk="0" hangingPunct="0">
              <a:lnSpc>
                <a:spcPts val="4000"/>
              </a:lnSpc>
              <a:spcBef>
                <a:spcPct val="0"/>
              </a:spcBef>
              <a:spcAft>
                <a:spcPct val="0"/>
              </a:spcAft>
              <a:buClr>
                <a:schemeClr val="hlink"/>
              </a:buClr>
              <a:buSzPct val="110000"/>
              <a:buFontTx/>
              <a:buChar char=" "/>
              <a:defRPr/>
            </a:pPr>
            <a:r>
              <a:rPr lang="zh-CN" altLang="zh-CN" sz="2000" kern="1200" noProof="0" dirty="0" smtClean="0">
                <a:ln>
                  <a:noFill/>
                </a:ln>
                <a:solidFill>
                  <a:srgbClr val="CC0000"/>
                </a:solidFill>
                <a:effectLst/>
                <a:uLnTx/>
                <a:uFillTx/>
                <a:latin typeface="黑体" panose="02010609060101010101" pitchFamily="49" charset="-122"/>
                <a:ea typeface="黑体" panose="02010609060101010101" pitchFamily="49" charset="-122"/>
                <a:cs typeface="黑体" panose="02010609060101010101" pitchFamily="49" charset="-122"/>
                <a:sym typeface="+mn-ea"/>
              </a:rPr>
              <a:t>通过轴承的中心线</a:t>
            </a:r>
            <a:r>
              <a:rPr lang="zh-CN" altLang="en-US" sz="2000" kern="1200" noProof="0" dirty="0">
                <a:ln>
                  <a:noFill/>
                </a:ln>
                <a:solidFill>
                  <a:srgbClr val="CC0000"/>
                </a:solidFill>
                <a:effectLst/>
                <a:uLnTx/>
                <a:uFillTx/>
                <a:latin typeface="黑体" panose="02010609060101010101" pitchFamily="49" charset="-122"/>
                <a:ea typeface="黑体" panose="02010609060101010101" pitchFamily="49" charset="-122"/>
                <a:cs typeface="黑体" panose="02010609060101010101" pitchFamily="49" charset="-122"/>
                <a:sym typeface="+mn-ea"/>
              </a:rPr>
              <a:t>。</a:t>
            </a:r>
            <a:endParaRPr kumimoji="1" lang="zh-CN" altLang="en-US" sz="2000" i="0" u="none" strike="noStrike" kern="1200" cap="none" spc="0" normalizeH="0" baseline="0" noProof="0" dirty="0">
              <a:ln>
                <a:noFill/>
              </a:ln>
              <a:solidFill>
                <a:srgbClr val="000000"/>
              </a:solidFill>
              <a:effectLst/>
              <a:uLnTx/>
              <a:uFillTx/>
              <a:latin typeface="黑体" panose="02010609060101010101" pitchFamily="49" charset="-122"/>
              <a:ea typeface="黑体" panose="02010609060101010101" pitchFamily="49" charset="-122"/>
              <a:cs typeface="黑体" panose="02010609060101010101" pitchFamily="49" charset="-122"/>
            </a:endParaRPr>
          </a:p>
          <a:p>
            <a:pPr marL="342900" marR="0" lvl="0" indent="-342900" algn="l" defTabSz="914400" rtl="0" eaLnBrk="0" fontAlgn="base" latinLnBrk="0" hangingPunct="0">
              <a:lnSpc>
                <a:spcPts val="4000"/>
              </a:lnSpc>
              <a:spcBef>
                <a:spcPct val="0"/>
              </a:spcBef>
              <a:spcAft>
                <a:spcPct val="0"/>
              </a:spcAft>
              <a:buClr>
                <a:schemeClr val="hlink"/>
              </a:buClr>
              <a:buSzPct val="110000"/>
              <a:buFontTx/>
              <a:buChar char=" "/>
              <a:defRPr/>
            </a:pPr>
            <a:r>
              <a:rPr kumimoji="1" lang="zh-CN" altLang="en-US" sz="2000" i="0" u="none" strike="noStrike" kern="1200" cap="none" spc="0" normalizeH="0" baseline="0" noProof="0" dirty="0">
                <a:ln>
                  <a:noFill/>
                </a:ln>
                <a:solidFill>
                  <a:srgbClr val="000000"/>
                </a:solidFill>
                <a:effectLst/>
                <a:uLnTx/>
                <a:uFillTx/>
                <a:latin typeface="黑体" panose="02010609060101010101" pitchFamily="49" charset="-122"/>
                <a:ea typeface="黑体" panose="02010609060101010101" pitchFamily="49" charset="-122"/>
                <a:cs typeface="黑体" panose="02010609060101010101" pitchFamily="49" charset="-122"/>
              </a:rPr>
              <a:t>    </a:t>
            </a:r>
            <a:r>
              <a:rPr kumimoji="1" lang="en-US" altLang="zh-CN" sz="2000" i="0" u="none" strike="noStrike" kern="1200" cap="none" spc="0" normalizeH="0" baseline="0" noProof="0" dirty="0" smtClean="0">
                <a:ln>
                  <a:noFill/>
                </a:ln>
                <a:solidFill>
                  <a:srgbClr val="000000"/>
                </a:solidFill>
                <a:effectLst>
                  <a:outerShdw blurRad="38100" dist="38100" dir="2700000" algn="tl">
                    <a:srgbClr val="FFFFFF"/>
                  </a:outerShdw>
                </a:effectLst>
                <a:uLnTx/>
                <a:uFillTx/>
                <a:latin typeface="黑体" panose="02010609060101010101" pitchFamily="49" charset="-122"/>
                <a:ea typeface="黑体" panose="02010609060101010101" pitchFamily="49" charset="-122"/>
                <a:cs typeface="黑体" panose="02010609060101010101" pitchFamily="49" charset="-122"/>
              </a:rPr>
              <a:t>Fs</a:t>
            </a:r>
            <a:r>
              <a:rPr kumimoji="1" lang="zh-CN" altLang="en-US" sz="2000" i="0" u="none" strike="noStrike" kern="1200" cap="none" spc="0" normalizeH="0" baseline="0" noProof="0" dirty="0" smtClean="0">
                <a:ln>
                  <a:noFill/>
                </a:ln>
                <a:solidFill>
                  <a:srgbClr val="000000"/>
                </a:solidFill>
                <a:effectLst>
                  <a:outerShdw blurRad="38100" dist="38100" dir="2700000" algn="tl">
                    <a:srgbClr val="FFFFFF"/>
                  </a:outerShdw>
                </a:effectLst>
                <a:uLnTx/>
                <a:uFillTx/>
                <a:latin typeface="黑体" panose="02010609060101010101" pitchFamily="49" charset="-122"/>
                <a:ea typeface="黑体" panose="02010609060101010101" pitchFamily="49" charset="-122"/>
                <a:cs typeface="黑体" panose="02010609060101010101" pitchFamily="49" charset="-122"/>
              </a:rPr>
              <a:t>的</a:t>
            </a:r>
            <a:r>
              <a:rPr kumimoji="1" lang="zh-CN" altLang="en-US" sz="2000" i="0" u="none" strike="noStrike" kern="1200" cap="none" spc="0" normalizeH="0" baseline="0" noProof="0" dirty="0">
                <a:ln>
                  <a:noFill/>
                </a:ln>
                <a:solidFill>
                  <a:srgbClr val="000000"/>
                </a:solidFill>
                <a:effectLst>
                  <a:outerShdw blurRad="38100" dist="38100" dir="2700000" algn="tl">
                    <a:srgbClr val="FFFFFF"/>
                  </a:outerShdw>
                </a:effectLst>
                <a:uLnTx/>
                <a:uFillTx/>
                <a:latin typeface="黑体" panose="02010609060101010101" pitchFamily="49" charset="-122"/>
                <a:ea typeface="黑体" panose="02010609060101010101" pitchFamily="49" charset="-122"/>
                <a:cs typeface="黑体" panose="02010609060101010101" pitchFamily="49" charset="-122"/>
              </a:rPr>
              <a:t>大</a:t>
            </a:r>
            <a:r>
              <a:rPr kumimoji="1" lang="zh-CN" altLang="en-US" sz="2000" i="0" u="none" strike="noStrike" kern="1200" cap="none" spc="0" normalizeH="0" baseline="0" noProof="0" dirty="0" smtClean="0">
                <a:ln>
                  <a:noFill/>
                </a:ln>
                <a:solidFill>
                  <a:srgbClr val="000000"/>
                </a:solidFill>
                <a:effectLst>
                  <a:outerShdw blurRad="38100" dist="38100" dir="2700000" algn="tl">
                    <a:srgbClr val="FFFFFF"/>
                  </a:outerShdw>
                </a:effectLst>
                <a:uLnTx/>
                <a:uFillTx/>
                <a:latin typeface="黑体" panose="02010609060101010101" pitchFamily="49" charset="-122"/>
                <a:ea typeface="黑体" panose="02010609060101010101" pitchFamily="49" charset="-122"/>
                <a:cs typeface="黑体" panose="02010609060101010101" pitchFamily="49" charset="-122"/>
              </a:rPr>
              <a:t>小可查</a:t>
            </a:r>
            <a:r>
              <a:rPr kumimoji="1" lang="zh-CN" altLang="en-US" sz="2000" i="0" u="none" strike="noStrike" kern="1200" cap="none" spc="0" normalizeH="0" baseline="0" noProof="0" dirty="0" smtClean="0">
                <a:ln>
                  <a:noFill/>
                </a:ln>
                <a:solidFill>
                  <a:srgbClr val="FF0000"/>
                </a:solidFill>
                <a:effectLst>
                  <a:outerShdw blurRad="38100" dist="38100" dir="2700000" algn="tl">
                    <a:srgbClr val="FFFFFF"/>
                  </a:outerShdw>
                </a:effectLst>
                <a:uLnTx/>
                <a:uFillTx/>
                <a:latin typeface="黑体" panose="02010609060101010101" pitchFamily="49" charset="-122"/>
                <a:ea typeface="黑体" panose="02010609060101010101" pitchFamily="49" charset="-122"/>
                <a:cs typeface="黑体" panose="02010609060101010101" pitchFamily="49" charset="-122"/>
              </a:rPr>
              <a:t>表</a:t>
            </a:r>
            <a:r>
              <a:rPr kumimoji="1" lang="en-US" altLang="zh-CN" sz="2000" i="0" u="none" strike="noStrike" kern="1200" cap="none" spc="0" normalizeH="0" baseline="0" noProof="0" dirty="0" smtClean="0">
                <a:ln>
                  <a:noFill/>
                </a:ln>
                <a:solidFill>
                  <a:srgbClr val="FF0000"/>
                </a:solidFill>
                <a:effectLst>
                  <a:outerShdw blurRad="38100" dist="38100" dir="2700000" algn="tl">
                    <a:srgbClr val="FFFFFF"/>
                  </a:outerShdw>
                </a:effectLst>
                <a:uLnTx/>
                <a:uFillTx/>
                <a:latin typeface="黑体" panose="02010609060101010101" pitchFamily="49" charset="-122"/>
                <a:ea typeface="黑体" panose="02010609060101010101" pitchFamily="49" charset="-122"/>
                <a:cs typeface="黑体" panose="02010609060101010101" pitchFamily="49" charset="-122"/>
              </a:rPr>
              <a:t>3.6-10</a:t>
            </a:r>
            <a:r>
              <a:rPr kumimoji="1" lang="zh-CN" altLang="en-US" sz="2000" i="0" u="none" strike="noStrike" kern="1200" cap="none" spc="0" normalizeH="0" baseline="0" noProof="0" dirty="0" smtClean="0">
                <a:ln>
                  <a:noFill/>
                </a:ln>
                <a:solidFill>
                  <a:srgbClr val="FF0000"/>
                </a:solidFill>
                <a:effectLst>
                  <a:outerShdw blurRad="38100" dist="38100" dir="2700000" algn="tl">
                    <a:srgbClr val="FFFFFF"/>
                  </a:outerShdw>
                </a:effectLst>
                <a:uLnTx/>
                <a:uFillTx/>
                <a:latin typeface="黑体" panose="02010609060101010101" pitchFamily="49" charset="-122"/>
                <a:ea typeface="黑体" panose="02010609060101010101" pitchFamily="49" charset="-122"/>
                <a:cs typeface="黑体" panose="02010609060101010101" pitchFamily="49" charset="-122"/>
              </a:rPr>
              <a:t>，</a:t>
            </a:r>
            <a:endParaRPr kumimoji="1" lang="en-US" altLang="zh-CN" sz="2000" i="0" u="none" strike="noStrike" kern="1200" cap="none" spc="0" normalizeH="0" baseline="0" noProof="0" dirty="0" smtClean="0">
              <a:ln>
                <a:noFill/>
              </a:ln>
              <a:solidFill>
                <a:srgbClr val="000000"/>
              </a:solidFill>
              <a:effectLst>
                <a:outerShdw blurRad="38100" dist="38100" dir="2700000" algn="tl">
                  <a:srgbClr val="FFFFFF"/>
                </a:outerShdw>
              </a:effectLst>
              <a:uLnTx/>
              <a:uFillTx/>
              <a:latin typeface="黑体" panose="02010609060101010101" pitchFamily="49" charset="-122"/>
              <a:ea typeface="黑体" panose="02010609060101010101" pitchFamily="49" charset="-122"/>
              <a:cs typeface="黑体" panose="02010609060101010101" pitchFamily="49" charset="-122"/>
            </a:endParaRPr>
          </a:p>
          <a:p>
            <a:pPr marL="342900" marR="0" lvl="0" indent="-342900" algn="l" defTabSz="914400" rtl="0" eaLnBrk="0" fontAlgn="base" latinLnBrk="0" hangingPunct="0">
              <a:lnSpc>
                <a:spcPts val="4000"/>
              </a:lnSpc>
              <a:spcBef>
                <a:spcPct val="0"/>
              </a:spcBef>
              <a:spcAft>
                <a:spcPct val="0"/>
              </a:spcAft>
              <a:buClr>
                <a:schemeClr val="hlink"/>
              </a:buClr>
              <a:buSzPct val="110000"/>
              <a:buFontTx/>
              <a:buChar char=" "/>
              <a:defRPr/>
            </a:pPr>
            <a:r>
              <a:rPr kumimoji="1" lang="zh-CN" altLang="en-US" sz="2000" i="0" u="none" strike="noStrike" kern="1200" cap="none" spc="0" normalizeH="0" baseline="0" noProof="0" dirty="0" smtClean="0">
                <a:ln>
                  <a:noFill/>
                </a:ln>
                <a:solidFill>
                  <a:srgbClr val="000000"/>
                </a:solidFill>
                <a:effectLst>
                  <a:outerShdw blurRad="38100" dist="38100" dir="2700000" algn="tl">
                    <a:srgbClr val="FFFFFF"/>
                  </a:outerShdw>
                </a:effectLst>
                <a:uLnTx/>
                <a:uFillTx/>
                <a:latin typeface="黑体" panose="02010609060101010101" pitchFamily="49" charset="-122"/>
                <a:ea typeface="黑体" panose="02010609060101010101" pitchFamily="49" charset="-122"/>
                <a:cs typeface="黑体" panose="02010609060101010101" pitchFamily="49" charset="-122"/>
              </a:rPr>
              <a:t>与接触角</a:t>
            </a:r>
            <a:r>
              <a:rPr kumimoji="1" lang="en-US" altLang="zh-CN" sz="2000" i="0" u="none" strike="noStrike" kern="1200" cap="none" spc="0" normalizeH="0" baseline="0" noProof="0" dirty="0" smtClean="0">
                <a:ln>
                  <a:noFill/>
                </a:ln>
                <a:solidFill>
                  <a:srgbClr val="000000"/>
                </a:solidFill>
                <a:effectLst>
                  <a:outerShdw blurRad="38100" dist="38100" dir="2700000" algn="tl">
                    <a:srgbClr val="FFFFFF"/>
                  </a:outerShdw>
                </a:effectLst>
                <a:uLnTx/>
                <a:uFillTx/>
                <a:latin typeface="黑体" panose="02010609060101010101" pitchFamily="49" charset="-122"/>
                <a:ea typeface="黑体" panose="02010609060101010101" pitchFamily="49" charset="-122"/>
                <a:cs typeface="黑体" panose="02010609060101010101" pitchFamily="49" charset="-122"/>
              </a:rPr>
              <a:t>α</a:t>
            </a:r>
            <a:r>
              <a:rPr kumimoji="1" lang="zh-CN" altLang="en-US" sz="2000" i="0" u="none" strike="noStrike" kern="1200" cap="none" spc="0" normalizeH="0" baseline="0" noProof="0" dirty="0" smtClean="0">
                <a:ln>
                  <a:noFill/>
                </a:ln>
                <a:solidFill>
                  <a:srgbClr val="000000"/>
                </a:solidFill>
                <a:effectLst>
                  <a:outerShdw blurRad="38100" dist="38100" dir="2700000" algn="tl">
                    <a:srgbClr val="FFFFFF"/>
                  </a:outerShdw>
                </a:effectLst>
                <a:uLnTx/>
                <a:uFillTx/>
                <a:latin typeface="黑体" panose="02010609060101010101" pitchFamily="49" charset="-122"/>
                <a:ea typeface="黑体" panose="02010609060101010101" pitchFamily="49" charset="-122"/>
                <a:cs typeface="黑体" panose="02010609060101010101" pitchFamily="49" charset="-122"/>
              </a:rPr>
              <a:t>的</a:t>
            </a:r>
            <a:r>
              <a:rPr kumimoji="1" lang="zh-CN" altLang="en-US" sz="2000" i="0" u="none" strike="noStrike" kern="1200" cap="none" spc="0" normalizeH="0" baseline="0" noProof="0" dirty="0">
                <a:ln>
                  <a:noFill/>
                </a:ln>
                <a:solidFill>
                  <a:srgbClr val="000000"/>
                </a:solidFill>
                <a:effectLst>
                  <a:outerShdw blurRad="38100" dist="38100" dir="2700000" algn="tl">
                    <a:srgbClr val="FFFFFF"/>
                  </a:outerShdw>
                </a:effectLst>
                <a:uLnTx/>
                <a:uFillTx/>
                <a:latin typeface="黑体" panose="02010609060101010101" pitchFamily="49" charset="-122"/>
                <a:ea typeface="黑体" panose="02010609060101010101" pitchFamily="49" charset="-122"/>
                <a:cs typeface="黑体" panose="02010609060101010101" pitchFamily="49" charset="-122"/>
              </a:rPr>
              <a:t>大小有关。</a:t>
            </a:r>
            <a:endParaRPr kumimoji="1" lang="zh-CN" altLang="en-US" sz="2000" i="0" u="none" strike="noStrike" kern="1200" cap="none" spc="0" normalizeH="0" baseline="0" noProof="0" dirty="0">
              <a:ln>
                <a:noFill/>
              </a:ln>
              <a:solidFill>
                <a:srgbClr val="000000"/>
              </a:solidFill>
              <a:effectLst/>
              <a:uLnTx/>
              <a:uFillTx/>
              <a:latin typeface="黑体" panose="02010609060101010101" pitchFamily="49" charset="-122"/>
              <a:ea typeface="黑体" panose="02010609060101010101" pitchFamily="49" charset="-122"/>
              <a:cs typeface="黑体" panose="02010609060101010101" pitchFamily="49" charset="-122"/>
            </a:endParaRPr>
          </a:p>
        </p:txBody>
      </p:sp>
      <p:sp>
        <p:nvSpPr>
          <p:cNvPr id="94225" name="Rectangle 17"/>
          <p:cNvSpPr>
            <a:spLocks noChangeArrowheads="1"/>
          </p:cNvSpPr>
          <p:nvPr/>
        </p:nvSpPr>
        <p:spPr bwMode="auto">
          <a:xfrm>
            <a:off x="526098" y="855822"/>
            <a:ext cx="2011680" cy="460375"/>
          </a:xfrm>
          <a:prstGeom prst="rect">
            <a:avLst/>
          </a:prstGeom>
          <a:noFill/>
          <a:ln>
            <a:noFill/>
          </a:ln>
          <a:effectLst/>
          <a:extLst>
            <a:ext uri="{909E8E84-426E-40DD-AFC4-6F175D3DCCD1}">
              <a14:hiddenFill xmlns:a14="http://schemas.microsoft.com/office/drawing/2010/main">
                <a:gradFill rotWithShape="0">
                  <a:gsLst>
                    <a:gs pos="0">
                      <a:schemeClr val="accent1"/>
                    </a:gs>
                    <a:gs pos="100000">
                      <a:schemeClr val="accent1">
                        <a:gamma/>
                        <a:shade val="46275"/>
                        <a:invGamma/>
                      </a:schemeClr>
                    </a:gs>
                  </a:gsLst>
                  <a:path path="shape">
                    <a:fillToRect l="50000" t="50000" r="50000" b="50000"/>
                  </a:path>
                </a:gra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marL="0" marR="0" lvl="0" indent="0" algn="ctr" defTabSz="914400" rtl="0" eaLnBrk="0" fontAlgn="base" latinLnBrk="0" hangingPunct="0">
              <a:lnSpc>
                <a:spcPct val="100000"/>
              </a:lnSpc>
              <a:spcBef>
                <a:spcPct val="0"/>
              </a:spcBef>
              <a:spcAft>
                <a:spcPct val="0"/>
              </a:spcAft>
              <a:buClrTx/>
              <a:buSzTx/>
              <a:buFontTx/>
              <a:buNone/>
              <a:defRPr/>
            </a:pPr>
            <a:r>
              <a:rPr kumimoji="1" lang="en-US" altLang="zh-CN" sz="2400" i="0" u="none" strike="noStrike" kern="1200" cap="none" spc="0" normalizeH="0" baseline="0" noProof="0" dirty="0">
                <a:ln>
                  <a:noFill/>
                </a:ln>
                <a:solidFill>
                  <a:srgbClr val="0000FF"/>
                </a:solidFill>
                <a:effectLst>
                  <a:outerShdw blurRad="38100" dist="38100" dir="2700000" algn="tl">
                    <a:srgbClr val="FFFFFF"/>
                  </a:outerShdw>
                </a:effectLst>
                <a:uLnTx/>
                <a:uFillTx/>
                <a:latin typeface="黑体" panose="02010609060101010101" pitchFamily="49" charset="-122"/>
                <a:ea typeface="黑体" panose="02010609060101010101" pitchFamily="49" charset="-122"/>
                <a:cs typeface="黑体" panose="02010609060101010101" pitchFamily="49" charset="-122"/>
              </a:rPr>
              <a:t>b)</a:t>
            </a:r>
            <a:r>
              <a:rPr kumimoji="1" lang="zh-CN" altLang="en-US" sz="2400" i="0" u="none" strike="noStrike" kern="1200" cap="none" spc="0" normalizeH="0" baseline="0" noProof="0" dirty="0">
                <a:ln>
                  <a:noFill/>
                </a:ln>
                <a:solidFill>
                  <a:srgbClr val="0000FF"/>
                </a:solidFill>
                <a:effectLst>
                  <a:outerShdw blurRad="38100" dist="38100" dir="2700000" algn="tl">
                    <a:srgbClr val="FFFFFF"/>
                  </a:outerShdw>
                </a:effectLst>
                <a:uLnTx/>
                <a:uFillTx/>
                <a:latin typeface="黑体" panose="02010609060101010101" pitchFamily="49" charset="-122"/>
                <a:ea typeface="黑体" panose="02010609060101010101" pitchFamily="49" charset="-122"/>
                <a:cs typeface="黑体" panose="02010609060101010101" pitchFamily="49" charset="-122"/>
              </a:rPr>
              <a:t>派生轴向力</a:t>
            </a:r>
            <a:endParaRPr kumimoji="1" lang="zh-CN" altLang="en-US" sz="2400" i="0" u="none" strike="noStrike" kern="1200" cap="none" spc="0" normalizeH="0" baseline="0" noProof="0" dirty="0">
              <a:ln>
                <a:noFill/>
              </a:ln>
              <a:solidFill>
                <a:srgbClr val="0000FF"/>
              </a:solidFill>
              <a:effectLst>
                <a:outerShdw blurRad="38100" dist="38100" dir="2700000" algn="tl">
                  <a:srgbClr val="FFFFFF"/>
                </a:outerShdw>
              </a:effectLst>
              <a:uLnTx/>
              <a:uFillTx/>
              <a:latin typeface="黑体" panose="02010609060101010101" pitchFamily="49" charset="-122"/>
              <a:ea typeface="黑体" panose="02010609060101010101" pitchFamily="49" charset="-122"/>
              <a:cs typeface="黑体" panose="02010609060101010101" pitchFamily="49" charset="-122"/>
            </a:endParaRPr>
          </a:p>
        </p:txBody>
      </p:sp>
      <p:pic>
        <p:nvPicPr>
          <p:cNvPr id="19" name="Picture 148" descr="back1">
            <a:hlinkClick r:id="" action="ppaction://hlinkshowjump?jump=previousslide"/>
          </p:cNvPr>
          <p:cNvPicPr>
            <a:picLocks noChangeAspect="1"/>
          </p:cNvPicPr>
          <p:nvPr/>
        </p:nvPicPr>
        <p:blipFill>
          <a:blip r:embed="rId1"/>
          <a:stretch>
            <a:fillRect/>
          </a:stretch>
        </p:blipFill>
        <p:spPr>
          <a:xfrm>
            <a:off x="8324850" y="6551613"/>
            <a:ext cx="306388" cy="306387"/>
          </a:xfrm>
          <a:prstGeom prst="rect">
            <a:avLst/>
          </a:prstGeom>
          <a:noFill/>
          <a:ln w="9525">
            <a:noFill/>
          </a:ln>
        </p:spPr>
      </p:pic>
      <p:pic>
        <p:nvPicPr>
          <p:cNvPr id="20" name="Picture 149" descr="NEXT1">
            <a:hlinkClick r:id="" action="ppaction://hlinkshowjump?jump=nextslide"/>
          </p:cNvPr>
          <p:cNvPicPr>
            <a:picLocks noChangeAspect="1"/>
          </p:cNvPicPr>
          <p:nvPr/>
        </p:nvPicPr>
        <p:blipFill>
          <a:blip r:embed="rId2"/>
          <a:stretch>
            <a:fillRect/>
          </a:stretch>
        </p:blipFill>
        <p:spPr>
          <a:xfrm>
            <a:off x="8745538" y="6551613"/>
            <a:ext cx="306387" cy="306387"/>
          </a:xfrm>
          <a:prstGeom prst="rect">
            <a:avLst/>
          </a:prstGeom>
          <a:noFill/>
          <a:ln w="9525">
            <a:noFill/>
          </a:ln>
        </p:spPr>
      </p:pic>
      <p:pic>
        <p:nvPicPr>
          <p:cNvPr id="21" name="Picture 150" descr="rewind1">
            <a:hlinkClick r:id="" action="ppaction://hlinkshowjump?jump=firstslide"/>
          </p:cNvPr>
          <p:cNvPicPr>
            <a:picLocks noChangeAspect="1"/>
          </p:cNvPicPr>
          <p:nvPr/>
        </p:nvPicPr>
        <p:blipFill>
          <a:blip r:embed="rId3"/>
          <a:stretch>
            <a:fillRect/>
          </a:stretch>
        </p:blipFill>
        <p:spPr>
          <a:xfrm>
            <a:off x="7875588" y="6551613"/>
            <a:ext cx="306387" cy="306387"/>
          </a:xfrm>
          <a:prstGeom prst="rect">
            <a:avLst/>
          </a:prstGeom>
          <a:noFill/>
          <a:ln w="9525">
            <a:noFill/>
          </a:ln>
        </p:spPr>
      </p:pic>
      <p:pic>
        <p:nvPicPr>
          <p:cNvPr id="22" name="图片 21"/>
          <p:cNvPicPr>
            <a:picLocks noChangeAspect="1"/>
          </p:cNvPicPr>
          <p:nvPr/>
        </p:nvPicPr>
        <p:blipFill>
          <a:blip r:embed="rId4"/>
          <a:stretch>
            <a:fillRect/>
          </a:stretch>
        </p:blipFill>
        <p:spPr>
          <a:xfrm>
            <a:off x="4121150" y="3313113"/>
            <a:ext cx="4357688" cy="2368550"/>
          </a:xfrm>
          <a:prstGeom prst="rect">
            <a:avLst/>
          </a:prstGeom>
          <a:noFill/>
          <a:ln w="9525">
            <a:noFill/>
          </a:ln>
        </p:spPr>
      </p:pic>
      <p:sp>
        <p:nvSpPr>
          <p:cNvPr id="4132" name="直接连接符 6"/>
          <p:cNvSpPr>
            <a:spLocks noChangeShapeType="1"/>
          </p:cNvSpPr>
          <p:nvPr/>
        </p:nvSpPr>
        <p:spPr bwMode="auto">
          <a:xfrm>
            <a:off x="0" y="685662"/>
            <a:ext cx="9144000" cy="0"/>
          </a:xfrm>
          <a:prstGeom prst="line">
            <a:avLst/>
          </a:prstGeom>
          <a:noFill/>
          <a:ln w="28575">
            <a:solidFill>
              <a:srgbClr val="CC3300"/>
            </a:solidFill>
            <a:miter lim="800000"/>
          </a:ln>
          <a:extLst>
            <a:ext uri="{909E8E84-426E-40DD-AFC4-6F175D3DCCD1}">
              <a14:hiddenFill xmlns:a14="http://schemas.microsoft.com/office/drawing/2010/main">
                <a:noFill/>
              </a14:hiddenFill>
            </a:ext>
          </a:extLst>
        </p:spPr>
        <p:txBody>
          <a:bodyPr/>
          <a:lstStyle/>
          <a:p>
            <a:endParaRPr lang="zh-CN" altLang="en-US"/>
          </a:p>
        </p:txBody>
      </p:sp>
      <p:sp>
        <p:nvSpPr>
          <p:cNvPr id="14339" name="Rectangle 34"/>
          <p:cNvSpPr>
            <a:spLocks noChangeArrowheads="1"/>
          </p:cNvSpPr>
          <p:nvPr/>
        </p:nvSpPr>
        <p:spPr bwMode="auto">
          <a:xfrm>
            <a:off x="3687417" y="228600"/>
            <a:ext cx="4846983" cy="533400"/>
          </a:xfrm>
          <a:prstGeom prst="rect">
            <a:avLst/>
          </a:prstGeom>
          <a:noFill/>
          <a:ln>
            <a:noFill/>
          </a:ln>
          <a:effectLst/>
          <a:extLst>
            <a:ext uri="{909E8E84-426E-40DD-AFC4-6F175D3DCCD1}">
              <a14:hiddenFill xmlns:a14="http://schemas.microsoft.com/office/drawing/2010/main">
                <a:gradFill rotWithShape="0">
                  <a:gsLst>
                    <a:gs pos="0">
                      <a:srgbClr val="E5DCB5"/>
                    </a:gs>
                    <a:gs pos="100000">
                      <a:srgbClr val="FDFBF1"/>
                    </a:gs>
                  </a:gsLst>
                  <a:lin ang="0" scaled="1"/>
                </a:gradFill>
              </a14:hiddenFill>
            </a:ext>
            <a:ext uri="{91240B29-F687-4F45-9708-019B960494DF}">
              <a14:hiddenLine xmlns:a14="http://schemas.microsoft.com/office/drawing/2010/main" w="9525">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tIns="36000" bIns="72000" anchor="ctr" anchorCtr="1"/>
          <a:lstStyle>
            <a:lvl1pPr>
              <a:lnSpc>
                <a:spcPct val="120000"/>
              </a:lnSpc>
              <a:buChar char="•"/>
              <a:defRPr kumimoji="1" sz="2000">
                <a:solidFill>
                  <a:srgbClr val="000099"/>
                </a:solidFill>
                <a:latin typeface="Times New Roman" panose="02020603050405020304" pitchFamily="18" charset="0"/>
                <a:ea typeface="华文中宋" panose="02010600040101010101" pitchFamily="2" charset="-122"/>
              </a:defRPr>
            </a:lvl1pPr>
            <a:lvl2pPr marL="742950" indent="-285750">
              <a:lnSpc>
                <a:spcPct val="120000"/>
              </a:lnSpc>
              <a:buChar char="•"/>
              <a:defRPr kumimoji="1" sz="2000">
                <a:solidFill>
                  <a:srgbClr val="000099"/>
                </a:solidFill>
                <a:latin typeface="Times New Roman" panose="02020603050405020304" pitchFamily="18" charset="0"/>
                <a:ea typeface="华文中宋" panose="02010600040101010101" pitchFamily="2" charset="-122"/>
              </a:defRPr>
            </a:lvl2pPr>
            <a:lvl3pPr marL="1143000" indent="-228600">
              <a:lnSpc>
                <a:spcPct val="120000"/>
              </a:lnSpc>
              <a:buChar char="•"/>
              <a:defRPr kumimoji="1" sz="2000">
                <a:solidFill>
                  <a:srgbClr val="000099"/>
                </a:solidFill>
                <a:latin typeface="Times New Roman" panose="02020603050405020304" pitchFamily="18" charset="0"/>
                <a:ea typeface="华文中宋" panose="02010600040101010101" pitchFamily="2" charset="-122"/>
              </a:defRPr>
            </a:lvl3pPr>
            <a:lvl4pPr marL="1600200" indent="-228600">
              <a:lnSpc>
                <a:spcPct val="120000"/>
              </a:lnSpc>
              <a:buChar char="•"/>
              <a:defRPr kumimoji="1" sz="2000">
                <a:solidFill>
                  <a:srgbClr val="000099"/>
                </a:solidFill>
                <a:latin typeface="Times New Roman" panose="02020603050405020304" pitchFamily="18" charset="0"/>
                <a:ea typeface="华文中宋" panose="02010600040101010101" pitchFamily="2" charset="-122"/>
              </a:defRPr>
            </a:lvl4pPr>
            <a:lvl5pPr marL="2057400" indent="-228600">
              <a:lnSpc>
                <a:spcPct val="120000"/>
              </a:lnSpc>
              <a:buChar char="•"/>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lnSpc>
                <a:spcPct val="100000"/>
              </a:lnSpc>
              <a:buFontTx/>
              <a:buNone/>
            </a:pPr>
            <a:r>
              <a:rPr lang="en-US" altLang="zh-CN" sz="3000" dirty="0" smtClean="0">
                <a:solidFill>
                  <a:srgbClr val="CC3300"/>
                </a:solidFill>
                <a:latin typeface="黑体" panose="02010609060101010101" pitchFamily="49" charset="-122"/>
                <a:ea typeface="黑体" panose="02010609060101010101" pitchFamily="49" charset="-122"/>
              </a:rPr>
              <a:t>3.6-5 </a:t>
            </a:r>
            <a:r>
              <a:rPr lang="zh-CN" altLang="en-US" sz="3000" dirty="0" smtClean="0">
                <a:solidFill>
                  <a:srgbClr val="CC3300"/>
                </a:solidFill>
                <a:latin typeface="黑体" panose="02010609060101010101" pitchFamily="49" charset="-122"/>
                <a:ea typeface="黑体" panose="02010609060101010101" pitchFamily="49" charset="-122"/>
              </a:rPr>
              <a:t>滚动轴承的寿命计算</a:t>
            </a:r>
            <a:endParaRPr lang="en-US" altLang="zh-CN" sz="3000" dirty="0">
              <a:solidFill>
                <a:srgbClr val="CC3300"/>
              </a:solidFill>
              <a:latin typeface="黑体" panose="02010609060101010101" pitchFamily="49" charset="-122"/>
              <a:ea typeface="黑体" panose="02010609060101010101" pitchFamily="49" charset="-122"/>
            </a:endParaRPr>
          </a:p>
        </p:txBody>
      </p:sp>
      <p:cxnSp>
        <p:nvCxnSpPr>
          <p:cNvPr id="2" name="直接箭头连接符 1"/>
          <p:cNvCxnSpPr/>
          <p:nvPr/>
        </p:nvCxnSpPr>
        <p:spPr>
          <a:xfrm>
            <a:off x="5506720" y="3428365"/>
            <a:ext cx="0" cy="744220"/>
          </a:xfrm>
          <a:prstGeom prst="straightConnector1">
            <a:avLst/>
          </a:prstGeom>
          <a:noFill/>
          <a:ln w="28575" cap="flat" cmpd="sng" algn="ctr">
            <a:solidFill>
              <a:srgbClr val="0000FF"/>
            </a:solidFill>
            <a:prstDash val="solid"/>
            <a:round/>
            <a:headEnd type="none" w="med" len="med"/>
            <a:tailEnd type="triangle" w="med" len="med"/>
          </a:ln>
        </p:spPr>
      </p:cxnSp>
      <p:cxnSp>
        <p:nvCxnSpPr>
          <p:cNvPr id="3" name="直接箭头连接符 2"/>
          <p:cNvCxnSpPr/>
          <p:nvPr/>
        </p:nvCxnSpPr>
        <p:spPr>
          <a:xfrm flipV="1">
            <a:off x="4855845" y="4978400"/>
            <a:ext cx="237490" cy="868045"/>
          </a:xfrm>
          <a:prstGeom prst="straightConnector1">
            <a:avLst/>
          </a:prstGeom>
          <a:noFill/>
          <a:ln w="28575" cap="flat" cmpd="sng" algn="ctr">
            <a:solidFill>
              <a:srgbClr val="FF3300"/>
            </a:solidFill>
            <a:prstDash val="solid"/>
            <a:round/>
            <a:headEnd type="none" w="med" len="med"/>
            <a:tailEnd type="triangle" w="med" len="med"/>
          </a:ln>
        </p:spPr>
      </p:cxnSp>
      <p:cxnSp>
        <p:nvCxnSpPr>
          <p:cNvPr id="4" name="直接箭头连接符 3"/>
          <p:cNvCxnSpPr/>
          <p:nvPr/>
        </p:nvCxnSpPr>
        <p:spPr>
          <a:xfrm flipV="1">
            <a:off x="4566920" y="4985385"/>
            <a:ext cx="497840" cy="19685"/>
          </a:xfrm>
          <a:prstGeom prst="straightConnector1">
            <a:avLst/>
          </a:prstGeom>
          <a:noFill/>
          <a:ln w="28575" cap="flat" cmpd="sng" algn="ctr">
            <a:solidFill>
              <a:srgbClr val="FF3300"/>
            </a:solidFill>
            <a:prstDash val="solid"/>
            <a:round/>
            <a:headEnd type="none" w="med" len="med"/>
            <a:tailEnd type="triangle" w="med" len="med"/>
          </a:ln>
        </p:spPr>
      </p:cxnSp>
      <p:cxnSp>
        <p:nvCxnSpPr>
          <p:cNvPr id="5" name="直接箭头连接符 4"/>
          <p:cNvCxnSpPr/>
          <p:nvPr/>
        </p:nvCxnSpPr>
        <p:spPr>
          <a:xfrm flipV="1">
            <a:off x="5090160" y="4999355"/>
            <a:ext cx="9525" cy="884555"/>
          </a:xfrm>
          <a:prstGeom prst="straightConnector1">
            <a:avLst/>
          </a:prstGeom>
          <a:noFill/>
          <a:ln w="28575" cap="flat" cmpd="sng" algn="ctr">
            <a:solidFill>
              <a:srgbClr val="FF3300"/>
            </a:solidFill>
            <a:prstDash val="solid"/>
            <a:round/>
            <a:headEnd type="none" w="med" len="med"/>
            <a:tailEnd type="triangle" w="med" len="med"/>
          </a:ln>
        </p:spPr>
      </p:cxnSp>
      <p:cxnSp>
        <p:nvCxnSpPr>
          <p:cNvPr id="6" name="直接箭头连接符 5"/>
          <p:cNvCxnSpPr/>
          <p:nvPr/>
        </p:nvCxnSpPr>
        <p:spPr>
          <a:xfrm>
            <a:off x="4547235" y="3428365"/>
            <a:ext cx="462915" cy="0"/>
          </a:xfrm>
          <a:prstGeom prst="straightConnector1">
            <a:avLst/>
          </a:prstGeom>
          <a:noFill/>
          <a:ln w="34925" cap="flat" cmpd="sng" algn="ctr">
            <a:solidFill>
              <a:srgbClr val="FF0000"/>
            </a:solidFill>
            <a:prstDash val="solid"/>
            <a:round/>
            <a:headEnd type="none" w="med" len="med"/>
            <a:tailEnd type="triangle" w="sm" len="lg"/>
          </a:ln>
        </p:spPr>
      </p:cxnSp>
      <p:cxnSp>
        <p:nvCxnSpPr>
          <p:cNvPr id="7" name="直接箭头连接符 6"/>
          <p:cNvCxnSpPr/>
          <p:nvPr/>
        </p:nvCxnSpPr>
        <p:spPr>
          <a:xfrm>
            <a:off x="7050405" y="3428365"/>
            <a:ext cx="462915" cy="0"/>
          </a:xfrm>
          <a:prstGeom prst="straightConnector1">
            <a:avLst/>
          </a:prstGeom>
          <a:noFill/>
          <a:ln w="34925" cap="flat" cmpd="sng" algn="ctr">
            <a:solidFill>
              <a:srgbClr val="FF0000"/>
            </a:solidFill>
            <a:prstDash val="solid"/>
            <a:round/>
            <a:headEnd type="none" w="med" len="med"/>
            <a:tailEnd type="triangle" w="sm" len="lg"/>
          </a:ln>
        </p:spPr>
      </p:cxnSp>
    </p:spTree>
  </p:cSld>
  <p:clrMapOvr>
    <a:masterClrMapping/>
  </p:clrMapOvr>
  <p:transition spd="med">
    <p:pull dir="rd"/>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nodeType="withEffect">
                                  <p:stCondLst>
                                    <p:cond delay="0"/>
                                  </p:stCondLst>
                                  <p:childTnLst>
                                    <p:set>
                                      <p:cBhvr>
                                        <p:cTn id="6" dur="1" fill="hold">
                                          <p:stCondLst>
                                            <p:cond delay="0"/>
                                          </p:stCondLst>
                                        </p:cTn>
                                        <p:tgtEl>
                                          <p:spTgt spid="22"/>
                                        </p:tgtEl>
                                        <p:attrNameLst>
                                          <p:attrName>style.visibility</p:attrName>
                                        </p:attrNameLst>
                                      </p:cBhvr>
                                      <p:to>
                                        <p:strVal val="visible"/>
                                      </p:to>
                                    </p:set>
                                    <p:animEffect transition="in" filter="wipe(down)">
                                      <p:cBhvr>
                                        <p:cTn id="7" dur="500"/>
                                        <p:tgtEl>
                                          <p:spTgt spid="22"/>
                                        </p:tgtEl>
                                      </p:cBhvr>
                                    </p:animEffect>
                                  </p:childTnLst>
                                </p:cTn>
                              </p:par>
                            </p:childTnLst>
                          </p:cTn>
                        </p:par>
                        <p:par>
                          <p:cTn id="8" fill="hold">
                            <p:stCondLst>
                              <p:cond delay="500"/>
                            </p:stCondLst>
                            <p:childTnLst>
                              <p:par>
                                <p:cTn id="9" presetID="1" presetClass="entr" presetSubtype="0" fill="hold" nodeType="afterEffect">
                                  <p:stCondLst>
                                    <p:cond delay="0"/>
                                  </p:stCondLst>
                                  <p:childTnLst>
                                    <p:set>
                                      <p:cBhvr>
                                        <p:cTn id="10" dur="1" fill="hold">
                                          <p:stCondLst>
                                            <p:cond delay="499"/>
                                          </p:stCondLst>
                                        </p:cTn>
                                        <p:tgtEl>
                                          <p:spTgt spid="20"/>
                                        </p:tgtEl>
                                        <p:attrNameLst>
                                          <p:attrName>style.visibility</p:attrName>
                                        </p:attrNameLst>
                                      </p:cBhvr>
                                      <p:to>
                                        <p:strVal val="visible"/>
                                      </p:to>
                                    </p:set>
                                  </p:childTnLst>
                                </p:cTn>
                              </p:par>
                            </p:childTnLst>
                          </p:cTn>
                        </p:par>
                        <p:par>
                          <p:cTn id="11" fill="hold">
                            <p:stCondLst>
                              <p:cond delay="1000"/>
                            </p:stCondLst>
                            <p:childTnLst>
                              <p:par>
                                <p:cTn id="12" presetID="1" presetClass="entr" presetSubtype="0" fill="hold" nodeType="afterEffect">
                                  <p:stCondLst>
                                    <p:cond delay="0"/>
                                  </p:stCondLst>
                                  <p:childTnLst>
                                    <p:set>
                                      <p:cBhvr>
                                        <p:cTn id="13" dur="1" fill="hold">
                                          <p:stCondLst>
                                            <p:cond delay="499"/>
                                          </p:stCondLst>
                                        </p:cTn>
                                        <p:tgtEl>
                                          <p:spTgt spid="19"/>
                                        </p:tgtEl>
                                        <p:attrNameLst>
                                          <p:attrName>style.visibility</p:attrName>
                                        </p:attrNameLst>
                                      </p:cBhvr>
                                      <p:to>
                                        <p:strVal val="visible"/>
                                      </p:to>
                                    </p:set>
                                  </p:childTnLst>
                                </p:cTn>
                              </p:par>
                            </p:childTnLst>
                          </p:cTn>
                        </p:par>
                        <p:par>
                          <p:cTn id="14" fill="hold">
                            <p:stCondLst>
                              <p:cond delay="1500"/>
                            </p:stCondLst>
                            <p:childTnLst>
                              <p:par>
                                <p:cTn id="15" presetID="2" presetClass="entr" presetSubtype="8" fill="hold" nodeType="afterEffect">
                                  <p:stCondLst>
                                    <p:cond delay="0"/>
                                  </p:stCondLst>
                                  <p:childTnLst>
                                    <p:set>
                                      <p:cBhvr>
                                        <p:cTn id="16" dur="1" fill="hold">
                                          <p:stCondLst>
                                            <p:cond delay="0"/>
                                          </p:stCondLst>
                                        </p:cTn>
                                        <p:tgtEl>
                                          <p:spTgt spid="21"/>
                                        </p:tgtEl>
                                        <p:attrNameLst>
                                          <p:attrName>style.visibility</p:attrName>
                                        </p:attrNameLst>
                                      </p:cBhvr>
                                      <p:to>
                                        <p:strVal val="visible"/>
                                      </p:to>
                                    </p:set>
                                    <p:anim calcmode="lin" valueType="num">
                                      <p:cBhvr additive="base">
                                        <p:cTn id="17" dur="500" fill="hold"/>
                                        <p:tgtEl>
                                          <p:spTgt spid="21"/>
                                        </p:tgtEl>
                                        <p:attrNameLst>
                                          <p:attrName>ppt_x</p:attrName>
                                        </p:attrNameLst>
                                      </p:cBhvr>
                                      <p:tavLst>
                                        <p:tav tm="0">
                                          <p:val>
                                            <p:strVal val="0-#ppt_w/2"/>
                                          </p:val>
                                        </p:tav>
                                        <p:tav tm="100000">
                                          <p:val>
                                            <p:strVal val="#ppt_x"/>
                                          </p:val>
                                        </p:tav>
                                      </p:tavLst>
                                    </p:anim>
                                    <p:anim calcmode="lin" valueType="num">
                                      <p:cBhvr additive="base">
                                        <p:cTn id="18" dur="500" fill="hold"/>
                                        <p:tgtEl>
                                          <p:spTgt spid="21"/>
                                        </p:tgtEl>
                                        <p:attrNameLst>
                                          <p:attrName>ppt_y</p:attrName>
                                        </p:attrNameLst>
                                      </p:cBhvr>
                                      <p:tavLst>
                                        <p:tav tm="0">
                                          <p:val>
                                            <p:strVal val="#ppt_y"/>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2" presetClass="entr" presetSubtype="1" fill="hold" nodeType="clickEffect">
                                  <p:stCondLst>
                                    <p:cond delay="0"/>
                                  </p:stCondLst>
                                  <p:childTnLst>
                                    <p:set>
                                      <p:cBhvr>
                                        <p:cTn id="22" dur="1" fill="hold">
                                          <p:stCondLst>
                                            <p:cond delay="0"/>
                                          </p:stCondLst>
                                        </p:cTn>
                                        <p:tgtEl>
                                          <p:spTgt spid="94210">
                                            <p:txEl>
                                              <p:pRg st="0" end="0"/>
                                            </p:txEl>
                                          </p:spTgt>
                                        </p:tgtEl>
                                        <p:attrNameLst>
                                          <p:attrName>style.visibility</p:attrName>
                                        </p:attrNameLst>
                                      </p:cBhvr>
                                      <p:to>
                                        <p:strVal val="visible"/>
                                      </p:to>
                                    </p:set>
                                    <p:animEffect transition="in" filter="wipe(up)">
                                      <p:cBhvr>
                                        <p:cTn id="23" dur="500"/>
                                        <p:tgtEl>
                                          <p:spTgt spid="94210">
                                            <p:txEl>
                                              <p:pRg st="0" end="0"/>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1" fill="hold" nodeType="clickEffect">
                                  <p:stCondLst>
                                    <p:cond delay="0"/>
                                  </p:stCondLst>
                                  <p:childTnLst>
                                    <p:set>
                                      <p:cBhvr>
                                        <p:cTn id="27" dur="1" fill="hold">
                                          <p:stCondLst>
                                            <p:cond delay="0"/>
                                          </p:stCondLst>
                                        </p:cTn>
                                        <p:tgtEl>
                                          <p:spTgt spid="2"/>
                                        </p:tgtEl>
                                        <p:attrNameLst>
                                          <p:attrName>style.visibility</p:attrName>
                                        </p:attrNameLst>
                                      </p:cBhvr>
                                      <p:to>
                                        <p:strVal val="visible"/>
                                      </p:to>
                                    </p:set>
                                    <p:animEffect transition="in" filter="wipe(up)">
                                      <p:cBhvr>
                                        <p:cTn id="28" dur="500"/>
                                        <p:tgtEl>
                                          <p:spTgt spid="2"/>
                                        </p:tgtEl>
                                      </p:cBhvr>
                                    </p:animEffect>
                                  </p:childTnLst>
                                </p:cTn>
                              </p:par>
                            </p:childTnLst>
                          </p:cTn>
                        </p:par>
                      </p:childTnLst>
                    </p:cTn>
                  </p:par>
                  <p:par>
                    <p:cTn id="29" fill="hold">
                      <p:stCondLst>
                        <p:cond delay="indefinite"/>
                      </p:stCondLst>
                      <p:childTnLst>
                        <p:par>
                          <p:cTn id="30" fill="hold">
                            <p:stCondLst>
                              <p:cond delay="0"/>
                            </p:stCondLst>
                            <p:childTnLst>
                              <p:par>
                                <p:cTn id="31" presetID="22" presetClass="entr" presetSubtype="4" fill="hold" nodeType="clickEffect">
                                  <p:stCondLst>
                                    <p:cond delay="0"/>
                                  </p:stCondLst>
                                  <p:childTnLst>
                                    <p:set>
                                      <p:cBhvr>
                                        <p:cTn id="32" dur="1" fill="hold">
                                          <p:stCondLst>
                                            <p:cond delay="0"/>
                                          </p:stCondLst>
                                        </p:cTn>
                                        <p:tgtEl>
                                          <p:spTgt spid="3"/>
                                        </p:tgtEl>
                                        <p:attrNameLst>
                                          <p:attrName>style.visibility</p:attrName>
                                        </p:attrNameLst>
                                      </p:cBhvr>
                                      <p:to>
                                        <p:strVal val="visible"/>
                                      </p:to>
                                    </p:set>
                                    <p:animEffect transition="in" filter="wipe(down)">
                                      <p:cBhvr>
                                        <p:cTn id="33" dur="500"/>
                                        <p:tgtEl>
                                          <p:spTgt spid="3"/>
                                        </p:tgtEl>
                                      </p:cBhvr>
                                    </p:animEffect>
                                  </p:childTnLst>
                                </p:cTn>
                              </p:par>
                            </p:childTnLst>
                          </p:cTn>
                        </p:par>
                      </p:childTnLst>
                    </p:cTn>
                  </p:par>
                  <p:par>
                    <p:cTn id="34" fill="hold">
                      <p:stCondLst>
                        <p:cond delay="indefinite"/>
                      </p:stCondLst>
                      <p:childTnLst>
                        <p:par>
                          <p:cTn id="35" fill="hold">
                            <p:stCondLst>
                              <p:cond delay="0"/>
                            </p:stCondLst>
                            <p:childTnLst>
                              <p:par>
                                <p:cTn id="36" presetID="22" presetClass="entr" presetSubtype="8" fill="hold" nodeType="clickEffect">
                                  <p:stCondLst>
                                    <p:cond delay="0"/>
                                  </p:stCondLst>
                                  <p:childTnLst>
                                    <p:set>
                                      <p:cBhvr>
                                        <p:cTn id="37" dur="1" fill="hold">
                                          <p:stCondLst>
                                            <p:cond delay="0"/>
                                          </p:stCondLst>
                                        </p:cTn>
                                        <p:tgtEl>
                                          <p:spTgt spid="4"/>
                                        </p:tgtEl>
                                        <p:attrNameLst>
                                          <p:attrName>style.visibility</p:attrName>
                                        </p:attrNameLst>
                                      </p:cBhvr>
                                      <p:to>
                                        <p:strVal val="visible"/>
                                      </p:to>
                                    </p:set>
                                    <p:animEffect transition="in" filter="wipe(left)">
                                      <p:cBhvr>
                                        <p:cTn id="38" dur="500"/>
                                        <p:tgtEl>
                                          <p:spTgt spid="4"/>
                                        </p:tgtEl>
                                      </p:cBhvr>
                                    </p:animEffect>
                                  </p:childTnLst>
                                </p:cTn>
                              </p:par>
                            </p:childTnLst>
                          </p:cTn>
                        </p:par>
                      </p:childTnLst>
                    </p:cTn>
                  </p:par>
                  <p:par>
                    <p:cTn id="39" fill="hold">
                      <p:stCondLst>
                        <p:cond delay="indefinite"/>
                      </p:stCondLst>
                      <p:childTnLst>
                        <p:par>
                          <p:cTn id="40" fill="hold">
                            <p:stCondLst>
                              <p:cond delay="0"/>
                            </p:stCondLst>
                            <p:childTnLst>
                              <p:par>
                                <p:cTn id="41" presetID="22" presetClass="entr" presetSubtype="4" fill="hold" nodeType="clickEffect">
                                  <p:stCondLst>
                                    <p:cond delay="0"/>
                                  </p:stCondLst>
                                  <p:childTnLst>
                                    <p:set>
                                      <p:cBhvr>
                                        <p:cTn id="42" dur="1" fill="hold">
                                          <p:stCondLst>
                                            <p:cond delay="0"/>
                                          </p:stCondLst>
                                        </p:cTn>
                                        <p:tgtEl>
                                          <p:spTgt spid="5"/>
                                        </p:tgtEl>
                                        <p:attrNameLst>
                                          <p:attrName>style.visibility</p:attrName>
                                        </p:attrNameLst>
                                      </p:cBhvr>
                                      <p:to>
                                        <p:strVal val="visible"/>
                                      </p:to>
                                    </p:set>
                                    <p:animEffect transition="in" filter="wipe(down)">
                                      <p:cBhvr>
                                        <p:cTn id="43" dur="500"/>
                                        <p:tgtEl>
                                          <p:spTgt spid="5"/>
                                        </p:tgtEl>
                                      </p:cBhvr>
                                    </p:animEffect>
                                  </p:childTnLst>
                                </p:cTn>
                              </p:par>
                            </p:childTnLst>
                          </p:cTn>
                        </p:par>
                      </p:childTnLst>
                    </p:cTn>
                  </p:par>
                  <p:par>
                    <p:cTn id="44" fill="hold">
                      <p:stCondLst>
                        <p:cond delay="indefinite"/>
                      </p:stCondLst>
                      <p:childTnLst>
                        <p:par>
                          <p:cTn id="45" fill="hold">
                            <p:stCondLst>
                              <p:cond delay="0"/>
                            </p:stCondLst>
                            <p:childTnLst>
                              <p:par>
                                <p:cTn id="46" presetID="22" presetClass="entr" presetSubtype="8" fill="hold" nodeType="clickEffect">
                                  <p:stCondLst>
                                    <p:cond delay="0"/>
                                  </p:stCondLst>
                                  <p:childTnLst>
                                    <p:set>
                                      <p:cBhvr>
                                        <p:cTn id="47" dur="1" fill="hold">
                                          <p:stCondLst>
                                            <p:cond delay="0"/>
                                          </p:stCondLst>
                                        </p:cTn>
                                        <p:tgtEl>
                                          <p:spTgt spid="94210">
                                            <p:txEl>
                                              <p:pRg st="1" end="1"/>
                                            </p:txEl>
                                          </p:spTgt>
                                        </p:tgtEl>
                                        <p:attrNameLst>
                                          <p:attrName>style.visibility</p:attrName>
                                        </p:attrNameLst>
                                      </p:cBhvr>
                                      <p:to>
                                        <p:strVal val="visible"/>
                                      </p:to>
                                    </p:set>
                                    <p:animEffect transition="in" filter="wipe(left)">
                                      <p:cBhvr>
                                        <p:cTn id="48" dur="500"/>
                                        <p:tgtEl>
                                          <p:spTgt spid="94210">
                                            <p:txEl>
                                              <p:pRg st="1" end="1"/>
                                            </p:txEl>
                                          </p:spTgt>
                                        </p:tgtEl>
                                      </p:cBhvr>
                                    </p:animEffect>
                                  </p:childTnLst>
                                </p:cTn>
                              </p:par>
                            </p:childTnLst>
                          </p:cTn>
                        </p:par>
                      </p:childTnLst>
                    </p:cTn>
                  </p:par>
                  <p:par>
                    <p:cTn id="49" fill="hold">
                      <p:stCondLst>
                        <p:cond delay="indefinite"/>
                      </p:stCondLst>
                      <p:childTnLst>
                        <p:par>
                          <p:cTn id="50" fill="hold">
                            <p:stCondLst>
                              <p:cond delay="0"/>
                            </p:stCondLst>
                            <p:childTnLst>
                              <p:par>
                                <p:cTn id="51" presetID="22" presetClass="entr" presetSubtype="8" fill="hold" nodeType="clickEffect">
                                  <p:stCondLst>
                                    <p:cond delay="0"/>
                                  </p:stCondLst>
                                  <p:childTnLst>
                                    <p:set>
                                      <p:cBhvr>
                                        <p:cTn id="52" dur="1" fill="hold">
                                          <p:stCondLst>
                                            <p:cond delay="0"/>
                                          </p:stCondLst>
                                        </p:cTn>
                                        <p:tgtEl>
                                          <p:spTgt spid="94210">
                                            <p:txEl>
                                              <p:pRg st="2" end="2"/>
                                            </p:txEl>
                                          </p:spTgt>
                                        </p:tgtEl>
                                        <p:attrNameLst>
                                          <p:attrName>style.visibility</p:attrName>
                                        </p:attrNameLst>
                                      </p:cBhvr>
                                      <p:to>
                                        <p:strVal val="visible"/>
                                      </p:to>
                                    </p:set>
                                    <p:animEffect transition="in" filter="wipe(left)">
                                      <p:cBhvr>
                                        <p:cTn id="53" dur="500"/>
                                        <p:tgtEl>
                                          <p:spTgt spid="94210">
                                            <p:txEl>
                                              <p:pRg st="2" end="2"/>
                                            </p:txEl>
                                          </p:spTgt>
                                        </p:tgtEl>
                                      </p:cBhvr>
                                    </p:animEffect>
                                  </p:childTnLst>
                                </p:cTn>
                              </p:par>
                              <p:par>
                                <p:cTn id="54" presetID="22" presetClass="entr" presetSubtype="8" fill="hold" nodeType="withEffect">
                                  <p:stCondLst>
                                    <p:cond delay="0"/>
                                  </p:stCondLst>
                                  <p:childTnLst>
                                    <p:set>
                                      <p:cBhvr>
                                        <p:cTn id="55" dur="1" fill="hold">
                                          <p:stCondLst>
                                            <p:cond delay="0"/>
                                          </p:stCondLst>
                                        </p:cTn>
                                        <p:tgtEl>
                                          <p:spTgt spid="94210">
                                            <p:txEl>
                                              <p:pRg st="3" end="3"/>
                                            </p:txEl>
                                          </p:spTgt>
                                        </p:tgtEl>
                                        <p:attrNameLst>
                                          <p:attrName>style.visibility</p:attrName>
                                        </p:attrNameLst>
                                      </p:cBhvr>
                                      <p:to>
                                        <p:strVal val="visible"/>
                                      </p:to>
                                    </p:set>
                                    <p:animEffect transition="in" filter="wipe(left)">
                                      <p:cBhvr>
                                        <p:cTn id="56" dur="500"/>
                                        <p:tgtEl>
                                          <p:spTgt spid="94210">
                                            <p:txEl>
                                              <p:pRg st="3" end="3"/>
                                            </p:txEl>
                                          </p:spTgt>
                                        </p:tgtEl>
                                      </p:cBhvr>
                                    </p:animEffect>
                                  </p:childTnLst>
                                </p:cTn>
                              </p:par>
                              <p:par>
                                <p:cTn id="57" presetID="22" presetClass="entr" presetSubtype="8" fill="hold" nodeType="withEffect">
                                  <p:stCondLst>
                                    <p:cond delay="0"/>
                                  </p:stCondLst>
                                  <p:childTnLst>
                                    <p:set>
                                      <p:cBhvr>
                                        <p:cTn id="58" dur="1" fill="hold">
                                          <p:stCondLst>
                                            <p:cond delay="0"/>
                                          </p:stCondLst>
                                        </p:cTn>
                                        <p:tgtEl>
                                          <p:spTgt spid="94210">
                                            <p:txEl>
                                              <p:pRg st="4" end="4"/>
                                            </p:txEl>
                                          </p:spTgt>
                                        </p:tgtEl>
                                        <p:attrNameLst>
                                          <p:attrName>style.visibility</p:attrName>
                                        </p:attrNameLst>
                                      </p:cBhvr>
                                      <p:to>
                                        <p:strVal val="visible"/>
                                      </p:to>
                                    </p:set>
                                    <p:animEffect transition="in" filter="wipe(left)">
                                      <p:cBhvr>
                                        <p:cTn id="59" dur="500"/>
                                        <p:tgtEl>
                                          <p:spTgt spid="94210">
                                            <p:txEl>
                                              <p:pRg st="4" end="4"/>
                                            </p:txEl>
                                          </p:spTgt>
                                        </p:tgtEl>
                                      </p:cBhvr>
                                    </p:animEffect>
                                  </p:childTnLst>
                                </p:cTn>
                              </p:par>
                              <p:par>
                                <p:cTn id="60" presetID="22" presetClass="entr" presetSubtype="8" fill="hold" nodeType="withEffect">
                                  <p:stCondLst>
                                    <p:cond delay="0"/>
                                  </p:stCondLst>
                                  <p:childTnLst>
                                    <p:set>
                                      <p:cBhvr>
                                        <p:cTn id="61" dur="1" fill="hold">
                                          <p:stCondLst>
                                            <p:cond delay="0"/>
                                          </p:stCondLst>
                                        </p:cTn>
                                        <p:tgtEl>
                                          <p:spTgt spid="94210">
                                            <p:txEl>
                                              <p:pRg st="5" end="5"/>
                                            </p:txEl>
                                          </p:spTgt>
                                        </p:tgtEl>
                                        <p:attrNameLst>
                                          <p:attrName>style.visibility</p:attrName>
                                        </p:attrNameLst>
                                      </p:cBhvr>
                                      <p:to>
                                        <p:strVal val="visible"/>
                                      </p:to>
                                    </p:set>
                                    <p:animEffect transition="in" filter="wipe(left)">
                                      <p:cBhvr>
                                        <p:cTn id="62" dur="500"/>
                                        <p:tgtEl>
                                          <p:spTgt spid="94210">
                                            <p:txEl>
                                              <p:pRg st="5" end="5"/>
                                            </p:txEl>
                                          </p:spTgt>
                                        </p:tgtEl>
                                      </p:cBhvr>
                                    </p:animEffect>
                                  </p:childTnLst>
                                </p:cTn>
                              </p:par>
                            </p:childTnLst>
                          </p:cTn>
                        </p:par>
                      </p:childTnLst>
                    </p:cTn>
                  </p:par>
                  <p:par>
                    <p:cTn id="63" fill="hold">
                      <p:stCondLst>
                        <p:cond delay="indefinite"/>
                      </p:stCondLst>
                      <p:childTnLst>
                        <p:par>
                          <p:cTn id="64" fill="hold">
                            <p:stCondLst>
                              <p:cond delay="0"/>
                            </p:stCondLst>
                            <p:childTnLst>
                              <p:par>
                                <p:cTn id="65" presetID="22" presetClass="entr" presetSubtype="8" fill="hold" nodeType="clickEffect">
                                  <p:stCondLst>
                                    <p:cond delay="0"/>
                                  </p:stCondLst>
                                  <p:childTnLst>
                                    <p:set>
                                      <p:cBhvr>
                                        <p:cTn id="66" dur="1" fill="hold">
                                          <p:stCondLst>
                                            <p:cond delay="0"/>
                                          </p:stCondLst>
                                        </p:cTn>
                                        <p:tgtEl>
                                          <p:spTgt spid="94210">
                                            <p:txEl>
                                              <p:pRg st="6" end="6"/>
                                            </p:txEl>
                                          </p:spTgt>
                                        </p:tgtEl>
                                        <p:attrNameLst>
                                          <p:attrName>style.visibility</p:attrName>
                                        </p:attrNameLst>
                                      </p:cBhvr>
                                      <p:to>
                                        <p:strVal val="visible"/>
                                      </p:to>
                                    </p:set>
                                    <p:animEffect transition="in" filter="wipe(left)">
                                      <p:cBhvr>
                                        <p:cTn id="67" dur="500"/>
                                        <p:tgtEl>
                                          <p:spTgt spid="94210">
                                            <p:txEl>
                                              <p:pRg st="6" end="6"/>
                                            </p:txEl>
                                          </p:spTgt>
                                        </p:tgtEl>
                                      </p:cBhvr>
                                    </p:animEffect>
                                  </p:childTnLst>
                                </p:cTn>
                              </p:par>
                            </p:childTnLst>
                          </p:cTn>
                        </p:par>
                      </p:childTnLst>
                    </p:cTn>
                  </p:par>
                  <p:par>
                    <p:cTn id="68" fill="hold">
                      <p:stCondLst>
                        <p:cond delay="indefinite"/>
                      </p:stCondLst>
                      <p:childTnLst>
                        <p:par>
                          <p:cTn id="69" fill="hold">
                            <p:stCondLst>
                              <p:cond delay="0"/>
                            </p:stCondLst>
                            <p:childTnLst>
                              <p:par>
                                <p:cTn id="70" presetID="22" presetClass="entr" presetSubtype="8" fill="hold" nodeType="clickEffect">
                                  <p:stCondLst>
                                    <p:cond delay="0"/>
                                  </p:stCondLst>
                                  <p:childTnLst>
                                    <p:set>
                                      <p:cBhvr>
                                        <p:cTn id="71" dur="1" fill="hold">
                                          <p:stCondLst>
                                            <p:cond delay="0"/>
                                          </p:stCondLst>
                                        </p:cTn>
                                        <p:tgtEl>
                                          <p:spTgt spid="6"/>
                                        </p:tgtEl>
                                        <p:attrNameLst>
                                          <p:attrName>style.visibility</p:attrName>
                                        </p:attrNameLst>
                                      </p:cBhvr>
                                      <p:to>
                                        <p:strVal val="visible"/>
                                      </p:to>
                                    </p:set>
                                    <p:animEffect transition="in" filter="wipe(left)">
                                      <p:cBhvr>
                                        <p:cTn id="72" dur="500"/>
                                        <p:tgtEl>
                                          <p:spTgt spid="6"/>
                                        </p:tgtEl>
                                      </p:cBhvr>
                                    </p:animEffect>
                                  </p:childTnLst>
                                </p:cTn>
                              </p:par>
                              <p:par>
                                <p:cTn id="73" presetID="22" presetClass="entr" presetSubtype="8" fill="hold" nodeType="withEffect">
                                  <p:stCondLst>
                                    <p:cond delay="0"/>
                                  </p:stCondLst>
                                  <p:childTnLst>
                                    <p:set>
                                      <p:cBhvr>
                                        <p:cTn id="74" dur="1" fill="hold">
                                          <p:stCondLst>
                                            <p:cond delay="0"/>
                                          </p:stCondLst>
                                        </p:cTn>
                                        <p:tgtEl>
                                          <p:spTgt spid="94210">
                                            <p:txEl>
                                              <p:pRg st="7" end="7"/>
                                            </p:txEl>
                                          </p:spTgt>
                                        </p:tgtEl>
                                        <p:attrNameLst>
                                          <p:attrName>style.visibility</p:attrName>
                                        </p:attrNameLst>
                                      </p:cBhvr>
                                      <p:to>
                                        <p:strVal val="visible"/>
                                      </p:to>
                                    </p:set>
                                    <p:animEffect transition="in" filter="wipe(left)">
                                      <p:cBhvr>
                                        <p:cTn id="75" dur="500"/>
                                        <p:tgtEl>
                                          <p:spTgt spid="94210">
                                            <p:txEl>
                                              <p:pRg st="7" end="7"/>
                                            </p:txEl>
                                          </p:spTgt>
                                        </p:tgtEl>
                                      </p:cBhvr>
                                    </p:animEffect>
                                  </p:childTnLst>
                                </p:cTn>
                              </p:par>
                            </p:childTnLst>
                          </p:cTn>
                        </p:par>
                        <p:par>
                          <p:cTn id="76" fill="hold">
                            <p:stCondLst>
                              <p:cond delay="500"/>
                            </p:stCondLst>
                            <p:childTnLst>
                              <p:par>
                                <p:cTn id="77" presetID="22" presetClass="entr" presetSubtype="8" fill="hold" nodeType="afterEffect">
                                  <p:stCondLst>
                                    <p:cond delay="0"/>
                                  </p:stCondLst>
                                  <p:childTnLst>
                                    <p:set>
                                      <p:cBhvr>
                                        <p:cTn id="78" dur="1" fill="hold">
                                          <p:stCondLst>
                                            <p:cond delay="0"/>
                                          </p:stCondLst>
                                        </p:cTn>
                                        <p:tgtEl>
                                          <p:spTgt spid="7"/>
                                        </p:tgtEl>
                                        <p:attrNameLst>
                                          <p:attrName>style.visibility</p:attrName>
                                        </p:attrNameLst>
                                      </p:cBhvr>
                                      <p:to>
                                        <p:strVal val="visible"/>
                                      </p:to>
                                    </p:set>
                                    <p:animEffect transition="in" filter="wipe(left)">
                                      <p:cBhvr>
                                        <p:cTn id="79"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4210" grpId="0" build="p"/>
    </p:bld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4" name="图片 3"/>
          <p:cNvPicPr>
            <a:picLocks noChangeAspect="1"/>
          </p:cNvPicPr>
          <p:nvPr/>
        </p:nvPicPr>
        <p:blipFill>
          <a:blip r:embed="rId1"/>
          <a:stretch>
            <a:fillRect/>
          </a:stretch>
        </p:blipFill>
        <p:spPr>
          <a:xfrm>
            <a:off x="0" y="2001520"/>
            <a:ext cx="8975090" cy="3611245"/>
          </a:xfrm>
          <a:prstGeom prst="rect">
            <a:avLst/>
          </a:prstGeom>
        </p:spPr>
      </p:pic>
      <p:sp>
        <p:nvSpPr>
          <p:cNvPr id="95236" name="Rectangle 4"/>
          <p:cNvSpPr>
            <a:spLocks noGrp="1" noChangeArrowheads="1"/>
          </p:cNvSpPr>
          <p:nvPr/>
        </p:nvSpPr>
        <p:spPr>
          <a:xfrm>
            <a:off x="334963" y="841693"/>
            <a:ext cx="8589963" cy="950913"/>
          </a:xfrm>
          <a:prstGeom prst="rect">
            <a:avLst/>
          </a:prstGeom>
        </p:spPr>
        <p:txBody>
          <a:bodyPr/>
          <a:lstStyle>
            <a:lvl1pPr marL="342900" indent="-342900" algn="l" rtl="0" eaLnBrk="0" fontAlgn="base" hangingPunct="0">
              <a:spcBef>
                <a:spcPct val="20000"/>
              </a:spcBef>
              <a:spcAft>
                <a:spcPct val="0"/>
              </a:spcAft>
              <a:buClr>
                <a:schemeClr val="hlink"/>
              </a:buClr>
              <a:buSzPct val="110000"/>
              <a:buFont typeface="Wingdings" panose="05000000000000000000" pitchFamily="2" charset="2"/>
              <a:buBlip>
                <a:blip r:embed="rId2"/>
              </a:buBlip>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SzPct val="60000"/>
              <a:buFont typeface="Wingdings" panose="05000000000000000000" pitchFamily="2" charset="2"/>
              <a:buChar char="n"/>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95000"/>
              <a:buFont typeface="Wingdings" panose="05000000000000000000" pitchFamily="2" charset="2"/>
              <a:buChar char="w"/>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tx1"/>
              </a:buClr>
              <a:buSzPct val="65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60000"/>
              <a:buFont typeface="Wingdings" panose="05000000000000000000" pitchFamily="2" charset="2"/>
              <a:buChar char="n"/>
              <a:defRPr kumimoji="1" sz="2000">
                <a:solidFill>
                  <a:schemeClr val="tx1"/>
                </a:solidFill>
                <a:latin typeface="+mn-lt"/>
                <a:ea typeface="+mn-ea"/>
              </a:defRPr>
            </a:lvl5pPr>
            <a:lvl6pPr marL="2514600" indent="-228600" algn="l" rtl="0" fontAlgn="base">
              <a:spcBef>
                <a:spcPct val="20000"/>
              </a:spcBef>
              <a:spcAft>
                <a:spcPct val="0"/>
              </a:spcAft>
              <a:buClr>
                <a:schemeClr val="hlink"/>
              </a:buClr>
              <a:buSzPct val="60000"/>
              <a:buFont typeface="Wingdings" panose="05000000000000000000" pitchFamily="2" charset="2"/>
              <a:buChar char="n"/>
              <a:defRPr kumimoji="1" sz="2000">
                <a:solidFill>
                  <a:schemeClr val="tx1"/>
                </a:solidFill>
                <a:latin typeface="+mn-lt"/>
                <a:ea typeface="+mn-ea"/>
              </a:defRPr>
            </a:lvl6pPr>
            <a:lvl7pPr marL="2971800" indent="-228600" algn="l" rtl="0" fontAlgn="base">
              <a:spcBef>
                <a:spcPct val="20000"/>
              </a:spcBef>
              <a:spcAft>
                <a:spcPct val="0"/>
              </a:spcAft>
              <a:buClr>
                <a:schemeClr val="hlink"/>
              </a:buClr>
              <a:buSzPct val="60000"/>
              <a:buFont typeface="Wingdings" panose="05000000000000000000" pitchFamily="2" charset="2"/>
              <a:buChar char="n"/>
              <a:defRPr kumimoji="1" sz="2000">
                <a:solidFill>
                  <a:schemeClr val="tx1"/>
                </a:solidFill>
                <a:latin typeface="+mn-lt"/>
                <a:ea typeface="+mn-ea"/>
              </a:defRPr>
            </a:lvl7pPr>
            <a:lvl8pPr marL="3429000" indent="-228600" algn="l" rtl="0" fontAlgn="base">
              <a:spcBef>
                <a:spcPct val="20000"/>
              </a:spcBef>
              <a:spcAft>
                <a:spcPct val="0"/>
              </a:spcAft>
              <a:buClr>
                <a:schemeClr val="hlink"/>
              </a:buClr>
              <a:buSzPct val="60000"/>
              <a:buFont typeface="Wingdings" panose="05000000000000000000" pitchFamily="2" charset="2"/>
              <a:buChar char="n"/>
              <a:defRPr kumimoji="1" sz="2000">
                <a:solidFill>
                  <a:schemeClr val="tx1"/>
                </a:solidFill>
                <a:latin typeface="+mn-lt"/>
                <a:ea typeface="+mn-ea"/>
              </a:defRPr>
            </a:lvl8pPr>
            <a:lvl9pPr marL="3886200" indent="-228600" algn="l" rtl="0" fontAlgn="base">
              <a:spcBef>
                <a:spcPct val="20000"/>
              </a:spcBef>
              <a:spcAft>
                <a:spcPct val="0"/>
              </a:spcAft>
              <a:buClr>
                <a:schemeClr val="hlink"/>
              </a:buClr>
              <a:buSzPct val="60000"/>
              <a:buFont typeface="Wingdings" panose="05000000000000000000" pitchFamily="2" charset="2"/>
              <a:buChar char="n"/>
              <a:defRPr kumimoji="1" sz="2000">
                <a:solidFill>
                  <a:schemeClr val="tx1"/>
                </a:solidFill>
                <a:latin typeface="+mn-lt"/>
                <a:ea typeface="+mn-ea"/>
              </a:defRPr>
            </a:lvl9pPr>
          </a:lstStyle>
          <a:p>
            <a:pPr marL="342900" marR="0" lvl="0" indent="-342900" algn="l" defTabSz="914400" rtl="0" eaLnBrk="0" fontAlgn="base" latinLnBrk="0" hangingPunct="0">
              <a:lnSpc>
                <a:spcPct val="100000"/>
              </a:lnSpc>
              <a:spcBef>
                <a:spcPct val="20000"/>
              </a:spcBef>
              <a:spcAft>
                <a:spcPct val="0"/>
              </a:spcAft>
              <a:buClr>
                <a:schemeClr val="hlink"/>
              </a:buClr>
              <a:buSzPct val="110000"/>
              <a:buFontTx/>
              <a:buChar char=" "/>
              <a:defRPr/>
            </a:pPr>
            <a:r>
              <a:rPr kumimoji="1" lang="en-US" altLang="zh-CN" sz="3200" b="1" i="0" u="none" strike="noStrike" kern="1200" cap="none" spc="0" normalizeH="0" baseline="0" noProof="0" dirty="0">
                <a:ln>
                  <a:noFill/>
                </a:ln>
                <a:solidFill>
                  <a:srgbClr val="000000"/>
                </a:solidFill>
                <a:effectLst>
                  <a:outerShdw blurRad="38100" dist="38100" dir="2700000" algn="tl">
                    <a:srgbClr val="FFFFFF"/>
                  </a:outerShdw>
                </a:effectLst>
                <a:uLnTx/>
                <a:uFillTx/>
                <a:latin typeface="仿宋_GB2312" pitchFamily="49" charset="-122"/>
                <a:ea typeface="仿宋_GB2312" pitchFamily="49" charset="-122"/>
                <a:cs typeface="+mn-cs"/>
              </a:rPr>
              <a:t>   </a:t>
            </a:r>
            <a:r>
              <a:rPr kumimoji="1" lang="zh-CN" altLang="en-US" sz="2400" i="0" u="none" strike="noStrike" kern="1200" cap="none" spc="0" normalizeH="0" baseline="0" noProof="0" dirty="0" smtClean="0">
                <a:ln>
                  <a:noFill/>
                </a:ln>
                <a:solidFill>
                  <a:srgbClr val="000000"/>
                </a:solidFill>
                <a:effectLst/>
                <a:uLnTx/>
                <a:uFillTx/>
                <a:latin typeface="黑体" panose="02010609060101010101" pitchFamily="49" charset="-122"/>
                <a:ea typeface="黑体" panose="02010609060101010101" pitchFamily="49" charset="-122"/>
                <a:cs typeface="+mn-cs"/>
              </a:rPr>
              <a:t>为</a:t>
            </a:r>
            <a:r>
              <a:rPr kumimoji="1" lang="zh-CN" altLang="en-US" sz="2400" i="0" u="none" strike="noStrike" kern="1200" cap="none" spc="0" normalizeH="0" baseline="0" noProof="0" dirty="0">
                <a:ln>
                  <a:noFill/>
                </a:ln>
                <a:solidFill>
                  <a:srgbClr val="000000"/>
                </a:solidFill>
                <a:effectLst/>
                <a:uLnTx/>
                <a:uFillTx/>
                <a:latin typeface="黑体" panose="02010609060101010101" pitchFamily="49" charset="-122"/>
                <a:ea typeface="黑体" panose="02010609060101010101" pitchFamily="49" charset="-122"/>
                <a:cs typeface="+mn-cs"/>
              </a:rPr>
              <a:t>使派生轴向力平衡，以免轴串动，向心角接触轴承应成对使用，反向安装（</a:t>
            </a:r>
            <a:r>
              <a:rPr kumimoji="1" lang="zh-CN" altLang="en-US" sz="2400" i="0" u="none" strike="noStrike" kern="1200" cap="none" spc="0" normalizeH="0" baseline="0" noProof="0" dirty="0">
                <a:ln>
                  <a:noFill/>
                </a:ln>
                <a:solidFill>
                  <a:srgbClr val="C00000"/>
                </a:solidFill>
                <a:effectLst/>
                <a:uLnTx/>
                <a:uFillTx/>
                <a:latin typeface="黑体" panose="02010609060101010101" pitchFamily="49" charset="-122"/>
                <a:ea typeface="黑体" panose="02010609060101010101" pitchFamily="49" charset="-122"/>
                <a:cs typeface="+mn-cs"/>
              </a:rPr>
              <a:t>面对面</a:t>
            </a:r>
            <a:r>
              <a:rPr kumimoji="1" lang="zh-CN" altLang="en-US" sz="2400" i="0" u="none" strike="noStrike" kern="1200" cap="none" spc="0" normalizeH="0" baseline="0" noProof="0" dirty="0">
                <a:ln>
                  <a:noFill/>
                </a:ln>
                <a:solidFill>
                  <a:srgbClr val="000000"/>
                </a:solidFill>
                <a:effectLst/>
                <a:uLnTx/>
                <a:uFillTx/>
                <a:latin typeface="黑体" panose="02010609060101010101" pitchFamily="49" charset="-122"/>
                <a:ea typeface="黑体" panose="02010609060101010101" pitchFamily="49" charset="-122"/>
                <a:cs typeface="+mn-cs"/>
              </a:rPr>
              <a:t>或</a:t>
            </a:r>
            <a:r>
              <a:rPr kumimoji="1" lang="zh-CN" altLang="en-US" sz="2400" i="0" u="none" strike="noStrike" kern="1200" cap="none" spc="0" normalizeH="0" baseline="0" noProof="0" dirty="0">
                <a:ln>
                  <a:noFill/>
                </a:ln>
                <a:solidFill>
                  <a:srgbClr val="C00000"/>
                </a:solidFill>
                <a:effectLst/>
                <a:uLnTx/>
                <a:uFillTx/>
                <a:latin typeface="黑体" panose="02010609060101010101" pitchFamily="49" charset="-122"/>
                <a:ea typeface="黑体" panose="02010609060101010101" pitchFamily="49" charset="-122"/>
                <a:cs typeface="+mn-cs"/>
              </a:rPr>
              <a:t>背对背</a:t>
            </a:r>
            <a:r>
              <a:rPr kumimoji="1" lang="zh-CN" altLang="en-US" sz="2400" i="0" u="none" strike="noStrike" kern="1200" cap="none" spc="0" normalizeH="0" baseline="0" noProof="0" dirty="0">
                <a:ln>
                  <a:noFill/>
                </a:ln>
                <a:solidFill>
                  <a:srgbClr val="000000"/>
                </a:solidFill>
                <a:effectLst/>
                <a:uLnTx/>
                <a:uFillTx/>
                <a:latin typeface="黑体" panose="02010609060101010101" pitchFamily="49" charset="-122"/>
                <a:ea typeface="黑体" panose="02010609060101010101" pitchFamily="49" charset="-122"/>
                <a:cs typeface="+mn-cs"/>
              </a:rPr>
              <a:t>）。</a:t>
            </a:r>
            <a:endParaRPr kumimoji="1" lang="zh-CN" altLang="en-US" sz="2400" i="0" u="none" strike="noStrike" kern="1200" cap="none" spc="0" normalizeH="0" baseline="0" noProof="0" dirty="0">
              <a:ln>
                <a:noFill/>
              </a:ln>
              <a:solidFill>
                <a:srgbClr val="000000"/>
              </a:solidFill>
              <a:effectLst/>
              <a:uLnTx/>
              <a:uFillTx/>
              <a:latin typeface="黑体" panose="02010609060101010101" pitchFamily="49" charset="-122"/>
              <a:ea typeface="黑体" panose="02010609060101010101" pitchFamily="49" charset="-122"/>
              <a:cs typeface="+mn-cs"/>
            </a:endParaRPr>
          </a:p>
        </p:txBody>
      </p:sp>
      <p:sp>
        <p:nvSpPr>
          <p:cNvPr id="4132" name="直接连接符 6"/>
          <p:cNvSpPr>
            <a:spLocks noChangeShapeType="1"/>
          </p:cNvSpPr>
          <p:nvPr/>
        </p:nvSpPr>
        <p:spPr bwMode="auto">
          <a:xfrm>
            <a:off x="0" y="685662"/>
            <a:ext cx="9144000" cy="0"/>
          </a:xfrm>
          <a:prstGeom prst="line">
            <a:avLst/>
          </a:prstGeom>
          <a:noFill/>
          <a:ln w="28575">
            <a:solidFill>
              <a:srgbClr val="CC3300"/>
            </a:solidFill>
            <a:miter lim="800000"/>
          </a:ln>
          <a:extLst>
            <a:ext uri="{909E8E84-426E-40DD-AFC4-6F175D3DCCD1}">
              <a14:hiddenFill xmlns:a14="http://schemas.microsoft.com/office/drawing/2010/main">
                <a:noFill/>
              </a14:hiddenFill>
            </a:ext>
          </a:extLst>
        </p:spPr>
        <p:txBody>
          <a:bodyPr/>
          <a:lstStyle/>
          <a:p>
            <a:endParaRPr lang="zh-CN" altLang="en-US"/>
          </a:p>
        </p:txBody>
      </p:sp>
      <p:sp>
        <p:nvSpPr>
          <p:cNvPr id="14339" name="Rectangle 34"/>
          <p:cNvSpPr>
            <a:spLocks noChangeArrowheads="1"/>
          </p:cNvSpPr>
          <p:nvPr/>
        </p:nvSpPr>
        <p:spPr bwMode="auto">
          <a:xfrm>
            <a:off x="3687417" y="228600"/>
            <a:ext cx="4846983" cy="533400"/>
          </a:xfrm>
          <a:prstGeom prst="rect">
            <a:avLst/>
          </a:prstGeom>
          <a:noFill/>
          <a:ln>
            <a:noFill/>
          </a:ln>
          <a:effectLst/>
          <a:extLst>
            <a:ext uri="{909E8E84-426E-40DD-AFC4-6F175D3DCCD1}">
              <a14:hiddenFill xmlns:a14="http://schemas.microsoft.com/office/drawing/2010/main">
                <a:gradFill rotWithShape="0">
                  <a:gsLst>
                    <a:gs pos="0">
                      <a:srgbClr val="E5DCB5"/>
                    </a:gs>
                    <a:gs pos="100000">
                      <a:srgbClr val="FDFBF1"/>
                    </a:gs>
                  </a:gsLst>
                  <a:lin ang="0" scaled="1"/>
                </a:gradFill>
              </a14:hiddenFill>
            </a:ext>
            <a:ext uri="{91240B29-F687-4F45-9708-019B960494DF}">
              <a14:hiddenLine xmlns:a14="http://schemas.microsoft.com/office/drawing/2010/main" w="9525">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tIns="36000" bIns="72000" anchor="ctr" anchorCtr="1"/>
          <a:lstStyle>
            <a:lvl1pPr>
              <a:lnSpc>
                <a:spcPct val="120000"/>
              </a:lnSpc>
              <a:buChar char="•"/>
              <a:defRPr kumimoji="1" sz="2000">
                <a:solidFill>
                  <a:srgbClr val="000099"/>
                </a:solidFill>
                <a:latin typeface="Times New Roman" panose="02020603050405020304" pitchFamily="18" charset="0"/>
                <a:ea typeface="华文中宋" panose="02010600040101010101" pitchFamily="2" charset="-122"/>
              </a:defRPr>
            </a:lvl1pPr>
            <a:lvl2pPr marL="742950" indent="-285750">
              <a:lnSpc>
                <a:spcPct val="120000"/>
              </a:lnSpc>
              <a:buChar char="•"/>
              <a:defRPr kumimoji="1" sz="2000">
                <a:solidFill>
                  <a:srgbClr val="000099"/>
                </a:solidFill>
                <a:latin typeface="Times New Roman" panose="02020603050405020304" pitchFamily="18" charset="0"/>
                <a:ea typeface="华文中宋" panose="02010600040101010101" pitchFamily="2" charset="-122"/>
              </a:defRPr>
            </a:lvl2pPr>
            <a:lvl3pPr marL="1143000" indent="-228600">
              <a:lnSpc>
                <a:spcPct val="120000"/>
              </a:lnSpc>
              <a:buChar char="•"/>
              <a:defRPr kumimoji="1" sz="2000">
                <a:solidFill>
                  <a:srgbClr val="000099"/>
                </a:solidFill>
                <a:latin typeface="Times New Roman" panose="02020603050405020304" pitchFamily="18" charset="0"/>
                <a:ea typeface="华文中宋" panose="02010600040101010101" pitchFamily="2" charset="-122"/>
              </a:defRPr>
            </a:lvl3pPr>
            <a:lvl4pPr marL="1600200" indent="-228600">
              <a:lnSpc>
                <a:spcPct val="120000"/>
              </a:lnSpc>
              <a:buChar char="•"/>
              <a:defRPr kumimoji="1" sz="2000">
                <a:solidFill>
                  <a:srgbClr val="000099"/>
                </a:solidFill>
                <a:latin typeface="Times New Roman" panose="02020603050405020304" pitchFamily="18" charset="0"/>
                <a:ea typeface="华文中宋" panose="02010600040101010101" pitchFamily="2" charset="-122"/>
              </a:defRPr>
            </a:lvl4pPr>
            <a:lvl5pPr marL="2057400" indent="-228600">
              <a:lnSpc>
                <a:spcPct val="120000"/>
              </a:lnSpc>
              <a:buChar char="•"/>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lnSpc>
                <a:spcPct val="100000"/>
              </a:lnSpc>
              <a:buFontTx/>
              <a:buNone/>
            </a:pPr>
            <a:r>
              <a:rPr lang="en-US" altLang="zh-CN" sz="3000" dirty="0" smtClean="0">
                <a:solidFill>
                  <a:srgbClr val="CC3300"/>
                </a:solidFill>
                <a:latin typeface="黑体" panose="02010609060101010101" pitchFamily="49" charset="-122"/>
                <a:ea typeface="黑体" panose="02010609060101010101" pitchFamily="49" charset="-122"/>
              </a:rPr>
              <a:t>3.6-5 </a:t>
            </a:r>
            <a:r>
              <a:rPr lang="zh-CN" altLang="en-US" sz="3000" dirty="0" smtClean="0">
                <a:solidFill>
                  <a:srgbClr val="CC3300"/>
                </a:solidFill>
                <a:latin typeface="黑体" panose="02010609060101010101" pitchFamily="49" charset="-122"/>
                <a:ea typeface="黑体" panose="02010609060101010101" pitchFamily="49" charset="-122"/>
              </a:rPr>
              <a:t>滚动轴承的寿命计算</a:t>
            </a:r>
            <a:endParaRPr lang="en-US" altLang="zh-CN" sz="3000" dirty="0">
              <a:solidFill>
                <a:srgbClr val="CC3300"/>
              </a:solidFill>
              <a:latin typeface="黑体" panose="02010609060101010101" pitchFamily="49" charset="-122"/>
              <a:ea typeface="黑体" panose="02010609060101010101" pitchFamily="49" charset="-122"/>
            </a:endParaRPr>
          </a:p>
        </p:txBody>
      </p:sp>
      <p:sp>
        <p:nvSpPr>
          <p:cNvPr id="6" name="文本框 5"/>
          <p:cNvSpPr txBox="1"/>
          <p:nvPr/>
        </p:nvSpPr>
        <p:spPr>
          <a:xfrm>
            <a:off x="377825" y="5690235"/>
            <a:ext cx="4572000" cy="460375"/>
          </a:xfrm>
          <a:prstGeom prst="rect">
            <a:avLst/>
          </a:prstGeom>
          <a:noFill/>
        </p:spPr>
        <p:txBody>
          <a:bodyPr wrap="square" rtlCol="0">
            <a:spAutoFit/>
          </a:bodyPr>
          <a:p>
            <a:pPr marR="0" algn="ctr" defTabSz="914400">
              <a:spcBef>
                <a:spcPct val="50000"/>
              </a:spcBef>
              <a:buClrTx/>
              <a:buSzTx/>
              <a:buFontTx/>
              <a:buNone/>
              <a:defRPr/>
            </a:pPr>
            <a:r>
              <a:rPr lang="zh-CN" altLang="en-US" noProof="0" dirty="0">
                <a:solidFill>
                  <a:srgbClr val="C00000"/>
                </a:solidFill>
                <a:effectLst>
                  <a:outerShdw blurRad="38100" dist="38100" dir="2700000" algn="tl">
                    <a:srgbClr val="FFFFFF"/>
                  </a:outerShdw>
                </a:effectLst>
                <a:latin typeface="黑体" panose="02010609060101010101" pitchFamily="49" charset="-122"/>
                <a:ea typeface="黑体" panose="02010609060101010101" pitchFamily="49" charset="-122"/>
                <a:sym typeface="+mn-ea"/>
              </a:rPr>
              <a:t>轴承外圈小端对小端</a:t>
            </a:r>
            <a:endParaRPr lang="zh-CN" altLang="en-US" noProof="0" dirty="0">
              <a:solidFill>
                <a:srgbClr val="C00000"/>
              </a:solidFill>
              <a:effectLst>
                <a:outerShdw blurRad="38100" dist="38100" dir="2700000" algn="tl">
                  <a:srgbClr val="FFFFFF"/>
                </a:outerShdw>
              </a:effectLst>
              <a:latin typeface="黑体" panose="02010609060101010101" pitchFamily="49" charset="-122"/>
              <a:ea typeface="黑体" panose="02010609060101010101" pitchFamily="49" charset="-122"/>
            </a:endParaRPr>
          </a:p>
        </p:txBody>
      </p:sp>
    </p:spTree>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95236">
                                            <p:txEl>
                                              <p:pRg st="0" end="0"/>
                                            </p:txEl>
                                          </p:spTgt>
                                        </p:tgtEl>
                                        <p:attrNameLst>
                                          <p:attrName>style.visibility</p:attrName>
                                        </p:attrNameLst>
                                      </p:cBhvr>
                                      <p:to>
                                        <p:strVal val="visible"/>
                                      </p:to>
                                    </p:set>
                                    <p:animEffect transition="in" filter="wipe(left)">
                                      <p:cBhvr>
                                        <p:cTn id="7" dur="500"/>
                                        <p:tgtEl>
                                          <p:spTgt spid="95236">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5236" grpId="0" build="p"/>
    </p:bld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6021" name="Group 5"/>
          <p:cNvGrpSpPr/>
          <p:nvPr/>
        </p:nvGrpSpPr>
        <p:grpSpPr bwMode="auto">
          <a:xfrm>
            <a:off x="1016953" y="1980565"/>
            <a:ext cx="6276975" cy="2670175"/>
            <a:chOff x="1153" y="1442"/>
            <a:chExt cx="3954" cy="1682"/>
          </a:xfrm>
        </p:grpSpPr>
        <p:sp>
          <p:nvSpPr>
            <p:cNvPr id="86022" name="Text Box 6"/>
            <p:cNvSpPr txBox="1">
              <a:spLocks noChangeArrowheads="1"/>
            </p:cNvSpPr>
            <p:nvPr/>
          </p:nvSpPr>
          <p:spPr bwMode="auto">
            <a:xfrm>
              <a:off x="1236" y="1442"/>
              <a:ext cx="3871" cy="27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buNone/>
              </a:pPr>
              <a:r>
                <a:rPr lang="zh-CN" altLang="en-US" b="1">
                  <a:solidFill>
                    <a:srgbClr val="CC3300"/>
                  </a:solidFill>
                  <a:effectLst>
                    <a:outerShdw blurRad="38100" dist="38100" dir="2700000" algn="tl">
                      <a:srgbClr val="C0C0C0"/>
                    </a:outerShdw>
                  </a:effectLst>
                  <a:latin typeface="华文中宋" panose="02010600040101010101" pitchFamily="2" charset="-122"/>
                </a:rPr>
                <a:t>正安装</a:t>
              </a:r>
              <a:r>
                <a:rPr lang="zh-CN" altLang="en-US" b="1">
                  <a:latin typeface="华文中宋" panose="02010600040101010101" pitchFamily="2" charset="-122"/>
                </a:rPr>
                <a:t>：</a:t>
              </a:r>
              <a:r>
                <a:rPr lang="zh-CN" altLang="en-US" b="1">
                  <a:solidFill>
                    <a:srgbClr val="CC3300"/>
                  </a:solidFill>
                  <a:effectLst>
                    <a:outerShdw blurRad="38100" dist="38100" dir="2700000" algn="tl">
                      <a:srgbClr val="C0C0C0"/>
                    </a:outerShdw>
                  </a:effectLst>
                  <a:latin typeface="华文中宋" panose="02010600040101010101" pitchFamily="2" charset="-122"/>
                </a:rPr>
                <a:t>面对面</a:t>
              </a:r>
              <a:r>
                <a:rPr lang="zh-CN" altLang="en-US" b="1">
                  <a:latin typeface="华文中宋" panose="02010600040101010101" pitchFamily="2" charset="-122"/>
                </a:rPr>
                <a:t>安装</a:t>
              </a:r>
              <a:r>
                <a:rPr lang="en-US" altLang="zh-CN" b="1">
                  <a:latin typeface="华文中宋" panose="02010600040101010101" pitchFamily="2" charset="-122"/>
                </a:rPr>
                <a:t>(</a:t>
              </a:r>
              <a:r>
                <a:rPr lang="en-US" altLang="zh-CN" b="1"/>
                <a:t>“</a:t>
              </a:r>
              <a:r>
                <a:rPr lang="en-US" altLang="zh-CN" b="1">
                  <a:solidFill>
                    <a:srgbClr val="CC3300"/>
                  </a:solidFill>
                  <a:effectLst>
                    <a:outerShdw blurRad="38100" dist="38100" dir="2700000" algn="tl">
                      <a:srgbClr val="C0C0C0"/>
                    </a:outerShdw>
                  </a:effectLst>
                  <a:latin typeface="华文中宋" panose="02010600040101010101" pitchFamily="2" charset="-122"/>
                </a:rPr>
                <a:t>×</a:t>
              </a:r>
              <a:r>
                <a:rPr lang="en-US" altLang="zh-CN" b="1"/>
                <a:t>”</a:t>
              </a:r>
              <a:r>
                <a:rPr lang="en-US" altLang="zh-CN" b="1">
                  <a:latin typeface="华文中宋" panose="02010600040101010101" pitchFamily="2" charset="-122"/>
                </a:rPr>
                <a:t>),</a:t>
              </a:r>
              <a:r>
                <a:rPr lang="zh-CN" altLang="en-US" b="1">
                  <a:latin typeface="华文中宋" panose="02010600040101010101" pitchFamily="2" charset="-122"/>
                </a:rPr>
                <a:t>安装调整方便</a:t>
              </a:r>
              <a:r>
                <a:rPr lang="en-US" altLang="zh-CN" b="1">
                  <a:latin typeface="华文中宋" panose="02010600040101010101" pitchFamily="2" charset="-122"/>
                </a:rPr>
                <a:t>,</a:t>
              </a:r>
              <a:r>
                <a:rPr lang="zh-CN" altLang="en-US" b="1">
                  <a:latin typeface="华文中宋" panose="02010600040101010101" pitchFamily="2" charset="-122"/>
                </a:rPr>
                <a:t>用得较多。</a:t>
              </a:r>
              <a:endParaRPr lang="zh-CN" altLang="en-US" b="1">
                <a:latin typeface="华文中宋" panose="02010600040101010101" pitchFamily="2" charset="-122"/>
              </a:endParaRPr>
            </a:p>
          </p:txBody>
        </p:sp>
        <p:sp>
          <p:nvSpPr>
            <p:cNvPr id="86023" name="AutoShape 7"/>
            <p:cNvSpPr/>
            <p:nvPr/>
          </p:nvSpPr>
          <p:spPr bwMode="auto">
            <a:xfrm>
              <a:off x="1153" y="1548"/>
              <a:ext cx="108" cy="617"/>
            </a:xfrm>
            <a:prstGeom prst="leftBrace">
              <a:avLst>
                <a:gd name="adj1" fmla="val 47608"/>
                <a:gd name="adj2" fmla="val 50000"/>
              </a:avLst>
            </a:prstGeom>
            <a:noFill/>
            <a:ln w="952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None/>
              </a:pPr>
              <a:endParaRPr lang="zh-CN" altLang="en-US"/>
            </a:p>
          </p:txBody>
        </p:sp>
        <p:grpSp>
          <p:nvGrpSpPr>
            <p:cNvPr id="86024" name="Group 8"/>
            <p:cNvGrpSpPr/>
            <p:nvPr/>
          </p:nvGrpSpPr>
          <p:grpSpPr bwMode="auto">
            <a:xfrm>
              <a:off x="1173" y="2585"/>
              <a:ext cx="2059" cy="539"/>
              <a:chOff x="3219" y="560"/>
              <a:chExt cx="2059" cy="539"/>
            </a:xfrm>
          </p:grpSpPr>
          <p:grpSp>
            <p:nvGrpSpPr>
              <p:cNvPr id="86025" name="Group 9"/>
              <p:cNvGrpSpPr/>
              <p:nvPr/>
            </p:nvGrpSpPr>
            <p:grpSpPr bwMode="auto">
              <a:xfrm>
                <a:off x="3331" y="560"/>
                <a:ext cx="266" cy="539"/>
                <a:chOff x="1843" y="1916"/>
                <a:chExt cx="266" cy="539"/>
              </a:xfrm>
            </p:grpSpPr>
            <p:grpSp>
              <p:nvGrpSpPr>
                <p:cNvPr id="86026" name="Group 10"/>
                <p:cNvGrpSpPr/>
                <p:nvPr/>
              </p:nvGrpSpPr>
              <p:grpSpPr bwMode="auto">
                <a:xfrm>
                  <a:off x="1843" y="1916"/>
                  <a:ext cx="173" cy="173"/>
                  <a:chOff x="3505" y="3681"/>
                  <a:chExt cx="173" cy="173"/>
                </a:xfrm>
              </p:grpSpPr>
              <p:sp>
                <p:nvSpPr>
                  <p:cNvPr id="86027" name="Line 11"/>
                  <p:cNvSpPr>
                    <a:spLocks noChangeShapeType="1"/>
                  </p:cNvSpPr>
                  <p:nvPr/>
                </p:nvSpPr>
                <p:spPr bwMode="auto">
                  <a:xfrm>
                    <a:off x="3505" y="3685"/>
                    <a:ext cx="170" cy="0"/>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buNone/>
                    </a:pPr>
                    <a:endParaRPr lang="zh-CN" altLang="en-US"/>
                  </a:p>
                </p:txBody>
              </p:sp>
              <p:sp>
                <p:nvSpPr>
                  <p:cNvPr id="86028" name="Oval 12"/>
                  <p:cNvSpPr>
                    <a:spLocks noChangeArrowheads="1"/>
                  </p:cNvSpPr>
                  <p:nvPr/>
                </p:nvSpPr>
                <p:spPr bwMode="auto">
                  <a:xfrm>
                    <a:off x="3513" y="3689"/>
                    <a:ext cx="165" cy="165"/>
                  </a:xfrm>
                  <a:prstGeom prst="ellipse">
                    <a:avLst/>
                  </a:prstGeom>
                  <a:noFill/>
                  <a:ln w="19050">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None/>
                    </a:pPr>
                    <a:endParaRPr lang="zh-CN" altLang="en-US"/>
                  </a:p>
                </p:txBody>
              </p:sp>
              <p:sp>
                <p:nvSpPr>
                  <p:cNvPr id="86029" name="Line 13"/>
                  <p:cNvSpPr>
                    <a:spLocks noChangeShapeType="1"/>
                  </p:cNvSpPr>
                  <p:nvPr/>
                </p:nvSpPr>
                <p:spPr bwMode="auto">
                  <a:xfrm>
                    <a:off x="3508" y="3681"/>
                    <a:ext cx="0" cy="160"/>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buNone/>
                    </a:pPr>
                    <a:endParaRPr lang="zh-CN" altLang="en-US"/>
                  </a:p>
                </p:txBody>
              </p:sp>
            </p:grpSp>
            <p:grpSp>
              <p:nvGrpSpPr>
                <p:cNvPr id="86030" name="Group 14"/>
                <p:cNvGrpSpPr/>
                <p:nvPr/>
              </p:nvGrpSpPr>
              <p:grpSpPr bwMode="auto">
                <a:xfrm flipV="1">
                  <a:off x="1843" y="2282"/>
                  <a:ext cx="173" cy="173"/>
                  <a:chOff x="3505" y="3681"/>
                  <a:chExt cx="173" cy="173"/>
                </a:xfrm>
              </p:grpSpPr>
              <p:sp>
                <p:nvSpPr>
                  <p:cNvPr id="86031" name="Line 15"/>
                  <p:cNvSpPr>
                    <a:spLocks noChangeShapeType="1"/>
                  </p:cNvSpPr>
                  <p:nvPr/>
                </p:nvSpPr>
                <p:spPr bwMode="auto">
                  <a:xfrm>
                    <a:off x="3505" y="3685"/>
                    <a:ext cx="170" cy="0"/>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buNone/>
                    </a:pPr>
                    <a:endParaRPr lang="zh-CN" altLang="en-US"/>
                  </a:p>
                </p:txBody>
              </p:sp>
              <p:sp>
                <p:nvSpPr>
                  <p:cNvPr id="86032" name="Oval 16"/>
                  <p:cNvSpPr>
                    <a:spLocks noChangeArrowheads="1"/>
                  </p:cNvSpPr>
                  <p:nvPr/>
                </p:nvSpPr>
                <p:spPr bwMode="auto">
                  <a:xfrm>
                    <a:off x="3513" y="3689"/>
                    <a:ext cx="165" cy="165"/>
                  </a:xfrm>
                  <a:prstGeom prst="ellipse">
                    <a:avLst/>
                  </a:prstGeom>
                  <a:noFill/>
                  <a:ln w="19050">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None/>
                    </a:pPr>
                    <a:endParaRPr lang="zh-CN" altLang="en-US"/>
                  </a:p>
                </p:txBody>
              </p:sp>
              <p:sp>
                <p:nvSpPr>
                  <p:cNvPr id="86033" name="Line 17"/>
                  <p:cNvSpPr>
                    <a:spLocks noChangeShapeType="1"/>
                  </p:cNvSpPr>
                  <p:nvPr/>
                </p:nvSpPr>
                <p:spPr bwMode="auto">
                  <a:xfrm>
                    <a:off x="3508" y="3681"/>
                    <a:ext cx="0" cy="160"/>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buNone/>
                    </a:pPr>
                    <a:endParaRPr lang="zh-CN" altLang="en-US"/>
                  </a:p>
                </p:txBody>
              </p:sp>
            </p:grpSp>
            <p:sp>
              <p:nvSpPr>
                <p:cNvPr id="86034" name="Line 18"/>
                <p:cNvSpPr>
                  <a:spLocks noChangeShapeType="1"/>
                </p:cNvSpPr>
                <p:nvPr/>
              </p:nvSpPr>
              <p:spPr bwMode="auto">
                <a:xfrm>
                  <a:off x="1851" y="1922"/>
                  <a:ext cx="258" cy="258"/>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buNone/>
                  </a:pPr>
                  <a:endParaRPr lang="zh-CN" altLang="en-US"/>
                </a:p>
              </p:txBody>
            </p:sp>
            <p:sp>
              <p:nvSpPr>
                <p:cNvPr id="86035" name="Line 19"/>
                <p:cNvSpPr>
                  <a:spLocks noChangeShapeType="1"/>
                </p:cNvSpPr>
                <p:nvPr/>
              </p:nvSpPr>
              <p:spPr bwMode="auto">
                <a:xfrm flipH="1">
                  <a:off x="1848" y="2189"/>
                  <a:ext cx="258" cy="258"/>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buNone/>
                  </a:pPr>
                  <a:endParaRPr lang="zh-CN" altLang="en-US"/>
                </a:p>
              </p:txBody>
            </p:sp>
          </p:grpSp>
          <p:sp>
            <p:nvSpPr>
              <p:cNvPr id="86036" name="Line 20"/>
              <p:cNvSpPr>
                <a:spLocks noChangeShapeType="1"/>
              </p:cNvSpPr>
              <p:nvPr/>
            </p:nvSpPr>
            <p:spPr bwMode="auto">
              <a:xfrm>
                <a:off x="3219" y="830"/>
                <a:ext cx="2059" cy="0"/>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buNone/>
                </a:pPr>
                <a:endParaRPr lang="zh-CN" altLang="en-US"/>
              </a:p>
            </p:txBody>
          </p:sp>
          <p:grpSp>
            <p:nvGrpSpPr>
              <p:cNvPr id="86037" name="Group 21"/>
              <p:cNvGrpSpPr/>
              <p:nvPr/>
            </p:nvGrpSpPr>
            <p:grpSpPr bwMode="auto">
              <a:xfrm flipH="1">
                <a:off x="4908" y="560"/>
                <a:ext cx="266" cy="539"/>
                <a:chOff x="1843" y="1916"/>
                <a:chExt cx="266" cy="539"/>
              </a:xfrm>
            </p:grpSpPr>
            <p:grpSp>
              <p:nvGrpSpPr>
                <p:cNvPr id="86038" name="Group 22"/>
                <p:cNvGrpSpPr/>
                <p:nvPr/>
              </p:nvGrpSpPr>
              <p:grpSpPr bwMode="auto">
                <a:xfrm>
                  <a:off x="1843" y="1916"/>
                  <a:ext cx="173" cy="173"/>
                  <a:chOff x="3505" y="3681"/>
                  <a:chExt cx="173" cy="173"/>
                </a:xfrm>
              </p:grpSpPr>
              <p:sp>
                <p:nvSpPr>
                  <p:cNvPr id="86039" name="Line 23"/>
                  <p:cNvSpPr>
                    <a:spLocks noChangeShapeType="1"/>
                  </p:cNvSpPr>
                  <p:nvPr/>
                </p:nvSpPr>
                <p:spPr bwMode="auto">
                  <a:xfrm>
                    <a:off x="3505" y="3685"/>
                    <a:ext cx="170" cy="0"/>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buNone/>
                    </a:pPr>
                    <a:endParaRPr lang="zh-CN" altLang="en-US"/>
                  </a:p>
                </p:txBody>
              </p:sp>
              <p:sp>
                <p:nvSpPr>
                  <p:cNvPr id="86040" name="Oval 24"/>
                  <p:cNvSpPr>
                    <a:spLocks noChangeArrowheads="1"/>
                  </p:cNvSpPr>
                  <p:nvPr/>
                </p:nvSpPr>
                <p:spPr bwMode="auto">
                  <a:xfrm>
                    <a:off x="3513" y="3689"/>
                    <a:ext cx="165" cy="165"/>
                  </a:xfrm>
                  <a:prstGeom prst="ellipse">
                    <a:avLst/>
                  </a:prstGeom>
                  <a:noFill/>
                  <a:ln w="19050">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None/>
                    </a:pPr>
                    <a:endParaRPr lang="zh-CN" altLang="en-US"/>
                  </a:p>
                </p:txBody>
              </p:sp>
              <p:sp>
                <p:nvSpPr>
                  <p:cNvPr id="86041" name="Line 25"/>
                  <p:cNvSpPr>
                    <a:spLocks noChangeShapeType="1"/>
                  </p:cNvSpPr>
                  <p:nvPr/>
                </p:nvSpPr>
                <p:spPr bwMode="auto">
                  <a:xfrm>
                    <a:off x="3508" y="3681"/>
                    <a:ext cx="0" cy="160"/>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buNone/>
                    </a:pPr>
                    <a:endParaRPr lang="zh-CN" altLang="en-US"/>
                  </a:p>
                </p:txBody>
              </p:sp>
            </p:grpSp>
            <p:grpSp>
              <p:nvGrpSpPr>
                <p:cNvPr id="86042" name="Group 26"/>
                <p:cNvGrpSpPr/>
                <p:nvPr/>
              </p:nvGrpSpPr>
              <p:grpSpPr bwMode="auto">
                <a:xfrm flipV="1">
                  <a:off x="1843" y="2282"/>
                  <a:ext cx="173" cy="173"/>
                  <a:chOff x="3505" y="3681"/>
                  <a:chExt cx="173" cy="173"/>
                </a:xfrm>
              </p:grpSpPr>
              <p:sp>
                <p:nvSpPr>
                  <p:cNvPr id="86043" name="Line 27"/>
                  <p:cNvSpPr>
                    <a:spLocks noChangeShapeType="1"/>
                  </p:cNvSpPr>
                  <p:nvPr/>
                </p:nvSpPr>
                <p:spPr bwMode="auto">
                  <a:xfrm>
                    <a:off x="3505" y="3685"/>
                    <a:ext cx="170" cy="0"/>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buNone/>
                    </a:pPr>
                    <a:endParaRPr lang="zh-CN" altLang="en-US"/>
                  </a:p>
                </p:txBody>
              </p:sp>
              <p:sp>
                <p:nvSpPr>
                  <p:cNvPr id="86044" name="Oval 28"/>
                  <p:cNvSpPr>
                    <a:spLocks noChangeArrowheads="1"/>
                  </p:cNvSpPr>
                  <p:nvPr/>
                </p:nvSpPr>
                <p:spPr bwMode="auto">
                  <a:xfrm>
                    <a:off x="3513" y="3689"/>
                    <a:ext cx="165" cy="165"/>
                  </a:xfrm>
                  <a:prstGeom prst="ellipse">
                    <a:avLst/>
                  </a:prstGeom>
                  <a:noFill/>
                  <a:ln w="19050">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None/>
                    </a:pPr>
                    <a:endParaRPr lang="zh-CN" altLang="en-US"/>
                  </a:p>
                </p:txBody>
              </p:sp>
              <p:sp>
                <p:nvSpPr>
                  <p:cNvPr id="86045" name="Line 29"/>
                  <p:cNvSpPr>
                    <a:spLocks noChangeShapeType="1"/>
                  </p:cNvSpPr>
                  <p:nvPr/>
                </p:nvSpPr>
                <p:spPr bwMode="auto">
                  <a:xfrm>
                    <a:off x="3508" y="3681"/>
                    <a:ext cx="0" cy="160"/>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buNone/>
                    </a:pPr>
                    <a:endParaRPr lang="zh-CN" altLang="en-US"/>
                  </a:p>
                </p:txBody>
              </p:sp>
            </p:grpSp>
            <p:sp>
              <p:nvSpPr>
                <p:cNvPr id="86046" name="Line 30"/>
                <p:cNvSpPr>
                  <a:spLocks noChangeShapeType="1"/>
                </p:cNvSpPr>
                <p:nvPr/>
              </p:nvSpPr>
              <p:spPr bwMode="auto">
                <a:xfrm>
                  <a:off x="1851" y="1922"/>
                  <a:ext cx="258" cy="258"/>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buNone/>
                  </a:pPr>
                  <a:endParaRPr lang="zh-CN" altLang="en-US"/>
                </a:p>
              </p:txBody>
            </p:sp>
            <p:sp>
              <p:nvSpPr>
                <p:cNvPr id="86047" name="Line 31"/>
                <p:cNvSpPr>
                  <a:spLocks noChangeShapeType="1"/>
                </p:cNvSpPr>
                <p:nvPr/>
              </p:nvSpPr>
              <p:spPr bwMode="auto">
                <a:xfrm flipH="1">
                  <a:off x="1848" y="2189"/>
                  <a:ext cx="258" cy="258"/>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buNone/>
                  </a:pPr>
                  <a:endParaRPr lang="zh-CN" altLang="en-US"/>
                </a:p>
              </p:txBody>
            </p:sp>
          </p:grpSp>
        </p:grpSp>
      </p:grpSp>
      <p:grpSp>
        <p:nvGrpSpPr>
          <p:cNvPr id="86048" name="Group 32"/>
          <p:cNvGrpSpPr/>
          <p:nvPr/>
        </p:nvGrpSpPr>
        <p:grpSpPr bwMode="auto">
          <a:xfrm>
            <a:off x="1148715" y="2914015"/>
            <a:ext cx="6773863" cy="1739900"/>
            <a:chOff x="1236" y="2030"/>
            <a:chExt cx="4267" cy="1096"/>
          </a:xfrm>
        </p:grpSpPr>
        <p:sp>
          <p:nvSpPr>
            <p:cNvPr id="86049" name="Text Box 33"/>
            <p:cNvSpPr txBox="1">
              <a:spLocks noChangeArrowheads="1"/>
            </p:cNvSpPr>
            <p:nvPr/>
          </p:nvSpPr>
          <p:spPr bwMode="auto">
            <a:xfrm>
              <a:off x="1236" y="2030"/>
              <a:ext cx="1990"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buNone/>
              </a:pPr>
              <a:r>
                <a:rPr lang="zh-CN" altLang="en-US" b="1">
                  <a:solidFill>
                    <a:srgbClr val="CC3300"/>
                  </a:solidFill>
                  <a:effectLst>
                    <a:outerShdw blurRad="38100" dist="38100" dir="2700000" algn="tl">
                      <a:srgbClr val="C0C0C0"/>
                    </a:outerShdw>
                  </a:effectLst>
                  <a:latin typeface="华文中宋" panose="02010600040101010101" pitchFamily="2" charset="-122"/>
                </a:rPr>
                <a:t>反安装</a:t>
              </a:r>
              <a:r>
                <a:rPr lang="zh-CN" altLang="en-US" b="1">
                  <a:latin typeface="华文中宋" panose="02010600040101010101" pitchFamily="2" charset="-122"/>
                </a:rPr>
                <a:t>：</a:t>
              </a:r>
              <a:r>
                <a:rPr lang="zh-CN" altLang="en-US" b="1">
                  <a:solidFill>
                    <a:srgbClr val="CC3300"/>
                  </a:solidFill>
                  <a:effectLst>
                    <a:outerShdw blurRad="38100" dist="38100" dir="2700000" algn="tl">
                      <a:srgbClr val="C0C0C0"/>
                    </a:outerShdw>
                  </a:effectLst>
                  <a:latin typeface="华文中宋" panose="02010600040101010101" pitchFamily="2" charset="-122"/>
                </a:rPr>
                <a:t>背对背</a:t>
              </a:r>
              <a:r>
                <a:rPr lang="zh-CN" altLang="en-US" b="1">
                  <a:latin typeface="华文中宋" panose="02010600040101010101" pitchFamily="2" charset="-122"/>
                </a:rPr>
                <a:t>安装</a:t>
              </a:r>
              <a:r>
                <a:rPr lang="en-US" altLang="zh-CN" b="1">
                  <a:latin typeface="华文中宋" panose="02010600040101010101" pitchFamily="2" charset="-122"/>
                </a:rPr>
                <a:t>(</a:t>
              </a:r>
              <a:r>
                <a:rPr lang="en-US" altLang="zh-CN" b="1"/>
                <a:t>“</a:t>
              </a:r>
              <a:r>
                <a:rPr lang="en-US" altLang="zh-CN" b="1">
                  <a:solidFill>
                    <a:srgbClr val="CC3300"/>
                  </a:solidFill>
                  <a:effectLst>
                    <a:outerShdw blurRad="38100" dist="38100" dir="2700000" algn="tl">
                      <a:srgbClr val="C0C0C0"/>
                    </a:outerShdw>
                  </a:effectLst>
                  <a:latin typeface="华文中宋" panose="02010600040101010101" pitchFamily="2" charset="-122"/>
                </a:rPr>
                <a:t>○</a:t>
              </a:r>
              <a:r>
                <a:rPr lang="en-US" altLang="zh-CN" b="1"/>
                <a:t>”</a:t>
              </a:r>
              <a:r>
                <a:rPr lang="en-US" altLang="zh-CN" b="1">
                  <a:latin typeface="华文中宋" panose="02010600040101010101" pitchFamily="2" charset="-122"/>
                </a:rPr>
                <a:t>)</a:t>
              </a:r>
              <a:endParaRPr lang="en-US" altLang="zh-CN" b="1">
                <a:latin typeface="华文中宋" panose="02010600040101010101" pitchFamily="2" charset="-122"/>
              </a:endParaRPr>
            </a:p>
          </p:txBody>
        </p:sp>
        <p:grpSp>
          <p:nvGrpSpPr>
            <p:cNvPr id="86050" name="Group 34"/>
            <p:cNvGrpSpPr/>
            <p:nvPr/>
          </p:nvGrpSpPr>
          <p:grpSpPr bwMode="auto">
            <a:xfrm>
              <a:off x="3444" y="2587"/>
              <a:ext cx="2059" cy="539"/>
              <a:chOff x="3111" y="440"/>
              <a:chExt cx="2059" cy="539"/>
            </a:xfrm>
          </p:grpSpPr>
          <p:grpSp>
            <p:nvGrpSpPr>
              <p:cNvPr id="86051" name="Group 35"/>
              <p:cNvGrpSpPr/>
              <p:nvPr/>
            </p:nvGrpSpPr>
            <p:grpSpPr bwMode="auto">
              <a:xfrm flipH="1">
                <a:off x="3235" y="440"/>
                <a:ext cx="266" cy="539"/>
                <a:chOff x="1843" y="1916"/>
                <a:chExt cx="266" cy="539"/>
              </a:xfrm>
            </p:grpSpPr>
            <p:grpSp>
              <p:nvGrpSpPr>
                <p:cNvPr id="86052" name="Group 36"/>
                <p:cNvGrpSpPr/>
                <p:nvPr/>
              </p:nvGrpSpPr>
              <p:grpSpPr bwMode="auto">
                <a:xfrm>
                  <a:off x="1843" y="1916"/>
                  <a:ext cx="173" cy="173"/>
                  <a:chOff x="3505" y="3681"/>
                  <a:chExt cx="173" cy="173"/>
                </a:xfrm>
              </p:grpSpPr>
              <p:sp>
                <p:nvSpPr>
                  <p:cNvPr id="86053" name="Line 37"/>
                  <p:cNvSpPr>
                    <a:spLocks noChangeShapeType="1"/>
                  </p:cNvSpPr>
                  <p:nvPr/>
                </p:nvSpPr>
                <p:spPr bwMode="auto">
                  <a:xfrm>
                    <a:off x="3505" y="3685"/>
                    <a:ext cx="170" cy="0"/>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buNone/>
                    </a:pPr>
                    <a:endParaRPr lang="zh-CN" altLang="en-US"/>
                  </a:p>
                </p:txBody>
              </p:sp>
              <p:sp>
                <p:nvSpPr>
                  <p:cNvPr id="86054" name="Oval 38"/>
                  <p:cNvSpPr>
                    <a:spLocks noChangeArrowheads="1"/>
                  </p:cNvSpPr>
                  <p:nvPr/>
                </p:nvSpPr>
                <p:spPr bwMode="auto">
                  <a:xfrm>
                    <a:off x="3513" y="3689"/>
                    <a:ext cx="165" cy="165"/>
                  </a:xfrm>
                  <a:prstGeom prst="ellipse">
                    <a:avLst/>
                  </a:prstGeom>
                  <a:noFill/>
                  <a:ln w="19050">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None/>
                    </a:pPr>
                    <a:endParaRPr lang="zh-CN" altLang="en-US"/>
                  </a:p>
                </p:txBody>
              </p:sp>
              <p:sp>
                <p:nvSpPr>
                  <p:cNvPr id="86055" name="Line 39"/>
                  <p:cNvSpPr>
                    <a:spLocks noChangeShapeType="1"/>
                  </p:cNvSpPr>
                  <p:nvPr/>
                </p:nvSpPr>
                <p:spPr bwMode="auto">
                  <a:xfrm>
                    <a:off x="3508" y="3681"/>
                    <a:ext cx="0" cy="160"/>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buNone/>
                    </a:pPr>
                    <a:endParaRPr lang="zh-CN" altLang="en-US"/>
                  </a:p>
                </p:txBody>
              </p:sp>
            </p:grpSp>
            <p:grpSp>
              <p:nvGrpSpPr>
                <p:cNvPr id="86056" name="Group 40"/>
                <p:cNvGrpSpPr/>
                <p:nvPr/>
              </p:nvGrpSpPr>
              <p:grpSpPr bwMode="auto">
                <a:xfrm flipV="1">
                  <a:off x="1843" y="2282"/>
                  <a:ext cx="173" cy="173"/>
                  <a:chOff x="3505" y="3681"/>
                  <a:chExt cx="173" cy="173"/>
                </a:xfrm>
              </p:grpSpPr>
              <p:sp>
                <p:nvSpPr>
                  <p:cNvPr id="86057" name="Line 41"/>
                  <p:cNvSpPr>
                    <a:spLocks noChangeShapeType="1"/>
                  </p:cNvSpPr>
                  <p:nvPr/>
                </p:nvSpPr>
                <p:spPr bwMode="auto">
                  <a:xfrm>
                    <a:off x="3505" y="3685"/>
                    <a:ext cx="170" cy="0"/>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buNone/>
                    </a:pPr>
                    <a:endParaRPr lang="zh-CN" altLang="en-US"/>
                  </a:p>
                </p:txBody>
              </p:sp>
              <p:sp>
                <p:nvSpPr>
                  <p:cNvPr id="86058" name="Oval 42"/>
                  <p:cNvSpPr>
                    <a:spLocks noChangeArrowheads="1"/>
                  </p:cNvSpPr>
                  <p:nvPr/>
                </p:nvSpPr>
                <p:spPr bwMode="auto">
                  <a:xfrm>
                    <a:off x="3513" y="3689"/>
                    <a:ext cx="165" cy="165"/>
                  </a:xfrm>
                  <a:prstGeom prst="ellipse">
                    <a:avLst/>
                  </a:prstGeom>
                  <a:noFill/>
                  <a:ln w="19050">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None/>
                    </a:pPr>
                    <a:endParaRPr lang="zh-CN" altLang="en-US"/>
                  </a:p>
                </p:txBody>
              </p:sp>
              <p:sp>
                <p:nvSpPr>
                  <p:cNvPr id="86059" name="Line 43"/>
                  <p:cNvSpPr>
                    <a:spLocks noChangeShapeType="1"/>
                  </p:cNvSpPr>
                  <p:nvPr/>
                </p:nvSpPr>
                <p:spPr bwMode="auto">
                  <a:xfrm>
                    <a:off x="3508" y="3681"/>
                    <a:ext cx="0" cy="160"/>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buNone/>
                    </a:pPr>
                    <a:endParaRPr lang="zh-CN" altLang="en-US"/>
                  </a:p>
                </p:txBody>
              </p:sp>
            </p:grpSp>
            <p:sp>
              <p:nvSpPr>
                <p:cNvPr id="86060" name="Line 44"/>
                <p:cNvSpPr>
                  <a:spLocks noChangeShapeType="1"/>
                </p:cNvSpPr>
                <p:nvPr/>
              </p:nvSpPr>
              <p:spPr bwMode="auto">
                <a:xfrm>
                  <a:off x="1851" y="1922"/>
                  <a:ext cx="258" cy="258"/>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buNone/>
                  </a:pPr>
                  <a:endParaRPr lang="zh-CN" altLang="en-US"/>
                </a:p>
              </p:txBody>
            </p:sp>
            <p:sp>
              <p:nvSpPr>
                <p:cNvPr id="86061" name="Line 45"/>
                <p:cNvSpPr>
                  <a:spLocks noChangeShapeType="1"/>
                </p:cNvSpPr>
                <p:nvPr/>
              </p:nvSpPr>
              <p:spPr bwMode="auto">
                <a:xfrm flipH="1">
                  <a:off x="1848" y="2189"/>
                  <a:ext cx="258" cy="258"/>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buNone/>
                  </a:pPr>
                  <a:endParaRPr lang="zh-CN" altLang="en-US"/>
                </a:p>
              </p:txBody>
            </p:sp>
          </p:grpSp>
          <p:sp>
            <p:nvSpPr>
              <p:cNvPr id="86062" name="Line 46"/>
              <p:cNvSpPr>
                <a:spLocks noChangeShapeType="1"/>
              </p:cNvSpPr>
              <p:nvPr/>
            </p:nvSpPr>
            <p:spPr bwMode="auto">
              <a:xfrm>
                <a:off x="3111" y="710"/>
                <a:ext cx="2059" cy="0"/>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buNone/>
                </a:pPr>
                <a:endParaRPr lang="zh-CN" altLang="en-US"/>
              </a:p>
            </p:txBody>
          </p:sp>
          <p:grpSp>
            <p:nvGrpSpPr>
              <p:cNvPr id="86063" name="Group 47"/>
              <p:cNvGrpSpPr/>
              <p:nvPr/>
            </p:nvGrpSpPr>
            <p:grpSpPr bwMode="auto">
              <a:xfrm>
                <a:off x="4788" y="440"/>
                <a:ext cx="266" cy="539"/>
                <a:chOff x="1843" y="1916"/>
                <a:chExt cx="266" cy="539"/>
              </a:xfrm>
            </p:grpSpPr>
            <p:grpSp>
              <p:nvGrpSpPr>
                <p:cNvPr id="86064" name="Group 48"/>
                <p:cNvGrpSpPr/>
                <p:nvPr/>
              </p:nvGrpSpPr>
              <p:grpSpPr bwMode="auto">
                <a:xfrm>
                  <a:off x="1843" y="1916"/>
                  <a:ext cx="173" cy="173"/>
                  <a:chOff x="3505" y="3681"/>
                  <a:chExt cx="173" cy="173"/>
                </a:xfrm>
              </p:grpSpPr>
              <p:sp>
                <p:nvSpPr>
                  <p:cNvPr id="86065" name="Line 49"/>
                  <p:cNvSpPr>
                    <a:spLocks noChangeShapeType="1"/>
                  </p:cNvSpPr>
                  <p:nvPr/>
                </p:nvSpPr>
                <p:spPr bwMode="auto">
                  <a:xfrm>
                    <a:off x="3505" y="3685"/>
                    <a:ext cx="170" cy="0"/>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buNone/>
                    </a:pPr>
                    <a:endParaRPr lang="zh-CN" altLang="en-US"/>
                  </a:p>
                </p:txBody>
              </p:sp>
              <p:sp>
                <p:nvSpPr>
                  <p:cNvPr id="86066" name="Oval 50"/>
                  <p:cNvSpPr>
                    <a:spLocks noChangeArrowheads="1"/>
                  </p:cNvSpPr>
                  <p:nvPr/>
                </p:nvSpPr>
                <p:spPr bwMode="auto">
                  <a:xfrm>
                    <a:off x="3513" y="3689"/>
                    <a:ext cx="165" cy="165"/>
                  </a:xfrm>
                  <a:prstGeom prst="ellipse">
                    <a:avLst/>
                  </a:prstGeom>
                  <a:noFill/>
                  <a:ln w="19050">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None/>
                    </a:pPr>
                    <a:endParaRPr lang="zh-CN" altLang="en-US"/>
                  </a:p>
                </p:txBody>
              </p:sp>
              <p:sp>
                <p:nvSpPr>
                  <p:cNvPr id="86067" name="Line 51"/>
                  <p:cNvSpPr>
                    <a:spLocks noChangeShapeType="1"/>
                  </p:cNvSpPr>
                  <p:nvPr/>
                </p:nvSpPr>
                <p:spPr bwMode="auto">
                  <a:xfrm>
                    <a:off x="3508" y="3681"/>
                    <a:ext cx="0" cy="160"/>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buNone/>
                    </a:pPr>
                    <a:endParaRPr lang="zh-CN" altLang="en-US"/>
                  </a:p>
                </p:txBody>
              </p:sp>
            </p:grpSp>
            <p:grpSp>
              <p:nvGrpSpPr>
                <p:cNvPr id="86068" name="Group 52"/>
                <p:cNvGrpSpPr/>
                <p:nvPr/>
              </p:nvGrpSpPr>
              <p:grpSpPr bwMode="auto">
                <a:xfrm flipV="1">
                  <a:off x="1843" y="2282"/>
                  <a:ext cx="173" cy="173"/>
                  <a:chOff x="3505" y="3681"/>
                  <a:chExt cx="173" cy="173"/>
                </a:xfrm>
              </p:grpSpPr>
              <p:sp>
                <p:nvSpPr>
                  <p:cNvPr id="86069" name="Line 53"/>
                  <p:cNvSpPr>
                    <a:spLocks noChangeShapeType="1"/>
                  </p:cNvSpPr>
                  <p:nvPr/>
                </p:nvSpPr>
                <p:spPr bwMode="auto">
                  <a:xfrm>
                    <a:off x="3505" y="3685"/>
                    <a:ext cx="170" cy="0"/>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buNone/>
                    </a:pPr>
                    <a:endParaRPr lang="zh-CN" altLang="en-US"/>
                  </a:p>
                </p:txBody>
              </p:sp>
              <p:sp>
                <p:nvSpPr>
                  <p:cNvPr id="86070" name="Oval 54"/>
                  <p:cNvSpPr>
                    <a:spLocks noChangeArrowheads="1"/>
                  </p:cNvSpPr>
                  <p:nvPr/>
                </p:nvSpPr>
                <p:spPr bwMode="auto">
                  <a:xfrm>
                    <a:off x="3513" y="3689"/>
                    <a:ext cx="165" cy="165"/>
                  </a:xfrm>
                  <a:prstGeom prst="ellipse">
                    <a:avLst/>
                  </a:prstGeom>
                  <a:noFill/>
                  <a:ln w="19050">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None/>
                    </a:pPr>
                    <a:endParaRPr lang="zh-CN" altLang="en-US"/>
                  </a:p>
                </p:txBody>
              </p:sp>
              <p:sp>
                <p:nvSpPr>
                  <p:cNvPr id="86071" name="Line 55"/>
                  <p:cNvSpPr>
                    <a:spLocks noChangeShapeType="1"/>
                  </p:cNvSpPr>
                  <p:nvPr/>
                </p:nvSpPr>
                <p:spPr bwMode="auto">
                  <a:xfrm>
                    <a:off x="3508" y="3681"/>
                    <a:ext cx="0" cy="160"/>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buNone/>
                    </a:pPr>
                    <a:endParaRPr lang="zh-CN" altLang="en-US"/>
                  </a:p>
                </p:txBody>
              </p:sp>
            </p:grpSp>
            <p:sp>
              <p:nvSpPr>
                <p:cNvPr id="86072" name="Line 56"/>
                <p:cNvSpPr>
                  <a:spLocks noChangeShapeType="1"/>
                </p:cNvSpPr>
                <p:nvPr/>
              </p:nvSpPr>
              <p:spPr bwMode="auto">
                <a:xfrm>
                  <a:off x="1851" y="1922"/>
                  <a:ext cx="258" cy="258"/>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buNone/>
                  </a:pPr>
                  <a:endParaRPr lang="zh-CN" altLang="en-US"/>
                </a:p>
              </p:txBody>
            </p:sp>
            <p:sp>
              <p:nvSpPr>
                <p:cNvPr id="86073" name="Line 57"/>
                <p:cNvSpPr>
                  <a:spLocks noChangeShapeType="1"/>
                </p:cNvSpPr>
                <p:nvPr/>
              </p:nvSpPr>
              <p:spPr bwMode="auto">
                <a:xfrm flipH="1">
                  <a:off x="1848" y="2189"/>
                  <a:ext cx="258" cy="258"/>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buNone/>
                  </a:pPr>
                  <a:endParaRPr lang="zh-CN" altLang="en-US"/>
                </a:p>
              </p:txBody>
            </p:sp>
          </p:grpSp>
        </p:grpSp>
      </p:grpSp>
      <p:sp>
        <p:nvSpPr>
          <p:cNvPr id="59" name="直接连接符 6"/>
          <p:cNvSpPr>
            <a:spLocks noChangeShapeType="1"/>
          </p:cNvSpPr>
          <p:nvPr/>
        </p:nvSpPr>
        <p:spPr bwMode="auto">
          <a:xfrm>
            <a:off x="0" y="765175"/>
            <a:ext cx="9144000" cy="0"/>
          </a:xfrm>
          <a:prstGeom prst="line">
            <a:avLst/>
          </a:prstGeom>
          <a:noFill/>
          <a:ln w="28575">
            <a:solidFill>
              <a:srgbClr val="CC3300"/>
            </a:solidFill>
            <a:miter lim="800000"/>
          </a:ln>
          <a:extLst>
            <a:ext uri="{909E8E84-426E-40DD-AFC4-6F175D3DCCD1}">
              <a14:hiddenFill xmlns:a14="http://schemas.microsoft.com/office/drawing/2010/main">
                <a:noFill/>
              </a14:hiddenFill>
            </a:ext>
          </a:extLst>
        </p:spPr>
        <p:txBody>
          <a:bodyPr/>
          <a:lstStyle/>
          <a:p>
            <a:endParaRPr lang="zh-CN" altLang="en-US" dirty="0"/>
          </a:p>
        </p:txBody>
      </p:sp>
      <p:sp>
        <p:nvSpPr>
          <p:cNvPr id="14339" name="Rectangle 34"/>
          <p:cNvSpPr>
            <a:spLocks noChangeArrowheads="1"/>
          </p:cNvSpPr>
          <p:nvPr/>
        </p:nvSpPr>
        <p:spPr bwMode="auto">
          <a:xfrm>
            <a:off x="3687417" y="228600"/>
            <a:ext cx="4846983" cy="533400"/>
          </a:xfrm>
          <a:prstGeom prst="rect">
            <a:avLst/>
          </a:prstGeom>
          <a:noFill/>
          <a:ln>
            <a:noFill/>
          </a:ln>
          <a:effectLst/>
          <a:extLst>
            <a:ext uri="{909E8E84-426E-40DD-AFC4-6F175D3DCCD1}">
              <a14:hiddenFill xmlns:a14="http://schemas.microsoft.com/office/drawing/2010/main">
                <a:gradFill rotWithShape="0">
                  <a:gsLst>
                    <a:gs pos="0">
                      <a:srgbClr val="E5DCB5"/>
                    </a:gs>
                    <a:gs pos="100000">
                      <a:srgbClr val="FDFBF1"/>
                    </a:gs>
                  </a:gsLst>
                  <a:lin ang="0" scaled="1"/>
                </a:gradFill>
              </a14:hiddenFill>
            </a:ext>
            <a:ext uri="{91240B29-F687-4F45-9708-019B960494DF}">
              <a14:hiddenLine xmlns:a14="http://schemas.microsoft.com/office/drawing/2010/main" w="9525">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tIns="36000" bIns="72000" anchor="ctr" anchorCtr="1"/>
          <a:lstStyle>
            <a:lvl1pPr>
              <a:lnSpc>
                <a:spcPct val="120000"/>
              </a:lnSpc>
              <a:buChar char="•"/>
              <a:defRPr kumimoji="1" sz="2000">
                <a:solidFill>
                  <a:srgbClr val="000099"/>
                </a:solidFill>
                <a:latin typeface="Times New Roman" panose="02020603050405020304" pitchFamily="18" charset="0"/>
                <a:ea typeface="华文中宋" panose="02010600040101010101" pitchFamily="2" charset="-122"/>
              </a:defRPr>
            </a:lvl1pPr>
            <a:lvl2pPr marL="742950" indent="-285750">
              <a:lnSpc>
                <a:spcPct val="120000"/>
              </a:lnSpc>
              <a:buChar char="•"/>
              <a:defRPr kumimoji="1" sz="2000">
                <a:solidFill>
                  <a:srgbClr val="000099"/>
                </a:solidFill>
                <a:latin typeface="Times New Roman" panose="02020603050405020304" pitchFamily="18" charset="0"/>
                <a:ea typeface="华文中宋" panose="02010600040101010101" pitchFamily="2" charset="-122"/>
              </a:defRPr>
            </a:lvl2pPr>
            <a:lvl3pPr marL="1143000" indent="-228600">
              <a:lnSpc>
                <a:spcPct val="120000"/>
              </a:lnSpc>
              <a:buChar char="•"/>
              <a:defRPr kumimoji="1" sz="2000">
                <a:solidFill>
                  <a:srgbClr val="000099"/>
                </a:solidFill>
                <a:latin typeface="Times New Roman" panose="02020603050405020304" pitchFamily="18" charset="0"/>
                <a:ea typeface="华文中宋" panose="02010600040101010101" pitchFamily="2" charset="-122"/>
              </a:defRPr>
            </a:lvl3pPr>
            <a:lvl4pPr marL="1600200" indent="-228600">
              <a:lnSpc>
                <a:spcPct val="120000"/>
              </a:lnSpc>
              <a:buChar char="•"/>
              <a:defRPr kumimoji="1" sz="2000">
                <a:solidFill>
                  <a:srgbClr val="000099"/>
                </a:solidFill>
                <a:latin typeface="Times New Roman" panose="02020603050405020304" pitchFamily="18" charset="0"/>
                <a:ea typeface="华文中宋" panose="02010600040101010101" pitchFamily="2" charset="-122"/>
              </a:defRPr>
            </a:lvl4pPr>
            <a:lvl5pPr marL="2057400" indent="-228600">
              <a:lnSpc>
                <a:spcPct val="120000"/>
              </a:lnSpc>
              <a:buChar char="•"/>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lnSpc>
                <a:spcPct val="100000"/>
              </a:lnSpc>
              <a:buFontTx/>
              <a:buNone/>
            </a:pPr>
            <a:r>
              <a:rPr lang="en-US" altLang="zh-CN" sz="3000" dirty="0" smtClean="0">
                <a:solidFill>
                  <a:srgbClr val="CC3300"/>
                </a:solidFill>
                <a:latin typeface="黑体" panose="02010609060101010101" pitchFamily="49" charset="-122"/>
                <a:ea typeface="黑体" panose="02010609060101010101" pitchFamily="49" charset="-122"/>
              </a:rPr>
              <a:t>3.6-5 </a:t>
            </a:r>
            <a:r>
              <a:rPr lang="zh-CN" altLang="en-US" sz="3000" dirty="0" smtClean="0">
                <a:solidFill>
                  <a:srgbClr val="CC3300"/>
                </a:solidFill>
                <a:latin typeface="黑体" panose="02010609060101010101" pitchFamily="49" charset="-122"/>
                <a:ea typeface="黑体" panose="02010609060101010101" pitchFamily="49" charset="-122"/>
              </a:rPr>
              <a:t>滚动轴承的寿命计算</a:t>
            </a:r>
            <a:endParaRPr lang="en-US" altLang="zh-CN" sz="3000" dirty="0">
              <a:solidFill>
                <a:srgbClr val="CC3300"/>
              </a:solidFill>
              <a:latin typeface="黑体" panose="02010609060101010101" pitchFamily="49" charset="-122"/>
              <a:ea typeface="黑体" panose="02010609060101010101" pitchFamily="49" charset="-122"/>
            </a:endParaRPr>
          </a:p>
        </p:txBody>
      </p:sp>
    </p:spTree>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86021"/>
                                        </p:tgtEl>
                                        <p:attrNameLst>
                                          <p:attrName>style.visibility</p:attrName>
                                        </p:attrNameLst>
                                      </p:cBhvr>
                                      <p:to>
                                        <p:strVal val="visible"/>
                                      </p:to>
                                    </p:set>
                                    <p:animEffect transition="in" filter="wipe(left)">
                                      <p:cBhvr>
                                        <p:cTn id="7" dur="500"/>
                                        <p:tgtEl>
                                          <p:spTgt spid="86021"/>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86048"/>
                                        </p:tgtEl>
                                        <p:attrNameLst>
                                          <p:attrName>style.visibility</p:attrName>
                                        </p:attrNameLst>
                                      </p:cBhvr>
                                      <p:to>
                                        <p:strVal val="visible"/>
                                      </p:to>
                                    </p:set>
                                    <p:animEffect transition="in" filter="wipe(left)">
                                      <p:cBhvr>
                                        <p:cTn id="12" dur="500"/>
                                        <p:tgtEl>
                                          <p:spTgt spid="8604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6258" name="Rectangle 2"/>
          <p:cNvSpPr>
            <a:spLocks noGrp="1" noChangeArrowheads="1"/>
          </p:cNvSpPr>
          <p:nvPr>
            <p:ph idx="1"/>
          </p:nvPr>
        </p:nvSpPr>
        <p:spPr>
          <a:xfrm>
            <a:off x="342900" y="823595"/>
            <a:ext cx="8517255" cy="1553210"/>
          </a:xfrm>
        </p:spPr>
        <p:txBody>
          <a:bodyPr/>
          <a:lstStyle/>
          <a:p>
            <a:pPr marL="0" marR="0" lvl="0" indent="0" algn="l" defTabSz="914400" rtl="0" latinLnBrk="0">
              <a:lnSpc>
                <a:spcPct val="120000"/>
              </a:lnSpc>
              <a:spcBef>
                <a:spcPts val="0"/>
              </a:spcBef>
              <a:spcAft>
                <a:spcPct val="0"/>
              </a:spcAft>
              <a:buClr>
                <a:schemeClr val="hlink"/>
              </a:buClr>
              <a:buSzPct val="110000"/>
              <a:buNone/>
              <a:defRPr/>
            </a:pPr>
            <a:r>
              <a:rPr kumimoji="1" lang="en-US" altLang="zh-CN" sz="3200" b="1" i="0" u="none" strike="noStrike" kern="1200" cap="none" spc="0" normalizeH="0" baseline="0" noProof="0" dirty="0">
                <a:ln>
                  <a:noFill/>
                </a:ln>
                <a:solidFill>
                  <a:srgbClr val="000000"/>
                </a:solidFill>
                <a:effectLst>
                  <a:outerShdw blurRad="38100" dist="38100" dir="2700000" algn="tl">
                    <a:srgbClr val="FFFFFF"/>
                  </a:outerShdw>
                </a:effectLst>
                <a:uLnTx/>
                <a:uFillTx/>
                <a:latin typeface="仿宋_GB2312" pitchFamily="49" charset="-122"/>
                <a:ea typeface="仿宋_GB2312" pitchFamily="49" charset="-122"/>
                <a:cs typeface="+mn-cs"/>
              </a:rPr>
              <a:t>   </a:t>
            </a:r>
            <a:r>
              <a:rPr kumimoji="1" lang="zh-CN" altLang="en-US" sz="2400" i="0" u="none" strike="noStrike" kern="1200" cap="none" spc="0" normalizeH="0" baseline="0" noProof="0" dirty="0">
                <a:ln>
                  <a:noFill/>
                </a:ln>
                <a:solidFill>
                  <a:srgbClr val="002060"/>
                </a:solidFill>
                <a:effectLst/>
                <a:uLnTx/>
                <a:uFillTx/>
                <a:latin typeface="黑体" panose="02010609060101010101" pitchFamily="49" charset="-122"/>
                <a:ea typeface="黑体" panose="02010609060101010101" pitchFamily="49" charset="-122"/>
                <a:cs typeface="黑体" panose="02010609060101010101" pitchFamily="49" charset="-122"/>
              </a:rPr>
              <a:t>当轴承上只作用径向载荷</a:t>
            </a:r>
            <a:r>
              <a:rPr kumimoji="1" lang="en-US" altLang="zh-CN" sz="2400" i="0" u="none" strike="noStrike" kern="1200" cap="none" spc="0" normalizeH="0" baseline="0" noProof="0" dirty="0">
                <a:ln>
                  <a:noFill/>
                </a:ln>
                <a:solidFill>
                  <a:srgbClr val="002060"/>
                </a:solidFill>
                <a:effectLst/>
                <a:uLnTx/>
                <a:uFillTx/>
                <a:latin typeface="黑体" panose="02010609060101010101" pitchFamily="49" charset="-122"/>
                <a:ea typeface="黑体" panose="02010609060101010101" pitchFamily="49" charset="-122"/>
                <a:cs typeface="黑体" panose="02010609060101010101" pitchFamily="49" charset="-122"/>
              </a:rPr>
              <a:t>Fr</a:t>
            </a:r>
            <a:r>
              <a:rPr kumimoji="1" lang="zh-CN" altLang="en-US" sz="2400" i="0" u="none" strike="noStrike" kern="1200" cap="none" spc="0" normalizeH="0" baseline="0" noProof="0" dirty="0">
                <a:ln>
                  <a:noFill/>
                </a:ln>
                <a:solidFill>
                  <a:srgbClr val="002060"/>
                </a:solidFill>
                <a:effectLst/>
                <a:uLnTx/>
                <a:uFillTx/>
                <a:latin typeface="黑体" panose="02010609060101010101" pitchFamily="49" charset="-122"/>
                <a:ea typeface="黑体" panose="02010609060101010101" pitchFamily="49" charset="-122"/>
                <a:cs typeface="黑体" panose="02010609060101010101" pitchFamily="49" charset="-122"/>
              </a:rPr>
              <a:t>时，因接触角</a:t>
            </a:r>
            <a:r>
              <a:rPr kumimoji="1" lang="en-US" altLang="zh-CN" sz="2400" i="0" u="none" strike="noStrike" kern="1200" cap="none" spc="0" normalizeH="0" baseline="0" noProof="0" dirty="0">
                <a:ln>
                  <a:noFill/>
                </a:ln>
                <a:solidFill>
                  <a:srgbClr val="002060"/>
                </a:solidFill>
                <a:effectLst/>
                <a:uLnTx/>
                <a:uFillTx/>
                <a:latin typeface="黑体" panose="02010609060101010101" pitchFamily="49" charset="-122"/>
                <a:ea typeface="黑体" panose="02010609060101010101" pitchFamily="49" charset="-122"/>
                <a:cs typeface="黑体" panose="02010609060101010101" pitchFamily="49" charset="-122"/>
              </a:rPr>
              <a:t>α≠0</a:t>
            </a:r>
            <a:r>
              <a:rPr kumimoji="1" lang="zh-CN" altLang="en-US" sz="2400" i="0" u="none" strike="noStrike" kern="1200" cap="none" spc="0" normalizeH="0" baseline="0" noProof="0" dirty="0">
                <a:ln>
                  <a:noFill/>
                </a:ln>
                <a:solidFill>
                  <a:srgbClr val="002060"/>
                </a:solidFill>
                <a:effectLst/>
                <a:uLnTx/>
                <a:uFillTx/>
                <a:latin typeface="黑体" panose="02010609060101010101" pitchFamily="49" charset="-122"/>
                <a:ea typeface="黑体" panose="02010609060101010101" pitchFamily="49" charset="-122"/>
                <a:cs typeface="黑体" panose="02010609060101010101" pitchFamily="49" charset="-122"/>
              </a:rPr>
              <a:t>，产生的派生</a:t>
            </a:r>
            <a:r>
              <a:rPr kumimoji="1" lang="zh-CN" altLang="en-US" sz="2400" i="0" u="none" strike="noStrike" kern="1200" cap="none" spc="0" normalizeH="0" baseline="0" noProof="0" dirty="0" smtClean="0">
                <a:ln>
                  <a:noFill/>
                </a:ln>
                <a:solidFill>
                  <a:srgbClr val="002060"/>
                </a:solidFill>
                <a:effectLst/>
                <a:uLnTx/>
                <a:uFillTx/>
                <a:latin typeface="黑体" panose="02010609060101010101" pitchFamily="49" charset="-122"/>
                <a:ea typeface="黑体" panose="02010609060101010101" pitchFamily="49" charset="-122"/>
                <a:cs typeface="黑体" panose="02010609060101010101" pitchFamily="49" charset="-122"/>
              </a:rPr>
              <a:t>轴向力</a:t>
            </a:r>
            <a:r>
              <a:rPr kumimoji="1" lang="en-US" altLang="zh-CN" sz="2400" i="0" u="none" strike="noStrike" kern="1200" cap="none" spc="0" normalizeH="0" baseline="0" noProof="0" dirty="0" smtClean="0">
                <a:ln>
                  <a:noFill/>
                </a:ln>
                <a:solidFill>
                  <a:srgbClr val="002060"/>
                </a:solidFill>
                <a:effectLst/>
                <a:uLnTx/>
                <a:uFillTx/>
                <a:latin typeface="黑体" panose="02010609060101010101" pitchFamily="49" charset="-122"/>
                <a:ea typeface="黑体" panose="02010609060101010101" pitchFamily="49" charset="-122"/>
                <a:cs typeface="黑体" panose="02010609060101010101" pitchFamily="49" charset="-122"/>
              </a:rPr>
              <a:t>F</a:t>
            </a:r>
            <a:r>
              <a:rPr kumimoji="1" lang="en-US" altLang="zh-CN" sz="2400" i="0" u="none" strike="noStrike" kern="1200" cap="none" spc="0" normalizeH="0" baseline="0" noProof="0" dirty="0">
                <a:ln>
                  <a:noFill/>
                </a:ln>
                <a:solidFill>
                  <a:srgbClr val="002060"/>
                </a:solidFill>
                <a:effectLst/>
                <a:uLnTx/>
                <a:uFillTx/>
                <a:latin typeface="黑体" panose="02010609060101010101" pitchFamily="49" charset="-122"/>
                <a:ea typeface="黑体" panose="02010609060101010101" pitchFamily="49" charset="-122"/>
                <a:cs typeface="黑体" panose="02010609060101010101" pitchFamily="49" charset="-122"/>
              </a:rPr>
              <a:t>s</a:t>
            </a:r>
            <a:r>
              <a:rPr kumimoji="1" lang="zh-CN" altLang="en-US" sz="2400" i="0" u="none" strike="noStrike" kern="1200" cap="none" spc="0" normalizeH="0" baseline="0" noProof="0" dirty="0" smtClean="0">
                <a:ln>
                  <a:noFill/>
                </a:ln>
                <a:solidFill>
                  <a:srgbClr val="002060"/>
                </a:solidFill>
                <a:effectLst/>
                <a:uLnTx/>
                <a:uFillTx/>
                <a:latin typeface="黑体" panose="02010609060101010101" pitchFamily="49" charset="-122"/>
                <a:ea typeface="黑体" panose="02010609060101010101" pitchFamily="49" charset="-122"/>
                <a:cs typeface="黑体" panose="02010609060101010101" pitchFamily="49" charset="-122"/>
              </a:rPr>
              <a:t>使</a:t>
            </a:r>
            <a:r>
              <a:rPr kumimoji="1" lang="zh-CN" altLang="en-US" sz="2400" i="0" u="none" strike="noStrike" kern="1200" cap="none" spc="0" normalizeH="0" baseline="0" noProof="0" dirty="0">
                <a:ln>
                  <a:noFill/>
                </a:ln>
                <a:solidFill>
                  <a:srgbClr val="002060"/>
                </a:solidFill>
                <a:effectLst/>
                <a:uLnTx/>
                <a:uFillTx/>
                <a:latin typeface="黑体" panose="02010609060101010101" pitchFamily="49" charset="-122"/>
                <a:ea typeface="黑体" panose="02010609060101010101" pitchFamily="49" charset="-122"/>
                <a:cs typeface="黑体" panose="02010609060101010101" pitchFamily="49" charset="-122"/>
              </a:rPr>
              <a:t>内、外圈沿轴向有分离趋势，只有最下面的滚动体承受径向载荷。</a:t>
            </a:r>
            <a:endParaRPr kumimoji="1" lang="zh-CN" altLang="en-US" sz="2400" i="0" u="none" strike="noStrike" kern="1200" cap="none" spc="0" normalizeH="0" baseline="0" noProof="0" dirty="0">
              <a:ln>
                <a:noFill/>
              </a:ln>
              <a:solidFill>
                <a:srgbClr val="002060"/>
              </a:solidFill>
              <a:effectLst/>
              <a:uLnTx/>
              <a:uFillTx/>
              <a:latin typeface="黑体" panose="02010609060101010101" pitchFamily="49" charset="-122"/>
              <a:ea typeface="黑体" panose="02010609060101010101" pitchFamily="49" charset="-122"/>
              <a:cs typeface="黑体" panose="02010609060101010101" pitchFamily="49" charset="-122"/>
            </a:endParaRPr>
          </a:p>
        </p:txBody>
      </p:sp>
      <p:pic>
        <p:nvPicPr>
          <p:cNvPr id="18" name="Picture 148" descr="back1">
            <a:hlinkClick r:id="" action="ppaction://hlinkshowjump?jump=previousslide"/>
          </p:cNvPr>
          <p:cNvPicPr>
            <a:picLocks noChangeAspect="1"/>
          </p:cNvPicPr>
          <p:nvPr/>
        </p:nvPicPr>
        <p:blipFill>
          <a:blip r:embed="rId1"/>
          <a:stretch>
            <a:fillRect/>
          </a:stretch>
        </p:blipFill>
        <p:spPr>
          <a:xfrm>
            <a:off x="8324850" y="6551613"/>
            <a:ext cx="306388" cy="306387"/>
          </a:xfrm>
          <a:prstGeom prst="rect">
            <a:avLst/>
          </a:prstGeom>
          <a:noFill/>
          <a:ln w="9525">
            <a:noFill/>
          </a:ln>
        </p:spPr>
      </p:pic>
      <p:pic>
        <p:nvPicPr>
          <p:cNvPr id="19" name="Picture 149" descr="NEXT1">
            <a:hlinkClick r:id="" action="ppaction://hlinkshowjump?jump=nextslide"/>
          </p:cNvPr>
          <p:cNvPicPr>
            <a:picLocks noChangeAspect="1"/>
          </p:cNvPicPr>
          <p:nvPr/>
        </p:nvPicPr>
        <p:blipFill>
          <a:blip r:embed="rId2"/>
          <a:stretch>
            <a:fillRect/>
          </a:stretch>
        </p:blipFill>
        <p:spPr>
          <a:xfrm>
            <a:off x="8745538" y="6551613"/>
            <a:ext cx="306387" cy="306387"/>
          </a:xfrm>
          <a:prstGeom prst="rect">
            <a:avLst/>
          </a:prstGeom>
          <a:noFill/>
          <a:ln w="9525">
            <a:noFill/>
          </a:ln>
        </p:spPr>
      </p:pic>
      <p:pic>
        <p:nvPicPr>
          <p:cNvPr id="20" name="Picture 150" descr="rewind1">
            <a:hlinkClick r:id="" action="ppaction://hlinkshowjump?jump=firstslide"/>
          </p:cNvPr>
          <p:cNvPicPr>
            <a:picLocks noChangeAspect="1"/>
          </p:cNvPicPr>
          <p:nvPr/>
        </p:nvPicPr>
        <p:blipFill>
          <a:blip r:embed="rId3"/>
          <a:stretch>
            <a:fillRect/>
          </a:stretch>
        </p:blipFill>
        <p:spPr>
          <a:xfrm>
            <a:off x="7875588" y="6551613"/>
            <a:ext cx="306387" cy="306387"/>
          </a:xfrm>
          <a:prstGeom prst="rect">
            <a:avLst/>
          </a:prstGeom>
          <a:noFill/>
          <a:ln w="9525">
            <a:noFill/>
          </a:ln>
        </p:spPr>
      </p:pic>
      <p:pic>
        <p:nvPicPr>
          <p:cNvPr id="22" name="图片 21"/>
          <p:cNvPicPr>
            <a:picLocks noChangeAspect="1"/>
          </p:cNvPicPr>
          <p:nvPr/>
        </p:nvPicPr>
        <p:blipFill>
          <a:blip r:embed="rId4"/>
          <a:stretch>
            <a:fillRect/>
          </a:stretch>
        </p:blipFill>
        <p:spPr>
          <a:xfrm>
            <a:off x="4362450" y="2192655"/>
            <a:ext cx="4364990" cy="2353310"/>
          </a:xfrm>
          <a:prstGeom prst="rect">
            <a:avLst/>
          </a:prstGeom>
          <a:noFill/>
          <a:ln w="9525">
            <a:noFill/>
          </a:ln>
        </p:spPr>
      </p:pic>
      <p:sp>
        <p:nvSpPr>
          <p:cNvPr id="4132" name="直接连接符 6"/>
          <p:cNvSpPr>
            <a:spLocks noChangeShapeType="1"/>
          </p:cNvSpPr>
          <p:nvPr/>
        </p:nvSpPr>
        <p:spPr bwMode="auto">
          <a:xfrm>
            <a:off x="0" y="685662"/>
            <a:ext cx="9144000" cy="0"/>
          </a:xfrm>
          <a:prstGeom prst="line">
            <a:avLst/>
          </a:prstGeom>
          <a:noFill/>
          <a:ln w="28575">
            <a:solidFill>
              <a:srgbClr val="CC3300"/>
            </a:solidFill>
            <a:miter lim="800000"/>
          </a:ln>
          <a:extLst>
            <a:ext uri="{909E8E84-426E-40DD-AFC4-6F175D3DCCD1}">
              <a14:hiddenFill xmlns:a14="http://schemas.microsoft.com/office/drawing/2010/main">
                <a:noFill/>
              </a14:hiddenFill>
            </a:ext>
          </a:extLst>
        </p:spPr>
        <p:txBody>
          <a:bodyPr/>
          <a:lstStyle/>
          <a:p>
            <a:endParaRPr lang="zh-CN" altLang="en-US"/>
          </a:p>
        </p:txBody>
      </p:sp>
      <p:sp>
        <p:nvSpPr>
          <p:cNvPr id="14339" name="Rectangle 34"/>
          <p:cNvSpPr>
            <a:spLocks noChangeArrowheads="1"/>
          </p:cNvSpPr>
          <p:nvPr/>
        </p:nvSpPr>
        <p:spPr bwMode="auto">
          <a:xfrm>
            <a:off x="3687417" y="228600"/>
            <a:ext cx="4846983" cy="533400"/>
          </a:xfrm>
          <a:prstGeom prst="rect">
            <a:avLst/>
          </a:prstGeom>
          <a:noFill/>
          <a:ln>
            <a:noFill/>
          </a:ln>
          <a:effectLst/>
          <a:extLst>
            <a:ext uri="{909E8E84-426E-40DD-AFC4-6F175D3DCCD1}">
              <a14:hiddenFill xmlns:a14="http://schemas.microsoft.com/office/drawing/2010/main">
                <a:gradFill rotWithShape="0">
                  <a:gsLst>
                    <a:gs pos="0">
                      <a:srgbClr val="E5DCB5"/>
                    </a:gs>
                    <a:gs pos="100000">
                      <a:srgbClr val="FDFBF1"/>
                    </a:gs>
                  </a:gsLst>
                  <a:lin ang="0" scaled="1"/>
                </a:gradFill>
              </a14:hiddenFill>
            </a:ext>
            <a:ext uri="{91240B29-F687-4F45-9708-019B960494DF}">
              <a14:hiddenLine xmlns:a14="http://schemas.microsoft.com/office/drawing/2010/main" w="9525">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tIns="36000" bIns="72000" anchor="ctr" anchorCtr="1"/>
          <a:lstStyle>
            <a:lvl1pPr>
              <a:lnSpc>
                <a:spcPct val="120000"/>
              </a:lnSpc>
              <a:buChar char="•"/>
              <a:defRPr kumimoji="1" sz="2000">
                <a:solidFill>
                  <a:srgbClr val="000099"/>
                </a:solidFill>
                <a:latin typeface="Times New Roman" panose="02020603050405020304" pitchFamily="18" charset="0"/>
                <a:ea typeface="华文中宋" panose="02010600040101010101" pitchFamily="2" charset="-122"/>
              </a:defRPr>
            </a:lvl1pPr>
            <a:lvl2pPr marL="742950" indent="-285750">
              <a:lnSpc>
                <a:spcPct val="120000"/>
              </a:lnSpc>
              <a:buChar char="•"/>
              <a:defRPr kumimoji="1" sz="2000">
                <a:solidFill>
                  <a:srgbClr val="000099"/>
                </a:solidFill>
                <a:latin typeface="Times New Roman" panose="02020603050405020304" pitchFamily="18" charset="0"/>
                <a:ea typeface="华文中宋" panose="02010600040101010101" pitchFamily="2" charset="-122"/>
              </a:defRPr>
            </a:lvl2pPr>
            <a:lvl3pPr marL="1143000" indent="-228600">
              <a:lnSpc>
                <a:spcPct val="120000"/>
              </a:lnSpc>
              <a:buChar char="•"/>
              <a:defRPr kumimoji="1" sz="2000">
                <a:solidFill>
                  <a:srgbClr val="000099"/>
                </a:solidFill>
                <a:latin typeface="Times New Roman" panose="02020603050405020304" pitchFamily="18" charset="0"/>
                <a:ea typeface="华文中宋" panose="02010600040101010101" pitchFamily="2" charset="-122"/>
              </a:defRPr>
            </a:lvl3pPr>
            <a:lvl4pPr marL="1600200" indent="-228600">
              <a:lnSpc>
                <a:spcPct val="120000"/>
              </a:lnSpc>
              <a:buChar char="•"/>
              <a:defRPr kumimoji="1" sz="2000">
                <a:solidFill>
                  <a:srgbClr val="000099"/>
                </a:solidFill>
                <a:latin typeface="Times New Roman" panose="02020603050405020304" pitchFamily="18" charset="0"/>
                <a:ea typeface="华文中宋" panose="02010600040101010101" pitchFamily="2" charset="-122"/>
              </a:defRPr>
            </a:lvl4pPr>
            <a:lvl5pPr marL="2057400" indent="-228600">
              <a:lnSpc>
                <a:spcPct val="120000"/>
              </a:lnSpc>
              <a:buChar char="•"/>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lnSpc>
                <a:spcPct val="100000"/>
              </a:lnSpc>
              <a:buFontTx/>
              <a:buNone/>
            </a:pPr>
            <a:r>
              <a:rPr lang="en-US" altLang="zh-CN" sz="3000" dirty="0" smtClean="0">
                <a:solidFill>
                  <a:srgbClr val="CC3300"/>
                </a:solidFill>
                <a:latin typeface="黑体" panose="02010609060101010101" pitchFamily="49" charset="-122"/>
                <a:ea typeface="黑体" panose="02010609060101010101" pitchFamily="49" charset="-122"/>
              </a:rPr>
              <a:t>3.6-5 </a:t>
            </a:r>
            <a:r>
              <a:rPr lang="zh-CN" altLang="en-US" sz="3000" dirty="0" smtClean="0">
                <a:solidFill>
                  <a:srgbClr val="CC3300"/>
                </a:solidFill>
                <a:latin typeface="黑体" panose="02010609060101010101" pitchFamily="49" charset="-122"/>
                <a:ea typeface="黑体" panose="02010609060101010101" pitchFamily="49" charset="-122"/>
              </a:rPr>
              <a:t>滚动轴承的寿命计算</a:t>
            </a:r>
            <a:endParaRPr lang="en-US" altLang="zh-CN" sz="3000" dirty="0">
              <a:solidFill>
                <a:srgbClr val="CC3300"/>
              </a:solidFill>
              <a:latin typeface="黑体" panose="02010609060101010101" pitchFamily="49" charset="-122"/>
              <a:ea typeface="黑体" panose="02010609060101010101" pitchFamily="49" charset="-122"/>
            </a:endParaRPr>
          </a:p>
        </p:txBody>
      </p:sp>
      <p:sp>
        <p:nvSpPr>
          <p:cNvPr id="97283" name="Rectangle 3"/>
          <p:cNvSpPr>
            <a:spLocks noChangeArrowheads="1"/>
          </p:cNvSpPr>
          <p:nvPr/>
        </p:nvSpPr>
        <p:spPr bwMode="auto">
          <a:xfrm>
            <a:off x="-226695" y="4742180"/>
            <a:ext cx="9251950" cy="1273175"/>
          </a:xfrm>
          <a:prstGeom prst="rect">
            <a:avLst/>
          </a:prstGeom>
          <a:noFill/>
          <a:ln>
            <a:noFill/>
          </a:ln>
          <a:effectLst/>
          <a:extLst>
            <a:ext uri="{909E8E84-426E-40DD-AFC4-6F175D3DCCD1}">
              <a14:hiddenFill xmlns:a14="http://schemas.microsoft.com/office/drawing/2010/main">
                <a:gradFill rotWithShape="0">
                  <a:gsLst>
                    <a:gs pos="0">
                      <a:schemeClr val="accent1"/>
                    </a:gs>
                    <a:gs pos="100000">
                      <a:schemeClr val="accent1">
                        <a:gamma/>
                        <a:shade val="46275"/>
                        <a:invGamma/>
                      </a:schemeClr>
                    </a:gs>
                  </a:gsLst>
                  <a:path path="shape">
                    <a:fillToRect l="50000" t="50000" r="50000" b="50000"/>
                  </a:path>
                </a:gra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457200" indent="-457200">
              <a:defRPr kumimoji="1" sz="2400">
                <a:solidFill>
                  <a:schemeClr val="tx1"/>
                </a:solidFill>
                <a:latin typeface="Times New Roman" panose="02020603050405020304" pitchFamily="18" charset="0"/>
                <a:ea typeface="宋体" panose="02010600030101010101" pitchFamily="2" charset="-122"/>
              </a:defRPr>
            </a:lvl1pPr>
            <a:lvl2pPr marL="914400" indent="-457200">
              <a:defRPr kumimoji="1" sz="2400">
                <a:solidFill>
                  <a:schemeClr val="tx1"/>
                </a:solidFill>
                <a:latin typeface="Times New Roman" panose="02020603050405020304" pitchFamily="18" charset="0"/>
                <a:ea typeface="宋体" panose="02010600030101010101" pitchFamily="2" charset="-122"/>
              </a:defRPr>
            </a:lvl2pPr>
            <a:lvl3pPr marL="1371600" indent="-457200">
              <a:defRPr kumimoji="1" sz="2400">
                <a:solidFill>
                  <a:schemeClr val="tx1"/>
                </a:solidFill>
                <a:latin typeface="Times New Roman" panose="02020603050405020304" pitchFamily="18" charset="0"/>
                <a:ea typeface="宋体" panose="02010600030101010101" pitchFamily="2" charset="-122"/>
              </a:defRPr>
            </a:lvl3pPr>
            <a:lvl4pPr marL="1828800" indent="-457200">
              <a:defRPr kumimoji="1" sz="2400">
                <a:solidFill>
                  <a:schemeClr val="tx1"/>
                </a:solidFill>
                <a:latin typeface="Times New Roman" panose="02020603050405020304" pitchFamily="18" charset="0"/>
                <a:ea typeface="宋体" panose="02010600030101010101" pitchFamily="2" charset="-122"/>
              </a:defRPr>
            </a:lvl4pPr>
            <a:lvl5pPr marL="2286000" indent="-457200">
              <a:defRPr kumimoji="1" sz="2400">
                <a:solidFill>
                  <a:schemeClr val="tx1"/>
                </a:solidFill>
                <a:latin typeface="Times New Roman" panose="02020603050405020304" pitchFamily="18" charset="0"/>
                <a:ea typeface="宋体" panose="02010600030101010101" pitchFamily="2" charset="-122"/>
              </a:defRPr>
            </a:lvl5pPr>
            <a:lvl6pPr marL="2743200" indent="-4572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indent="-4572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indent="-4572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indent="-4572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457200" marR="0" lvl="0" indent="0" algn="l" defTabSz="914400" rtl="0" eaLnBrk="0" latinLnBrk="0" hangingPunct="0">
              <a:lnSpc>
                <a:spcPct val="120000"/>
              </a:lnSpc>
              <a:spcBef>
                <a:spcPts val="0"/>
              </a:spcBef>
              <a:spcAft>
                <a:spcPct val="0"/>
              </a:spcAft>
              <a:buClrTx/>
              <a:buSzTx/>
              <a:buFontTx/>
              <a:buNone/>
              <a:defRPr/>
            </a:pPr>
            <a:r>
              <a:rPr kumimoji="1" lang="en-US" altLang="zh-CN" i="0" u="none" strike="noStrike" kern="1200" cap="none" spc="0" normalizeH="0" baseline="0" noProof="0" dirty="0" smtClean="0">
                <a:ln>
                  <a:noFill/>
                </a:ln>
                <a:solidFill>
                  <a:srgbClr val="002060"/>
                </a:solidFill>
                <a:effectLst/>
                <a:uLnTx/>
                <a:uFillTx/>
                <a:latin typeface="黑体" panose="02010609060101010101" pitchFamily="49" charset="-122"/>
                <a:ea typeface="黑体" panose="02010609060101010101" pitchFamily="49" charset="-122"/>
                <a:cs typeface="黑体" panose="02010609060101010101" pitchFamily="49" charset="-122"/>
              </a:rPr>
              <a:t>  </a:t>
            </a:r>
            <a:r>
              <a:rPr kumimoji="1" lang="zh-CN" altLang="en-US" sz="2000" i="0" u="none" strike="noStrike" kern="1200" cap="none" spc="0" normalizeH="0" baseline="0" noProof="0" dirty="0" smtClean="0">
                <a:ln>
                  <a:noFill/>
                </a:ln>
                <a:solidFill>
                  <a:srgbClr val="002060"/>
                </a:solidFill>
                <a:effectLst/>
                <a:uLnTx/>
                <a:uFillTx/>
                <a:latin typeface="黑体" panose="02010609060101010101" pitchFamily="49" charset="-122"/>
                <a:ea typeface="黑体" panose="02010609060101010101" pitchFamily="49" charset="-122"/>
                <a:cs typeface="黑体" panose="02010609060101010101" pitchFamily="49" charset="-122"/>
              </a:rPr>
              <a:t>当径向载荷</a:t>
            </a:r>
            <a:r>
              <a:rPr kumimoji="1" lang="en-US" altLang="zh-CN" sz="2000" i="0" u="none" strike="noStrike" kern="1200" cap="none" spc="0" normalizeH="0" baseline="0" noProof="0" dirty="0" smtClean="0">
                <a:ln>
                  <a:noFill/>
                </a:ln>
                <a:solidFill>
                  <a:srgbClr val="002060"/>
                </a:solidFill>
                <a:effectLst/>
                <a:uLnTx/>
                <a:uFillTx/>
                <a:latin typeface="黑体" panose="02010609060101010101" pitchFamily="49" charset="-122"/>
                <a:ea typeface="黑体" panose="02010609060101010101" pitchFamily="49" charset="-122"/>
                <a:cs typeface="黑体" panose="02010609060101010101" pitchFamily="49" charset="-122"/>
              </a:rPr>
              <a:t>Fr</a:t>
            </a:r>
            <a:r>
              <a:rPr kumimoji="1" lang="zh-CN" altLang="en-US" sz="2000" i="0" u="none" strike="noStrike" kern="1200" cap="none" spc="0" normalizeH="0" baseline="0" noProof="0" dirty="0" smtClean="0">
                <a:ln>
                  <a:noFill/>
                </a:ln>
                <a:solidFill>
                  <a:srgbClr val="002060"/>
                </a:solidFill>
                <a:effectLst/>
                <a:uLnTx/>
                <a:uFillTx/>
                <a:latin typeface="黑体" panose="02010609060101010101" pitchFamily="49" charset="-122"/>
                <a:ea typeface="黑体" panose="02010609060101010101" pitchFamily="49" charset="-122"/>
                <a:cs typeface="黑体" panose="02010609060101010101" pitchFamily="49" charset="-122"/>
              </a:rPr>
              <a:t>和轴向载荷</a:t>
            </a:r>
            <a:r>
              <a:rPr kumimoji="1" lang="en-US" altLang="zh-CN" sz="2000" i="0" u="none" strike="noStrike" kern="1200" cap="none" spc="0" normalizeH="0" baseline="0" noProof="0" dirty="0" smtClean="0">
                <a:ln>
                  <a:noFill/>
                </a:ln>
                <a:solidFill>
                  <a:srgbClr val="002060"/>
                </a:solidFill>
                <a:effectLst/>
                <a:uLnTx/>
                <a:uFillTx/>
                <a:latin typeface="黑体" panose="02010609060101010101" pitchFamily="49" charset="-122"/>
                <a:ea typeface="黑体" panose="02010609060101010101" pitchFamily="49" charset="-122"/>
                <a:cs typeface="黑体" panose="02010609060101010101" pitchFamily="49" charset="-122"/>
              </a:rPr>
              <a:t>Fa</a:t>
            </a:r>
            <a:r>
              <a:rPr kumimoji="1" lang="zh-CN" altLang="en-US" sz="2000" i="0" u="none" strike="noStrike" kern="1200" cap="none" spc="0" normalizeH="0" baseline="0" noProof="0" dirty="0" smtClean="0">
                <a:ln>
                  <a:noFill/>
                </a:ln>
                <a:solidFill>
                  <a:srgbClr val="002060"/>
                </a:solidFill>
                <a:effectLst/>
                <a:uLnTx/>
                <a:uFillTx/>
                <a:latin typeface="黑体" panose="02010609060101010101" pitchFamily="49" charset="-122"/>
                <a:ea typeface="黑体" panose="02010609060101010101" pitchFamily="49" charset="-122"/>
                <a:cs typeface="黑体" panose="02010609060101010101" pitchFamily="49" charset="-122"/>
              </a:rPr>
              <a:t>联合作用时，如果</a:t>
            </a:r>
            <a:r>
              <a:rPr kumimoji="1" lang="zh-CN" altLang="en-US" sz="2000" i="0" u="none" strike="noStrike" kern="1200" cap="none" spc="0" normalizeH="0" baseline="0" noProof="0" dirty="0" smtClean="0">
                <a:ln>
                  <a:noFill/>
                </a:ln>
                <a:solidFill>
                  <a:srgbClr val="FF0000"/>
                </a:solidFill>
                <a:effectLst/>
                <a:uLnTx/>
                <a:uFillTx/>
                <a:latin typeface="黑体" panose="02010609060101010101" pitchFamily="49" charset="-122"/>
                <a:ea typeface="黑体" panose="02010609060101010101" pitchFamily="49" charset="-122"/>
                <a:cs typeface="黑体" panose="02010609060101010101" pitchFamily="49" charset="-122"/>
              </a:rPr>
              <a:t>轴向载荷</a:t>
            </a:r>
            <a:r>
              <a:rPr kumimoji="1" lang="en-US" altLang="zh-CN" sz="2000" i="0" u="none" strike="noStrike" kern="1200" cap="none" spc="0" normalizeH="0" baseline="0" noProof="0" dirty="0" smtClean="0">
                <a:ln>
                  <a:noFill/>
                </a:ln>
                <a:solidFill>
                  <a:srgbClr val="FF0000"/>
                </a:solidFill>
                <a:effectLst/>
                <a:uLnTx/>
                <a:uFillTx/>
                <a:latin typeface="黑体" panose="02010609060101010101" pitchFamily="49" charset="-122"/>
                <a:ea typeface="黑体" panose="02010609060101010101" pitchFamily="49" charset="-122"/>
                <a:cs typeface="黑体" panose="02010609060101010101" pitchFamily="49" charset="-122"/>
              </a:rPr>
              <a:t>Fa</a:t>
            </a:r>
            <a:r>
              <a:rPr kumimoji="1" lang="en-US" altLang="zh-CN" sz="2000" i="0" u="none" strike="noStrike" kern="1200" cap="none" spc="0" normalizeH="0" baseline="0" noProof="0" dirty="0" smtClean="0">
                <a:ln>
                  <a:noFill/>
                </a:ln>
                <a:solidFill>
                  <a:srgbClr val="002060"/>
                </a:solidFill>
                <a:effectLst/>
                <a:uLnTx/>
                <a:uFillTx/>
                <a:latin typeface="黑体" panose="02010609060101010101" pitchFamily="49" charset="-122"/>
                <a:ea typeface="黑体" panose="02010609060101010101" pitchFamily="49" charset="-122"/>
                <a:cs typeface="黑体" panose="02010609060101010101" pitchFamily="49" charset="-122"/>
              </a:rPr>
              <a:t>&gt;</a:t>
            </a:r>
            <a:r>
              <a:rPr kumimoji="1" lang="zh-CN" altLang="en-US" sz="2000" i="0" u="none" strike="noStrike" kern="1200" cap="none" spc="0" normalizeH="0" baseline="0" noProof="0" dirty="0" smtClean="0">
                <a:ln>
                  <a:noFill/>
                </a:ln>
                <a:solidFill>
                  <a:srgbClr val="0000B2"/>
                </a:solidFill>
                <a:effectLst/>
                <a:uLnTx/>
                <a:uFillTx/>
                <a:latin typeface="黑体" panose="02010609060101010101" pitchFamily="49" charset="-122"/>
                <a:ea typeface="黑体" panose="02010609060101010101" pitchFamily="49" charset="-122"/>
                <a:cs typeface="黑体" panose="02010609060101010101" pitchFamily="49" charset="-122"/>
              </a:rPr>
              <a:t>派生轴向力</a:t>
            </a:r>
            <a:r>
              <a:rPr kumimoji="1" lang="en-US" altLang="zh-CN" sz="2000" i="0" u="none" strike="noStrike" kern="1200" cap="none" spc="0" normalizeH="0" baseline="0" noProof="0" dirty="0" smtClean="0">
                <a:ln>
                  <a:noFill/>
                </a:ln>
                <a:solidFill>
                  <a:srgbClr val="0000B2"/>
                </a:solidFill>
                <a:effectLst/>
                <a:uLnTx/>
                <a:uFillTx/>
                <a:latin typeface="黑体" panose="02010609060101010101" pitchFamily="49" charset="-122"/>
                <a:ea typeface="黑体" panose="02010609060101010101" pitchFamily="49" charset="-122"/>
                <a:cs typeface="黑体" panose="02010609060101010101" pitchFamily="49" charset="-122"/>
              </a:rPr>
              <a:t>Fs</a:t>
            </a:r>
            <a:r>
              <a:rPr kumimoji="1" lang="zh-CN" altLang="en-US" sz="2000" i="0" u="none" strike="noStrike" kern="1200" cap="none" spc="0" normalizeH="0" baseline="0" noProof="0" dirty="0" smtClean="0">
                <a:ln>
                  <a:noFill/>
                </a:ln>
                <a:solidFill>
                  <a:srgbClr val="002060"/>
                </a:solidFill>
                <a:effectLst/>
                <a:uLnTx/>
                <a:uFillTx/>
                <a:latin typeface="黑体" panose="02010609060101010101" pitchFamily="49" charset="-122"/>
                <a:ea typeface="黑体" panose="02010609060101010101" pitchFamily="49" charset="-122"/>
                <a:cs typeface="黑体" panose="02010609060101010101" pitchFamily="49" charset="-122"/>
              </a:rPr>
              <a:t>，内、外圈才会靠拢，受载的滚动体逐渐增多。</a:t>
            </a:r>
            <a:endParaRPr kumimoji="1" lang="zh-CN" altLang="en-US" sz="2000" i="0" u="none" strike="noStrike" kern="1200" cap="none" spc="0" normalizeH="0" baseline="0" noProof="0" dirty="0" smtClean="0">
              <a:ln>
                <a:noFill/>
              </a:ln>
              <a:solidFill>
                <a:srgbClr val="002060"/>
              </a:solidFill>
              <a:effectLst/>
              <a:uLnTx/>
              <a:uFillTx/>
              <a:latin typeface="黑体" panose="02010609060101010101" pitchFamily="49" charset="-122"/>
              <a:ea typeface="黑体" panose="02010609060101010101" pitchFamily="49" charset="-122"/>
              <a:cs typeface="黑体" panose="02010609060101010101" pitchFamily="49" charset="-122"/>
            </a:endParaRPr>
          </a:p>
          <a:p>
            <a:pPr marL="457200" marR="0" lvl="0" indent="0" algn="l" defTabSz="914400" rtl="0" eaLnBrk="0" latinLnBrk="0" hangingPunct="0">
              <a:lnSpc>
                <a:spcPct val="120000"/>
              </a:lnSpc>
              <a:spcBef>
                <a:spcPts val="0"/>
              </a:spcBef>
              <a:spcAft>
                <a:spcPct val="0"/>
              </a:spcAft>
              <a:buClrTx/>
              <a:buSzTx/>
              <a:buFontTx/>
              <a:buNone/>
              <a:defRPr/>
            </a:pPr>
            <a:r>
              <a:rPr kumimoji="1" lang="zh-CN" altLang="en-US" sz="2000" i="0" u="none" strike="noStrike" kern="1200" cap="none" spc="0" normalizeH="0" baseline="0" noProof="0" dirty="0" smtClean="0">
                <a:ln>
                  <a:noFill/>
                </a:ln>
                <a:solidFill>
                  <a:srgbClr val="002060"/>
                </a:solidFill>
                <a:effectLst/>
                <a:uLnTx/>
                <a:uFillTx/>
                <a:latin typeface="黑体" panose="02010609060101010101" pitchFamily="49" charset="-122"/>
                <a:ea typeface="黑体" panose="02010609060101010101" pitchFamily="49" charset="-122"/>
                <a:cs typeface="黑体" panose="02010609060101010101" pitchFamily="49" charset="-122"/>
              </a:rPr>
              <a:t>在不同的情况下，受载不同，滚动体上应力变化不同，轴承的寿命也不同。</a:t>
            </a:r>
            <a:endParaRPr kumimoji="1" lang="zh-CN" altLang="en-US" sz="2000" i="0" u="none" strike="noStrike" kern="1200" cap="none" spc="0" normalizeH="0" baseline="0" noProof="0" dirty="0" smtClean="0">
              <a:ln>
                <a:noFill/>
              </a:ln>
              <a:solidFill>
                <a:srgbClr val="002060"/>
              </a:solidFill>
              <a:effectLst/>
              <a:uLnTx/>
              <a:uFillTx/>
              <a:latin typeface="黑体" panose="02010609060101010101" pitchFamily="49" charset="-122"/>
              <a:ea typeface="黑体" panose="02010609060101010101" pitchFamily="49" charset="-122"/>
              <a:cs typeface="黑体" panose="02010609060101010101" pitchFamily="49" charset="-122"/>
            </a:endParaRPr>
          </a:p>
        </p:txBody>
      </p:sp>
      <p:sp>
        <p:nvSpPr>
          <p:cNvPr id="2" name="文本框 1"/>
          <p:cNvSpPr txBox="1"/>
          <p:nvPr/>
        </p:nvSpPr>
        <p:spPr>
          <a:xfrm>
            <a:off x="629920" y="2624455"/>
            <a:ext cx="3345815" cy="1630045"/>
          </a:xfrm>
          <a:prstGeom prst="rect">
            <a:avLst/>
          </a:prstGeom>
          <a:solidFill>
            <a:schemeClr val="tx1">
              <a:lumMod val="20000"/>
              <a:lumOff val="80000"/>
            </a:schemeClr>
          </a:solidFill>
        </p:spPr>
        <p:txBody>
          <a:bodyPr wrap="square" rtlCol="0" anchor="t">
            <a:spAutoFit/>
          </a:bodyPr>
          <a:p>
            <a:pPr marL="457200" marR="0" lvl="0" indent="0" algn="l" defTabSz="914400" rtl="0" eaLnBrk="0" latinLnBrk="0" hangingPunct="0">
              <a:lnSpc>
                <a:spcPts val="4000"/>
              </a:lnSpc>
              <a:spcBef>
                <a:spcPts val="0"/>
              </a:spcBef>
              <a:spcAft>
                <a:spcPct val="0"/>
              </a:spcAft>
              <a:buClrTx/>
              <a:buSzTx/>
              <a:buFontTx/>
              <a:buNone/>
              <a:defRPr/>
            </a:pPr>
            <a:r>
              <a:rPr lang="zh-CN" altLang="en-US" noProof="0" dirty="0" smtClean="0">
                <a:ln>
                  <a:noFill/>
                </a:ln>
                <a:solidFill>
                  <a:srgbClr val="002060"/>
                </a:solidFill>
                <a:effectLst/>
                <a:uLnTx/>
                <a:uFillTx/>
                <a:latin typeface="黑体" panose="02010609060101010101" pitchFamily="49" charset="-122"/>
                <a:ea typeface="黑体" panose="02010609060101010101" pitchFamily="49" charset="-122"/>
                <a:cs typeface="黑体" panose="02010609060101010101" pitchFamily="49" charset="-122"/>
                <a:sym typeface="+mn-ea"/>
              </a:rPr>
              <a:t>计算</a:t>
            </a:r>
            <a:r>
              <a:rPr lang="zh-CN" altLang="en-US" noProof="0" dirty="0" smtClean="0">
                <a:ln>
                  <a:noFill/>
                </a:ln>
                <a:solidFill>
                  <a:srgbClr val="FF0000"/>
                </a:solidFill>
                <a:effectLst/>
                <a:uLnTx/>
                <a:uFillTx/>
                <a:latin typeface="黑体" panose="02010609060101010101" pitchFamily="49" charset="-122"/>
                <a:ea typeface="黑体" panose="02010609060101010101" pitchFamily="49" charset="-122"/>
                <a:cs typeface="黑体" panose="02010609060101010101" pitchFamily="49" charset="-122"/>
                <a:sym typeface="+mn-ea"/>
              </a:rPr>
              <a:t>当量动载荷Ｐ</a:t>
            </a:r>
            <a:r>
              <a:rPr lang="zh-CN" altLang="en-US" noProof="0" dirty="0" smtClean="0">
                <a:ln>
                  <a:noFill/>
                </a:ln>
                <a:solidFill>
                  <a:srgbClr val="002060"/>
                </a:solidFill>
                <a:effectLst/>
                <a:uLnTx/>
                <a:uFillTx/>
                <a:latin typeface="黑体" panose="02010609060101010101" pitchFamily="49" charset="-122"/>
                <a:ea typeface="黑体" panose="02010609060101010101" pitchFamily="49" charset="-122"/>
                <a:cs typeface="黑体" panose="02010609060101010101" pitchFamily="49" charset="-122"/>
                <a:sym typeface="+mn-ea"/>
              </a:rPr>
              <a:t>时，必须将派生轴向力</a:t>
            </a:r>
            <a:r>
              <a:rPr lang="en-US" altLang="zh-CN" noProof="0" dirty="0" smtClean="0">
                <a:ln>
                  <a:noFill/>
                </a:ln>
                <a:solidFill>
                  <a:srgbClr val="002060"/>
                </a:solidFill>
                <a:effectLst/>
                <a:uLnTx/>
                <a:uFillTx/>
                <a:latin typeface="黑体" panose="02010609060101010101" pitchFamily="49" charset="-122"/>
                <a:ea typeface="黑体" panose="02010609060101010101" pitchFamily="49" charset="-122"/>
                <a:cs typeface="黑体" panose="02010609060101010101" pitchFamily="49" charset="-122"/>
                <a:sym typeface="+mn-ea"/>
              </a:rPr>
              <a:t>Fs</a:t>
            </a:r>
            <a:r>
              <a:rPr lang="zh-CN" altLang="en-US" noProof="0" dirty="0" smtClean="0">
                <a:ln>
                  <a:noFill/>
                </a:ln>
                <a:solidFill>
                  <a:srgbClr val="002060"/>
                </a:solidFill>
                <a:effectLst/>
                <a:uLnTx/>
                <a:uFillTx/>
                <a:latin typeface="黑体" panose="02010609060101010101" pitchFamily="49" charset="-122"/>
                <a:ea typeface="黑体" panose="02010609060101010101" pitchFamily="49" charset="-122"/>
                <a:cs typeface="黑体" panose="02010609060101010101" pitchFamily="49" charset="-122"/>
                <a:sym typeface="+mn-ea"/>
              </a:rPr>
              <a:t>考虑进去。</a:t>
            </a:r>
            <a:endParaRPr lang="zh-CN" altLang="en-US"/>
          </a:p>
        </p:txBody>
      </p:sp>
    </p:spTree>
  </p:cSld>
  <p:clrMapOvr>
    <a:masterClrMapping/>
  </p:clrMapOvr>
  <p:transition>
    <p:wipe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1" nodeType="clickEffect">
                                  <p:stCondLst>
                                    <p:cond delay="0"/>
                                  </p:stCondLst>
                                  <p:childTnLst>
                                    <p:set>
                                      <p:cBhvr>
                                        <p:cTn id="6" dur="1" fill="hold">
                                          <p:stCondLst>
                                            <p:cond delay="0"/>
                                          </p:stCondLst>
                                        </p:cTn>
                                        <p:tgtEl>
                                          <p:spTgt spid="96258">
                                            <p:txEl>
                                              <p:pRg st="0" end="0"/>
                                            </p:txEl>
                                          </p:spTgt>
                                        </p:tgtEl>
                                        <p:attrNameLst>
                                          <p:attrName>style.visibility</p:attrName>
                                        </p:attrNameLst>
                                      </p:cBhvr>
                                      <p:to>
                                        <p:strVal val="visible"/>
                                      </p:to>
                                    </p:set>
                                    <p:animEffect transition="in" filter="wipe(up)">
                                      <p:cBhvr>
                                        <p:cTn id="7" dur="500"/>
                                        <p:tgtEl>
                                          <p:spTgt spid="96258">
                                            <p:txEl>
                                              <p:pRg st="0" end="0"/>
                                            </p:txEl>
                                          </p:spTgt>
                                        </p:tgtEl>
                                      </p:cBhvr>
                                    </p:animEffect>
                                  </p:childTnLst>
                                </p:cTn>
                              </p:par>
                            </p:childTnLst>
                          </p:cTn>
                        </p:par>
                        <p:par>
                          <p:cTn id="8" fill="hold">
                            <p:stCondLst>
                              <p:cond delay="500"/>
                            </p:stCondLst>
                            <p:childTnLst>
                              <p:par>
                                <p:cTn id="9" presetID="1" presetClass="entr" presetSubtype="0" fill="hold" nodeType="afterEffect">
                                  <p:stCondLst>
                                    <p:cond delay="0"/>
                                  </p:stCondLst>
                                  <p:childTnLst>
                                    <p:set>
                                      <p:cBhvr>
                                        <p:cTn id="10" dur="1" fill="hold">
                                          <p:stCondLst>
                                            <p:cond delay="499"/>
                                          </p:stCondLst>
                                        </p:cTn>
                                        <p:tgtEl>
                                          <p:spTgt spid="19"/>
                                        </p:tgtEl>
                                        <p:attrNameLst>
                                          <p:attrName>style.visibility</p:attrName>
                                        </p:attrNameLst>
                                      </p:cBhvr>
                                      <p:to>
                                        <p:strVal val="visible"/>
                                      </p:to>
                                    </p:set>
                                  </p:childTnLst>
                                </p:cTn>
                              </p:par>
                            </p:childTnLst>
                          </p:cTn>
                        </p:par>
                        <p:par>
                          <p:cTn id="11" fill="hold">
                            <p:stCondLst>
                              <p:cond delay="1000"/>
                            </p:stCondLst>
                            <p:childTnLst>
                              <p:par>
                                <p:cTn id="12" presetID="1" presetClass="entr" presetSubtype="0" fill="hold" nodeType="afterEffect">
                                  <p:stCondLst>
                                    <p:cond delay="0"/>
                                  </p:stCondLst>
                                  <p:childTnLst>
                                    <p:set>
                                      <p:cBhvr>
                                        <p:cTn id="13" dur="1" fill="hold">
                                          <p:stCondLst>
                                            <p:cond delay="499"/>
                                          </p:stCondLst>
                                        </p:cTn>
                                        <p:tgtEl>
                                          <p:spTgt spid="18"/>
                                        </p:tgtEl>
                                        <p:attrNameLst>
                                          <p:attrName>style.visibility</p:attrName>
                                        </p:attrNameLst>
                                      </p:cBhvr>
                                      <p:to>
                                        <p:strVal val="visible"/>
                                      </p:to>
                                    </p:set>
                                  </p:childTnLst>
                                </p:cTn>
                              </p:par>
                            </p:childTnLst>
                          </p:cTn>
                        </p:par>
                        <p:par>
                          <p:cTn id="14" fill="hold">
                            <p:stCondLst>
                              <p:cond delay="1500"/>
                            </p:stCondLst>
                            <p:childTnLst>
                              <p:par>
                                <p:cTn id="15" presetID="2" presetClass="entr" presetSubtype="8" fill="hold" nodeType="afterEffect">
                                  <p:stCondLst>
                                    <p:cond delay="0"/>
                                  </p:stCondLst>
                                  <p:childTnLst>
                                    <p:set>
                                      <p:cBhvr>
                                        <p:cTn id="16" dur="1" fill="hold">
                                          <p:stCondLst>
                                            <p:cond delay="0"/>
                                          </p:stCondLst>
                                        </p:cTn>
                                        <p:tgtEl>
                                          <p:spTgt spid="20"/>
                                        </p:tgtEl>
                                        <p:attrNameLst>
                                          <p:attrName>style.visibility</p:attrName>
                                        </p:attrNameLst>
                                      </p:cBhvr>
                                      <p:to>
                                        <p:strVal val="visible"/>
                                      </p:to>
                                    </p:set>
                                    <p:anim calcmode="lin" valueType="num">
                                      <p:cBhvr additive="base">
                                        <p:cTn id="17" dur="500" fill="hold"/>
                                        <p:tgtEl>
                                          <p:spTgt spid="20"/>
                                        </p:tgtEl>
                                        <p:attrNameLst>
                                          <p:attrName>ppt_x</p:attrName>
                                        </p:attrNameLst>
                                      </p:cBhvr>
                                      <p:tavLst>
                                        <p:tav tm="0">
                                          <p:val>
                                            <p:strVal val="0-#ppt_w/2"/>
                                          </p:val>
                                        </p:tav>
                                        <p:tav tm="100000">
                                          <p:val>
                                            <p:strVal val="#ppt_x"/>
                                          </p:val>
                                        </p:tav>
                                      </p:tavLst>
                                    </p:anim>
                                    <p:anim calcmode="lin" valueType="num">
                                      <p:cBhvr additive="base">
                                        <p:cTn id="18" dur="500" fill="hold"/>
                                        <p:tgtEl>
                                          <p:spTgt spid="20"/>
                                        </p:tgtEl>
                                        <p:attrNameLst>
                                          <p:attrName>ppt_y</p:attrName>
                                        </p:attrNameLst>
                                      </p:cBhvr>
                                      <p:tavLst>
                                        <p:tav tm="0">
                                          <p:val>
                                            <p:strVal val="#ppt_y"/>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2" presetClass="entr" presetSubtype="4" fill="hold" nodeType="clickEffect">
                                  <p:stCondLst>
                                    <p:cond delay="0"/>
                                  </p:stCondLst>
                                  <p:childTnLst>
                                    <p:set>
                                      <p:cBhvr>
                                        <p:cTn id="22" dur="1" fill="hold">
                                          <p:stCondLst>
                                            <p:cond delay="0"/>
                                          </p:stCondLst>
                                        </p:cTn>
                                        <p:tgtEl>
                                          <p:spTgt spid="22"/>
                                        </p:tgtEl>
                                        <p:attrNameLst>
                                          <p:attrName>style.visibility</p:attrName>
                                        </p:attrNameLst>
                                      </p:cBhvr>
                                      <p:to>
                                        <p:strVal val="visible"/>
                                      </p:to>
                                    </p:set>
                                    <p:animEffect transition="in" filter="wipe(down)">
                                      <p:cBhvr>
                                        <p:cTn id="23" dur="500"/>
                                        <p:tgtEl>
                                          <p:spTgt spid="22"/>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8" fill="hold" grpId="0" nodeType="clickEffect">
                                  <p:stCondLst>
                                    <p:cond delay="0"/>
                                  </p:stCondLst>
                                  <p:childTnLst>
                                    <p:set>
                                      <p:cBhvr>
                                        <p:cTn id="27" dur="1" fill="hold">
                                          <p:stCondLst>
                                            <p:cond delay="0"/>
                                          </p:stCondLst>
                                        </p:cTn>
                                        <p:tgtEl>
                                          <p:spTgt spid="97283"/>
                                        </p:tgtEl>
                                        <p:attrNameLst>
                                          <p:attrName>style.visibility</p:attrName>
                                        </p:attrNameLst>
                                      </p:cBhvr>
                                      <p:to>
                                        <p:strVal val="visible"/>
                                      </p:to>
                                    </p:set>
                                    <p:animEffect transition="in" filter="wipe(left)">
                                      <p:cBhvr>
                                        <p:cTn id="28" dur="500"/>
                                        <p:tgtEl>
                                          <p:spTgt spid="97283"/>
                                        </p:tgtEl>
                                      </p:cBhvr>
                                    </p:animEffect>
                                  </p:childTnLst>
                                </p:cTn>
                              </p:par>
                            </p:childTnLst>
                          </p:cTn>
                        </p:par>
                      </p:childTnLst>
                    </p:cTn>
                  </p:par>
                  <p:par>
                    <p:cTn id="29" fill="hold">
                      <p:stCondLst>
                        <p:cond delay="indefinite"/>
                      </p:stCondLst>
                      <p:childTnLst>
                        <p:par>
                          <p:cTn id="30" fill="hold">
                            <p:stCondLst>
                              <p:cond delay="0"/>
                            </p:stCondLst>
                            <p:childTnLst>
                              <p:par>
                                <p:cTn id="31" presetID="22" presetClass="entr" presetSubtype="1" fill="hold" grpId="0" nodeType="clickEffect">
                                  <p:stCondLst>
                                    <p:cond delay="0"/>
                                  </p:stCondLst>
                                  <p:childTnLst>
                                    <p:set>
                                      <p:cBhvr>
                                        <p:cTn id="32" dur="1" fill="hold">
                                          <p:stCondLst>
                                            <p:cond delay="0"/>
                                          </p:stCondLst>
                                        </p:cTn>
                                        <p:tgtEl>
                                          <p:spTgt spid="2"/>
                                        </p:tgtEl>
                                        <p:attrNameLst>
                                          <p:attrName>style.visibility</p:attrName>
                                        </p:attrNameLst>
                                      </p:cBhvr>
                                      <p:to>
                                        <p:strVal val="visible"/>
                                      </p:to>
                                    </p:set>
                                    <p:animEffect transition="in" filter="wipe(up)">
                                      <p:cBhvr>
                                        <p:cTn id="33"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6258" grpId="0" build="p"/>
      <p:bldP spid="97283" grpId="0" bldLvl="0" animBg="1"/>
      <p:bldP spid="96258" grpId="1" build="p"/>
      <p:bldP spid="2" grpId="0" bldLvl="0" animBg="1"/>
    </p:bld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8306" name="Rectangle 2"/>
          <p:cNvSpPr>
            <a:spLocks noChangeArrowheads="1"/>
          </p:cNvSpPr>
          <p:nvPr/>
        </p:nvSpPr>
        <p:spPr bwMode="auto">
          <a:xfrm>
            <a:off x="808990" y="3207862"/>
            <a:ext cx="1480820" cy="368300"/>
          </a:xfrm>
          <a:prstGeom prst="rect">
            <a:avLst/>
          </a:prstGeom>
          <a:noFill/>
          <a:ln>
            <a:noFill/>
          </a:ln>
          <a:effectLst/>
          <a:extLst>
            <a:ext uri="{909E8E84-426E-40DD-AFC4-6F175D3DCCD1}">
              <a14:hiddenFill xmlns:a14="http://schemas.microsoft.com/office/drawing/2010/main">
                <a:gradFill rotWithShape="0">
                  <a:gsLst>
                    <a:gs pos="0">
                      <a:schemeClr val="accent1"/>
                    </a:gs>
                    <a:gs pos="100000">
                      <a:schemeClr val="accent1">
                        <a:gamma/>
                        <a:shade val="46275"/>
                        <a:invGamma/>
                      </a:schemeClr>
                    </a:gs>
                  </a:gsLst>
                  <a:path path="shape">
                    <a:fillToRect l="50000" t="50000" r="50000" b="50000"/>
                  </a:path>
                </a:gra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marL="0" marR="0" lvl="0" indent="0" algn="ctr" defTabSz="914400" rtl="0" eaLnBrk="0" fontAlgn="base" latinLnBrk="0" hangingPunct="0">
              <a:lnSpc>
                <a:spcPct val="100000"/>
              </a:lnSpc>
              <a:spcBef>
                <a:spcPct val="0"/>
              </a:spcBef>
              <a:spcAft>
                <a:spcPct val="0"/>
              </a:spcAft>
              <a:buClrTx/>
              <a:buSzTx/>
              <a:buFontTx/>
              <a:buNone/>
              <a:defRPr/>
            </a:pPr>
            <a:r>
              <a:rPr kumimoji="1" lang="en-US" altLang="zh-CN" sz="1800" b="0" i="0" u="none" strike="noStrike" kern="1200" cap="none" spc="0" normalizeH="0" baseline="0" noProof="0" dirty="0">
                <a:ln>
                  <a:noFill/>
                </a:ln>
                <a:solidFill>
                  <a:schemeClr val="tx1"/>
                </a:solidFill>
                <a:effectLst>
                  <a:outerShdw blurRad="38100" dist="38100" dir="2700000" algn="tl">
                    <a:srgbClr val="FFFFFF"/>
                  </a:outerShdw>
                </a:effectLst>
                <a:uLnTx/>
                <a:uFillTx/>
                <a:latin typeface="华文中宋" panose="02010600040101010101" pitchFamily="2" charset="-122"/>
                <a:ea typeface="华文中宋" panose="02010600040101010101" pitchFamily="2" charset="-122"/>
                <a:cs typeface="+mn-cs"/>
              </a:rPr>
              <a:t>F</a:t>
            </a:r>
            <a:r>
              <a:rPr kumimoji="1" lang="en-US" altLang="zh-CN" sz="1800" b="0" i="0" u="none" strike="noStrike" kern="1200" cap="none" spc="0" normalizeH="0" baseline="-25000" noProof="0" dirty="0">
                <a:ln>
                  <a:noFill/>
                </a:ln>
                <a:solidFill>
                  <a:schemeClr val="tx1"/>
                </a:solidFill>
                <a:effectLst>
                  <a:outerShdw blurRad="38100" dist="38100" dir="2700000" algn="tl">
                    <a:srgbClr val="FFFFFF"/>
                  </a:outerShdw>
                </a:effectLst>
                <a:uLnTx/>
                <a:uFillTx/>
                <a:latin typeface="华文中宋" panose="02010600040101010101" pitchFamily="2" charset="-122"/>
                <a:ea typeface="华文中宋" panose="02010600040101010101" pitchFamily="2" charset="-122"/>
                <a:cs typeface="+mn-cs"/>
              </a:rPr>
              <a:t>a-</a:t>
            </a:r>
            <a:r>
              <a:rPr kumimoji="1" lang="en-US" altLang="zh-CN" sz="1800" b="0" i="0" u="none" strike="noStrike" kern="1200" cap="none" spc="0" normalizeH="0" baseline="0" noProof="0" dirty="0">
                <a:ln>
                  <a:noFill/>
                </a:ln>
                <a:solidFill>
                  <a:schemeClr val="tx1"/>
                </a:solidFill>
                <a:effectLst>
                  <a:outerShdw blurRad="38100" dist="38100" dir="2700000" algn="tl">
                    <a:srgbClr val="FFFFFF"/>
                  </a:outerShdw>
                </a:effectLst>
                <a:uLnTx/>
                <a:uFillTx/>
                <a:latin typeface="华文中宋" panose="02010600040101010101" pitchFamily="2" charset="-122"/>
                <a:ea typeface="华文中宋" panose="02010600040101010101" pitchFamily="2" charset="-122"/>
                <a:cs typeface="+mn-cs"/>
              </a:rPr>
              <a:t>-</a:t>
            </a:r>
            <a:r>
              <a:rPr kumimoji="1" lang="zh-CN" altLang="en-US" sz="1800" b="0" i="0" u="none" strike="noStrike" kern="1200" cap="none" spc="0" normalizeH="0" baseline="0" noProof="0" dirty="0">
                <a:ln>
                  <a:noFill/>
                </a:ln>
                <a:solidFill>
                  <a:schemeClr val="tx1"/>
                </a:solidFill>
                <a:effectLst>
                  <a:outerShdw blurRad="38100" dist="38100" dir="2700000" algn="tl">
                    <a:srgbClr val="FFFFFF"/>
                  </a:outerShdw>
                </a:effectLst>
                <a:uLnTx/>
                <a:uFillTx/>
                <a:latin typeface="华文中宋" panose="02010600040101010101" pitchFamily="2" charset="-122"/>
                <a:ea typeface="华文中宋" panose="02010600040101010101" pitchFamily="2" charset="-122"/>
                <a:cs typeface="+mn-cs"/>
              </a:rPr>
              <a:t>轴向载荷</a:t>
            </a:r>
            <a:endParaRPr kumimoji="1" lang="zh-CN" altLang="en-US" sz="1800" b="0" i="0" u="none" strike="noStrike" kern="1200" cap="none" spc="0" normalizeH="0" baseline="0" noProof="0" dirty="0">
              <a:ln>
                <a:noFill/>
              </a:ln>
              <a:solidFill>
                <a:schemeClr val="tx1"/>
              </a:solidFill>
              <a:effectLst>
                <a:outerShdw blurRad="38100" dist="38100" dir="2700000" algn="tl">
                  <a:srgbClr val="FFFFFF"/>
                </a:outerShdw>
              </a:effectLst>
              <a:uLnTx/>
              <a:uFillTx/>
              <a:latin typeface="华文中宋" panose="02010600040101010101" pitchFamily="2" charset="-122"/>
              <a:ea typeface="华文中宋" panose="02010600040101010101" pitchFamily="2" charset="-122"/>
              <a:cs typeface="+mn-cs"/>
            </a:endParaRPr>
          </a:p>
        </p:txBody>
      </p:sp>
      <p:grpSp>
        <p:nvGrpSpPr>
          <p:cNvPr id="98308" name="Group 4"/>
          <p:cNvGrpSpPr/>
          <p:nvPr/>
        </p:nvGrpSpPr>
        <p:grpSpPr>
          <a:xfrm>
            <a:off x="615315" y="1503680"/>
            <a:ext cx="3419475" cy="517525"/>
            <a:chOff x="3054" y="1519"/>
            <a:chExt cx="2064" cy="227"/>
          </a:xfrm>
        </p:grpSpPr>
        <p:sp>
          <p:nvSpPr>
            <p:cNvPr id="56349" name="Line 5"/>
            <p:cNvSpPr/>
            <p:nvPr/>
          </p:nvSpPr>
          <p:spPr>
            <a:xfrm>
              <a:off x="3054" y="1636"/>
              <a:ext cx="2064" cy="0"/>
            </a:xfrm>
            <a:prstGeom prst="line">
              <a:avLst/>
            </a:prstGeom>
            <a:ln w="57150" cap="flat" cmpd="sng">
              <a:solidFill>
                <a:srgbClr val="000000"/>
              </a:solidFill>
              <a:prstDash val="solid"/>
              <a:headEnd type="none" w="med" len="med"/>
              <a:tailEnd type="none" w="med" len="med"/>
            </a:ln>
          </p:spPr>
        </p:sp>
        <p:sp>
          <p:nvSpPr>
            <p:cNvPr id="98310" name="Rectangle 6"/>
            <p:cNvSpPr>
              <a:spLocks noChangeArrowheads="1"/>
            </p:cNvSpPr>
            <p:nvPr/>
          </p:nvSpPr>
          <p:spPr bwMode="auto">
            <a:xfrm rot="620913">
              <a:off x="3088" y="1687"/>
              <a:ext cx="163" cy="47"/>
            </a:xfrm>
            <a:prstGeom prst="rect">
              <a:avLst/>
            </a:prstGeom>
            <a:gradFill rotWithShape="0">
              <a:gsLst>
                <a:gs pos="0">
                  <a:schemeClr val="accent1"/>
                </a:gs>
                <a:gs pos="100000">
                  <a:schemeClr val="accent1">
                    <a:gamma/>
                    <a:shade val="46275"/>
                    <a:invGamma/>
                  </a:schemeClr>
                </a:gs>
              </a:gsLst>
              <a:path path="shape">
                <a:fillToRect l="50000" t="50000" r="50000" b="50000"/>
              </a:path>
            </a:gradFill>
            <a:ln w="28575">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en-US" sz="2000" b="0" i="0" u="none" strike="noStrike" kern="1200" cap="none" spc="0" normalizeH="0" baseline="0" noProof="0">
                <a:ln>
                  <a:noFill/>
                </a:ln>
                <a:solidFill>
                  <a:srgbClr val="000099"/>
                </a:solidFill>
                <a:effectLst/>
                <a:uLnTx/>
                <a:uFillTx/>
                <a:latin typeface="Times New Roman" panose="02020603050405020304" pitchFamily="18" charset="0"/>
                <a:ea typeface="华文中宋" panose="02010600040101010101" pitchFamily="2" charset="-122"/>
                <a:cs typeface="+mn-cs"/>
              </a:endParaRPr>
            </a:p>
          </p:txBody>
        </p:sp>
        <p:sp>
          <p:nvSpPr>
            <p:cNvPr id="98311" name="Rectangle 7"/>
            <p:cNvSpPr>
              <a:spLocks noChangeArrowheads="1"/>
            </p:cNvSpPr>
            <p:nvPr/>
          </p:nvSpPr>
          <p:spPr bwMode="auto">
            <a:xfrm rot="-952181">
              <a:off x="3094" y="1519"/>
              <a:ext cx="163" cy="47"/>
            </a:xfrm>
            <a:prstGeom prst="rect">
              <a:avLst/>
            </a:prstGeom>
            <a:gradFill rotWithShape="0">
              <a:gsLst>
                <a:gs pos="0">
                  <a:schemeClr val="accent1"/>
                </a:gs>
                <a:gs pos="100000">
                  <a:schemeClr val="accent1">
                    <a:gamma/>
                    <a:shade val="46275"/>
                    <a:invGamma/>
                  </a:schemeClr>
                </a:gs>
              </a:gsLst>
              <a:path path="shape">
                <a:fillToRect l="50000" t="50000" r="50000" b="50000"/>
              </a:path>
            </a:gradFill>
            <a:ln w="28575">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en-US" sz="2000" b="0" i="0" u="none" strike="noStrike" kern="1200" cap="none" spc="0" normalizeH="0" baseline="0" noProof="0">
                <a:ln>
                  <a:noFill/>
                </a:ln>
                <a:solidFill>
                  <a:srgbClr val="000099"/>
                </a:solidFill>
                <a:effectLst/>
                <a:uLnTx/>
                <a:uFillTx/>
                <a:latin typeface="Times New Roman" panose="02020603050405020304" pitchFamily="18" charset="0"/>
                <a:ea typeface="华文中宋" panose="02010600040101010101" pitchFamily="2" charset="-122"/>
                <a:cs typeface="+mn-cs"/>
              </a:endParaRPr>
            </a:p>
          </p:txBody>
        </p:sp>
        <p:sp>
          <p:nvSpPr>
            <p:cNvPr id="98312" name="Rectangle 8"/>
            <p:cNvSpPr>
              <a:spLocks noChangeArrowheads="1"/>
            </p:cNvSpPr>
            <p:nvPr/>
          </p:nvSpPr>
          <p:spPr bwMode="auto">
            <a:xfrm rot="620913">
              <a:off x="4888" y="1525"/>
              <a:ext cx="163" cy="47"/>
            </a:xfrm>
            <a:prstGeom prst="rect">
              <a:avLst/>
            </a:prstGeom>
            <a:gradFill rotWithShape="0">
              <a:gsLst>
                <a:gs pos="0">
                  <a:schemeClr val="accent1"/>
                </a:gs>
                <a:gs pos="100000">
                  <a:schemeClr val="accent1">
                    <a:gamma/>
                    <a:shade val="46275"/>
                    <a:invGamma/>
                  </a:schemeClr>
                </a:gs>
              </a:gsLst>
              <a:path path="shape">
                <a:fillToRect l="50000" t="50000" r="50000" b="50000"/>
              </a:path>
            </a:gradFill>
            <a:ln w="28575">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en-US" sz="2000" b="0" i="0" u="none" strike="noStrike" kern="1200" cap="none" spc="0" normalizeH="0" baseline="0" noProof="0">
                <a:ln>
                  <a:noFill/>
                </a:ln>
                <a:solidFill>
                  <a:srgbClr val="000099"/>
                </a:solidFill>
                <a:effectLst/>
                <a:uLnTx/>
                <a:uFillTx/>
                <a:latin typeface="Times New Roman" panose="02020603050405020304" pitchFamily="18" charset="0"/>
                <a:ea typeface="华文中宋" panose="02010600040101010101" pitchFamily="2" charset="-122"/>
                <a:cs typeface="+mn-cs"/>
              </a:endParaRPr>
            </a:p>
          </p:txBody>
        </p:sp>
        <p:sp>
          <p:nvSpPr>
            <p:cNvPr id="98313" name="Rectangle 9"/>
            <p:cNvSpPr>
              <a:spLocks noChangeArrowheads="1"/>
            </p:cNvSpPr>
            <p:nvPr/>
          </p:nvSpPr>
          <p:spPr bwMode="auto">
            <a:xfrm rot="-952181">
              <a:off x="3100" y="1525"/>
              <a:ext cx="163" cy="47"/>
            </a:xfrm>
            <a:prstGeom prst="rect">
              <a:avLst/>
            </a:prstGeom>
            <a:gradFill rotWithShape="0">
              <a:gsLst>
                <a:gs pos="0">
                  <a:schemeClr val="accent1"/>
                </a:gs>
                <a:gs pos="100000">
                  <a:schemeClr val="accent1">
                    <a:gamma/>
                    <a:shade val="46275"/>
                    <a:invGamma/>
                  </a:schemeClr>
                </a:gs>
              </a:gsLst>
              <a:path path="shape">
                <a:fillToRect l="50000" t="50000" r="50000" b="50000"/>
              </a:path>
            </a:gradFill>
            <a:ln w="28575">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en-US" sz="2000" b="0" i="0" u="none" strike="noStrike" kern="1200" cap="none" spc="0" normalizeH="0" baseline="0" noProof="0">
                <a:ln>
                  <a:noFill/>
                </a:ln>
                <a:solidFill>
                  <a:srgbClr val="000099"/>
                </a:solidFill>
                <a:effectLst/>
                <a:uLnTx/>
                <a:uFillTx/>
                <a:latin typeface="Times New Roman" panose="02020603050405020304" pitchFamily="18" charset="0"/>
                <a:ea typeface="华文中宋" panose="02010600040101010101" pitchFamily="2" charset="-122"/>
                <a:cs typeface="+mn-cs"/>
              </a:endParaRPr>
            </a:p>
          </p:txBody>
        </p:sp>
        <p:sp>
          <p:nvSpPr>
            <p:cNvPr id="98314" name="Rectangle 10"/>
            <p:cNvSpPr>
              <a:spLocks noChangeArrowheads="1"/>
            </p:cNvSpPr>
            <p:nvPr/>
          </p:nvSpPr>
          <p:spPr bwMode="auto">
            <a:xfrm rot="-952181">
              <a:off x="4888" y="1699"/>
              <a:ext cx="163" cy="47"/>
            </a:xfrm>
            <a:prstGeom prst="rect">
              <a:avLst/>
            </a:prstGeom>
            <a:gradFill rotWithShape="0">
              <a:gsLst>
                <a:gs pos="0">
                  <a:schemeClr val="accent1"/>
                </a:gs>
                <a:gs pos="100000">
                  <a:schemeClr val="accent1">
                    <a:gamma/>
                    <a:shade val="46275"/>
                    <a:invGamma/>
                  </a:schemeClr>
                </a:gs>
              </a:gsLst>
              <a:path path="shape">
                <a:fillToRect l="50000" t="50000" r="50000" b="50000"/>
              </a:path>
            </a:gradFill>
            <a:ln w="28575">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en-US" sz="2000" b="0" i="0" u="none" strike="noStrike" kern="1200" cap="none" spc="0" normalizeH="0" baseline="0" noProof="0">
                <a:ln>
                  <a:noFill/>
                </a:ln>
                <a:solidFill>
                  <a:srgbClr val="000099"/>
                </a:solidFill>
                <a:effectLst/>
                <a:uLnTx/>
                <a:uFillTx/>
                <a:latin typeface="Times New Roman" panose="02020603050405020304" pitchFamily="18" charset="0"/>
                <a:ea typeface="华文中宋" panose="02010600040101010101" pitchFamily="2" charset="-122"/>
                <a:cs typeface="+mn-cs"/>
              </a:endParaRPr>
            </a:p>
          </p:txBody>
        </p:sp>
      </p:grpSp>
      <p:sp>
        <p:nvSpPr>
          <p:cNvPr id="98315" name="AutoShape 11"/>
          <p:cNvSpPr/>
          <p:nvPr/>
        </p:nvSpPr>
        <p:spPr>
          <a:xfrm>
            <a:off x="808990" y="1805623"/>
            <a:ext cx="55563" cy="539750"/>
          </a:xfrm>
          <a:prstGeom prst="upArrow">
            <a:avLst>
              <a:gd name="adj1" fmla="val 50000"/>
              <a:gd name="adj2" fmla="val 242854"/>
            </a:avLst>
          </a:prstGeom>
          <a:solidFill>
            <a:srgbClr val="FF0000"/>
          </a:solidFill>
          <a:ln w="9525" cap="flat" cmpd="sng">
            <a:solidFill>
              <a:srgbClr val="FF0000"/>
            </a:solidFill>
            <a:prstDash val="solid"/>
            <a:miter/>
            <a:headEnd type="none" w="med" len="med"/>
            <a:tailEnd type="none" w="med" len="med"/>
          </a:ln>
        </p:spPr>
        <p:txBody>
          <a:bodyPr wrap="none" anchor="ctr" anchorCtr="0"/>
          <a:p>
            <a:endParaRPr lang="zh-CN" altLang="en-US" dirty="0">
              <a:latin typeface="Times New Roman" panose="02020603050405020304" pitchFamily="18" charset="0"/>
            </a:endParaRPr>
          </a:p>
        </p:txBody>
      </p:sp>
      <p:sp>
        <p:nvSpPr>
          <p:cNvPr id="98316" name="AutoShape 12"/>
          <p:cNvSpPr/>
          <p:nvPr/>
        </p:nvSpPr>
        <p:spPr>
          <a:xfrm>
            <a:off x="3657283" y="1778953"/>
            <a:ext cx="74612" cy="561975"/>
          </a:xfrm>
          <a:prstGeom prst="upArrow">
            <a:avLst>
              <a:gd name="adj1" fmla="val 50000"/>
              <a:gd name="adj2" fmla="val 188299"/>
            </a:avLst>
          </a:prstGeom>
          <a:solidFill>
            <a:srgbClr val="FF0000"/>
          </a:solidFill>
          <a:ln w="9525" cap="flat" cmpd="sng">
            <a:solidFill>
              <a:srgbClr val="FF0000"/>
            </a:solidFill>
            <a:prstDash val="solid"/>
            <a:miter/>
            <a:headEnd type="none" w="med" len="med"/>
            <a:tailEnd type="none" w="med" len="med"/>
          </a:ln>
        </p:spPr>
        <p:txBody>
          <a:bodyPr wrap="none" anchor="ctr" anchorCtr="0"/>
          <a:p>
            <a:endParaRPr lang="zh-CN" altLang="en-US" dirty="0">
              <a:latin typeface="Times New Roman" panose="02020603050405020304" pitchFamily="18" charset="0"/>
            </a:endParaRPr>
          </a:p>
        </p:txBody>
      </p:sp>
      <p:sp>
        <p:nvSpPr>
          <p:cNvPr id="98318" name="AutoShape 14"/>
          <p:cNvSpPr/>
          <p:nvPr/>
        </p:nvSpPr>
        <p:spPr>
          <a:xfrm rot="10800000">
            <a:off x="2245678" y="1603375"/>
            <a:ext cx="571500" cy="87313"/>
          </a:xfrm>
          <a:prstGeom prst="leftArrow">
            <a:avLst>
              <a:gd name="adj1" fmla="val 50000"/>
              <a:gd name="adj2" fmla="val 163635"/>
            </a:avLst>
          </a:prstGeom>
          <a:solidFill>
            <a:srgbClr val="FF0000"/>
          </a:solidFill>
          <a:ln w="9525" cap="flat" cmpd="sng">
            <a:solidFill>
              <a:srgbClr val="FF0000"/>
            </a:solidFill>
            <a:prstDash val="solid"/>
            <a:miter/>
            <a:headEnd type="none" w="med" len="med"/>
            <a:tailEnd type="none" w="med" len="med"/>
          </a:ln>
        </p:spPr>
        <p:txBody>
          <a:bodyPr wrap="none" anchor="ctr" anchorCtr="0"/>
          <a:p>
            <a:pPr algn="ctr"/>
            <a:endParaRPr lang="zh-CN" altLang="zh-CN" sz="4400" dirty="0">
              <a:solidFill>
                <a:srgbClr val="FF0000"/>
              </a:solidFill>
              <a:latin typeface="Times New Roman" panose="02020603050405020304" pitchFamily="18" charset="0"/>
              <a:ea typeface="黑体" panose="02010609060101010101" pitchFamily="49" charset="-122"/>
            </a:endParaRPr>
          </a:p>
        </p:txBody>
      </p:sp>
      <p:sp>
        <p:nvSpPr>
          <p:cNvPr id="98319" name="AutoShape 15"/>
          <p:cNvSpPr/>
          <p:nvPr/>
        </p:nvSpPr>
        <p:spPr>
          <a:xfrm>
            <a:off x="837883" y="1635125"/>
            <a:ext cx="517525" cy="106363"/>
          </a:xfrm>
          <a:prstGeom prst="rightArrow">
            <a:avLst>
              <a:gd name="adj1" fmla="val 50000"/>
              <a:gd name="adj2" fmla="val 121641"/>
            </a:avLst>
          </a:prstGeom>
          <a:solidFill>
            <a:srgbClr val="FF6600"/>
          </a:solidFill>
          <a:ln w="9525">
            <a:noFill/>
          </a:ln>
        </p:spPr>
        <p:txBody>
          <a:bodyPr wrap="none" anchor="ctr" anchorCtr="0"/>
          <a:p>
            <a:endParaRPr lang="zh-CN" altLang="en-US" dirty="0">
              <a:latin typeface="Times New Roman" panose="02020603050405020304" pitchFamily="18" charset="0"/>
            </a:endParaRPr>
          </a:p>
        </p:txBody>
      </p:sp>
      <p:sp>
        <p:nvSpPr>
          <p:cNvPr id="98320" name="AutoShape 16"/>
          <p:cNvSpPr/>
          <p:nvPr/>
        </p:nvSpPr>
        <p:spPr>
          <a:xfrm>
            <a:off x="3215958" y="1603375"/>
            <a:ext cx="484187" cy="106363"/>
          </a:xfrm>
          <a:prstGeom prst="leftArrow">
            <a:avLst>
              <a:gd name="adj1" fmla="val 50000"/>
              <a:gd name="adj2" fmla="val 113805"/>
            </a:avLst>
          </a:prstGeom>
          <a:solidFill>
            <a:srgbClr val="FF6600"/>
          </a:solidFill>
          <a:ln w="9525">
            <a:noFill/>
          </a:ln>
        </p:spPr>
        <p:txBody>
          <a:bodyPr wrap="none" anchor="ctr" anchorCtr="0"/>
          <a:p>
            <a:endParaRPr lang="zh-CN" altLang="en-US" dirty="0">
              <a:latin typeface="Times New Roman" panose="02020603050405020304" pitchFamily="18" charset="0"/>
            </a:endParaRPr>
          </a:p>
        </p:txBody>
      </p:sp>
      <p:sp>
        <p:nvSpPr>
          <p:cNvPr id="98324" name="Rectangle 20"/>
          <p:cNvSpPr/>
          <p:nvPr/>
        </p:nvSpPr>
        <p:spPr>
          <a:xfrm>
            <a:off x="3374867" y="1022033"/>
            <a:ext cx="470535" cy="460375"/>
          </a:xfrm>
          <a:prstGeom prst="rect">
            <a:avLst/>
          </a:prstGeom>
          <a:noFill/>
          <a:ln w="9525">
            <a:noFill/>
          </a:ln>
        </p:spPr>
        <p:txBody>
          <a:bodyPr wrap="none" anchor="ctr" anchorCtr="0">
            <a:spAutoFit/>
          </a:bodyPr>
          <a:p>
            <a:pPr indent="0" algn="ctr">
              <a:buNone/>
            </a:pPr>
            <a:r>
              <a:rPr lang="en-US" altLang="zh-CN" dirty="0">
                <a:solidFill>
                  <a:srgbClr val="FF6600"/>
                </a:solidFill>
                <a:latin typeface="Times New Roman" panose="02020603050405020304" pitchFamily="18" charset="0"/>
                <a:ea typeface="黑体" panose="02010609060101010101" pitchFamily="49" charset="-122"/>
              </a:rPr>
              <a:t>F</a:t>
            </a:r>
            <a:r>
              <a:rPr lang="en-US" altLang="zh-CN" baseline="-25000" dirty="0">
                <a:solidFill>
                  <a:srgbClr val="FF6600"/>
                </a:solidFill>
                <a:latin typeface="Times New Roman" panose="02020603050405020304" pitchFamily="18" charset="0"/>
                <a:ea typeface="黑体" panose="02010609060101010101" pitchFamily="49" charset="-122"/>
              </a:rPr>
              <a:t>s2</a:t>
            </a:r>
            <a:endParaRPr lang="en-US" altLang="zh-CN" baseline="-25000" dirty="0">
              <a:solidFill>
                <a:srgbClr val="FF6600"/>
              </a:solidFill>
              <a:latin typeface="Times New Roman" panose="02020603050405020304" pitchFamily="18" charset="0"/>
              <a:ea typeface="黑体" panose="02010609060101010101" pitchFamily="49" charset="-122"/>
            </a:endParaRPr>
          </a:p>
        </p:txBody>
      </p:sp>
      <p:sp>
        <p:nvSpPr>
          <p:cNvPr id="98325" name="Rectangle 21"/>
          <p:cNvSpPr/>
          <p:nvPr/>
        </p:nvSpPr>
        <p:spPr>
          <a:xfrm>
            <a:off x="1355567" y="1286828"/>
            <a:ext cx="498475" cy="460375"/>
          </a:xfrm>
          <a:prstGeom prst="rect">
            <a:avLst/>
          </a:prstGeom>
          <a:noFill/>
          <a:ln w="9525">
            <a:noFill/>
          </a:ln>
        </p:spPr>
        <p:txBody>
          <a:bodyPr wrap="none" anchor="ctr" anchorCtr="0">
            <a:spAutoFit/>
          </a:bodyPr>
          <a:p>
            <a:pPr indent="0" algn="ctr">
              <a:buNone/>
            </a:pPr>
            <a:r>
              <a:rPr lang="en-US" altLang="zh-CN" dirty="0">
                <a:solidFill>
                  <a:srgbClr val="FF6600"/>
                </a:solidFill>
                <a:latin typeface="Times New Roman" panose="02020603050405020304" pitchFamily="18" charset="0"/>
                <a:ea typeface="黑体" panose="02010609060101010101" pitchFamily="49" charset="-122"/>
              </a:rPr>
              <a:t>F</a:t>
            </a:r>
            <a:r>
              <a:rPr lang="en-US" altLang="zh-CN" baseline="-25000" dirty="0">
                <a:solidFill>
                  <a:srgbClr val="FF6600"/>
                </a:solidFill>
                <a:latin typeface="Times New Roman" panose="02020603050405020304" pitchFamily="18" charset="0"/>
                <a:ea typeface="黑体" panose="02010609060101010101" pitchFamily="49" charset="-122"/>
              </a:rPr>
              <a:t>S1</a:t>
            </a:r>
            <a:endParaRPr lang="en-US" altLang="zh-CN" sz="1600" baseline="-25000" dirty="0">
              <a:solidFill>
                <a:srgbClr val="FF6600"/>
              </a:solidFill>
              <a:latin typeface="Times New Roman" panose="02020603050405020304" pitchFamily="18" charset="0"/>
              <a:ea typeface="黑体" panose="02010609060101010101" pitchFamily="49" charset="-122"/>
            </a:endParaRPr>
          </a:p>
        </p:txBody>
      </p:sp>
      <p:sp>
        <p:nvSpPr>
          <p:cNvPr id="98326" name="Rectangle 22"/>
          <p:cNvSpPr/>
          <p:nvPr/>
        </p:nvSpPr>
        <p:spPr>
          <a:xfrm>
            <a:off x="2269490" y="1084898"/>
            <a:ext cx="522288" cy="457200"/>
          </a:xfrm>
          <a:prstGeom prst="rect">
            <a:avLst/>
          </a:prstGeom>
          <a:noFill/>
          <a:ln w="9525">
            <a:noFill/>
          </a:ln>
        </p:spPr>
        <p:txBody>
          <a:bodyPr wrap="none" anchor="ctr" anchorCtr="0">
            <a:spAutoFit/>
          </a:bodyPr>
          <a:p>
            <a:pPr indent="0" algn="ctr">
              <a:buNone/>
            </a:pPr>
            <a:r>
              <a:rPr lang="en-US" altLang="zh-CN" sz="2400" dirty="0">
                <a:solidFill>
                  <a:srgbClr val="FF0000"/>
                </a:solidFill>
                <a:latin typeface="Times New Roman" panose="02020603050405020304" pitchFamily="18" charset="0"/>
                <a:ea typeface="黑体" panose="02010609060101010101" pitchFamily="49" charset="-122"/>
              </a:rPr>
              <a:t>Fa</a:t>
            </a:r>
            <a:endParaRPr lang="en-US" altLang="zh-CN" sz="2400" dirty="0">
              <a:solidFill>
                <a:srgbClr val="000000"/>
              </a:solidFill>
              <a:latin typeface="Times New Roman" panose="02020603050405020304" pitchFamily="18" charset="0"/>
              <a:ea typeface="黑体" panose="02010609060101010101" pitchFamily="49" charset="-122"/>
            </a:endParaRPr>
          </a:p>
        </p:txBody>
      </p:sp>
      <p:sp>
        <p:nvSpPr>
          <p:cNvPr id="98327" name="Rectangle 23"/>
          <p:cNvSpPr/>
          <p:nvPr/>
        </p:nvSpPr>
        <p:spPr>
          <a:xfrm>
            <a:off x="855028" y="2138363"/>
            <a:ext cx="531812" cy="396875"/>
          </a:xfrm>
          <a:prstGeom prst="rect">
            <a:avLst/>
          </a:prstGeom>
          <a:noFill/>
          <a:ln w="9525">
            <a:noFill/>
          </a:ln>
        </p:spPr>
        <p:txBody>
          <a:bodyPr wrap="none" anchor="ctr" anchorCtr="0">
            <a:spAutoFit/>
          </a:bodyPr>
          <a:p>
            <a:pPr indent="0" algn="ctr">
              <a:buNone/>
            </a:pPr>
            <a:r>
              <a:rPr lang="en-US" altLang="zh-CN" dirty="0">
                <a:solidFill>
                  <a:srgbClr val="000000"/>
                </a:solidFill>
                <a:latin typeface="Times New Roman" panose="02020603050405020304" pitchFamily="18" charset="0"/>
                <a:ea typeface="黑体" panose="02010609060101010101" pitchFamily="49" charset="-122"/>
              </a:rPr>
              <a:t>F</a:t>
            </a:r>
            <a:r>
              <a:rPr lang="en-US" altLang="zh-CN" sz="1600" dirty="0">
                <a:solidFill>
                  <a:srgbClr val="000000"/>
                </a:solidFill>
                <a:latin typeface="Times New Roman" panose="02020603050405020304" pitchFamily="18" charset="0"/>
                <a:ea typeface="黑体" panose="02010609060101010101" pitchFamily="49" charset="-122"/>
              </a:rPr>
              <a:t>r1</a:t>
            </a:r>
            <a:endParaRPr lang="en-US" altLang="zh-CN" dirty="0">
              <a:solidFill>
                <a:srgbClr val="000000"/>
              </a:solidFill>
              <a:latin typeface="Times New Roman" panose="02020603050405020304" pitchFamily="18" charset="0"/>
              <a:ea typeface="黑体" panose="02010609060101010101" pitchFamily="49" charset="-122"/>
            </a:endParaRPr>
          </a:p>
        </p:txBody>
      </p:sp>
      <p:sp>
        <p:nvSpPr>
          <p:cNvPr id="98328" name="Rectangle 24"/>
          <p:cNvSpPr/>
          <p:nvPr/>
        </p:nvSpPr>
        <p:spPr>
          <a:xfrm>
            <a:off x="3216275" y="2111693"/>
            <a:ext cx="500063" cy="336550"/>
          </a:xfrm>
          <a:prstGeom prst="rect">
            <a:avLst/>
          </a:prstGeom>
          <a:noFill/>
          <a:ln w="9525">
            <a:noFill/>
          </a:ln>
        </p:spPr>
        <p:txBody>
          <a:bodyPr wrap="none" anchor="ctr" anchorCtr="0">
            <a:spAutoFit/>
          </a:bodyPr>
          <a:p>
            <a:pPr indent="0" algn="ctr">
              <a:buNone/>
            </a:pPr>
            <a:r>
              <a:rPr lang="en-US" altLang="zh-CN" sz="1600" dirty="0">
                <a:solidFill>
                  <a:srgbClr val="000000"/>
                </a:solidFill>
                <a:latin typeface="Times New Roman" panose="02020603050405020304" pitchFamily="18" charset="0"/>
                <a:ea typeface="黑体" panose="02010609060101010101" pitchFamily="49" charset="-122"/>
              </a:rPr>
              <a:t>Fr2</a:t>
            </a:r>
            <a:endParaRPr lang="en-US" altLang="zh-CN" sz="1600" dirty="0">
              <a:solidFill>
                <a:srgbClr val="000000"/>
              </a:solidFill>
              <a:latin typeface="Times New Roman" panose="02020603050405020304" pitchFamily="18" charset="0"/>
              <a:ea typeface="黑体" panose="02010609060101010101" pitchFamily="49" charset="-122"/>
            </a:endParaRPr>
          </a:p>
        </p:txBody>
      </p:sp>
      <p:sp>
        <p:nvSpPr>
          <p:cNvPr id="98330" name="Text Box 26"/>
          <p:cNvSpPr txBox="1"/>
          <p:nvPr/>
        </p:nvSpPr>
        <p:spPr>
          <a:xfrm>
            <a:off x="135890" y="1534795"/>
            <a:ext cx="447675" cy="534035"/>
          </a:xfrm>
          <a:prstGeom prst="rect">
            <a:avLst/>
          </a:prstGeom>
          <a:noFill/>
          <a:ln w="9525">
            <a:noFill/>
          </a:ln>
        </p:spPr>
        <p:txBody>
          <a:bodyPr anchor="ctr" anchorCtr="0">
            <a:spAutoFit/>
          </a:bodyPr>
          <a:p>
            <a:pPr indent="0" algn="ctr">
              <a:spcBef>
                <a:spcPct val="50000"/>
              </a:spcBef>
              <a:buNone/>
            </a:pPr>
            <a:r>
              <a:rPr lang="en-US" altLang="zh-CN" sz="2400" dirty="0">
                <a:solidFill>
                  <a:srgbClr val="0000FF"/>
                </a:solidFill>
                <a:latin typeface="Times New Roman" panose="02020603050405020304" pitchFamily="18" charset="0"/>
                <a:ea typeface="黑体" panose="02010609060101010101" pitchFamily="49" charset="-122"/>
              </a:rPr>
              <a:t>1</a:t>
            </a:r>
            <a:endParaRPr lang="en-US" altLang="zh-CN" sz="4400" dirty="0">
              <a:solidFill>
                <a:srgbClr val="0000FF"/>
              </a:solidFill>
              <a:latin typeface="Times New Roman" panose="02020603050405020304" pitchFamily="18" charset="0"/>
              <a:ea typeface="黑体" panose="02010609060101010101" pitchFamily="49" charset="-122"/>
            </a:endParaRPr>
          </a:p>
        </p:txBody>
      </p:sp>
      <p:sp>
        <p:nvSpPr>
          <p:cNvPr id="98331" name="Rectangle 27"/>
          <p:cNvSpPr/>
          <p:nvPr/>
        </p:nvSpPr>
        <p:spPr>
          <a:xfrm>
            <a:off x="3979545" y="1461135"/>
            <a:ext cx="335280" cy="534035"/>
          </a:xfrm>
          <a:prstGeom prst="rect">
            <a:avLst/>
          </a:prstGeom>
          <a:noFill/>
          <a:ln w="9525">
            <a:noFill/>
          </a:ln>
        </p:spPr>
        <p:txBody>
          <a:bodyPr wrap="none" anchor="ctr" anchorCtr="0">
            <a:spAutoFit/>
          </a:bodyPr>
          <a:p>
            <a:pPr indent="0" algn="ctr">
              <a:buNone/>
            </a:pPr>
            <a:r>
              <a:rPr lang="en-US" altLang="zh-CN" sz="2400" dirty="0">
                <a:solidFill>
                  <a:srgbClr val="0000FF"/>
                </a:solidFill>
                <a:latin typeface="Times New Roman" panose="02020603050405020304" pitchFamily="18" charset="0"/>
                <a:ea typeface="黑体" panose="02010609060101010101" pitchFamily="49" charset="-122"/>
              </a:rPr>
              <a:t>2</a:t>
            </a:r>
            <a:endParaRPr lang="en-US" altLang="zh-CN" sz="2400" dirty="0">
              <a:solidFill>
                <a:srgbClr val="0000FF"/>
              </a:solidFill>
              <a:latin typeface="Times New Roman" panose="02020603050405020304" pitchFamily="18" charset="0"/>
              <a:ea typeface="黑体" panose="02010609060101010101" pitchFamily="49" charset="-122"/>
            </a:endParaRPr>
          </a:p>
        </p:txBody>
      </p:sp>
      <p:sp>
        <p:nvSpPr>
          <p:cNvPr id="98332" name="Rectangle 28"/>
          <p:cNvSpPr>
            <a:spLocks noChangeArrowheads="1"/>
          </p:cNvSpPr>
          <p:nvPr/>
        </p:nvSpPr>
        <p:spPr bwMode="auto">
          <a:xfrm>
            <a:off x="869315" y="2586197"/>
            <a:ext cx="3560445" cy="368300"/>
          </a:xfrm>
          <a:prstGeom prst="rect">
            <a:avLst/>
          </a:prstGeom>
          <a:noFill/>
          <a:ln>
            <a:noFill/>
          </a:ln>
          <a:effectLst/>
          <a:extLst>
            <a:ext uri="{909E8E84-426E-40DD-AFC4-6F175D3DCCD1}">
              <a14:hiddenFill xmlns:a14="http://schemas.microsoft.com/office/drawing/2010/main">
                <a:gradFill rotWithShape="0">
                  <a:gsLst>
                    <a:gs pos="0">
                      <a:schemeClr val="accent1"/>
                    </a:gs>
                    <a:gs pos="100000">
                      <a:schemeClr val="accent1">
                        <a:gamma/>
                        <a:shade val="46275"/>
                        <a:invGamma/>
                      </a:schemeClr>
                    </a:gs>
                  </a:gsLst>
                  <a:path path="shape">
                    <a:fillToRect l="50000" t="50000" r="50000" b="50000"/>
                  </a:path>
                </a:gra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marL="0" marR="0" lvl="0" indent="0" algn="ctr" defTabSz="914400" rtl="0" eaLnBrk="0" fontAlgn="base" latinLnBrk="0" hangingPunct="0">
              <a:lnSpc>
                <a:spcPct val="100000"/>
              </a:lnSpc>
              <a:spcBef>
                <a:spcPct val="0"/>
              </a:spcBef>
              <a:spcAft>
                <a:spcPct val="0"/>
              </a:spcAft>
              <a:buClrTx/>
              <a:buSzTx/>
              <a:buFontTx/>
              <a:buNone/>
              <a:defRPr/>
            </a:pPr>
            <a:r>
              <a:rPr kumimoji="1" lang="en-US" altLang="zh-CN" sz="1800" b="0" i="0" u="none" strike="noStrike" kern="1200" cap="none" spc="0" normalizeH="0" baseline="0" noProof="0" dirty="0">
                <a:ln>
                  <a:noFill/>
                </a:ln>
                <a:solidFill>
                  <a:schemeClr val="tx1"/>
                </a:solidFill>
                <a:effectLst>
                  <a:outerShdw blurRad="38100" dist="38100" dir="2700000" algn="tl">
                    <a:srgbClr val="FFFFFF"/>
                  </a:outerShdw>
                </a:effectLst>
                <a:uLnTx/>
                <a:uFillTx/>
                <a:latin typeface="华文中宋" panose="02010600040101010101" pitchFamily="2" charset="-122"/>
                <a:ea typeface="华文中宋" panose="02010600040101010101" pitchFamily="2" charset="-122"/>
                <a:cs typeface="+mn-cs"/>
              </a:rPr>
              <a:t>F</a:t>
            </a:r>
            <a:r>
              <a:rPr kumimoji="1" lang="en-US" altLang="zh-CN" sz="1800" b="0" i="0" u="none" strike="noStrike" kern="1200" cap="none" spc="0" normalizeH="0" baseline="-25000" noProof="0" dirty="0">
                <a:ln>
                  <a:noFill/>
                </a:ln>
                <a:solidFill>
                  <a:schemeClr val="tx1"/>
                </a:solidFill>
                <a:effectLst>
                  <a:outerShdw blurRad="38100" dist="38100" dir="2700000" algn="tl">
                    <a:srgbClr val="FFFFFF"/>
                  </a:outerShdw>
                </a:effectLst>
                <a:uLnTx/>
                <a:uFillTx/>
                <a:latin typeface="华文中宋" panose="02010600040101010101" pitchFamily="2" charset="-122"/>
                <a:ea typeface="华文中宋" panose="02010600040101010101" pitchFamily="2" charset="-122"/>
                <a:cs typeface="+mn-cs"/>
              </a:rPr>
              <a:t>r1</a:t>
            </a:r>
            <a:r>
              <a:rPr kumimoji="1" lang="en-US" altLang="zh-CN" sz="1800" b="0" i="0" u="none" strike="noStrike" kern="1200" cap="none" spc="0" normalizeH="0" baseline="0" noProof="0" dirty="0">
                <a:ln>
                  <a:noFill/>
                </a:ln>
                <a:solidFill>
                  <a:schemeClr val="tx1"/>
                </a:solidFill>
                <a:effectLst>
                  <a:outerShdw blurRad="38100" dist="38100" dir="2700000" algn="tl">
                    <a:srgbClr val="FFFFFF"/>
                  </a:outerShdw>
                </a:effectLst>
                <a:uLnTx/>
                <a:uFillTx/>
                <a:latin typeface="华文中宋" panose="02010600040101010101" pitchFamily="2" charset="-122"/>
                <a:ea typeface="华文中宋" panose="02010600040101010101" pitchFamily="2" charset="-122"/>
                <a:cs typeface="+mn-cs"/>
              </a:rPr>
              <a:t>,F</a:t>
            </a:r>
            <a:r>
              <a:rPr kumimoji="1" lang="en-US" altLang="zh-CN" sz="1800" b="0" i="0" u="none" strike="noStrike" kern="1200" cap="none" spc="0" normalizeH="0" baseline="-25000" noProof="0" dirty="0">
                <a:ln>
                  <a:noFill/>
                </a:ln>
                <a:solidFill>
                  <a:schemeClr val="tx1"/>
                </a:solidFill>
                <a:effectLst>
                  <a:outerShdw blurRad="38100" dist="38100" dir="2700000" algn="tl">
                    <a:srgbClr val="FFFFFF"/>
                  </a:outerShdw>
                </a:effectLst>
                <a:uLnTx/>
                <a:uFillTx/>
                <a:latin typeface="华文中宋" panose="02010600040101010101" pitchFamily="2" charset="-122"/>
                <a:ea typeface="华文中宋" panose="02010600040101010101" pitchFamily="2" charset="-122"/>
                <a:cs typeface="+mn-cs"/>
              </a:rPr>
              <a:t>r2</a:t>
            </a:r>
            <a:r>
              <a:rPr kumimoji="1" lang="en-US" altLang="zh-CN" sz="1800" b="0" i="0" u="none" strike="noStrike" kern="1200" cap="none" spc="0" normalizeH="0" baseline="0" noProof="0" dirty="0">
                <a:ln>
                  <a:noFill/>
                </a:ln>
                <a:solidFill>
                  <a:schemeClr val="tx1"/>
                </a:solidFill>
                <a:effectLst>
                  <a:outerShdw blurRad="38100" dist="38100" dir="2700000" algn="tl">
                    <a:srgbClr val="FFFFFF"/>
                  </a:outerShdw>
                </a:effectLst>
                <a:uLnTx/>
                <a:uFillTx/>
                <a:latin typeface="华文中宋" panose="02010600040101010101" pitchFamily="2" charset="-122"/>
                <a:ea typeface="华文中宋" panose="02010600040101010101" pitchFamily="2" charset="-122"/>
                <a:cs typeface="+mn-cs"/>
              </a:rPr>
              <a:t>--</a:t>
            </a:r>
            <a:r>
              <a:rPr kumimoji="1" lang="zh-CN" altLang="en-US" sz="1800" b="0" i="0" u="none" strike="noStrike" kern="1200" cap="none" spc="0" normalizeH="0" baseline="0" noProof="0" dirty="0">
                <a:ln>
                  <a:noFill/>
                </a:ln>
                <a:solidFill>
                  <a:schemeClr val="tx1"/>
                </a:solidFill>
                <a:effectLst>
                  <a:outerShdw blurRad="38100" dist="38100" dir="2700000" algn="tl">
                    <a:srgbClr val="FFFFFF"/>
                  </a:outerShdw>
                </a:effectLst>
                <a:uLnTx/>
                <a:uFillTx/>
                <a:latin typeface="华文中宋" panose="02010600040101010101" pitchFamily="2" charset="-122"/>
                <a:ea typeface="华文中宋" panose="02010600040101010101" pitchFamily="2" charset="-122"/>
                <a:cs typeface="+mn-cs"/>
              </a:rPr>
              <a:t>作用于轴承上的径向反力</a:t>
            </a:r>
            <a:endParaRPr kumimoji="1" lang="zh-CN" altLang="en-US" sz="1800" b="0" i="0" u="none" strike="noStrike" kern="1200" cap="none" spc="0" normalizeH="0" baseline="0" noProof="0" dirty="0">
              <a:ln>
                <a:noFill/>
              </a:ln>
              <a:solidFill>
                <a:schemeClr val="tx1"/>
              </a:solidFill>
              <a:effectLst>
                <a:outerShdw blurRad="38100" dist="38100" dir="2700000" algn="tl">
                  <a:srgbClr val="FFFFFF"/>
                </a:outerShdw>
              </a:effectLst>
              <a:uLnTx/>
              <a:uFillTx/>
              <a:latin typeface="华文中宋" panose="02010600040101010101" pitchFamily="2" charset="-122"/>
              <a:ea typeface="华文中宋" panose="02010600040101010101" pitchFamily="2" charset="-122"/>
              <a:cs typeface="+mn-cs"/>
            </a:endParaRPr>
          </a:p>
        </p:txBody>
      </p:sp>
      <p:sp>
        <p:nvSpPr>
          <p:cNvPr id="98333" name="Rectangle 29"/>
          <p:cNvSpPr>
            <a:spLocks noChangeArrowheads="1"/>
          </p:cNvSpPr>
          <p:nvPr/>
        </p:nvSpPr>
        <p:spPr bwMode="auto">
          <a:xfrm>
            <a:off x="837883" y="2853849"/>
            <a:ext cx="4009390" cy="368300"/>
          </a:xfrm>
          <a:prstGeom prst="rect">
            <a:avLst/>
          </a:prstGeom>
          <a:noFill/>
          <a:ln>
            <a:noFill/>
          </a:ln>
          <a:effectLst/>
          <a:extLst>
            <a:ext uri="{909E8E84-426E-40DD-AFC4-6F175D3DCCD1}">
              <a14:hiddenFill xmlns:a14="http://schemas.microsoft.com/office/drawing/2010/main">
                <a:gradFill rotWithShape="0">
                  <a:gsLst>
                    <a:gs pos="0">
                      <a:schemeClr val="accent1"/>
                    </a:gs>
                    <a:gs pos="100000">
                      <a:schemeClr val="accent1">
                        <a:gamma/>
                        <a:shade val="46275"/>
                        <a:invGamma/>
                      </a:schemeClr>
                    </a:gs>
                  </a:gsLst>
                  <a:path path="shape">
                    <a:fillToRect l="50000" t="50000" r="50000" b="50000"/>
                  </a:path>
                </a:gra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marL="0" marR="0" lvl="0" indent="0" algn="ctr" defTabSz="914400" rtl="0" eaLnBrk="0" fontAlgn="base" latinLnBrk="0" hangingPunct="0">
              <a:lnSpc>
                <a:spcPct val="100000"/>
              </a:lnSpc>
              <a:spcBef>
                <a:spcPct val="0"/>
              </a:spcBef>
              <a:spcAft>
                <a:spcPct val="0"/>
              </a:spcAft>
              <a:buClrTx/>
              <a:buSzTx/>
              <a:buFontTx/>
              <a:buNone/>
              <a:defRPr/>
            </a:pPr>
            <a:r>
              <a:rPr kumimoji="1" lang="en-US" altLang="zh-CN" sz="1800" b="0" i="0" u="none" strike="noStrike" kern="1200" cap="none" spc="0" normalizeH="0" baseline="0" noProof="0" dirty="0">
                <a:ln>
                  <a:noFill/>
                </a:ln>
                <a:solidFill>
                  <a:schemeClr val="tx1"/>
                </a:solidFill>
                <a:effectLst>
                  <a:outerShdw blurRad="38100" dist="38100" dir="2700000" algn="tl">
                    <a:srgbClr val="FFFFFF"/>
                  </a:outerShdw>
                </a:effectLst>
                <a:uLnTx/>
                <a:uFillTx/>
                <a:latin typeface="华文中宋" panose="02010600040101010101" pitchFamily="2" charset="-122"/>
                <a:ea typeface="华文中宋" panose="02010600040101010101" pitchFamily="2" charset="-122"/>
                <a:cs typeface="+mn-cs"/>
              </a:rPr>
              <a:t>F</a:t>
            </a:r>
            <a:r>
              <a:rPr kumimoji="1" lang="en-US" altLang="zh-CN" sz="1800" b="0" i="0" u="none" strike="noStrike" kern="1200" cap="none" spc="0" normalizeH="0" baseline="-25000" noProof="0" dirty="0">
                <a:ln>
                  <a:noFill/>
                </a:ln>
                <a:solidFill>
                  <a:schemeClr val="tx1"/>
                </a:solidFill>
                <a:effectLst>
                  <a:outerShdw blurRad="38100" dist="38100" dir="2700000" algn="tl">
                    <a:srgbClr val="FFFFFF"/>
                  </a:outerShdw>
                </a:effectLst>
                <a:uLnTx/>
                <a:uFillTx/>
                <a:latin typeface="华文中宋" panose="02010600040101010101" pitchFamily="2" charset="-122"/>
                <a:ea typeface="华文中宋" panose="02010600040101010101" pitchFamily="2" charset="-122"/>
                <a:cs typeface="+mn-cs"/>
              </a:rPr>
              <a:t>S1</a:t>
            </a:r>
            <a:r>
              <a:rPr kumimoji="1" lang="zh-CN" altLang="en-US" sz="1800" b="0" i="0" u="none" strike="noStrike" kern="1200" cap="none" spc="0" normalizeH="0" baseline="0" noProof="0" dirty="0">
                <a:ln>
                  <a:noFill/>
                </a:ln>
                <a:solidFill>
                  <a:schemeClr val="tx1"/>
                </a:solidFill>
                <a:effectLst>
                  <a:outerShdw blurRad="38100" dist="38100" dir="2700000" algn="tl">
                    <a:srgbClr val="FFFFFF"/>
                  </a:outerShdw>
                </a:effectLst>
                <a:uLnTx/>
                <a:uFillTx/>
                <a:latin typeface="华文中宋" panose="02010600040101010101" pitchFamily="2" charset="-122"/>
                <a:ea typeface="华文中宋" panose="02010600040101010101" pitchFamily="2" charset="-122"/>
                <a:cs typeface="+mn-cs"/>
              </a:rPr>
              <a:t>，</a:t>
            </a:r>
            <a:r>
              <a:rPr kumimoji="1" lang="en-US" altLang="zh-CN" sz="1800" b="0" i="0" u="none" strike="noStrike" kern="1200" cap="none" spc="0" normalizeH="0" baseline="0" noProof="0" dirty="0">
                <a:ln>
                  <a:noFill/>
                </a:ln>
                <a:solidFill>
                  <a:schemeClr val="tx1"/>
                </a:solidFill>
                <a:effectLst>
                  <a:outerShdw blurRad="38100" dist="38100" dir="2700000" algn="tl">
                    <a:srgbClr val="FFFFFF"/>
                  </a:outerShdw>
                </a:effectLst>
                <a:uLnTx/>
                <a:uFillTx/>
                <a:latin typeface="华文中宋" panose="02010600040101010101" pitchFamily="2" charset="-122"/>
                <a:ea typeface="华文中宋" panose="02010600040101010101" pitchFamily="2" charset="-122"/>
                <a:cs typeface="+mn-cs"/>
              </a:rPr>
              <a:t>F</a:t>
            </a:r>
            <a:r>
              <a:rPr kumimoji="1" lang="en-US" altLang="zh-CN" sz="1800" b="0" i="0" u="none" strike="noStrike" kern="1200" cap="none" spc="0" normalizeH="0" baseline="-25000" noProof="0" dirty="0">
                <a:ln>
                  <a:noFill/>
                </a:ln>
                <a:solidFill>
                  <a:schemeClr val="tx1"/>
                </a:solidFill>
                <a:effectLst>
                  <a:outerShdw blurRad="38100" dist="38100" dir="2700000" algn="tl">
                    <a:srgbClr val="FFFFFF"/>
                  </a:outerShdw>
                </a:effectLst>
                <a:uLnTx/>
                <a:uFillTx/>
                <a:latin typeface="华文中宋" panose="02010600040101010101" pitchFamily="2" charset="-122"/>
                <a:ea typeface="华文中宋" panose="02010600040101010101" pitchFamily="2" charset="-122"/>
                <a:cs typeface="+mn-cs"/>
              </a:rPr>
              <a:t>S2</a:t>
            </a:r>
            <a:r>
              <a:rPr kumimoji="1" lang="en-US" altLang="zh-CN" sz="1800" b="0" i="0" u="none" strike="noStrike" kern="1200" cap="none" spc="0" normalizeH="0" baseline="0" noProof="0" dirty="0">
                <a:ln>
                  <a:noFill/>
                </a:ln>
                <a:solidFill>
                  <a:schemeClr val="tx1"/>
                </a:solidFill>
                <a:effectLst>
                  <a:outerShdw blurRad="38100" dist="38100" dir="2700000" algn="tl">
                    <a:srgbClr val="FFFFFF"/>
                  </a:outerShdw>
                </a:effectLst>
                <a:uLnTx/>
                <a:uFillTx/>
                <a:latin typeface="华文中宋" panose="02010600040101010101" pitchFamily="2" charset="-122"/>
                <a:ea typeface="华文中宋" panose="02010600040101010101" pitchFamily="2" charset="-122"/>
                <a:cs typeface="+mn-cs"/>
              </a:rPr>
              <a:t>--</a:t>
            </a:r>
            <a:r>
              <a:rPr kumimoji="1" lang="zh-CN" altLang="en-US" sz="1800" b="0" i="0" u="none" strike="noStrike" kern="1200" cap="none" spc="0" normalizeH="0" baseline="0" noProof="0" dirty="0">
                <a:ln>
                  <a:noFill/>
                </a:ln>
                <a:solidFill>
                  <a:schemeClr val="tx1"/>
                </a:solidFill>
                <a:effectLst>
                  <a:outerShdw blurRad="38100" dist="38100" dir="2700000" algn="tl">
                    <a:srgbClr val="FFFFFF"/>
                  </a:outerShdw>
                </a:effectLst>
                <a:uLnTx/>
                <a:uFillTx/>
                <a:latin typeface="华文中宋" panose="02010600040101010101" pitchFamily="2" charset="-122"/>
                <a:ea typeface="华文中宋" panose="02010600040101010101" pitchFamily="2" charset="-122"/>
                <a:cs typeface="+mn-cs"/>
              </a:rPr>
              <a:t>由径向力引起的轴向派生力</a:t>
            </a:r>
            <a:endParaRPr kumimoji="1" lang="zh-CN" altLang="en-US" sz="1800" b="0" i="0" u="none" strike="noStrike" kern="1200" cap="none" spc="0" normalizeH="0" baseline="0" noProof="0" dirty="0">
              <a:ln>
                <a:noFill/>
              </a:ln>
              <a:solidFill>
                <a:schemeClr val="tx1"/>
              </a:solidFill>
              <a:effectLst>
                <a:outerShdw blurRad="38100" dist="38100" dir="2700000" algn="tl">
                  <a:srgbClr val="FFFFFF"/>
                </a:outerShdw>
              </a:effectLst>
              <a:uLnTx/>
              <a:uFillTx/>
              <a:latin typeface="华文中宋" panose="02010600040101010101" pitchFamily="2" charset="-122"/>
              <a:ea typeface="华文中宋" panose="02010600040101010101" pitchFamily="2" charset="-122"/>
              <a:cs typeface="+mn-cs"/>
            </a:endParaRPr>
          </a:p>
        </p:txBody>
      </p:sp>
      <p:sp>
        <p:nvSpPr>
          <p:cNvPr id="98334" name="Rectangle 30"/>
          <p:cNvSpPr>
            <a:spLocks noChangeArrowheads="1"/>
          </p:cNvSpPr>
          <p:nvPr/>
        </p:nvSpPr>
        <p:spPr bwMode="auto">
          <a:xfrm>
            <a:off x="-447675" y="134620"/>
            <a:ext cx="3877945" cy="460375"/>
          </a:xfrm>
          <a:prstGeom prst="rect">
            <a:avLst/>
          </a:prstGeom>
          <a:noFill/>
          <a:ln>
            <a:noFill/>
          </a:ln>
          <a:effectLst/>
          <a:extLst>
            <a:ext uri="{909E8E84-426E-40DD-AFC4-6F175D3DCCD1}">
              <a14:hiddenFill xmlns:a14="http://schemas.microsoft.com/office/drawing/2010/main">
                <a:gradFill rotWithShape="0">
                  <a:gsLst>
                    <a:gs pos="0">
                      <a:schemeClr val="accent1"/>
                    </a:gs>
                    <a:gs pos="100000">
                      <a:schemeClr val="accent1">
                        <a:gamma/>
                        <a:shade val="46275"/>
                        <a:invGamma/>
                      </a:schemeClr>
                    </a:gs>
                  </a:gsLst>
                  <a:path path="shape">
                    <a:fillToRect l="50000" t="50000" r="50000" b="50000"/>
                  </a:path>
                </a:gra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p>
            <a:pPr marL="0" marR="0" lvl="0" indent="0" algn="ctr" defTabSz="914400" rtl="0" eaLnBrk="0" fontAlgn="base" latinLnBrk="0" hangingPunct="0">
              <a:lnSpc>
                <a:spcPct val="100000"/>
              </a:lnSpc>
              <a:spcBef>
                <a:spcPct val="0"/>
              </a:spcBef>
              <a:spcAft>
                <a:spcPct val="0"/>
              </a:spcAft>
              <a:buClrTx/>
              <a:buSzTx/>
              <a:buFontTx/>
              <a:buNone/>
              <a:defRPr/>
            </a:pPr>
            <a:r>
              <a:rPr kumimoji="1" lang="zh-CN" altLang="en-US" sz="2400" i="0" u="none" strike="noStrike" kern="1200" cap="none" spc="0" normalizeH="0" baseline="0" noProof="0" dirty="0">
                <a:ln>
                  <a:noFill/>
                </a:ln>
                <a:solidFill>
                  <a:schemeClr val="tx1"/>
                </a:solidFill>
                <a:effectLst>
                  <a:outerShdw blurRad="38100" dist="38100" dir="2700000" algn="tl">
                    <a:srgbClr val="FFFFFF"/>
                  </a:outerShdw>
                </a:effectLst>
                <a:uLnTx/>
                <a:uFillTx/>
                <a:latin typeface="黑体" panose="02010609060101010101" pitchFamily="49" charset="-122"/>
                <a:ea typeface="黑体" panose="02010609060101010101" pitchFamily="49" charset="-122"/>
                <a:cs typeface="+mn-cs"/>
              </a:rPr>
              <a:t>轴承轴向力计算</a:t>
            </a:r>
            <a:endParaRPr kumimoji="1" lang="zh-CN" altLang="en-US" sz="2400" i="0" u="none" strike="noStrike" kern="1200" cap="none" spc="0" normalizeH="0" baseline="0" noProof="0" dirty="0">
              <a:ln>
                <a:noFill/>
              </a:ln>
              <a:solidFill>
                <a:schemeClr val="tx1"/>
              </a:solidFill>
              <a:effectLst>
                <a:outerShdw blurRad="38100" dist="38100" dir="2700000" algn="tl">
                  <a:srgbClr val="FFFFFF"/>
                </a:outerShdw>
              </a:effectLst>
              <a:uLnTx/>
              <a:uFillTx/>
              <a:latin typeface="黑体" panose="02010609060101010101" pitchFamily="49" charset="-122"/>
              <a:ea typeface="黑体" panose="02010609060101010101" pitchFamily="49" charset="-122"/>
              <a:cs typeface="+mn-cs"/>
            </a:endParaRPr>
          </a:p>
        </p:txBody>
      </p:sp>
      <p:pic>
        <p:nvPicPr>
          <p:cNvPr id="32" name="Picture 148" descr="back1">
            <a:hlinkClick r:id="" action="ppaction://hlinkshowjump?jump=previousslide"/>
          </p:cNvPr>
          <p:cNvPicPr>
            <a:picLocks noChangeAspect="1"/>
          </p:cNvPicPr>
          <p:nvPr/>
        </p:nvPicPr>
        <p:blipFill>
          <a:blip r:embed="rId1"/>
          <a:stretch>
            <a:fillRect/>
          </a:stretch>
        </p:blipFill>
        <p:spPr>
          <a:xfrm>
            <a:off x="8324850" y="6551613"/>
            <a:ext cx="306388" cy="306387"/>
          </a:xfrm>
          <a:prstGeom prst="rect">
            <a:avLst/>
          </a:prstGeom>
          <a:noFill/>
          <a:ln w="9525">
            <a:noFill/>
          </a:ln>
        </p:spPr>
      </p:pic>
      <p:pic>
        <p:nvPicPr>
          <p:cNvPr id="33" name="Picture 149" descr="NEXT1">
            <a:hlinkClick r:id="" action="ppaction://hlinkshowjump?jump=nextslide"/>
          </p:cNvPr>
          <p:cNvPicPr>
            <a:picLocks noChangeAspect="1"/>
          </p:cNvPicPr>
          <p:nvPr/>
        </p:nvPicPr>
        <p:blipFill>
          <a:blip r:embed="rId2"/>
          <a:stretch>
            <a:fillRect/>
          </a:stretch>
        </p:blipFill>
        <p:spPr>
          <a:xfrm>
            <a:off x="8745538" y="6551613"/>
            <a:ext cx="306387" cy="306387"/>
          </a:xfrm>
          <a:prstGeom prst="rect">
            <a:avLst/>
          </a:prstGeom>
          <a:noFill/>
          <a:ln w="9525">
            <a:noFill/>
          </a:ln>
        </p:spPr>
      </p:pic>
      <p:pic>
        <p:nvPicPr>
          <p:cNvPr id="34" name="Picture 150" descr="rewind1">
            <a:hlinkClick r:id="" action="ppaction://hlinkshowjump?jump=firstslide"/>
          </p:cNvPr>
          <p:cNvPicPr>
            <a:picLocks noChangeAspect="1"/>
          </p:cNvPicPr>
          <p:nvPr/>
        </p:nvPicPr>
        <p:blipFill>
          <a:blip r:embed="rId3"/>
          <a:stretch>
            <a:fillRect/>
          </a:stretch>
        </p:blipFill>
        <p:spPr>
          <a:xfrm>
            <a:off x="7875588" y="6551613"/>
            <a:ext cx="306387" cy="306387"/>
          </a:xfrm>
          <a:prstGeom prst="rect">
            <a:avLst/>
          </a:prstGeom>
          <a:noFill/>
          <a:ln w="9525">
            <a:noFill/>
          </a:ln>
        </p:spPr>
      </p:pic>
      <p:sp>
        <p:nvSpPr>
          <p:cNvPr id="4132" name="直接连接符 6"/>
          <p:cNvSpPr>
            <a:spLocks noChangeShapeType="1"/>
          </p:cNvSpPr>
          <p:nvPr/>
        </p:nvSpPr>
        <p:spPr bwMode="auto">
          <a:xfrm>
            <a:off x="0" y="685662"/>
            <a:ext cx="9144000" cy="0"/>
          </a:xfrm>
          <a:prstGeom prst="line">
            <a:avLst/>
          </a:prstGeom>
          <a:noFill/>
          <a:ln w="28575">
            <a:solidFill>
              <a:srgbClr val="CC3300"/>
            </a:solidFill>
            <a:miter lim="800000"/>
          </a:ln>
          <a:extLst>
            <a:ext uri="{909E8E84-426E-40DD-AFC4-6F175D3DCCD1}">
              <a14:hiddenFill xmlns:a14="http://schemas.microsoft.com/office/drawing/2010/main">
                <a:noFill/>
              </a14:hiddenFill>
            </a:ext>
          </a:extLst>
        </p:spPr>
        <p:txBody>
          <a:bodyPr/>
          <a:lstStyle/>
          <a:p>
            <a:endParaRPr lang="zh-CN" altLang="en-US"/>
          </a:p>
        </p:txBody>
      </p:sp>
      <p:sp>
        <p:nvSpPr>
          <p:cNvPr id="14339" name="Rectangle 34"/>
          <p:cNvSpPr>
            <a:spLocks noChangeArrowheads="1"/>
          </p:cNvSpPr>
          <p:nvPr/>
        </p:nvSpPr>
        <p:spPr bwMode="auto">
          <a:xfrm>
            <a:off x="3687417" y="228600"/>
            <a:ext cx="4846983" cy="533400"/>
          </a:xfrm>
          <a:prstGeom prst="rect">
            <a:avLst/>
          </a:prstGeom>
          <a:noFill/>
          <a:ln>
            <a:noFill/>
          </a:ln>
          <a:effectLst/>
          <a:extLst>
            <a:ext uri="{909E8E84-426E-40DD-AFC4-6F175D3DCCD1}">
              <a14:hiddenFill xmlns:a14="http://schemas.microsoft.com/office/drawing/2010/main">
                <a:gradFill rotWithShape="0">
                  <a:gsLst>
                    <a:gs pos="0">
                      <a:srgbClr val="E5DCB5"/>
                    </a:gs>
                    <a:gs pos="100000">
                      <a:srgbClr val="FDFBF1"/>
                    </a:gs>
                  </a:gsLst>
                  <a:lin ang="0" scaled="1"/>
                </a:gradFill>
              </a14:hiddenFill>
            </a:ext>
            <a:ext uri="{91240B29-F687-4F45-9708-019B960494DF}">
              <a14:hiddenLine xmlns:a14="http://schemas.microsoft.com/office/drawing/2010/main" w="9525">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tIns="36000" bIns="72000" anchor="ctr" anchorCtr="1"/>
          <a:lstStyle>
            <a:lvl1pPr>
              <a:lnSpc>
                <a:spcPct val="120000"/>
              </a:lnSpc>
              <a:buChar char="•"/>
              <a:defRPr kumimoji="1" sz="2000">
                <a:solidFill>
                  <a:srgbClr val="000099"/>
                </a:solidFill>
                <a:latin typeface="Times New Roman" panose="02020603050405020304" pitchFamily="18" charset="0"/>
                <a:ea typeface="华文中宋" panose="02010600040101010101" pitchFamily="2" charset="-122"/>
              </a:defRPr>
            </a:lvl1pPr>
            <a:lvl2pPr marL="742950" indent="-285750">
              <a:lnSpc>
                <a:spcPct val="120000"/>
              </a:lnSpc>
              <a:buChar char="•"/>
              <a:defRPr kumimoji="1" sz="2000">
                <a:solidFill>
                  <a:srgbClr val="000099"/>
                </a:solidFill>
                <a:latin typeface="Times New Roman" panose="02020603050405020304" pitchFamily="18" charset="0"/>
                <a:ea typeface="华文中宋" panose="02010600040101010101" pitchFamily="2" charset="-122"/>
              </a:defRPr>
            </a:lvl2pPr>
            <a:lvl3pPr marL="1143000" indent="-228600">
              <a:lnSpc>
                <a:spcPct val="120000"/>
              </a:lnSpc>
              <a:buChar char="•"/>
              <a:defRPr kumimoji="1" sz="2000">
                <a:solidFill>
                  <a:srgbClr val="000099"/>
                </a:solidFill>
                <a:latin typeface="Times New Roman" panose="02020603050405020304" pitchFamily="18" charset="0"/>
                <a:ea typeface="华文中宋" panose="02010600040101010101" pitchFamily="2" charset="-122"/>
              </a:defRPr>
            </a:lvl3pPr>
            <a:lvl4pPr marL="1600200" indent="-228600">
              <a:lnSpc>
                <a:spcPct val="120000"/>
              </a:lnSpc>
              <a:buChar char="•"/>
              <a:defRPr kumimoji="1" sz="2000">
                <a:solidFill>
                  <a:srgbClr val="000099"/>
                </a:solidFill>
                <a:latin typeface="Times New Roman" panose="02020603050405020304" pitchFamily="18" charset="0"/>
                <a:ea typeface="华文中宋" panose="02010600040101010101" pitchFamily="2" charset="-122"/>
              </a:defRPr>
            </a:lvl4pPr>
            <a:lvl5pPr marL="2057400" indent="-228600">
              <a:lnSpc>
                <a:spcPct val="120000"/>
              </a:lnSpc>
              <a:buChar char="•"/>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lnSpc>
                <a:spcPct val="100000"/>
              </a:lnSpc>
              <a:buFontTx/>
              <a:buNone/>
            </a:pPr>
            <a:r>
              <a:rPr lang="en-US" altLang="zh-CN" sz="3000" dirty="0" smtClean="0">
                <a:solidFill>
                  <a:srgbClr val="CC3300"/>
                </a:solidFill>
                <a:latin typeface="黑体" panose="02010609060101010101" pitchFamily="49" charset="-122"/>
                <a:ea typeface="黑体" panose="02010609060101010101" pitchFamily="49" charset="-122"/>
              </a:rPr>
              <a:t>3.6-5 </a:t>
            </a:r>
            <a:r>
              <a:rPr lang="zh-CN" altLang="en-US" sz="3000" dirty="0" smtClean="0">
                <a:solidFill>
                  <a:srgbClr val="CC3300"/>
                </a:solidFill>
                <a:latin typeface="黑体" panose="02010609060101010101" pitchFamily="49" charset="-122"/>
                <a:ea typeface="黑体" panose="02010609060101010101" pitchFamily="49" charset="-122"/>
              </a:rPr>
              <a:t>滚动轴承的寿命计算</a:t>
            </a:r>
            <a:endParaRPr lang="en-US" altLang="zh-CN" sz="3000" dirty="0">
              <a:solidFill>
                <a:srgbClr val="CC3300"/>
              </a:solidFill>
              <a:latin typeface="黑体" panose="02010609060101010101" pitchFamily="49" charset="-122"/>
              <a:ea typeface="黑体" panose="02010609060101010101" pitchFamily="49" charset="-122"/>
            </a:endParaRPr>
          </a:p>
        </p:txBody>
      </p:sp>
      <p:cxnSp>
        <p:nvCxnSpPr>
          <p:cNvPr id="2" name="直接连接符 1"/>
          <p:cNvCxnSpPr/>
          <p:nvPr/>
        </p:nvCxnSpPr>
        <p:spPr>
          <a:xfrm flipV="1">
            <a:off x="635000" y="1747520"/>
            <a:ext cx="209550" cy="601345"/>
          </a:xfrm>
          <a:prstGeom prst="line">
            <a:avLst/>
          </a:prstGeom>
          <a:noFill/>
          <a:ln w="9525" cap="flat" cmpd="sng" algn="ctr">
            <a:solidFill>
              <a:srgbClr val="FF0000"/>
            </a:solidFill>
            <a:prstDash val="solid"/>
            <a:round/>
            <a:headEnd type="none" w="med" len="med"/>
            <a:tailEnd type="none" w="med" len="med"/>
          </a:ln>
        </p:spPr>
      </p:cxnSp>
      <p:cxnSp>
        <p:nvCxnSpPr>
          <p:cNvPr id="3" name="直接连接符 2"/>
          <p:cNvCxnSpPr/>
          <p:nvPr/>
        </p:nvCxnSpPr>
        <p:spPr>
          <a:xfrm flipH="1" flipV="1">
            <a:off x="708025" y="1319530"/>
            <a:ext cx="145415" cy="452120"/>
          </a:xfrm>
          <a:prstGeom prst="line">
            <a:avLst/>
          </a:prstGeom>
          <a:noFill/>
          <a:ln w="9525" cap="flat" cmpd="sng" algn="ctr">
            <a:solidFill>
              <a:srgbClr val="FF0000"/>
            </a:solidFill>
            <a:prstDash val="solid"/>
            <a:round/>
            <a:headEnd type="none" w="med" len="med"/>
            <a:tailEnd type="none" w="med" len="med"/>
          </a:ln>
        </p:spPr>
      </p:cxnSp>
      <p:grpSp>
        <p:nvGrpSpPr>
          <p:cNvPr id="4" name="Group 4"/>
          <p:cNvGrpSpPr/>
          <p:nvPr/>
        </p:nvGrpSpPr>
        <p:grpSpPr>
          <a:xfrm flipH="1" flipV="1">
            <a:off x="4945380" y="1447800"/>
            <a:ext cx="3745865" cy="503555"/>
            <a:chOff x="3054" y="1525"/>
            <a:chExt cx="2064" cy="221"/>
          </a:xfrm>
        </p:grpSpPr>
        <p:sp>
          <p:nvSpPr>
            <p:cNvPr id="5" name="Line 5"/>
            <p:cNvSpPr/>
            <p:nvPr/>
          </p:nvSpPr>
          <p:spPr>
            <a:xfrm>
              <a:off x="3054" y="1636"/>
              <a:ext cx="2064" cy="0"/>
            </a:xfrm>
            <a:prstGeom prst="line">
              <a:avLst/>
            </a:prstGeom>
            <a:ln w="57150" cap="flat" cmpd="sng">
              <a:solidFill>
                <a:srgbClr val="000000"/>
              </a:solidFill>
              <a:prstDash val="solid"/>
              <a:headEnd type="none" w="med" len="med"/>
              <a:tailEnd type="none" w="med" len="med"/>
            </a:ln>
          </p:spPr>
        </p:sp>
        <p:sp>
          <p:nvSpPr>
            <p:cNvPr id="6" name="Rectangle 6"/>
            <p:cNvSpPr>
              <a:spLocks noChangeArrowheads="1"/>
            </p:cNvSpPr>
            <p:nvPr/>
          </p:nvSpPr>
          <p:spPr bwMode="auto">
            <a:xfrm rot="20979087" flipH="1">
              <a:off x="3378" y="1699"/>
              <a:ext cx="163" cy="47"/>
            </a:xfrm>
            <a:prstGeom prst="rect">
              <a:avLst/>
            </a:prstGeom>
            <a:gradFill rotWithShape="0">
              <a:gsLst>
                <a:gs pos="0">
                  <a:schemeClr val="accent1"/>
                </a:gs>
                <a:gs pos="100000">
                  <a:schemeClr val="accent1">
                    <a:gamma/>
                    <a:shade val="46275"/>
                    <a:invGamma/>
                  </a:schemeClr>
                </a:gs>
              </a:gsLst>
              <a:path path="shape">
                <a:fillToRect l="50000" t="50000" r="50000" b="50000"/>
              </a:path>
            </a:gradFill>
            <a:ln w="28575">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en-US" sz="2000" b="0" i="0" u="none" strike="noStrike" kern="1200" cap="none" spc="0" normalizeH="0" baseline="0" noProof="0">
                <a:ln>
                  <a:noFill/>
                </a:ln>
                <a:solidFill>
                  <a:srgbClr val="000099"/>
                </a:solidFill>
                <a:effectLst/>
                <a:uLnTx/>
                <a:uFillTx/>
                <a:latin typeface="Times New Roman" panose="02020603050405020304" pitchFamily="18" charset="0"/>
                <a:ea typeface="华文中宋" panose="02010600040101010101" pitchFamily="2" charset="-122"/>
                <a:cs typeface="+mn-cs"/>
              </a:endParaRPr>
            </a:p>
          </p:txBody>
        </p:sp>
        <p:sp>
          <p:nvSpPr>
            <p:cNvPr id="8" name="Rectangle 8"/>
            <p:cNvSpPr>
              <a:spLocks noChangeArrowheads="1"/>
            </p:cNvSpPr>
            <p:nvPr/>
          </p:nvSpPr>
          <p:spPr bwMode="auto">
            <a:xfrm rot="20979087" flipH="1">
              <a:off x="4888" y="1525"/>
              <a:ext cx="163" cy="47"/>
            </a:xfrm>
            <a:prstGeom prst="rect">
              <a:avLst/>
            </a:prstGeom>
            <a:gradFill rotWithShape="0">
              <a:gsLst>
                <a:gs pos="0">
                  <a:schemeClr val="accent1"/>
                </a:gs>
                <a:gs pos="100000">
                  <a:schemeClr val="accent1">
                    <a:gamma/>
                    <a:shade val="46275"/>
                    <a:invGamma/>
                  </a:schemeClr>
                </a:gs>
              </a:gsLst>
              <a:path path="shape">
                <a:fillToRect l="50000" t="50000" r="50000" b="50000"/>
              </a:path>
            </a:gradFill>
            <a:ln w="28575">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en-US" sz="2000" b="0" i="0" u="none" strike="noStrike" kern="1200" cap="none" spc="0" normalizeH="0" baseline="0" noProof="0">
                <a:ln>
                  <a:noFill/>
                </a:ln>
                <a:solidFill>
                  <a:srgbClr val="000099"/>
                </a:solidFill>
                <a:effectLst/>
                <a:uLnTx/>
                <a:uFillTx/>
                <a:latin typeface="Times New Roman" panose="02020603050405020304" pitchFamily="18" charset="0"/>
                <a:ea typeface="华文中宋" panose="02010600040101010101" pitchFamily="2" charset="-122"/>
                <a:cs typeface="+mn-cs"/>
              </a:endParaRPr>
            </a:p>
          </p:txBody>
        </p:sp>
        <p:sp>
          <p:nvSpPr>
            <p:cNvPr id="9" name="Rectangle 9"/>
            <p:cNvSpPr>
              <a:spLocks noChangeArrowheads="1"/>
            </p:cNvSpPr>
            <p:nvPr/>
          </p:nvSpPr>
          <p:spPr bwMode="auto">
            <a:xfrm rot="952180" flipH="1">
              <a:off x="3379" y="1525"/>
              <a:ext cx="163" cy="47"/>
            </a:xfrm>
            <a:prstGeom prst="rect">
              <a:avLst/>
            </a:prstGeom>
            <a:gradFill rotWithShape="0">
              <a:gsLst>
                <a:gs pos="0">
                  <a:schemeClr val="accent1"/>
                </a:gs>
                <a:gs pos="100000">
                  <a:schemeClr val="accent1">
                    <a:gamma/>
                    <a:shade val="46275"/>
                    <a:invGamma/>
                  </a:schemeClr>
                </a:gs>
              </a:gsLst>
              <a:path path="shape">
                <a:fillToRect l="50000" t="50000" r="50000" b="50000"/>
              </a:path>
            </a:gradFill>
            <a:ln w="28575">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en-US" sz="2000" b="0" i="0" u="none" strike="noStrike" kern="1200" cap="none" spc="0" normalizeH="0" baseline="0" noProof="0">
                <a:ln>
                  <a:noFill/>
                </a:ln>
                <a:solidFill>
                  <a:srgbClr val="000099"/>
                </a:solidFill>
                <a:effectLst/>
                <a:uLnTx/>
                <a:uFillTx/>
                <a:latin typeface="Times New Roman" panose="02020603050405020304" pitchFamily="18" charset="0"/>
                <a:ea typeface="华文中宋" panose="02010600040101010101" pitchFamily="2" charset="-122"/>
                <a:cs typeface="+mn-cs"/>
              </a:endParaRPr>
            </a:p>
          </p:txBody>
        </p:sp>
        <p:sp>
          <p:nvSpPr>
            <p:cNvPr id="10" name="Rectangle 10"/>
            <p:cNvSpPr>
              <a:spLocks noChangeArrowheads="1"/>
            </p:cNvSpPr>
            <p:nvPr/>
          </p:nvSpPr>
          <p:spPr bwMode="auto">
            <a:xfrm rot="952180" flipH="1">
              <a:off x="4888" y="1699"/>
              <a:ext cx="163" cy="47"/>
            </a:xfrm>
            <a:prstGeom prst="rect">
              <a:avLst/>
            </a:prstGeom>
            <a:gradFill rotWithShape="0">
              <a:gsLst>
                <a:gs pos="0">
                  <a:schemeClr val="accent1"/>
                </a:gs>
                <a:gs pos="100000">
                  <a:schemeClr val="accent1">
                    <a:gamma/>
                    <a:shade val="46275"/>
                    <a:invGamma/>
                  </a:schemeClr>
                </a:gs>
              </a:gsLst>
              <a:path path="shape">
                <a:fillToRect l="50000" t="50000" r="50000" b="50000"/>
              </a:path>
            </a:gradFill>
            <a:ln w="28575">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en-US" sz="2000" b="0" i="0" u="none" strike="noStrike" kern="1200" cap="none" spc="0" normalizeH="0" baseline="0" noProof="0">
                <a:ln>
                  <a:noFill/>
                </a:ln>
                <a:solidFill>
                  <a:srgbClr val="000099"/>
                </a:solidFill>
                <a:effectLst/>
                <a:uLnTx/>
                <a:uFillTx/>
                <a:latin typeface="Times New Roman" panose="02020603050405020304" pitchFamily="18" charset="0"/>
                <a:ea typeface="华文中宋" panose="02010600040101010101" pitchFamily="2" charset="-122"/>
                <a:cs typeface="+mn-cs"/>
              </a:endParaRPr>
            </a:p>
          </p:txBody>
        </p:sp>
      </p:grpSp>
      <p:sp>
        <p:nvSpPr>
          <p:cNvPr id="11" name="AutoShape 11"/>
          <p:cNvSpPr/>
          <p:nvPr/>
        </p:nvSpPr>
        <p:spPr>
          <a:xfrm>
            <a:off x="5124450" y="1686878"/>
            <a:ext cx="55563" cy="539750"/>
          </a:xfrm>
          <a:prstGeom prst="upArrow">
            <a:avLst>
              <a:gd name="adj1" fmla="val 50000"/>
              <a:gd name="adj2" fmla="val 242854"/>
            </a:avLst>
          </a:prstGeom>
          <a:solidFill>
            <a:srgbClr val="FF0000"/>
          </a:solidFill>
          <a:ln w="9525" cap="flat" cmpd="sng">
            <a:solidFill>
              <a:srgbClr val="FF0000"/>
            </a:solidFill>
            <a:prstDash val="solid"/>
            <a:miter/>
            <a:headEnd type="none" w="med" len="med"/>
            <a:tailEnd type="none" w="med" len="med"/>
          </a:ln>
        </p:spPr>
        <p:txBody>
          <a:bodyPr wrap="none" anchor="ctr" anchorCtr="0"/>
          <a:p>
            <a:endParaRPr lang="zh-CN" altLang="en-US" dirty="0">
              <a:latin typeface="Times New Roman" panose="02020603050405020304" pitchFamily="18" charset="0"/>
            </a:endParaRPr>
          </a:p>
        </p:txBody>
      </p:sp>
      <p:sp>
        <p:nvSpPr>
          <p:cNvPr id="12" name="AutoShape 12"/>
          <p:cNvSpPr/>
          <p:nvPr/>
        </p:nvSpPr>
        <p:spPr>
          <a:xfrm>
            <a:off x="7991793" y="1747203"/>
            <a:ext cx="74612" cy="561975"/>
          </a:xfrm>
          <a:prstGeom prst="upArrow">
            <a:avLst>
              <a:gd name="adj1" fmla="val 50000"/>
              <a:gd name="adj2" fmla="val 188299"/>
            </a:avLst>
          </a:prstGeom>
          <a:solidFill>
            <a:srgbClr val="FF0000"/>
          </a:solidFill>
          <a:ln w="9525" cap="flat" cmpd="sng">
            <a:solidFill>
              <a:srgbClr val="FF0000"/>
            </a:solidFill>
            <a:prstDash val="solid"/>
            <a:miter/>
            <a:headEnd type="none" w="med" len="med"/>
            <a:tailEnd type="none" w="med" len="med"/>
          </a:ln>
        </p:spPr>
        <p:txBody>
          <a:bodyPr wrap="none" anchor="ctr" anchorCtr="0"/>
          <a:p>
            <a:endParaRPr lang="zh-CN" altLang="en-US" dirty="0">
              <a:latin typeface="Times New Roman" panose="02020603050405020304" pitchFamily="18" charset="0"/>
            </a:endParaRPr>
          </a:p>
        </p:txBody>
      </p:sp>
      <p:sp>
        <p:nvSpPr>
          <p:cNvPr id="13" name="AutoShape 14"/>
          <p:cNvSpPr/>
          <p:nvPr/>
        </p:nvSpPr>
        <p:spPr>
          <a:xfrm rot="10800000">
            <a:off x="6314123" y="1547495"/>
            <a:ext cx="571500" cy="87313"/>
          </a:xfrm>
          <a:prstGeom prst="leftArrow">
            <a:avLst>
              <a:gd name="adj1" fmla="val 50000"/>
              <a:gd name="adj2" fmla="val 163635"/>
            </a:avLst>
          </a:prstGeom>
          <a:solidFill>
            <a:srgbClr val="FF0000"/>
          </a:solidFill>
          <a:ln w="9525" cap="flat" cmpd="sng">
            <a:solidFill>
              <a:srgbClr val="FF0000"/>
            </a:solidFill>
            <a:prstDash val="solid"/>
            <a:miter/>
            <a:headEnd type="none" w="med" len="med"/>
            <a:tailEnd type="none" w="med" len="med"/>
          </a:ln>
        </p:spPr>
        <p:txBody>
          <a:bodyPr wrap="none" anchor="ctr" anchorCtr="0"/>
          <a:p>
            <a:pPr algn="ctr"/>
            <a:endParaRPr lang="zh-CN" altLang="zh-CN" sz="4400" dirty="0">
              <a:solidFill>
                <a:srgbClr val="FF0000"/>
              </a:solidFill>
              <a:latin typeface="Times New Roman" panose="02020603050405020304" pitchFamily="18" charset="0"/>
              <a:ea typeface="黑体" panose="02010609060101010101" pitchFamily="49" charset="-122"/>
            </a:endParaRPr>
          </a:p>
        </p:txBody>
      </p:sp>
      <p:sp>
        <p:nvSpPr>
          <p:cNvPr id="14" name="AutoShape 15"/>
          <p:cNvSpPr/>
          <p:nvPr/>
        </p:nvSpPr>
        <p:spPr>
          <a:xfrm>
            <a:off x="8269288" y="1570990"/>
            <a:ext cx="517525" cy="106363"/>
          </a:xfrm>
          <a:prstGeom prst="rightArrow">
            <a:avLst>
              <a:gd name="adj1" fmla="val 50000"/>
              <a:gd name="adj2" fmla="val 121641"/>
            </a:avLst>
          </a:prstGeom>
          <a:solidFill>
            <a:srgbClr val="FF6600"/>
          </a:solidFill>
          <a:ln w="9525">
            <a:noFill/>
          </a:ln>
        </p:spPr>
        <p:txBody>
          <a:bodyPr wrap="none" anchor="ctr" anchorCtr="0"/>
          <a:p>
            <a:endParaRPr lang="zh-CN" altLang="en-US" dirty="0">
              <a:latin typeface="Times New Roman" panose="02020603050405020304" pitchFamily="18" charset="0"/>
            </a:endParaRPr>
          </a:p>
        </p:txBody>
      </p:sp>
      <p:sp>
        <p:nvSpPr>
          <p:cNvPr id="15" name="AutoShape 16"/>
          <p:cNvSpPr/>
          <p:nvPr/>
        </p:nvSpPr>
        <p:spPr>
          <a:xfrm>
            <a:off x="4696143" y="1580515"/>
            <a:ext cx="484187" cy="106363"/>
          </a:xfrm>
          <a:prstGeom prst="leftArrow">
            <a:avLst>
              <a:gd name="adj1" fmla="val 50000"/>
              <a:gd name="adj2" fmla="val 113805"/>
            </a:avLst>
          </a:prstGeom>
          <a:solidFill>
            <a:srgbClr val="FF6600"/>
          </a:solidFill>
          <a:ln w="9525">
            <a:noFill/>
          </a:ln>
        </p:spPr>
        <p:txBody>
          <a:bodyPr wrap="none" anchor="ctr" anchorCtr="0"/>
          <a:p>
            <a:endParaRPr lang="zh-CN" altLang="en-US" dirty="0">
              <a:latin typeface="Times New Roman" panose="02020603050405020304" pitchFamily="18" charset="0"/>
            </a:endParaRPr>
          </a:p>
        </p:txBody>
      </p:sp>
      <p:sp>
        <p:nvSpPr>
          <p:cNvPr id="17" name="Rectangle 20"/>
          <p:cNvSpPr/>
          <p:nvPr/>
        </p:nvSpPr>
        <p:spPr>
          <a:xfrm>
            <a:off x="8132287" y="754698"/>
            <a:ext cx="470535" cy="460375"/>
          </a:xfrm>
          <a:prstGeom prst="rect">
            <a:avLst/>
          </a:prstGeom>
          <a:noFill/>
          <a:ln w="9525">
            <a:noFill/>
          </a:ln>
        </p:spPr>
        <p:txBody>
          <a:bodyPr wrap="none" anchor="ctr" anchorCtr="0">
            <a:spAutoFit/>
          </a:bodyPr>
          <a:p>
            <a:pPr indent="0" algn="ctr">
              <a:buNone/>
            </a:pPr>
            <a:r>
              <a:rPr lang="en-US" altLang="zh-CN" dirty="0">
                <a:solidFill>
                  <a:srgbClr val="FF6600"/>
                </a:solidFill>
                <a:latin typeface="Times New Roman" panose="02020603050405020304" pitchFamily="18" charset="0"/>
                <a:ea typeface="黑体" panose="02010609060101010101" pitchFamily="49" charset="-122"/>
              </a:rPr>
              <a:t>F</a:t>
            </a:r>
            <a:r>
              <a:rPr lang="en-US" altLang="zh-CN" baseline="-25000" dirty="0">
                <a:solidFill>
                  <a:srgbClr val="FF6600"/>
                </a:solidFill>
                <a:latin typeface="Times New Roman" panose="02020603050405020304" pitchFamily="18" charset="0"/>
                <a:ea typeface="黑体" panose="02010609060101010101" pitchFamily="49" charset="-122"/>
              </a:rPr>
              <a:t>s2</a:t>
            </a:r>
            <a:endParaRPr lang="en-US" altLang="zh-CN" baseline="-25000" dirty="0">
              <a:solidFill>
                <a:srgbClr val="FF6600"/>
              </a:solidFill>
              <a:latin typeface="Times New Roman" panose="02020603050405020304" pitchFamily="18" charset="0"/>
              <a:ea typeface="黑体" panose="02010609060101010101" pitchFamily="49" charset="-122"/>
            </a:endParaRPr>
          </a:p>
        </p:txBody>
      </p:sp>
      <p:sp>
        <p:nvSpPr>
          <p:cNvPr id="18" name="Rectangle 21"/>
          <p:cNvSpPr/>
          <p:nvPr/>
        </p:nvSpPr>
        <p:spPr>
          <a:xfrm>
            <a:off x="8066247" y="1198563"/>
            <a:ext cx="498475" cy="460375"/>
          </a:xfrm>
          <a:prstGeom prst="rect">
            <a:avLst/>
          </a:prstGeom>
          <a:noFill/>
          <a:ln w="9525">
            <a:noFill/>
          </a:ln>
        </p:spPr>
        <p:txBody>
          <a:bodyPr wrap="none" anchor="ctr" anchorCtr="0">
            <a:spAutoFit/>
          </a:bodyPr>
          <a:p>
            <a:pPr indent="0" algn="ctr">
              <a:buNone/>
            </a:pPr>
            <a:r>
              <a:rPr lang="en-US" altLang="zh-CN" dirty="0">
                <a:solidFill>
                  <a:srgbClr val="FF6600"/>
                </a:solidFill>
                <a:latin typeface="Times New Roman" panose="02020603050405020304" pitchFamily="18" charset="0"/>
                <a:ea typeface="黑体" panose="02010609060101010101" pitchFamily="49" charset="-122"/>
              </a:rPr>
              <a:t>F</a:t>
            </a:r>
            <a:r>
              <a:rPr lang="en-US" altLang="zh-CN" baseline="-25000" dirty="0">
                <a:solidFill>
                  <a:srgbClr val="FF6600"/>
                </a:solidFill>
                <a:latin typeface="Times New Roman" panose="02020603050405020304" pitchFamily="18" charset="0"/>
                <a:ea typeface="黑体" panose="02010609060101010101" pitchFamily="49" charset="-122"/>
              </a:rPr>
              <a:t>S1</a:t>
            </a:r>
            <a:endParaRPr lang="en-US" altLang="zh-CN" sz="1600" baseline="-25000" dirty="0">
              <a:solidFill>
                <a:srgbClr val="FF6600"/>
              </a:solidFill>
              <a:latin typeface="Times New Roman" panose="02020603050405020304" pitchFamily="18" charset="0"/>
              <a:ea typeface="黑体" panose="02010609060101010101" pitchFamily="49" charset="-122"/>
            </a:endParaRPr>
          </a:p>
        </p:txBody>
      </p:sp>
      <p:sp>
        <p:nvSpPr>
          <p:cNvPr id="19" name="Rectangle 22"/>
          <p:cNvSpPr/>
          <p:nvPr/>
        </p:nvSpPr>
        <p:spPr>
          <a:xfrm>
            <a:off x="6363335" y="1020128"/>
            <a:ext cx="522288" cy="457200"/>
          </a:xfrm>
          <a:prstGeom prst="rect">
            <a:avLst/>
          </a:prstGeom>
          <a:noFill/>
          <a:ln w="9525">
            <a:noFill/>
          </a:ln>
        </p:spPr>
        <p:txBody>
          <a:bodyPr wrap="none" anchor="ctr" anchorCtr="0">
            <a:spAutoFit/>
          </a:bodyPr>
          <a:p>
            <a:pPr indent="0" algn="ctr">
              <a:buNone/>
            </a:pPr>
            <a:r>
              <a:rPr lang="en-US" altLang="zh-CN" sz="2400" dirty="0">
                <a:solidFill>
                  <a:srgbClr val="FF0000"/>
                </a:solidFill>
                <a:latin typeface="Times New Roman" panose="02020603050405020304" pitchFamily="18" charset="0"/>
                <a:ea typeface="黑体" panose="02010609060101010101" pitchFamily="49" charset="-122"/>
              </a:rPr>
              <a:t>Fa</a:t>
            </a:r>
            <a:endParaRPr lang="en-US" altLang="zh-CN" sz="2400" dirty="0">
              <a:solidFill>
                <a:srgbClr val="000000"/>
              </a:solidFill>
              <a:latin typeface="Times New Roman" panose="02020603050405020304" pitchFamily="18" charset="0"/>
              <a:ea typeface="黑体" panose="02010609060101010101" pitchFamily="49" charset="-122"/>
            </a:endParaRPr>
          </a:p>
        </p:txBody>
      </p:sp>
      <p:sp>
        <p:nvSpPr>
          <p:cNvPr id="20" name="Rectangle 23"/>
          <p:cNvSpPr/>
          <p:nvPr/>
        </p:nvSpPr>
        <p:spPr>
          <a:xfrm>
            <a:off x="5233670" y="1818640"/>
            <a:ext cx="527050" cy="460375"/>
          </a:xfrm>
          <a:prstGeom prst="rect">
            <a:avLst/>
          </a:prstGeom>
          <a:noFill/>
          <a:ln w="9525">
            <a:noFill/>
          </a:ln>
        </p:spPr>
        <p:txBody>
          <a:bodyPr wrap="square" anchor="ctr" anchorCtr="0">
            <a:spAutoFit/>
          </a:bodyPr>
          <a:p>
            <a:pPr indent="0" algn="ctr">
              <a:buNone/>
            </a:pPr>
            <a:r>
              <a:rPr lang="en-US" altLang="zh-CN" dirty="0">
                <a:solidFill>
                  <a:srgbClr val="000000"/>
                </a:solidFill>
                <a:latin typeface="Times New Roman" panose="02020603050405020304" pitchFamily="18" charset="0"/>
                <a:ea typeface="黑体" panose="02010609060101010101" pitchFamily="49" charset="-122"/>
              </a:rPr>
              <a:t>F</a:t>
            </a:r>
            <a:r>
              <a:rPr lang="en-US" altLang="zh-CN" sz="1600" dirty="0">
                <a:solidFill>
                  <a:srgbClr val="000000"/>
                </a:solidFill>
                <a:latin typeface="Times New Roman" panose="02020603050405020304" pitchFamily="18" charset="0"/>
                <a:ea typeface="黑体" panose="02010609060101010101" pitchFamily="49" charset="-122"/>
              </a:rPr>
              <a:t>r1</a:t>
            </a:r>
            <a:endParaRPr lang="en-US" altLang="zh-CN" dirty="0">
              <a:solidFill>
                <a:srgbClr val="000000"/>
              </a:solidFill>
              <a:latin typeface="Times New Roman" panose="02020603050405020304" pitchFamily="18" charset="0"/>
              <a:ea typeface="黑体" panose="02010609060101010101" pitchFamily="49" charset="-122"/>
            </a:endParaRPr>
          </a:p>
        </p:txBody>
      </p:sp>
      <p:sp>
        <p:nvSpPr>
          <p:cNvPr id="21" name="Rectangle 24"/>
          <p:cNvSpPr/>
          <p:nvPr/>
        </p:nvSpPr>
        <p:spPr>
          <a:xfrm>
            <a:off x="7533640" y="1992948"/>
            <a:ext cx="500063" cy="336550"/>
          </a:xfrm>
          <a:prstGeom prst="rect">
            <a:avLst/>
          </a:prstGeom>
          <a:noFill/>
          <a:ln w="9525">
            <a:noFill/>
          </a:ln>
        </p:spPr>
        <p:txBody>
          <a:bodyPr wrap="none" anchor="ctr" anchorCtr="0">
            <a:spAutoFit/>
          </a:bodyPr>
          <a:p>
            <a:pPr indent="0" algn="ctr">
              <a:buNone/>
            </a:pPr>
            <a:r>
              <a:rPr lang="en-US" altLang="zh-CN" sz="1600" dirty="0">
                <a:solidFill>
                  <a:srgbClr val="000000"/>
                </a:solidFill>
                <a:latin typeface="Times New Roman" panose="02020603050405020304" pitchFamily="18" charset="0"/>
                <a:ea typeface="黑体" panose="02010609060101010101" pitchFamily="49" charset="-122"/>
              </a:rPr>
              <a:t>Fr2</a:t>
            </a:r>
            <a:endParaRPr lang="en-US" altLang="zh-CN" sz="1600" dirty="0">
              <a:solidFill>
                <a:srgbClr val="000000"/>
              </a:solidFill>
              <a:latin typeface="Times New Roman" panose="02020603050405020304" pitchFamily="18" charset="0"/>
              <a:ea typeface="黑体" panose="02010609060101010101" pitchFamily="49" charset="-122"/>
            </a:endParaRPr>
          </a:p>
        </p:txBody>
      </p:sp>
      <p:sp>
        <p:nvSpPr>
          <p:cNvPr id="22" name="Text Box 26"/>
          <p:cNvSpPr txBox="1"/>
          <p:nvPr/>
        </p:nvSpPr>
        <p:spPr>
          <a:xfrm>
            <a:off x="4314825" y="1534795"/>
            <a:ext cx="447675" cy="534035"/>
          </a:xfrm>
          <a:prstGeom prst="rect">
            <a:avLst/>
          </a:prstGeom>
          <a:noFill/>
          <a:ln w="9525">
            <a:noFill/>
          </a:ln>
        </p:spPr>
        <p:txBody>
          <a:bodyPr anchor="ctr" anchorCtr="0">
            <a:spAutoFit/>
          </a:bodyPr>
          <a:p>
            <a:pPr indent="0" algn="ctr">
              <a:spcBef>
                <a:spcPct val="50000"/>
              </a:spcBef>
              <a:buNone/>
            </a:pPr>
            <a:r>
              <a:rPr lang="en-US" altLang="zh-CN" sz="2400" dirty="0">
                <a:solidFill>
                  <a:srgbClr val="0000FF"/>
                </a:solidFill>
                <a:latin typeface="Times New Roman" panose="02020603050405020304" pitchFamily="18" charset="0"/>
                <a:ea typeface="黑体" panose="02010609060101010101" pitchFamily="49" charset="-122"/>
              </a:rPr>
              <a:t>2</a:t>
            </a:r>
            <a:endParaRPr lang="en-US" altLang="zh-CN" sz="4400" dirty="0">
              <a:solidFill>
                <a:srgbClr val="0000FF"/>
              </a:solidFill>
              <a:latin typeface="Times New Roman" panose="02020603050405020304" pitchFamily="18" charset="0"/>
              <a:ea typeface="黑体" panose="02010609060101010101" pitchFamily="49" charset="-122"/>
            </a:endParaRPr>
          </a:p>
        </p:txBody>
      </p:sp>
      <p:sp>
        <p:nvSpPr>
          <p:cNvPr id="23" name="Rectangle 27"/>
          <p:cNvSpPr/>
          <p:nvPr/>
        </p:nvSpPr>
        <p:spPr>
          <a:xfrm>
            <a:off x="8752840" y="1493520"/>
            <a:ext cx="335280" cy="534035"/>
          </a:xfrm>
          <a:prstGeom prst="rect">
            <a:avLst/>
          </a:prstGeom>
          <a:noFill/>
          <a:ln w="9525">
            <a:noFill/>
          </a:ln>
        </p:spPr>
        <p:txBody>
          <a:bodyPr wrap="none" anchor="ctr" anchorCtr="0">
            <a:spAutoFit/>
          </a:bodyPr>
          <a:p>
            <a:pPr indent="0" algn="ctr">
              <a:buNone/>
            </a:pPr>
            <a:r>
              <a:rPr lang="en-US" altLang="zh-CN" sz="2400" dirty="0">
                <a:solidFill>
                  <a:srgbClr val="0000FF"/>
                </a:solidFill>
                <a:latin typeface="Times New Roman" panose="02020603050405020304" pitchFamily="18" charset="0"/>
                <a:ea typeface="黑体" panose="02010609060101010101" pitchFamily="49" charset="-122"/>
              </a:rPr>
              <a:t>1</a:t>
            </a:r>
            <a:endParaRPr lang="en-US" altLang="zh-CN" sz="2400" dirty="0">
              <a:solidFill>
                <a:srgbClr val="0000FF"/>
              </a:solidFill>
              <a:latin typeface="Times New Roman" panose="02020603050405020304" pitchFamily="18" charset="0"/>
              <a:ea typeface="黑体" panose="02010609060101010101" pitchFamily="49" charset="-122"/>
            </a:endParaRPr>
          </a:p>
        </p:txBody>
      </p:sp>
      <p:cxnSp>
        <p:nvCxnSpPr>
          <p:cNvPr id="24" name="直接连接符 23"/>
          <p:cNvCxnSpPr/>
          <p:nvPr/>
        </p:nvCxnSpPr>
        <p:spPr>
          <a:xfrm flipV="1">
            <a:off x="5139055" y="1117600"/>
            <a:ext cx="209550" cy="601345"/>
          </a:xfrm>
          <a:prstGeom prst="line">
            <a:avLst/>
          </a:prstGeom>
          <a:noFill/>
          <a:ln w="9525" cap="flat" cmpd="sng" algn="ctr">
            <a:solidFill>
              <a:srgbClr val="FF0000"/>
            </a:solidFill>
            <a:prstDash val="solid"/>
            <a:round/>
            <a:headEnd type="none" w="med" len="med"/>
            <a:tailEnd type="none" w="med" len="med"/>
          </a:ln>
        </p:spPr>
      </p:cxnSp>
      <p:cxnSp>
        <p:nvCxnSpPr>
          <p:cNvPr id="25" name="直接连接符 24"/>
          <p:cNvCxnSpPr/>
          <p:nvPr/>
        </p:nvCxnSpPr>
        <p:spPr>
          <a:xfrm flipH="1" flipV="1">
            <a:off x="5139055" y="1718945"/>
            <a:ext cx="145415" cy="452120"/>
          </a:xfrm>
          <a:prstGeom prst="line">
            <a:avLst/>
          </a:prstGeom>
          <a:noFill/>
          <a:ln w="9525" cap="flat" cmpd="sng" algn="ctr">
            <a:solidFill>
              <a:srgbClr val="FF0000"/>
            </a:solidFill>
            <a:prstDash val="solid"/>
            <a:round/>
            <a:headEnd type="none" w="med" len="med"/>
            <a:tailEnd type="none" w="med" len="med"/>
          </a:ln>
        </p:spPr>
      </p:cxnSp>
      <p:sp>
        <p:nvSpPr>
          <p:cNvPr id="26" name="文本框 25"/>
          <p:cNvSpPr txBox="1"/>
          <p:nvPr/>
        </p:nvSpPr>
        <p:spPr>
          <a:xfrm>
            <a:off x="4966970" y="2448560"/>
            <a:ext cx="3228340" cy="1087755"/>
          </a:xfrm>
          <a:prstGeom prst="rect">
            <a:avLst/>
          </a:prstGeom>
          <a:noFill/>
        </p:spPr>
        <p:txBody>
          <a:bodyPr wrap="square" rtlCol="0">
            <a:spAutoFit/>
          </a:bodyPr>
          <a:p>
            <a:pPr indent="0">
              <a:buNone/>
            </a:pPr>
            <a:r>
              <a:rPr lang="zh-CN" altLang="en-US" sz="1800"/>
              <a:t>把派生轴向力的方向与外加轴向在和</a:t>
            </a:r>
            <a:r>
              <a:rPr lang="en-US" altLang="zh-CN" sz="1800"/>
              <a:t>Fa</a:t>
            </a:r>
            <a:r>
              <a:rPr lang="zh-CN" altLang="en-US" sz="1800"/>
              <a:t>的方向一致的轴承标为轴承</a:t>
            </a:r>
            <a:r>
              <a:rPr lang="en-US" altLang="zh-CN" sz="1800"/>
              <a:t>1</a:t>
            </a:r>
            <a:r>
              <a:rPr lang="zh-CN" altLang="en-US" sz="1800"/>
              <a:t>，另一端标为</a:t>
            </a:r>
            <a:r>
              <a:rPr lang="en-US" altLang="zh-CN" sz="1800"/>
              <a:t>2.</a:t>
            </a:r>
            <a:endParaRPr lang="en-US" altLang="zh-CN" sz="1800"/>
          </a:p>
        </p:txBody>
      </p:sp>
      <p:cxnSp>
        <p:nvCxnSpPr>
          <p:cNvPr id="27" name="直接连接符 26"/>
          <p:cNvCxnSpPr/>
          <p:nvPr/>
        </p:nvCxnSpPr>
        <p:spPr>
          <a:xfrm flipH="1" flipV="1">
            <a:off x="3700145" y="1747520"/>
            <a:ext cx="209550" cy="601345"/>
          </a:xfrm>
          <a:prstGeom prst="line">
            <a:avLst/>
          </a:prstGeom>
          <a:noFill/>
          <a:ln w="9525" cap="flat" cmpd="sng" algn="ctr">
            <a:solidFill>
              <a:srgbClr val="FF0000"/>
            </a:solidFill>
            <a:prstDash val="solid"/>
            <a:round/>
            <a:headEnd type="none" w="med" len="med"/>
            <a:tailEnd type="none" w="med" len="med"/>
          </a:ln>
        </p:spPr>
      </p:cxnSp>
      <p:cxnSp>
        <p:nvCxnSpPr>
          <p:cNvPr id="28" name="直接连接符 27"/>
          <p:cNvCxnSpPr/>
          <p:nvPr/>
        </p:nvCxnSpPr>
        <p:spPr>
          <a:xfrm flipV="1">
            <a:off x="3700145" y="1319530"/>
            <a:ext cx="145415" cy="452120"/>
          </a:xfrm>
          <a:prstGeom prst="line">
            <a:avLst/>
          </a:prstGeom>
          <a:noFill/>
          <a:ln w="9525" cap="flat" cmpd="sng" algn="ctr">
            <a:solidFill>
              <a:srgbClr val="FF0000"/>
            </a:solidFill>
            <a:prstDash val="solid"/>
            <a:round/>
            <a:headEnd type="none" w="med" len="med"/>
            <a:tailEnd type="none" w="med" len="med"/>
          </a:ln>
        </p:spPr>
      </p:cxnSp>
      <p:cxnSp>
        <p:nvCxnSpPr>
          <p:cNvPr id="29" name="直接连接符 28"/>
          <p:cNvCxnSpPr/>
          <p:nvPr/>
        </p:nvCxnSpPr>
        <p:spPr>
          <a:xfrm flipH="1" flipV="1">
            <a:off x="7856855" y="1103630"/>
            <a:ext cx="173355" cy="594995"/>
          </a:xfrm>
          <a:prstGeom prst="line">
            <a:avLst/>
          </a:prstGeom>
          <a:noFill/>
          <a:ln w="9525" cap="flat" cmpd="sng" algn="ctr">
            <a:solidFill>
              <a:srgbClr val="FF0000"/>
            </a:solidFill>
            <a:prstDash val="solid"/>
            <a:round/>
            <a:headEnd type="none" w="med" len="med"/>
            <a:tailEnd type="none" w="med" len="med"/>
          </a:ln>
        </p:spPr>
      </p:cxnSp>
      <p:cxnSp>
        <p:nvCxnSpPr>
          <p:cNvPr id="30" name="直接连接符 29"/>
          <p:cNvCxnSpPr/>
          <p:nvPr/>
        </p:nvCxnSpPr>
        <p:spPr>
          <a:xfrm flipV="1">
            <a:off x="7888605" y="1719580"/>
            <a:ext cx="145415" cy="452120"/>
          </a:xfrm>
          <a:prstGeom prst="line">
            <a:avLst/>
          </a:prstGeom>
          <a:noFill/>
          <a:ln w="9525" cap="flat" cmpd="sng" algn="ctr">
            <a:solidFill>
              <a:srgbClr val="FF0000"/>
            </a:solidFill>
            <a:prstDash val="solid"/>
            <a:round/>
            <a:headEnd type="none" w="med" len="med"/>
            <a:tailEnd type="none" w="med" len="med"/>
          </a:ln>
        </p:spPr>
      </p:cxnSp>
      <p:sp>
        <p:nvSpPr>
          <p:cNvPr id="31" name="Rectangle 21"/>
          <p:cNvSpPr/>
          <p:nvPr/>
        </p:nvSpPr>
        <p:spPr>
          <a:xfrm>
            <a:off x="4735037" y="806133"/>
            <a:ext cx="498475" cy="460375"/>
          </a:xfrm>
          <a:prstGeom prst="rect">
            <a:avLst/>
          </a:prstGeom>
          <a:noFill/>
          <a:ln w="9525">
            <a:noFill/>
          </a:ln>
        </p:spPr>
        <p:txBody>
          <a:bodyPr wrap="none" anchor="ctr" anchorCtr="0">
            <a:spAutoFit/>
          </a:bodyPr>
          <a:p>
            <a:pPr indent="0" algn="ctr">
              <a:buNone/>
            </a:pPr>
            <a:r>
              <a:rPr lang="en-US" altLang="zh-CN" dirty="0">
                <a:solidFill>
                  <a:srgbClr val="FF6600"/>
                </a:solidFill>
                <a:latin typeface="Times New Roman" panose="02020603050405020304" pitchFamily="18" charset="0"/>
                <a:ea typeface="黑体" panose="02010609060101010101" pitchFamily="49" charset="-122"/>
              </a:rPr>
              <a:t>F</a:t>
            </a:r>
            <a:r>
              <a:rPr lang="en-US" altLang="zh-CN" baseline="-25000" dirty="0">
                <a:solidFill>
                  <a:srgbClr val="FF6600"/>
                </a:solidFill>
                <a:latin typeface="Times New Roman" panose="02020603050405020304" pitchFamily="18" charset="0"/>
                <a:ea typeface="黑体" panose="02010609060101010101" pitchFamily="49" charset="-122"/>
              </a:rPr>
              <a:t>S1</a:t>
            </a:r>
            <a:endParaRPr lang="en-US" altLang="zh-CN" sz="1600" baseline="-25000" dirty="0">
              <a:solidFill>
                <a:srgbClr val="FF6600"/>
              </a:solidFill>
              <a:latin typeface="Times New Roman" panose="02020603050405020304" pitchFamily="18" charset="0"/>
              <a:ea typeface="黑体" panose="02010609060101010101" pitchFamily="49" charset="-122"/>
            </a:endParaRPr>
          </a:p>
        </p:txBody>
      </p:sp>
      <p:pic>
        <p:nvPicPr>
          <p:cNvPr id="35" name="图片 34"/>
          <p:cNvPicPr>
            <a:picLocks noChangeAspect="1"/>
          </p:cNvPicPr>
          <p:nvPr/>
        </p:nvPicPr>
        <p:blipFill>
          <a:blip r:embed="rId4"/>
          <a:stretch>
            <a:fillRect/>
          </a:stretch>
        </p:blipFill>
        <p:spPr>
          <a:xfrm>
            <a:off x="135890" y="3576320"/>
            <a:ext cx="8155940" cy="3281680"/>
          </a:xfrm>
          <a:prstGeom prst="rect">
            <a:avLst/>
          </a:prstGeom>
        </p:spPr>
      </p:pic>
    </p:spTree>
  </p:cSld>
  <p:clrMapOvr>
    <a:masterClrMapping/>
  </p:clrMapOvr>
  <p:transition>
    <p:wipe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5" fill="hold" nodeType="clickEffect">
                                  <p:stCondLst>
                                    <p:cond delay="0"/>
                                  </p:stCondLst>
                                  <p:childTnLst>
                                    <p:set>
                                      <p:cBhvr>
                                        <p:cTn id="6" dur="1" fill="hold">
                                          <p:stCondLst>
                                            <p:cond delay="0"/>
                                          </p:stCondLst>
                                        </p:cTn>
                                        <p:tgtEl>
                                          <p:spTgt spid="98308"/>
                                        </p:tgtEl>
                                        <p:attrNameLst>
                                          <p:attrName>style.visibility</p:attrName>
                                        </p:attrNameLst>
                                      </p:cBhvr>
                                      <p:to>
                                        <p:strVal val="visible"/>
                                      </p:to>
                                    </p:set>
                                    <p:animEffect transition="in" filter="blinds(vertical)">
                                      <p:cBhvr>
                                        <p:cTn id="7" dur="500"/>
                                        <p:tgtEl>
                                          <p:spTgt spid="98308"/>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wipe(down)">
                                      <p:cBhvr>
                                        <p:cTn id="12" dur="500"/>
                                        <p:tgtEl>
                                          <p:spTgt spid="3"/>
                                        </p:tgtEl>
                                      </p:cBhvr>
                                    </p:animEffect>
                                  </p:childTnLst>
                                </p:cTn>
                              </p:par>
                              <p:par>
                                <p:cTn id="13" presetID="22" presetClass="entr" presetSubtype="4" fill="hold" nodeType="withEffect">
                                  <p:stCondLst>
                                    <p:cond delay="0"/>
                                  </p:stCondLst>
                                  <p:childTnLst>
                                    <p:set>
                                      <p:cBhvr>
                                        <p:cTn id="14" dur="1" fill="hold">
                                          <p:stCondLst>
                                            <p:cond delay="0"/>
                                          </p:stCondLst>
                                        </p:cTn>
                                        <p:tgtEl>
                                          <p:spTgt spid="2"/>
                                        </p:tgtEl>
                                        <p:attrNameLst>
                                          <p:attrName>style.visibility</p:attrName>
                                        </p:attrNameLst>
                                      </p:cBhvr>
                                      <p:to>
                                        <p:strVal val="visible"/>
                                      </p:to>
                                    </p:set>
                                    <p:animEffect transition="in" filter="wipe(down)">
                                      <p:cBhvr>
                                        <p:cTn id="15" dur="500"/>
                                        <p:tgtEl>
                                          <p:spTgt spid="2"/>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4" fill="hold" nodeType="clickEffect">
                                  <p:stCondLst>
                                    <p:cond delay="0"/>
                                  </p:stCondLst>
                                  <p:childTnLst>
                                    <p:set>
                                      <p:cBhvr>
                                        <p:cTn id="19" dur="1" fill="hold">
                                          <p:stCondLst>
                                            <p:cond delay="0"/>
                                          </p:stCondLst>
                                        </p:cTn>
                                        <p:tgtEl>
                                          <p:spTgt spid="28"/>
                                        </p:tgtEl>
                                        <p:attrNameLst>
                                          <p:attrName>style.visibility</p:attrName>
                                        </p:attrNameLst>
                                      </p:cBhvr>
                                      <p:to>
                                        <p:strVal val="visible"/>
                                      </p:to>
                                    </p:set>
                                    <p:animEffect transition="in" filter="wipe(down)">
                                      <p:cBhvr>
                                        <p:cTn id="20" dur="500"/>
                                        <p:tgtEl>
                                          <p:spTgt spid="28"/>
                                        </p:tgtEl>
                                      </p:cBhvr>
                                    </p:animEffect>
                                  </p:childTnLst>
                                </p:cTn>
                              </p:par>
                              <p:par>
                                <p:cTn id="21" presetID="22" presetClass="entr" presetSubtype="4" fill="hold" nodeType="withEffect">
                                  <p:stCondLst>
                                    <p:cond delay="0"/>
                                  </p:stCondLst>
                                  <p:childTnLst>
                                    <p:set>
                                      <p:cBhvr>
                                        <p:cTn id="22" dur="1" fill="hold">
                                          <p:stCondLst>
                                            <p:cond delay="0"/>
                                          </p:stCondLst>
                                        </p:cTn>
                                        <p:tgtEl>
                                          <p:spTgt spid="27"/>
                                        </p:tgtEl>
                                        <p:attrNameLst>
                                          <p:attrName>style.visibility</p:attrName>
                                        </p:attrNameLst>
                                      </p:cBhvr>
                                      <p:to>
                                        <p:strVal val="visible"/>
                                      </p:to>
                                    </p:set>
                                    <p:animEffect transition="in" filter="wipe(down)">
                                      <p:cBhvr>
                                        <p:cTn id="23" dur="500"/>
                                        <p:tgtEl>
                                          <p:spTgt spid="27"/>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4" fill="hold" nodeType="clickEffect">
                                  <p:stCondLst>
                                    <p:cond delay="0"/>
                                  </p:stCondLst>
                                  <p:childTnLst>
                                    <p:set>
                                      <p:cBhvr>
                                        <p:cTn id="27" dur="1" fill="hold">
                                          <p:stCondLst>
                                            <p:cond delay="0"/>
                                          </p:stCondLst>
                                        </p:cTn>
                                        <p:tgtEl>
                                          <p:spTgt spid="98315"/>
                                        </p:tgtEl>
                                        <p:attrNameLst>
                                          <p:attrName>style.visibility</p:attrName>
                                        </p:attrNameLst>
                                      </p:cBhvr>
                                      <p:to>
                                        <p:strVal val="visible"/>
                                      </p:to>
                                    </p:set>
                                    <p:animEffect transition="in" filter="wipe(down)">
                                      <p:cBhvr>
                                        <p:cTn id="28" dur="500"/>
                                        <p:tgtEl>
                                          <p:spTgt spid="98315"/>
                                        </p:tgtEl>
                                      </p:cBhvr>
                                    </p:animEffect>
                                  </p:childTnLst>
                                </p:cTn>
                              </p:par>
                            </p:childTnLst>
                          </p:cTn>
                        </p:par>
                      </p:childTnLst>
                    </p:cTn>
                  </p:par>
                  <p:par>
                    <p:cTn id="29" fill="hold">
                      <p:stCondLst>
                        <p:cond delay="indefinite"/>
                      </p:stCondLst>
                      <p:childTnLst>
                        <p:par>
                          <p:cTn id="30" fill="hold">
                            <p:stCondLst>
                              <p:cond delay="0"/>
                            </p:stCondLst>
                            <p:childTnLst>
                              <p:par>
                                <p:cTn id="31" presetID="5" presetClass="entr" presetSubtype="10" fill="hold" grpId="0" nodeType="clickEffect">
                                  <p:stCondLst>
                                    <p:cond delay="0"/>
                                  </p:stCondLst>
                                  <p:childTnLst>
                                    <p:set>
                                      <p:cBhvr>
                                        <p:cTn id="32" dur="1" fill="hold">
                                          <p:stCondLst>
                                            <p:cond delay="0"/>
                                          </p:stCondLst>
                                        </p:cTn>
                                        <p:tgtEl>
                                          <p:spTgt spid="98327"/>
                                        </p:tgtEl>
                                        <p:attrNameLst>
                                          <p:attrName>style.visibility</p:attrName>
                                        </p:attrNameLst>
                                      </p:cBhvr>
                                      <p:to>
                                        <p:strVal val="visible"/>
                                      </p:to>
                                    </p:set>
                                    <p:animEffect transition="in" filter="checkerboard(across)">
                                      <p:cBhvr>
                                        <p:cTn id="33" dur="500"/>
                                        <p:tgtEl>
                                          <p:spTgt spid="98327"/>
                                        </p:tgtEl>
                                      </p:cBhvr>
                                    </p:animEffect>
                                  </p:childTnLst>
                                </p:cTn>
                              </p:par>
                            </p:childTnLst>
                          </p:cTn>
                        </p:par>
                      </p:childTnLst>
                    </p:cTn>
                  </p:par>
                  <p:par>
                    <p:cTn id="34" fill="hold">
                      <p:stCondLst>
                        <p:cond delay="indefinite"/>
                      </p:stCondLst>
                      <p:childTnLst>
                        <p:par>
                          <p:cTn id="35" fill="hold">
                            <p:stCondLst>
                              <p:cond delay="0"/>
                            </p:stCondLst>
                            <p:childTnLst>
                              <p:par>
                                <p:cTn id="36" presetID="22" presetClass="entr" presetSubtype="4" fill="hold" nodeType="clickEffect">
                                  <p:stCondLst>
                                    <p:cond delay="0"/>
                                  </p:stCondLst>
                                  <p:childTnLst>
                                    <p:set>
                                      <p:cBhvr>
                                        <p:cTn id="37" dur="1" fill="hold">
                                          <p:stCondLst>
                                            <p:cond delay="0"/>
                                          </p:stCondLst>
                                        </p:cTn>
                                        <p:tgtEl>
                                          <p:spTgt spid="98316"/>
                                        </p:tgtEl>
                                        <p:attrNameLst>
                                          <p:attrName>style.visibility</p:attrName>
                                        </p:attrNameLst>
                                      </p:cBhvr>
                                      <p:to>
                                        <p:strVal val="visible"/>
                                      </p:to>
                                    </p:set>
                                    <p:animEffect transition="in" filter="wipe(down)">
                                      <p:cBhvr>
                                        <p:cTn id="38" dur="500"/>
                                        <p:tgtEl>
                                          <p:spTgt spid="98316"/>
                                        </p:tgtEl>
                                      </p:cBhvr>
                                    </p:animEffect>
                                  </p:childTnLst>
                                </p:cTn>
                              </p:par>
                            </p:childTnLst>
                          </p:cTn>
                        </p:par>
                      </p:childTnLst>
                    </p:cTn>
                  </p:par>
                  <p:par>
                    <p:cTn id="39" fill="hold">
                      <p:stCondLst>
                        <p:cond delay="indefinite"/>
                      </p:stCondLst>
                      <p:childTnLst>
                        <p:par>
                          <p:cTn id="40" fill="hold">
                            <p:stCondLst>
                              <p:cond delay="0"/>
                            </p:stCondLst>
                            <p:childTnLst>
                              <p:par>
                                <p:cTn id="41" presetID="5" presetClass="entr" presetSubtype="10" fill="hold" grpId="0" nodeType="clickEffect">
                                  <p:stCondLst>
                                    <p:cond delay="0"/>
                                  </p:stCondLst>
                                  <p:childTnLst>
                                    <p:set>
                                      <p:cBhvr>
                                        <p:cTn id="42" dur="1" fill="hold">
                                          <p:stCondLst>
                                            <p:cond delay="0"/>
                                          </p:stCondLst>
                                        </p:cTn>
                                        <p:tgtEl>
                                          <p:spTgt spid="98328"/>
                                        </p:tgtEl>
                                        <p:attrNameLst>
                                          <p:attrName>style.visibility</p:attrName>
                                        </p:attrNameLst>
                                      </p:cBhvr>
                                      <p:to>
                                        <p:strVal val="visible"/>
                                      </p:to>
                                    </p:set>
                                    <p:animEffect transition="in" filter="checkerboard(across)">
                                      <p:cBhvr>
                                        <p:cTn id="43" dur="500"/>
                                        <p:tgtEl>
                                          <p:spTgt spid="98328"/>
                                        </p:tgtEl>
                                      </p:cBhvr>
                                    </p:animEffect>
                                  </p:childTnLst>
                                </p:cTn>
                              </p:par>
                            </p:childTnLst>
                          </p:cTn>
                        </p:par>
                      </p:childTnLst>
                    </p:cTn>
                  </p:par>
                  <p:par>
                    <p:cTn id="44" fill="hold">
                      <p:stCondLst>
                        <p:cond delay="indefinite"/>
                      </p:stCondLst>
                      <p:childTnLst>
                        <p:par>
                          <p:cTn id="45" fill="hold">
                            <p:stCondLst>
                              <p:cond delay="0"/>
                            </p:stCondLst>
                            <p:childTnLst>
                              <p:par>
                                <p:cTn id="46" presetID="22" presetClass="entr" presetSubtype="8" fill="hold" grpId="0" nodeType="clickEffect">
                                  <p:stCondLst>
                                    <p:cond delay="0"/>
                                  </p:stCondLst>
                                  <p:childTnLst>
                                    <p:set>
                                      <p:cBhvr>
                                        <p:cTn id="47" dur="1" fill="hold">
                                          <p:stCondLst>
                                            <p:cond delay="0"/>
                                          </p:stCondLst>
                                        </p:cTn>
                                        <p:tgtEl>
                                          <p:spTgt spid="98332"/>
                                        </p:tgtEl>
                                        <p:attrNameLst>
                                          <p:attrName>style.visibility</p:attrName>
                                        </p:attrNameLst>
                                      </p:cBhvr>
                                      <p:to>
                                        <p:strVal val="visible"/>
                                      </p:to>
                                    </p:set>
                                    <p:animEffect transition="in" filter="wipe(left)">
                                      <p:cBhvr>
                                        <p:cTn id="48" dur="500"/>
                                        <p:tgtEl>
                                          <p:spTgt spid="98332"/>
                                        </p:tgtEl>
                                      </p:cBhvr>
                                    </p:animEffect>
                                  </p:childTnLst>
                                </p:cTn>
                              </p:par>
                            </p:childTnLst>
                          </p:cTn>
                        </p:par>
                      </p:childTnLst>
                    </p:cTn>
                  </p:par>
                  <p:par>
                    <p:cTn id="49" fill="hold">
                      <p:stCondLst>
                        <p:cond delay="indefinite"/>
                      </p:stCondLst>
                      <p:childTnLst>
                        <p:par>
                          <p:cTn id="50" fill="hold">
                            <p:stCondLst>
                              <p:cond delay="0"/>
                            </p:stCondLst>
                            <p:childTnLst>
                              <p:par>
                                <p:cTn id="51" presetID="22" presetClass="entr" presetSubtype="8" fill="hold" nodeType="clickEffect">
                                  <p:stCondLst>
                                    <p:cond delay="0"/>
                                  </p:stCondLst>
                                  <p:childTnLst>
                                    <p:set>
                                      <p:cBhvr>
                                        <p:cTn id="52" dur="1" fill="hold">
                                          <p:stCondLst>
                                            <p:cond delay="0"/>
                                          </p:stCondLst>
                                        </p:cTn>
                                        <p:tgtEl>
                                          <p:spTgt spid="98319"/>
                                        </p:tgtEl>
                                        <p:attrNameLst>
                                          <p:attrName>style.visibility</p:attrName>
                                        </p:attrNameLst>
                                      </p:cBhvr>
                                      <p:to>
                                        <p:strVal val="visible"/>
                                      </p:to>
                                    </p:set>
                                    <p:animEffect transition="in" filter="wipe(left)">
                                      <p:cBhvr>
                                        <p:cTn id="53" dur="500"/>
                                        <p:tgtEl>
                                          <p:spTgt spid="98319"/>
                                        </p:tgtEl>
                                      </p:cBhvr>
                                    </p:animEffect>
                                  </p:childTnLst>
                                </p:cTn>
                              </p:par>
                            </p:childTnLst>
                          </p:cTn>
                        </p:par>
                      </p:childTnLst>
                    </p:cTn>
                  </p:par>
                  <p:par>
                    <p:cTn id="54" fill="hold">
                      <p:stCondLst>
                        <p:cond delay="indefinite"/>
                      </p:stCondLst>
                      <p:childTnLst>
                        <p:par>
                          <p:cTn id="55" fill="hold">
                            <p:stCondLst>
                              <p:cond delay="0"/>
                            </p:stCondLst>
                            <p:childTnLst>
                              <p:par>
                                <p:cTn id="56" presetID="5" presetClass="entr" presetSubtype="10" fill="hold" grpId="0" nodeType="clickEffect">
                                  <p:stCondLst>
                                    <p:cond delay="0"/>
                                  </p:stCondLst>
                                  <p:childTnLst>
                                    <p:set>
                                      <p:cBhvr>
                                        <p:cTn id="57" dur="1" fill="hold">
                                          <p:stCondLst>
                                            <p:cond delay="0"/>
                                          </p:stCondLst>
                                        </p:cTn>
                                        <p:tgtEl>
                                          <p:spTgt spid="98325"/>
                                        </p:tgtEl>
                                        <p:attrNameLst>
                                          <p:attrName>style.visibility</p:attrName>
                                        </p:attrNameLst>
                                      </p:cBhvr>
                                      <p:to>
                                        <p:strVal val="visible"/>
                                      </p:to>
                                    </p:set>
                                    <p:animEffect transition="in" filter="checkerboard(across)">
                                      <p:cBhvr>
                                        <p:cTn id="58" dur="500"/>
                                        <p:tgtEl>
                                          <p:spTgt spid="98325"/>
                                        </p:tgtEl>
                                      </p:cBhvr>
                                    </p:animEffect>
                                  </p:childTnLst>
                                </p:cTn>
                              </p:par>
                            </p:childTnLst>
                          </p:cTn>
                        </p:par>
                      </p:childTnLst>
                    </p:cTn>
                  </p:par>
                  <p:par>
                    <p:cTn id="59" fill="hold">
                      <p:stCondLst>
                        <p:cond delay="indefinite"/>
                      </p:stCondLst>
                      <p:childTnLst>
                        <p:par>
                          <p:cTn id="60" fill="hold">
                            <p:stCondLst>
                              <p:cond delay="0"/>
                            </p:stCondLst>
                            <p:childTnLst>
                              <p:par>
                                <p:cTn id="61" presetID="22" presetClass="entr" presetSubtype="2" fill="hold" nodeType="clickEffect">
                                  <p:stCondLst>
                                    <p:cond delay="0"/>
                                  </p:stCondLst>
                                  <p:childTnLst>
                                    <p:set>
                                      <p:cBhvr>
                                        <p:cTn id="62" dur="1" fill="hold">
                                          <p:stCondLst>
                                            <p:cond delay="0"/>
                                          </p:stCondLst>
                                        </p:cTn>
                                        <p:tgtEl>
                                          <p:spTgt spid="98320"/>
                                        </p:tgtEl>
                                        <p:attrNameLst>
                                          <p:attrName>style.visibility</p:attrName>
                                        </p:attrNameLst>
                                      </p:cBhvr>
                                      <p:to>
                                        <p:strVal val="visible"/>
                                      </p:to>
                                    </p:set>
                                    <p:animEffect transition="in" filter="wipe(right)">
                                      <p:cBhvr>
                                        <p:cTn id="63" dur="500"/>
                                        <p:tgtEl>
                                          <p:spTgt spid="98320"/>
                                        </p:tgtEl>
                                      </p:cBhvr>
                                    </p:animEffect>
                                  </p:childTnLst>
                                </p:cTn>
                              </p:par>
                            </p:childTnLst>
                          </p:cTn>
                        </p:par>
                      </p:childTnLst>
                    </p:cTn>
                  </p:par>
                  <p:par>
                    <p:cTn id="64" fill="hold">
                      <p:stCondLst>
                        <p:cond delay="indefinite"/>
                      </p:stCondLst>
                      <p:childTnLst>
                        <p:par>
                          <p:cTn id="65" fill="hold">
                            <p:stCondLst>
                              <p:cond delay="0"/>
                            </p:stCondLst>
                            <p:childTnLst>
                              <p:par>
                                <p:cTn id="66" presetID="22" presetClass="entr" presetSubtype="8" fill="hold" grpId="0" nodeType="clickEffect">
                                  <p:stCondLst>
                                    <p:cond delay="0"/>
                                  </p:stCondLst>
                                  <p:childTnLst>
                                    <p:set>
                                      <p:cBhvr>
                                        <p:cTn id="67" dur="1" fill="hold">
                                          <p:stCondLst>
                                            <p:cond delay="0"/>
                                          </p:stCondLst>
                                        </p:cTn>
                                        <p:tgtEl>
                                          <p:spTgt spid="98324"/>
                                        </p:tgtEl>
                                        <p:attrNameLst>
                                          <p:attrName>style.visibility</p:attrName>
                                        </p:attrNameLst>
                                      </p:cBhvr>
                                      <p:to>
                                        <p:strVal val="visible"/>
                                      </p:to>
                                    </p:set>
                                    <p:animEffect transition="in" filter="wipe(left)">
                                      <p:cBhvr>
                                        <p:cTn id="68" dur="500"/>
                                        <p:tgtEl>
                                          <p:spTgt spid="98324"/>
                                        </p:tgtEl>
                                      </p:cBhvr>
                                    </p:animEffect>
                                  </p:childTnLst>
                                </p:cTn>
                              </p:par>
                            </p:childTnLst>
                          </p:cTn>
                        </p:par>
                      </p:childTnLst>
                    </p:cTn>
                  </p:par>
                  <p:par>
                    <p:cTn id="69" fill="hold">
                      <p:stCondLst>
                        <p:cond delay="indefinite"/>
                      </p:stCondLst>
                      <p:childTnLst>
                        <p:par>
                          <p:cTn id="70" fill="hold">
                            <p:stCondLst>
                              <p:cond delay="0"/>
                            </p:stCondLst>
                            <p:childTnLst>
                              <p:par>
                                <p:cTn id="71" presetID="22" presetClass="entr" presetSubtype="8" fill="hold" grpId="0" nodeType="clickEffect">
                                  <p:stCondLst>
                                    <p:cond delay="0"/>
                                  </p:stCondLst>
                                  <p:childTnLst>
                                    <p:set>
                                      <p:cBhvr>
                                        <p:cTn id="72" dur="1" fill="hold">
                                          <p:stCondLst>
                                            <p:cond delay="0"/>
                                          </p:stCondLst>
                                        </p:cTn>
                                        <p:tgtEl>
                                          <p:spTgt spid="98333"/>
                                        </p:tgtEl>
                                        <p:attrNameLst>
                                          <p:attrName>style.visibility</p:attrName>
                                        </p:attrNameLst>
                                      </p:cBhvr>
                                      <p:to>
                                        <p:strVal val="visible"/>
                                      </p:to>
                                    </p:set>
                                    <p:animEffect transition="in" filter="wipe(left)">
                                      <p:cBhvr>
                                        <p:cTn id="73" dur="500"/>
                                        <p:tgtEl>
                                          <p:spTgt spid="98333"/>
                                        </p:tgtEl>
                                      </p:cBhvr>
                                    </p:animEffect>
                                  </p:childTnLst>
                                </p:cTn>
                              </p:par>
                            </p:childTnLst>
                          </p:cTn>
                        </p:par>
                      </p:childTnLst>
                    </p:cTn>
                  </p:par>
                  <p:par>
                    <p:cTn id="74" fill="hold">
                      <p:stCondLst>
                        <p:cond delay="indefinite"/>
                      </p:stCondLst>
                      <p:childTnLst>
                        <p:par>
                          <p:cTn id="75" fill="hold">
                            <p:stCondLst>
                              <p:cond delay="0"/>
                            </p:stCondLst>
                            <p:childTnLst>
                              <p:par>
                                <p:cTn id="76" presetID="22" presetClass="entr" presetSubtype="2" fill="hold" grpId="0" nodeType="clickEffect">
                                  <p:stCondLst>
                                    <p:cond delay="0"/>
                                  </p:stCondLst>
                                  <p:childTnLst>
                                    <p:set>
                                      <p:cBhvr>
                                        <p:cTn id="77" dur="1" fill="hold">
                                          <p:stCondLst>
                                            <p:cond delay="0"/>
                                          </p:stCondLst>
                                        </p:cTn>
                                        <p:tgtEl>
                                          <p:spTgt spid="98318"/>
                                        </p:tgtEl>
                                        <p:attrNameLst>
                                          <p:attrName>style.visibility</p:attrName>
                                        </p:attrNameLst>
                                      </p:cBhvr>
                                      <p:to>
                                        <p:strVal val="visible"/>
                                      </p:to>
                                    </p:set>
                                    <p:animEffect transition="in" filter="wipe(right)">
                                      <p:cBhvr>
                                        <p:cTn id="78" dur="500"/>
                                        <p:tgtEl>
                                          <p:spTgt spid="98318"/>
                                        </p:tgtEl>
                                      </p:cBhvr>
                                    </p:animEffect>
                                  </p:childTnLst>
                                </p:cTn>
                              </p:par>
                            </p:childTnLst>
                          </p:cTn>
                        </p:par>
                      </p:childTnLst>
                    </p:cTn>
                  </p:par>
                  <p:par>
                    <p:cTn id="79" fill="hold">
                      <p:stCondLst>
                        <p:cond delay="indefinite"/>
                      </p:stCondLst>
                      <p:childTnLst>
                        <p:par>
                          <p:cTn id="80" fill="hold">
                            <p:stCondLst>
                              <p:cond delay="0"/>
                            </p:stCondLst>
                            <p:childTnLst>
                              <p:par>
                                <p:cTn id="81" presetID="22" presetClass="entr" presetSubtype="8" fill="hold" grpId="0" nodeType="clickEffect">
                                  <p:stCondLst>
                                    <p:cond delay="0"/>
                                  </p:stCondLst>
                                  <p:childTnLst>
                                    <p:set>
                                      <p:cBhvr>
                                        <p:cTn id="82" dur="1" fill="hold">
                                          <p:stCondLst>
                                            <p:cond delay="0"/>
                                          </p:stCondLst>
                                        </p:cTn>
                                        <p:tgtEl>
                                          <p:spTgt spid="98326"/>
                                        </p:tgtEl>
                                        <p:attrNameLst>
                                          <p:attrName>style.visibility</p:attrName>
                                        </p:attrNameLst>
                                      </p:cBhvr>
                                      <p:to>
                                        <p:strVal val="visible"/>
                                      </p:to>
                                    </p:set>
                                    <p:animEffect transition="in" filter="wipe(left)">
                                      <p:cBhvr>
                                        <p:cTn id="83" dur="500"/>
                                        <p:tgtEl>
                                          <p:spTgt spid="98326"/>
                                        </p:tgtEl>
                                      </p:cBhvr>
                                    </p:animEffect>
                                  </p:childTnLst>
                                </p:cTn>
                              </p:par>
                            </p:childTnLst>
                          </p:cTn>
                        </p:par>
                      </p:childTnLst>
                    </p:cTn>
                  </p:par>
                  <p:par>
                    <p:cTn id="84" fill="hold">
                      <p:stCondLst>
                        <p:cond delay="indefinite"/>
                      </p:stCondLst>
                      <p:childTnLst>
                        <p:par>
                          <p:cTn id="85" fill="hold">
                            <p:stCondLst>
                              <p:cond delay="0"/>
                            </p:stCondLst>
                            <p:childTnLst>
                              <p:par>
                                <p:cTn id="86" presetID="22" presetClass="entr" presetSubtype="8" fill="hold" grpId="0" nodeType="clickEffect">
                                  <p:stCondLst>
                                    <p:cond delay="0"/>
                                  </p:stCondLst>
                                  <p:childTnLst>
                                    <p:set>
                                      <p:cBhvr>
                                        <p:cTn id="87" dur="1" fill="hold">
                                          <p:stCondLst>
                                            <p:cond delay="0"/>
                                          </p:stCondLst>
                                        </p:cTn>
                                        <p:tgtEl>
                                          <p:spTgt spid="98306"/>
                                        </p:tgtEl>
                                        <p:attrNameLst>
                                          <p:attrName>style.visibility</p:attrName>
                                        </p:attrNameLst>
                                      </p:cBhvr>
                                      <p:to>
                                        <p:strVal val="visible"/>
                                      </p:to>
                                    </p:set>
                                    <p:animEffect transition="in" filter="wipe(left)">
                                      <p:cBhvr>
                                        <p:cTn id="88" dur="500"/>
                                        <p:tgtEl>
                                          <p:spTgt spid="98306"/>
                                        </p:tgtEl>
                                      </p:cBhvr>
                                    </p:animEffect>
                                  </p:childTnLst>
                                </p:cTn>
                              </p:par>
                            </p:childTnLst>
                          </p:cTn>
                        </p:par>
                      </p:childTnLst>
                    </p:cTn>
                  </p:par>
                  <p:par>
                    <p:cTn id="89" fill="hold">
                      <p:stCondLst>
                        <p:cond delay="indefinite"/>
                      </p:stCondLst>
                      <p:childTnLst>
                        <p:par>
                          <p:cTn id="90" fill="hold">
                            <p:stCondLst>
                              <p:cond delay="0"/>
                            </p:stCondLst>
                            <p:childTnLst>
                              <p:par>
                                <p:cTn id="91" presetID="22" presetClass="entr" presetSubtype="8" fill="hold" grpId="0" nodeType="clickEffect">
                                  <p:stCondLst>
                                    <p:cond delay="0"/>
                                  </p:stCondLst>
                                  <p:childTnLst>
                                    <p:set>
                                      <p:cBhvr>
                                        <p:cTn id="92" dur="1" fill="hold">
                                          <p:stCondLst>
                                            <p:cond delay="0"/>
                                          </p:stCondLst>
                                        </p:cTn>
                                        <p:tgtEl>
                                          <p:spTgt spid="26"/>
                                        </p:tgtEl>
                                        <p:attrNameLst>
                                          <p:attrName>style.visibility</p:attrName>
                                        </p:attrNameLst>
                                      </p:cBhvr>
                                      <p:to>
                                        <p:strVal val="visible"/>
                                      </p:to>
                                    </p:set>
                                    <p:animEffect transition="in" filter="wipe(left)">
                                      <p:cBhvr>
                                        <p:cTn id="93" dur="500"/>
                                        <p:tgtEl>
                                          <p:spTgt spid="26"/>
                                        </p:tgtEl>
                                      </p:cBhvr>
                                    </p:animEffect>
                                  </p:childTnLst>
                                </p:cTn>
                              </p:par>
                            </p:childTnLst>
                          </p:cTn>
                        </p:par>
                      </p:childTnLst>
                    </p:cTn>
                  </p:par>
                  <p:par>
                    <p:cTn id="94" fill="hold">
                      <p:stCondLst>
                        <p:cond delay="indefinite"/>
                      </p:stCondLst>
                      <p:childTnLst>
                        <p:par>
                          <p:cTn id="95" fill="hold">
                            <p:stCondLst>
                              <p:cond delay="0"/>
                            </p:stCondLst>
                            <p:childTnLst>
                              <p:par>
                                <p:cTn id="96" presetID="18" presetClass="entr" presetSubtype="12" fill="hold" grpId="0" nodeType="clickEffect">
                                  <p:stCondLst>
                                    <p:cond delay="0"/>
                                  </p:stCondLst>
                                  <p:childTnLst>
                                    <p:set>
                                      <p:cBhvr>
                                        <p:cTn id="97" dur="1" fill="hold">
                                          <p:stCondLst>
                                            <p:cond delay="0"/>
                                          </p:stCondLst>
                                        </p:cTn>
                                        <p:tgtEl>
                                          <p:spTgt spid="98330"/>
                                        </p:tgtEl>
                                        <p:attrNameLst>
                                          <p:attrName>style.visibility</p:attrName>
                                        </p:attrNameLst>
                                      </p:cBhvr>
                                      <p:to>
                                        <p:strVal val="visible"/>
                                      </p:to>
                                    </p:set>
                                    <p:animEffect transition="in" filter="strips(downLeft)">
                                      <p:cBhvr>
                                        <p:cTn id="98" dur="500"/>
                                        <p:tgtEl>
                                          <p:spTgt spid="98330"/>
                                        </p:tgtEl>
                                      </p:cBhvr>
                                    </p:animEffect>
                                  </p:childTnLst>
                                </p:cTn>
                              </p:par>
                            </p:childTnLst>
                          </p:cTn>
                        </p:par>
                      </p:childTnLst>
                    </p:cTn>
                  </p:par>
                  <p:par>
                    <p:cTn id="99" fill="hold">
                      <p:stCondLst>
                        <p:cond delay="indefinite"/>
                      </p:stCondLst>
                      <p:childTnLst>
                        <p:par>
                          <p:cTn id="100" fill="hold">
                            <p:stCondLst>
                              <p:cond delay="0"/>
                            </p:stCondLst>
                            <p:childTnLst>
                              <p:par>
                                <p:cTn id="101" presetID="18" presetClass="entr" presetSubtype="12" fill="hold" grpId="0" nodeType="clickEffect">
                                  <p:stCondLst>
                                    <p:cond delay="0"/>
                                  </p:stCondLst>
                                  <p:childTnLst>
                                    <p:set>
                                      <p:cBhvr>
                                        <p:cTn id="102" dur="1" fill="hold">
                                          <p:stCondLst>
                                            <p:cond delay="0"/>
                                          </p:stCondLst>
                                        </p:cTn>
                                        <p:tgtEl>
                                          <p:spTgt spid="98331"/>
                                        </p:tgtEl>
                                        <p:attrNameLst>
                                          <p:attrName>style.visibility</p:attrName>
                                        </p:attrNameLst>
                                      </p:cBhvr>
                                      <p:to>
                                        <p:strVal val="visible"/>
                                      </p:to>
                                    </p:set>
                                    <p:animEffect transition="in" filter="strips(downLeft)">
                                      <p:cBhvr>
                                        <p:cTn id="103" dur="500"/>
                                        <p:tgtEl>
                                          <p:spTgt spid="98331"/>
                                        </p:tgtEl>
                                      </p:cBhvr>
                                    </p:animEffect>
                                  </p:childTnLst>
                                </p:cTn>
                              </p:par>
                            </p:childTnLst>
                          </p:cTn>
                        </p:par>
                        <p:par>
                          <p:cTn id="104" fill="hold">
                            <p:stCondLst>
                              <p:cond delay="500"/>
                            </p:stCondLst>
                            <p:childTnLst>
                              <p:par>
                                <p:cTn id="105" presetID="1" presetClass="entr" presetSubtype="0" fill="hold" nodeType="afterEffect">
                                  <p:stCondLst>
                                    <p:cond delay="0"/>
                                  </p:stCondLst>
                                  <p:childTnLst>
                                    <p:set>
                                      <p:cBhvr>
                                        <p:cTn id="106" dur="1" fill="hold">
                                          <p:stCondLst>
                                            <p:cond delay="499"/>
                                          </p:stCondLst>
                                        </p:cTn>
                                        <p:tgtEl>
                                          <p:spTgt spid="33"/>
                                        </p:tgtEl>
                                        <p:attrNameLst>
                                          <p:attrName>style.visibility</p:attrName>
                                        </p:attrNameLst>
                                      </p:cBhvr>
                                      <p:to>
                                        <p:strVal val="visible"/>
                                      </p:to>
                                    </p:set>
                                  </p:childTnLst>
                                </p:cTn>
                              </p:par>
                            </p:childTnLst>
                          </p:cTn>
                        </p:par>
                        <p:par>
                          <p:cTn id="107" fill="hold">
                            <p:stCondLst>
                              <p:cond delay="1000"/>
                            </p:stCondLst>
                            <p:childTnLst>
                              <p:par>
                                <p:cTn id="108" presetID="1" presetClass="entr" presetSubtype="0" fill="hold" nodeType="afterEffect">
                                  <p:stCondLst>
                                    <p:cond delay="0"/>
                                  </p:stCondLst>
                                  <p:childTnLst>
                                    <p:set>
                                      <p:cBhvr>
                                        <p:cTn id="109" dur="1" fill="hold">
                                          <p:stCondLst>
                                            <p:cond delay="499"/>
                                          </p:stCondLst>
                                        </p:cTn>
                                        <p:tgtEl>
                                          <p:spTgt spid="32"/>
                                        </p:tgtEl>
                                        <p:attrNameLst>
                                          <p:attrName>style.visibility</p:attrName>
                                        </p:attrNameLst>
                                      </p:cBhvr>
                                      <p:to>
                                        <p:strVal val="visible"/>
                                      </p:to>
                                    </p:set>
                                  </p:childTnLst>
                                </p:cTn>
                              </p:par>
                            </p:childTnLst>
                          </p:cTn>
                        </p:par>
                        <p:par>
                          <p:cTn id="110" fill="hold">
                            <p:stCondLst>
                              <p:cond delay="1500"/>
                            </p:stCondLst>
                            <p:childTnLst>
                              <p:par>
                                <p:cTn id="111" presetID="2" presetClass="entr" presetSubtype="8" fill="hold" nodeType="afterEffect">
                                  <p:stCondLst>
                                    <p:cond delay="0"/>
                                  </p:stCondLst>
                                  <p:childTnLst>
                                    <p:set>
                                      <p:cBhvr>
                                        <p:cTn id="112" dur="1" fill="hold">
                                          <p:stCondLst>
                                            <p:cond delay="0"/>
                                          </p:stCondLst>
                                        </p:cTn>
                                        <p:tgtEl>
                                          <p:spTgt spid="34"/>
                                        </p:tgtEl>
                                        <p:attrNameLst>
                                          <p:attrName>style.visibility</p:attrName>
                                        </p:attrNameLst>
                                      </p:cBhvr>
                                      <p:to>
                                        <p:strVal val="visible"/>
                                      </p:to>
                                    </p:set>
                                    <p:anim calcmode="lin" valueType="num">
                                      <p:cBhvr additive="base">
                                        <p:cTn id="113" dur="500" fill="hold"/>
                                        <p:tgtEl>
                                          <p:spTgt spid="34"/>
                                        </p:tgtEl>
                                        <p:attrNameLst>
                                          <p:attrName>ppt_x</p:attrName>
                                        </p:attrNameLst>
                                      </p:cBhvr>
                                      <p:tavLst>
                                        <p:tav tm="0">
                                          <p:val>
                                            <p:strVal val="0-#ppt_w/2"/>
                                          </p:val>
                                        </p:tav>
                                        <p:tav tm="100000">
                                          <p:val>
                                            <p:strVal val="#ppt_x"/>
                                          </p:val>
                                        </p:tav>
                                      </p:tavLst>
                                    </p:anim>
                                    <p:anim calcmode="lin" valueType="num">
                                      <p:cBhvr additive="base">
                                        <p:cTn id="114" dur="500" fill="hold"/>
                                        <p:tgtEl>
                                          <p:spTgt spid="34"/>
                                        </p:tgtEl>
                                        <p:attrNameLst>
                                          <p:attrName>ppt_y</p:attrName>
                                        </p:attrNameLst>
                                      </p:cBhvr>
                                      <p:tavLst>
                                        <p:tav tm="0">
                                          <p:val>
                                            <p:strVal val="#ppt_y"/>
                                          </p:val>
                                        </p:tav>
                                        <p:tav tm="100000">
                                          <p:val>
                                            <p:strVal val="#ppt_y"/>
                                          </p:val>
                                        </p:tav>
                                      </p:tavLst>
                                    </p:anim>
                                  </p:childTnLst>
                                </p:cTn>
                              </p:par>
                            </p:childTnLst>
                          </p:cTn>
                        </p:par>
                      </p:childTnLst>
                    </p:cTn>
                  </p:par>
                  <p:par>
                    <p:cTn id="115" fill="hold">
                      <p:stCondLst>
                        <p:cond delay="indefinite"/>
                      </p:stCondLst>
                      <p:childTnLst>
                        <p:par>
                          <p:cTn id="116" fill="hold">
                            <p:stCondLst>
                              <p:cond delay="0"/>
                            </p:stCondLst>
                            <p:childTnLst>
                              <p:par>
                                <p:cTn id="117" presetID="3" presetClass="entr" presetSubtype="5" fill="hold" nodeType="clickEffect">
                                  <p:stCondLst>
                                    <p:cond delay="0"/>
                                  </p:stCondLst>
                                  <p:childTnLst>
                                    <p:set>
                                      <p:cBhvr>
                                        <p:cTn id="118" dur="1" fill="hold">
                                          <p:stCondLst>
                                            <p:cond delay="0"/>
                                          </p:stCondLst>
                                        </p:cTn>
                                        <p:tgtEl>
                                          <p:spTgt spid="4"/>
                                        </p:tgtEl>
                                        <p:attrNameLst>
                                          <p:attrName>style.visibility</p:attrName>
                                        </p:attrNameLst>
                                      </p:cBhvr>
                                      <p:to>
                                        <p:strVal val="visible"/>
                                      </p:to>
                                    </p:set>
                                    <p:animEffect transition="in" filter="blinds(vertical)">
                                      <p:cBhvr>
                                        <p:cTn id="119" dur="500"/>
                                        <p:tgtEl>
                                          <p:spTgt spid="4"/>
                                        </p:tgtEl>
                                      </p:cBhvr>
                                    </p:animEffect>
                                  </p:childTnLst>
                                </p:cTn>
                              </p:par>
                            </p:childTnLst>
                          </p:cTn>
                        </p:par>
                      </p:childTnLst>
                    </p:cTn>
                  </p:par>
                  <p:par>
                    <p:cTn id="120" fill="hold">
                      <p:stCondLst>
                        <p:cond delay="indefinite"/>
                      </p:stCondLst>
                      <p:childTnLst>
                        <p:par>
                          <p:cTn id="121" fill="hold">
                            <p:stCondLst>
                              <p:cond delay="0"/>
                            </p:stCondLst>
                            <p:childTnLst>
                              <p:par>
                                <p:cTn id="122" presetID="22" presetClass="entr" presetSubtype="4" fill="hold" nodeType="clickEffect">
                                  <p:stCondLst>
                                    <p:cond delay="0"/>
                                  </p:stCondLst>
                                  <p:childTnLst>
                                    <p:set>
                                      <p:cBhvr>
                                        <p:cTn id="123" dur="1" fill="hold">
                                          <p:stCondLst>
                                            <p:cond delay="0"/>
                                          </p:stCondLst>
                                        </p:cTn>
                                        <p:tgtEl>
                                          <p:spTgt spid="25"/>
                                        </p:tgtEl>
                                        <p:attrNameLst>
                                          <p:attrName>style.visibility</p:attrName>
                                        </p:attrNameLst>
                                      </p:cBhvr>
                                      <p:to>
                                        <p:strVal val="visible"/>
                                      </p:to>
                                    </p:set>
                                    <p:animEffect transition="in" filter="wipe(down)">
                                      <p:cBhvr>
                                        <p:cTn id="124" dur="500"/>
                                        <p:tgtEl>
                                          <p:spTgt spid="25"/>
                                        </p:tgtEl>
                                      </p:cBhvr>
                                    </p:animEffect>
                                  </p:childTnLst>
                                </p:cTn>
                              </p:par>
                              <p:par>
                                <p:cTn id="125" presetID="22" presetClass="entr" presetSubtype="4" fill="hold" nodeType="withEffect">
                                  <p:stCondLst>
                                    <p:cond delay="0"/>
                                  </p:stCondLst>
                                  <p:childTnLst>
                                    <p:set>
                                      <p:cBhvr>
                                        <p:cTn id="126" dur="1" fill="hold">
                                          <p:stCondLst>
                                            <p:cond delay="0"/>
                                          </p:stCondLst>
                                        </p:cTn>
                                        <p:tgtEl>
                                          <p:spTgt spid="24"/>
                                        </p:tgtEl>
                                        <p:attrNameLst>
                                          <p:attrName>style.visibility</p:attrName>
                                        </p:attrNameLst>
                                      </p:cBhvr>
                                      <p:to>
                                        <p:strVal val="visible"/>
                                      </p:to>
                                    </p:set>
                                    <p:animEffect transition="in" filter="wipe(down)">
                                      <p:cBhvr>
                                        <p:cTn id="127" dur="500"/>
                                        <p:tgtEl>
                                          <p:spTgt spid="24"/>
                                        </p:tgtEl>
                                      </p:cBhvr>
                                    </p:animEffect>
                                  </p:childTnLst>
                                </p:cTn>
                              </p:par>
                            </p:childTnLst>
                          </p:cTn>
                        </p:par>
                      </p:childTnLst>
                    </p:cTn>
                  </p:par>
                  <p:par>
                    <p:cTn id="128" fill="hold">
                      <p:stCondLst>
                        <p:cond delay="indefinite"/>
                      </p:stCondLst>
                      <p:childTnLst>
                        <p:par>
                          <p:cTn id="129" fill="hold">
                            <p:stCondLst>
                              <p:cond delay="0"/>
                            </p:stCondLst>
                            <p:childTnLst>
                              <p:par>
                                <p:cTn id="130" presetID="22" presetClass="entr" presetSubtype="4" fill="hold" nodeType="clickEffect">
                                  <p:stCondLst>
                                    <p:cond delay="0"/>
                                  </p:stCondLst>
                                  <p:childTnLst>
                                    <p:set>
                                      <p:cBhvr>
                                        <p:cTn id="131" dur="1" fill="hold">
                                          <p:stCondLst>
                                            <p:cond delay="0"/>
                                          </p:stCondLst>
                                        </p:cTn>
                                        <p:tgtEl>
                                          <p:spTgt spid="30"/>
                                        </p:tgtEl>
                                        <p:attrNameLst>
                                          <p:attrName>style.visibility</p:attrName>
                                        </p:attrNameLst>
                                      </p:cBhvr>
                                      <p:to>
                                        <p:strVal val="visible"/>
                                      </p:to>
                                    </p:set>
                                    <p:animEffect transition="in" filter="wipe(down)">
                                      <p:cBhvr>
                                        <p:cTn id="132" dur="500"/>
                                        <p:tgtEl>
                                          <p:spTgt spid="30"/>
                                        </p:tgtEl>
                                      </p:cBhvr>
                                    </p:animEffect>
                                  </p:childTnLst>
                                </p:cTn>
                              </p:par>
                              <p:par>
                                <p:cTn id="133" presetID="22" presetClass="entr" presetSubtype="4" fill="hold" nodeType="withEffect">
                                  <p:stCondLst>
                                    <p:cond delay="0"/>
                                  </p:stCondLst>
                                  <p:childTnLst>
                                    <p:set>
                                      <p:cBhvr>
                                        <p:cTn id="134" dur="1" fill="hold">
                                          <p:stCondLst>
                                            <p:cond delay="0"/>
                                          </p:stCondLst>
                                        </p:cTn>
                                        <p:tgtEl>
                                          <p:spTgt spid="29"/>
                                        </p:tgtEl>
                                        <p:attrNameLst>
                                          <p:attrName>style.visibility</p:attrName>
                                        </p:attrNameLst>
                                      </p:cBhvr>
                                      <p:to>
                                        <p:strVal val="visible"/>
                                      </p:to>
                                    </p:set>
                                    <p:animEffect transition="in" filter="wipe(down)">
                                      <p:cBhvr>
                                        <p:cTn id="135" dur="500"/>
                                        <p:tgtEl>
                                          <p:spTgt spid="29"/>
                                        </p:tgtEl>
                                      </p:cBhvr>
                                    </p:animEffect>
                                  </p:childTnLst>
                                </p:cTn>
                              </p:par>
                            </p:childTnLst>
                          </p:cTn>
                        </p:par>
                      </p:childTnLst>
                    </p:cTn>
                  </p:par>
                  <p:par>
                    <p:cTn id="136" fill="hold">
                      <p:stCondLst>
                        <p:cond delay="indefinite"/>
                      </p:stCondLst>
                      <p:childTnLst>
                        <p:par>
                          <p:cTn id="137" fill="hold">
                            <p:stCondLst>
                              <p:cond delay="0"/>
                            </p:stCondLst>
                            <p:childTnLst>
                              <p:par>
                                <p:cTn id="138" presetID="22" presetClass="entr" presetSubtype="4" fill="hold" nodeType="clickEffect">
                                  <p:stCondLst>
                                    <p:cond delay="0"/>
                                  </p:stCondLst>
                                  <p:childTnLst>
                                    <p:set>
                                      <p:cBhvr>
                                        <p:cTn id="139" dur="1" fill="hold">
                                          <p:stCondLst>
                                            <p:cond delay="0"/>
                                          </p:stCondLst>
                                        </p:cTn>
                                        <p:tgtEl>
                                          <p:spTgt spid="11"/>
                                        </p:tgtEl>
                                        <p:attrNameLst>
                                          <p:attrName>style.visibility</p:attrName>
                                        </p:attrNameLst>
                                      </p:cBhvr>
                                      <p:to>
                                        <p:strVal val="visible"/>
                                      </p:to>
                                    </p:set>
                                    <p:animEffect transition="in" filter="wipe(down)">
                                      <p:cBhvr>
                                        <p:cTn id="140" dur="500"/>
                                        <p:tgtEl>
                                          <p:spTgt spid="11"/>
                                        </p:tgtEl>
                                      </p:cBhvr>
                                    </p:animEffect>
                                  </p:childTnLst>
                                </p:cTn>
                              </p:par>
                            </p:childTnLst>
                          </p:cTn>
                        </p:par>
                      </p:childTnLst>
                    </p:cTn>
                  </p:par>
                  <p:par>
                    <p:cTn id="141" fill="hold">
                      <p:stCondLst>
                        <p:cond delay="indefinite"/>
                      </p:stCondLst>
                      <p:childTnLst>
                        <p:par>
                          <p:cTn id="142" fill="hold">
                            <p:stCondLst>
                              <p:cond delay="0"/>
                            </p:stCondLst>
                            <p:childTnLst>
                              <p:par>
                                <p:cTn id="143" presetID="5" presetClass="entr" presetSubtype="10" fill="hold" grpId="0" nodeType="clickEffect">
                                  <p:stCondLst>
                                    <p:cond delay="0"/>
                                  </p:stCondLst>
                                  <p:childTnLst>
                                    <p:set>
                                      <p:cBhvr>
                                        <p:cTn id="144" dur="1" fill="hold">
                                          <p:stCondLst>
                                            <p:cond delay="0"/>
                                          </p:stCondLst>
                                        </p:cTn>
                                        <p:tgtEl>
                                          <p:spTgt spid="20"/>
                                        </p:tgtEl>
                                        <p:attrNameLst>
                                          <p:attrName>style.visibility</p:attrName>
                                        </p:attrNameLst>
                                      </p:cBhvr>
                                      <p:to>
                                        <p:strVal val="visible"/>
                                      </p:to>
                                    </p:set>
                                    <p:animEffect transition="in" filter="checkerboard(across)">
                                      <p:cBhvr>
                                        <p:cTn id="145" dur="500"/>
                                        <p:tgtEl>
                                          <p:spTgt spid="20"/>
                                        </p:tgtEl>
                                      </p:cBhvr>
                                    </p:animEffect>
                                  </p:childTnLst>
                                </p:cTn>
                              </p:par>
                            </p:childTnLst>
                          </p:cTn>
                        </p:par>
                      </p:childTnLst>
                    </p:cTn>
                  </p:par>
                  <p:par>
                    <p:cTn id="146" fill="hold">
                      <p:stCondLst>
                        <p:cond delay="indefinite"/>
                      </p:stCondLst>
                      <p:childTnLst>
                        <p:par>
                          <p:cTn id="147" fill="hold">
                            <p:stCondLst>
                              <p:cond delay="0"/>
                            </p:stCondLst>
                            <p:childTnLst>
                              <p:par>
                                <p:cTn id="148" presetID="22" presetClass="entr" presetSubtype="4" fill="hold" nodeType="clickEffect">
                                  <p:stCondLst>
                                    <p:cond delay="0"/>
                                  </p:stCondLst>
                                  <p:childTnLst>
                                    <p:set>
                                      <p:cBhvr>
                                        <p:cTn id="149" dur="1" fill="hold">
                                          <p:stCondLst>
                                            <p:cond delay="0"/>
                                          </p:stCondLst>
                                        </p:cTn>
                                        <p:tgtEl>
                                          <p:spTgt spid="12"/>
                                        </p:tgtEl>
                                        <p:attrNameLst>
                                          <p:attrName>style.visibility</p:attrName>
                                        </p:attrNameLst>
                                      </p:cBhvr>
                                      <p:to>
                                        <p:strVal val="visible"/>
                                      </p:to>
                                    </p:set>
                                    <p:animEffect transition="in" filter="wipe(down)">
                                      <p:cBhvr>
                                        <p:cTn id="150" dur="500"/>
                                        <p:tgtEl>
                                          <p:spTgt spid="12"/>
                                        </p:tgtEl>
                                      </p:cBhvr>
                                    </p:animEffect>
                                  </p:childTnLst>
                                </p:cTn>
                              </p:par>
                            </p:childTnLst>
                          </p:cTn>
                        </p:par>
                      </p:childTnLst>
                    </p:cTn>
                  </p:par>
                  <p:par>
                    <p:cTn id="151" fill="hold">
                      <p:stCondLst>
                        <p:cond delay="indefinite"/>
                      </p:stCondLst>
                      <p:childTnLst>
                        <p:par>
                          <p:cTn id="152" fill="hold">
                            <p:stCondLst>
                              <p:cond delay="0"/>
                            </p:stCondLst>
                            <p:childTnLst>
                              <p:par>
                                <p:cTn id="153" presetID="5" presetClass="entr" presetSubtype="10" fill="hold" grpId="0" nodeType="clickEffect">
                                  <p:stCondLst>
                                    <p:cond delay="0"/>
                                  </p:stCondLst>
                                  <p:childTnLst>
                                    <p:set>
                                      <p:cBhvr>
                                        <p:cTn id="154" dur="1" fill="hold">
                                          <p:stCondLst>
                                            <p:cond delay="0"/>
                                          </p:stCondLst>
                                        </p:cTn>
                                        <p:tgtEl>
                                          <p:spTgt spid="21"/>
                                        </p:tgtEl>
                                        <p:attrNameLst>
                                          <p:attrName>style.visibility</p:attrName>
                                        </p:attrNameLst>
                                      </p:cBhvr>
                                      <p:to>
                                        <p:strVal val="visible"/>
                                      </p:to>
                                    </p:set>
                                    <p:animEffect transition="in" filter="checkerboard(across)">
                                      <p:cBhvr>
                                        <p:cTn id="155" dur="500"/>
                                        <p:tgtEl>
                                          <p:spTgt spid="21"/>
                                        </p:tgtEl>
                                      </p:cBhvr>
                                    </p:animEffect>
                                  </p:childTnLst>
                                </p:cTn>
                              </p:par>
                            </p:childTnLst>
                          </p:cTn>
                        </p:par>
                      </p:childTnLst>
                    </p:cTn>
                  </p:par>
                  <p:par>
                    <p:cTn id="156" fill="hold">
                      <p:stCondLst>
                        <p:cond delay="indefinite"/>
                      </p:stCondLst>
                      <p:childTnLst>
                        <p:par>
                          <p:cTn id="157" fill="hold">
                            <p:stCondLst>
                              <p:cond delay="0"/>
                            </p:stCondLst>
                            <p:childTnLst>
                              <p:par>
                                <p:cTn id="158" presetID="22" presetClass="entr" presetSubtype="8" fill="hold" nodeType="clickEffect">
                                  <p:stCondLst>
                                    <p:cond delay="0"/>
                                  </p:stCondLst>
                                  <p:childTnLst>
                                    <p:set>
                                      <p:cBhvr>
                                        <p:cTn id="159" dur="1" fill="hold">
                                          <p:stCondLst>
                                            <p:cond delay="0"/>
                                          </p:stCondLst>
                                        </p:cTn>
                                        <p:tgtEl>
                                          <p:spTgt spid="14"/>
                                        </p:tgtEl>
                                        <p:attrNameLst>
                                          <p:attrName>style.visibility</p:attrName>
                                        </p:attrNameLst>
                                      </p:cBhvr>
                                      <p:to>
                                        <p:strVal val="visible"/>
                                      </p:to>
                                    </p:set>
                                    <p:animEffect transition="in" filter="wipe(left)">
                                      <p:cBhvr>
                                        <p:cTn id="160" dur="500"/>
                                        <p:tgtEl>
                                          <p:spTgt spid="14"/>
                                        </p:tgtEl>
                                      </p:cBhvr>
                                    </p:animEffect>
                                  </p:childTnLst>
                                </p:cTn>
                              </p:par>
                            </p:childTnLst>
                          </p:cTn>
                        </p:par>
                      </p:childTnLst>
                    </p:cTn>
                  </p:par>
                  <p:par>
                    <p:cTn id="161" fill="hold">
                      <p:stCondLst>
                        <p:cond delay="indefinite"/>
                      </p:stCondLst>
                      <p:childTnLst>
                        <p:par>
                          <p:cTn id="162" fill="hold">
                            <p:stCondLst>
                              <p:cond delay="0"/>
                            </p:stCondLst>
                            <p:childTnLst>
                              <p:par>
                                <p:cTn id="163" presetID="5" presetClass="entr" presetSubtype="10" fill="hold" grpId="0" nodeType="clickEffect">
                                  <p:stCondLst>
                                    <p:cond delay="0"/>
                                  </p:stCondLst>
                                  <p:childTnLst>
                                    <p:set>
                                      <p:cBhvr>
                                        <p:cTn id="164" dur="1" fill="hold">
                                          <p:stCondLst>
                                            <p:cond delay="0"/>
                                          </p:stCondLst>
                                        </p:cTn>
                                        <p:tgtEl>
                                          <p:spTgt spid="18"/>
                                        </p:tgtEl>
                                        <p:attrNameLst>
                                          <p:attrName>style.visibility</p:attrName>
                                        </p:attrNameLst>
                                      </p:cBhvr>
                                      <p:to>
                                        <p:strVal val="visible"/>
                                      </p:to>
                                    </p:set>
                                    <p:animEffect transition="in" filter="checkerboard(across)">
                                      <p:cBhvr>
                                        <p:cTn id="165" dur="500"/>
                                        <p:tgtEl>
                                          <p:spTgt spid="18"/>
                                        </p:tgtEl>
                                      </p:cBhvr>
                                    </p:animEffect>
                                  </p:childTnLst>
                                </p:cTn>
                              </p:par>
                            </p:childTnLst>
                          </p:cTn>
                        </p:par>
                      </p:childTnLst>
                    </p:cTn>
                  </p:par>
                  <p:par>
                    <p:cTn id="166" fill="hold">
                      <p:stCondLst>
                        <p:cond delay="indefinite"/>
                      </p:stCondLst>
                      <p:childTnLst>
                        <p:par>
                          <p:cTn id="167" fill="hold">
                            <p:stCondLst>
                              <p:cond delay="0"/>
                            </p:stCondLst>
                            <p:childTnLst>
                              <p:par>
                                <p:cTn id="168" presetID="22" presetClass="entr" presetSubtype="2" fill="hold" nodeType="clickEffect">
                                  <p:stCondLst>
                                    <p:cond delay="0"/>
                                  </p:stCondLst>
                                  <p:childTnLst>
                                    <p:set>
                                      <p:cBhvr>
                                        <p:cTn id="169" dur="1" fill="hold">
                                          <p:stCondLst>
                                            <p:cond delay="0"/>
                                          </p:stCondLst>
                                        </p:cTn>
                                        <p:tgtEl>
                                          <p:spTgt spid="15"/>
                                        </p:tgtEl>
                                        <p:attrNameLst>
                                          <p:attrName>style.visibility</p:attrName>
                                        </p:attrNameLst>
                                      </p:cBhvr>
                                      <p:to>
                                        <p:strVal val="visible"/>
                                      </p:to>
                                    </p:set>
                                    <p:animEffect transition="in" filter="wipe(right)">
                                      <p:cBhvr>
                                        <p:cTn id="170" dur="500"/>
                                        <p:tgtEl>
                                          <p:spTgt spid="15"/>
                                        </p:tgtEl>
                                      </p:cBhvr>
                                    </p:animEffect>
                                  </p:childTnLst>
                                </p:cTn>
                              </p:par>
                            </p:childTnLst>
                          </p:cTn>
                        </p:par>
                      </p:childTnLst>
                    </p:cTn>
                  </p:par>
                  <p:par>
                    <p:cTn id="171" fill="hold">
                      <p:stCondLst>
                        <p:cond delay="indefinite"/>
                      </p:stCondLst>
                      <p:childTnLst>
                        <p:par>
                          <p:cTn id="172" fill="hold">
                            <p:stCondLst>
                              <p:cond delay="0"/>
                            </p:stCondLst>
                            <p:childTnLst>
                              <p:par>
                                <p:cTn id="173" presetID="22" presetClass="entr" presetSubtype="8" fill="hold" grpId="0" nodeType="clickEffect">
                                  <p:stCondLst>
                                    <p:cond delay="0"/>
                                  </p:stCondLst>
                                  <p:childTnLst>
                                    <p:set>
                                      <p:cBhvr>
                                        <p:cTn id="174" dur="1" fill="hold">
                                          <p:stCondLst>
                                            <p:cond delay="0"/>
                                          </p:stCondLst>
                                        </p:cTn>
                                        <p:tgtEl>
                                          <p:spTgt spid="17"/>
                                        </p:tgtEl>
                                        <p:attrNameLst>
                                          <p:attrName>style.visibility</p:attrName>
                                        </p:attrNameLst>
                                      </p:cBhvr>
                                      <p:to>
                                        <p:strVal val="visible"/>
                                      </p:to>
                                    </p:set>
                                    <p:animEffect transition="in" filter="wipe(left)">
                                      <p:cBhvr>
                                        <p:cTn id="175" dur="500"/>
                                        <p:tgtEl>
                                          <p:spTgt spid="17"/>
                                        </p:tgtEl>
                                      </p:cBhvr>
                                    </p:animEffect>
                                  </p:childTnLst>
                                </p:cTn>
                              </p:par>
                            </p:childTnLst>
                          </p:cTn>
                        </p:par>
                      </p:childTnLst>
                    </p:cTn>
                  </p:par>
                  <p:par>
                    <p:cTn id="176" fill="hold">
                      <p:stCondLst>
                        <p:cond delay="indefinite"/>
                      </p:stCondLst>
                      <p:childTnLst>
                        <p:par>
                          <p:cTn id="177" fill="hold">
                            <p:stCondLst>
                              <p:cond delay="0"/>
                            </p:stCondLst>
                            <p:childTnLst>
                              <p:par>
                                <p:cTn id="178" presetID="22" presetClass="entr" presetSubtype="2" fill="hold" grpId="0" nodeType="clickEffect">
                                  <p:stCondLst>
                                    <p:cond delay="0"/>
                                  </p:stCondLst>
                                  <p:childTnLst>
                                    <p:set>
                                      <p:cBhvr>
                                        <p:cTn id="179" dur="1" fill="hold">
                                          <p:stCondLst>
                                            <p:cond delay="0"/>
                                          </p:stCondLst>
                                        </p:cTn>
                                        <p:tgtEl>
                                          <p:spTgt spid="13"/>
                                        </p:tgtEl>
                                        <p:attrNameLst>
                                          <p:attrName>style.visibility</p:attrName>
                                        </p:attrNameLst>
                                      </p:cBhvr>
                                      <p:to>
                                        <p:strVal val="visible"/>
                                      </p:to>
                                    </p:set>
                                    <p:animEffect transition="in" filter="wipe(right)">
                                      <p:cBhvr>
                                        <p:cTn id="180" dur="500"/>
                                        <p:tgtEl>
                                          <p:spTgt spid="13"/>
                                        </p:tgtEl>
                                      </p:cBhvr>
                                    </p:animEffect>
                                  </p:childTnLst>
                                </p:cTn>
                              </p:par>
                            </p:childTnLst>
                          </p:cTn>
                        </p:par>
                      </p:childTnLst>
                    </p:cTn>
                  </p:par>
                  <p:par>
                    <p:cTn id="181" fill="hold">
                      <p:stCondLst>
                        <p:cond delay="indefinite"/>
                      </p:stCondLst>
                      <p:childTnLst>
                        <p:par>
                          <p:cTn id="182" fill="hold">
                            <p:stCondLst>
                              <p:cond delay="0"/>
                            </p:stCondLst>
                            <p:childTnLst>
                              <p:par>
                                <p:cTn id="183" presetID="22" presetClass="entr" presetSubtype="8" fill="hold" grpId="0" nodeType="clickEffect">
                                  <p:stCondLst>
                                    <p:cond delay="0"/>
                                  </p:stCondLst>
                                  <p:childTnLst>
                                    <p:set>
                                      <p:cBhvr>
                                        <p:cTn id="184" dur="1" fill="hold">
                                          <p:stCondLst>
                                            <p:cond delay="0"/>
                                          </p:stCondLst>
                                        </p:cTn>
                                        <p:tgtEl>
                                          <p:spTgt spid="19"/>
                                        </p:tgtEl>
                                        <p:attrNameLst>
                                          <p:attrName>style.visibility</p:attrName>
                                        </p:attrNameLst>
                                      </p:cBhvr>
                                      <p:to>
                                        <p:strVal val="visible"/>
                                      </p:to>
                                    </p:set>
                                    <p:animEffect transition="in" filter="wipe(left)">
                                      <p:cBhvr>
                                        <p:cTn id="185" dur="500"/>
                                        <p:tgtEl>
                                          <p:spTgt spid="19"/>
                                        </p:tgtEl>
                                      </p:cBhvr>
                                    </p:animEffect>
                                  </p:childTnLst>
                                </p:cTn>
                              </p:par>
                            </p:childTnLst>
                          </p:cTn>
                        </p:par>
                      </p:childTnLst>
                    </p:cTn>
                  </p:par>
                  <p:par>
                    <p:cTn id="186" fill="hold">
                      <p:stCondLst>
                        <p:cond delay="indefinite"/>
                      </p:stCondLst>
                      <p:childTnLst>
                        <p:par>
                          <p:cTn id="187" fill="hold">
                            <p:stCondLst>
                              <p:cond delay="0"/>
                            </p:stCondLst>
                            <p:childTnLst>
                              <p:par>
                                <p:cTn id="188" presetID="18" presetClass="entr" presetSubtype="12" fill="hold" grpId="0" nodeType="clickEffect">
                                  <p:stCondLst>
                                    <p:cond delay="0"/>
                                  </p:stCondLst>
                                  <p:childTnLst>
                                    <p:set>
                                      <p:cBhvr>
                                        <p:cTn id="189" dur="1" fill="hold">
                                          <p:stCondLst>
                                            <p:cond delay="0"/>
                                          </p:stCondLst>
                                        </p:cTn>
                                        <p:tgtEl>
                                          <p:spTgt spid="22"/>
                                        </p:tgtEl>
                                        <p:attrNameLst>
                                          <p:attrName>style.visibility</p:attrName>
                                        </p:attrNameLst>
                                      </p:cBhvr>
                                      <p:to>
                                        <p:strVal val="visible"/>
                                      </p:to>
                                    </p:set>
                                    <p:animEffect transition="in" filter="strips(downLeft)">
                                      <p:cBhvr>
                                        <p:cTn id="190" dur="500"/>
                                        <p:tgtEl>
                                          <p:spTgt spid="22"/>
                                        </p:tgtEl>
                                      </p:cBhvr>
                                    </p:animEffect>
                                  </p:childTnLst>
                                </p:cTn>
                              </p:par>
                            </p:childTnLst>
                          </p:cTn>
                        </p:par>
                      </p:childTnLst>
                    </p:cTn>
                  </p:par>
                  <p:par>
                    <p:cTn id="191" fill="hold">
                      <p:stCondLst>
                        <p:cond delay="indefinite"/>
                      </p:stCondLst>
                      <p:childTnLst>
                        <p:par>
                          <p:cTn id="192" fill="hold">
                            <p:stCondLst>
                              <p:cond delay="0"/>
                            </p:stCondLst>
                            <p:childTnLst>
                              <p:par>
                                <p:cTn id="193" presetID="18" presetClass="entr" presetSubtype="12" fill="hold" grpId="0" nodeType="clickEffect">
                                  <p:stCondLst>
                                    <p:cond delay="0"/>
                                  </p:stCondLst>
                                  <p:childTnLst>
                                    <p:set>
                                      <p:cBhvr>
                                        <p:cTn id="194" dur="1" fill="hold">
                                          <p:stCondLst>
                                            <p:cond delay="0"/>
                                          </p:stCondLst>
                                        </p:cTn>
                                        <p:tgtEl>
                                          <p:spTgt spid="23"/>
                                        </p:tgtEl>
                                        <p:attrNameLst>
                                          <p:attrName>style.visibility</p:attrName>
                                        </p:attrNameLst>
                                      </p:cBhvr>
                                      <p:to>
                                        <p:strVal val="visible"/>
                                      </p:to>
                                    </p:set>
                                    <p:animEffect transition="in" filter="strips(downLeft)">
                                      <p:cBhvr>
                                        <p:cTn id="195" dur="500"/>
                                        <p:tgtEl>
                                          <p:spTgt spid="23"/>
                                        </p:tgtEl>
                                      </p:cBhvr>
                                    </p:animEffect>
                                  </p:childTnLst>
                                </p:cTn>
                              </p:par>
                            </p:childTnLst>
                          </p:cTn>
                        </p:par>
                      </p:childTnLst>
                    </p:cTn>
                  </p:par>
                  <p:par>
                    <p:cTn id="196" fill="hold">
                      <p:stCondLst>
                        <p:cond delay="indefinite"/>
                      </p:stCondLst>
                      <p:childTnLst>
                        <p:par>
                          <p:cTn id="197" fill="hold">
                            <p:stCondLst>
                              <p:cond delay="0"/>
                            </p:stCondLst>
                            <p:childTnLst>
                              <p:par>
                                <p:cTn id="198" presetID="5" presetClass="entr" presetSubtype="10" fill="hold" grpId="0" nodeType="clickEffect">
                                  <p:stCondLst>
                                    <p:cond delay="0"/>
                                  </p:stCondLst>
                                  <p:childTnLst>
                                    <p:set>
                                      <p:cBhvr>
                                        <p:cTn id="199" dur="1" fill="hold">
                                          <p:stCondLst>
                                            <p:cond delay="0"/>
                                          </p:stCondLst>
                                        </p:cTn>
                                        <p:tgtEl>
                                          <p:spTgt spid="31"/>
                                        </p:tgtEl>
                                        <p:attrNameLst>
                                          <p:attrName>style.visibility</p:attrName>
                                        </p:attrNameLst>
                                      </p:cBhvr>
                                      <p:to>
                                        <p:strVal val="visible"/>
                                      </p:to>
                                    </p:set>
                                    <p:animEffect transition="in" filter="checkerboard(across)">
                                      <p:cBhvr>
                                        <p:cTn id="200" dur="5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8306" grpId="0" bldLvl="0" animBg="1"/>
      <p:bldP spid="98318" grpId="0" bldLvl="0" animBg="1"/>
      <p:bldP spid="98324" grpId="0"/>
      <p:bldP spid="98325" grpId="0"/>
      <p:bldP spid="98326" grpId="0"/>
      <p:bldP spid="98327" grpId="0"/>
      <p:bldP spid="98328" grpId="0"/>
      <p:bldP spid="98330" grpId="0"/>
      <p:bldP spid="98331" grpId="0"/>
      <p:bldP spid="98332" grpId="0" bldLvl="0" animBg="1"/>
      <p:bldP spid="98333" grpId="0" bldLvl="0" animBg="1"/>
      <p:bldP spid="13" grpId="0" bldLvl="0" animBg="1"/>
      <p:bldP spid="17" grpId="0"/>
      <p:bldP spid="18" grpId="0"/>
      <p:bldP spid="19" grpId="0"/>
      <p:bldP spid="20" grpId="0"/>
      <p:bldP spid="21" grpId="0"/>
      <p:bldP spid="22" grpId="0"/>
      <p:bldP spid="23" grpId="0"/>
      <p:bldP spid="26" grpId="0"/>
      <p:bldP spid="31" grpId="0"/>
    </p:bld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9335" name="Rectangle 7"/>
          <p:cNvSpPr>
            <a:spLocks noChangeArrowheads="1"/>
          </p:cNvSpPr>
          <p:nvPr/>
        </p:nvSpPr>
        <p:spPr bwMode="auto">
          <a:xfrm>
            <a:off x="414338" y="4184810"/>
            <a:ext cx="3535680" cy="460375"/>
          </a:xfrm>
          <a:prstGeom prst="rect">
            <a:avLst/>
          </a:prstGeom>
          <a:noFill/>
          <a:ln>
            <a:noFill/>
          </a:ln>
          <a:effectLst/>
          <a:extLst>
            <a:ext uri="{909E8E84-426E-40DD-AFC4-6F175D3DCCD1}">
              <a14:hiddenFill xmlns:a14="http://schemas.microsoft.com/office/drawing/2010/main">
                <a:gradFill rotWithShape="0">
                  <a:gsLst>
                    <a:gs pos="0">
                      <a:schemeClr val="accent1"/>
                    </a:gs>
                    <a:gs pos="100000">
                      <a:schemeClr val="accent1">
                        <a:gamma/>
                        <a:shade val="46275"/>
                        <a:invGamma/>
                      </a:schemeClr>
                    </a:gs>
                  </a:gsLst>
                  <a:path path="shape">
                    <a:fillToRect l="50000" t="50000" r="50000" b="50000"/>
                  </a:path>
                </a:gra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marL="0" marR="0" lvl="0" indent="0" algn="ctr" defTabSz="914400" rtl="0" eaLnBrk="0" fontAlgn="base" latinLnBrk="0" hangingPunct="0">
              <a:lnSpc>
                <a:spcPct val="100000"/>
              </a:lnSpc>
              <a:spcBef>
                <a:spcPct val="0"/>
              </a:spcBef>
              <a:spcAft>
                <a:spcPct val="0"/>
              </a:spcAft>
              <a:buClrTx/>
              <a:buSzTx/>
              <a:buFontTx/>
              <a:buNone/>
              <a:defRPr/>
            </a:pPr>
            <a:r>
              <a:rPr kumimoji="1" lang="zh-CN" altLang="en-US" sz="2400" b="0" i="0" u="none" strike="noStrike" kern="1200" cap="none" spc="0" normalizeH="0" baseline="0" noProof="0">
                <a:ln>
                  <a:noFill/>
                </a:ln>
                <a:solidFill>
                  <a:srgbClr val="C00000"/>
                </a:solidFill>
                <a:effectLst>
                  <a:outerShdw blurRad="38100" dist="38100" dir="2700000" algn="tl">
                    <a:srgbClr val="FFFFFF"/>
                  </a:outerShdw>
                </a:effectLst>
                <a:uLnTx/>
                <a:uFillTx/>
                <a:latin typeface="黑体" panose="02010609060101010101" pitchFamily="49" charset="-122"/>
                <a:ea typeface="黑体" panose="02010609060101010101" pitchFamily="49" charset="-122"/>
                <a:cs typeface="黑体" panose="02010609060101010101" pitchFamily="49" charset="-122"/>
              </a:rPr>
              <a:t>紧端轴承</a:t>
            </a:r>
            <a:r>
              <a:rPr kumimoji="1" lang="en-US" altLang="zh-CN" sz="2400" b="0" i="0" u="none" strike="noStrike" kern="1200" cap="none" spc="0" normalizeH="0" baseline="0" noProof="0">
                <a:ln>
                  <a:noFill/>
                </a:ln>
                <a:solidFill>
                  <a:srgbClr val="C00000"/>
                </a:solidFill>
                <a:effectLst>
                  <a:outerShdw blurRad="38100" dist="38100" dir="2700000" algn="tl">
                    <a:srgbClr val="FFFFFF"/>
                  </a:outerShdw>
                </a:effectLst>
                <a:uLnTx/>
                <a:uFillTx/>
                <a:latin typeface="黑体" panose="02010609060101010101" pitchFamily="49" charset="-122"/>
                <a:ea typeface="黑体" panose="02010609060101010101" pitchFamily="49" charset="-122"/>
                <a:cs typeface="黑体" panose="02010609060101010101" pitchFamily="49" charset="-122"/>
              </a:rPr>
              <a:t>2</a:t>
            </a:r>
            <a:r>
              <a:rPr kumimoji="1" lang="zh-CN" altLang="en-US" sz="2400" b="0" i="0" u="none" strike="noStrike" kern="1200" cap="none" spc="0" normalizeH="0" baseline="0" noProof="0">
                <a:ln>
                  <a:noFill/>
                </a:ln>
                <a:solidFill>
                  <a:srgbClr val="C00000"/>
                </a:solidFill>
                <a:effectLst>
                  <a:outerShdw blurRad="38100" dist="38100" dir="2700000" algn="tl">
                    <a:srgbClr val="FFFFFF"/>
                  </a:outerShdw>
                </a:effectLst>
                <a:uLnTx/>
                <a:uFillTx/>
                <a:latin typeface="黑体" panose="02010609060101010101" pitchFamily="49" charset="-122"/>
                <a:ea typeface="黑体" panose="02010609060101010101" pitchFamily="49" charset="-122"/>
                <a:cs typeface="黑体" panose="02010609060101010101" pitchFamily="49" charset="-122"/>
              </a:rPr>
              <a:t>的轴向载荷</a:t>
            </a:r>
            <a:r>
              <a:rPr kumimoji="1" lang="en-US" altLang="zh-CN" sz="2400" b="0" i="0" u="none" strike="noStrike" kern="1200" cap="none" spc="0" normalizeH="0" baseline="0" noProof="0">
                <a:ln>
                  <a:noFill/>
                </a:ln>
                <a:solidFill>
                  <a:srgbClr val="C00000"/>
                </a:solidFill>
                <a:effectLst>
                  <a:outerShdw blurRad="38100" dist="38100" dir="2700000" algn="tl">
                    <a:srgbClr val="FFFFFF"/>
                  </a:outerShdw>
                </a:effectLst>
                <a:uLnTx/>
                <a:uFillTx/>
                <a:latin typeface="黑体" panose="02010609060101010101" pitchFamily="49" charset="-122"/>
                <a:ea typeface="黑体" panose="02010609060101010101" pitchFamily="49" charset="-122"/>
                <a:cs typeface="黑体" panose="02010609060101010101" pitchFamily="49" charset="-122"/>
              </a:rPr>
              <a:t>Fa2</a:t>
            </a:r>
            <a:endParaRPr kumimoji="1" lang="en-US" altLang="zh-CN" sz="2400" b="0" i="0" u="none" strike="noStrike" kern="1200" cap="none" spc="0" normalizeH="0" baseline="0" noProof="0">
              <a:ln>
                <a:noFill/>
              </a:ln>
              <a:solidFill>
                <a:srgbClr val="C00000"/>
              </a:solidFill>
              <a:effectLst>
                <a:outerShdw blurRad="38100" dist="38100" dir="2700000" algn="tl">
                  <a:srgbClr val="FFFFFF"/>
                </a:outerShdw>
              </a:effectLst>
              <a:uLnTx/>
              <a:uFillTx/>
              <a:latin typeface="黑体" panose="02010609060101010101" pitchFamily="49" charset="-122"/>
              <a:ea typeface="黑体" panose="02010609060101010101" pitchFamily="49" charset="-122"/>
              <a:cs typeface="黑体" panose="02010609060101010101" pitchFamily="49" charset="-122"/>
            </a:endParaRPr>
          </a:p>
        </p:txBody>
      </p:sp>
      <p:sp>
        <p:nvSpPr>
          <p:cNvPr id="99336" name="Rectangle 8"/>
          <p:cNvSpPr>
            <a:spLocks noChangeArrowheads="1"/>
          </p:cNvSpPr>
          <p:nvPr/>
        </p:nvSpPr>
        <p:spPr bwMode="auto">
          <a:xfrm>
            <a:off x="4991101" y="4020980"/>
            <a:ext cx="3535680" cy="460375"/>
          </a:xfrm>
          <a:prstGeom prst="rect">
            <a:avLst/>
          </a:prstGeom>
          <a:noFill/>
          <a:ln>
            <a:noFill/>
          </a:ln>
          <a:effectLst/>
          <a:extLst>
            <a:ext uri="{909E8E84-426E-40DD-AFC4-6F175D3DCCD1}">
              <a14:hiddenFill xmlns:a14="http://schemas.microsoft.com/office/drawing/2010/main">
                <a:gradFill rotWithShape="0">
                  <a:gsLst>
                    <a:gs pos="0">
                      <a:schemeClr val="accent1"/>
                    </a:gs>
                    <a:gs pos="100000">
                      <a:schemeClr val="accent1">
                        <a:gamma/>
                        <a:shade val="46275"/>
                        <a:invGamma/>
                      </a:schemeClr>
                    </a:gs>
                  </a:gsLst>
                  <a:path path="shape">
                    <a:fillToRect l="50000" t="50000" r="50000" b="50000"/>
                  </a:path>
                </a:gra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marL="0" marR="0" lvl="0" indent="0" algn="ctr" defTabSz="914400" rtl="0" eaLnBrk="0" fontAlgn="base" latinLnBrk="0" hangingPunct="0">
              <a:lnSpc>
                <a:spcPct val="100000"/>
              </a:lnSpc>
              <a:spcBef>
                <a:spcPct val="0"/>
              </a:spcBef>
              <a:spcAft>
                <a:spcPct val="0"/>
              </a:spcAft>
              <a:buClrTx/>
              <a:buSzTx/>
              <a:buFontTx/>
              <a:buNone/>
              <a:defRPr/>
            </a:pPr>
            <a:r>
              <a:rPr kumimoji="1" lang="zh-CN" altLang="en-US" sz="2400" b="0" i="0" u="none" strike="noStrike" kern="1200" cap="none" spc="0" normalizeH="0" baseline="0" noProof="0">
                <a:ln>
                  <a:noFill/>
                </a:ln>
                <a:solidFill>
                  <a:srgbClr val="C00000"/>
                </a:solidFill>
                <a:effectLst>
                  <a:outerShdw blurRad="38100" dist="38100" dir="2700000" algn="tl">
                    <a:srgbClr val="FFFFFF"/>
                  </a:outerShdw>
                </a:effectLst>
                <a:uLnTx/>
                <a:uFillTx/>
                <a:latin typeface="黑体" panose="02010609060101010101" pitchFamily="49" charset="-122"/>
                <a:ea typeface="黑体" panose="02010609060101010101" pitchFamily="49" charset="-122"/>
                <a:cs typeface="黑体" panose="02010609060101010101" pitchFamily="49" charset="-122"/>
              </a:rPr>
              <a:t>松端轴承</a:t>
            </a:r>
            <a:r>
              <a:rPr kumimoji="1" lang="en-US" altLang="zh-CN" sz="2400" b="0" i="0" u="none" strike="noStrike" kern="1200" cap="none" spc="0" normalizeH="0" baseline="0" noProof="0">
                <a:ln>
                  <a:noFill/>
                </a:ln>
                <a:solidFill>
                  <a:srgbClr val="C00000"/>
                </a:solidFill>
                <a:effectLst>
                  <a:outerShdw blurRad="38100" dist="38100" dir="2700000" algn="tl">
                    <a:srgbClr val="FFFFFF"/>
                  </a:outerShdw>
                </a:effectLst>
                <a:uLnTx/>
                <a:uFillTx/>
                <a:latin typeface="黑体" panose="02010609060101010101" pitchFamily="49" charset="-122"/>
                <a:ea typeface="黑体" panose="02010609060101010101" pitchFamily="49" charset="-122"/>
                <a:cs typeface="黑体" panose="02010609060101010101" pitchFamily="49" charset="-122"/>
              </a:rPr>
              <a:t>1</a:t>
            </a:r>
            <a:r>
              <a:rPr kumimoji="1" lang="zh-CN" altLang="en-US" sz="2400" b="0" i="0" u="none" strike="noStrike" kern="1200" cap="none" spc="0" normalizeH="0" baseline="0" noProof="0">
                <a:ln>
                  <a:noFill/>
                </a:ln>
                <a:solidFill>
                  <a:srgbClr val="C00000"/>
                </a:solidFill>
                <a:effectLst>
                  <a:outerShdw blurRad="38100" dist="38100" dir="2700000" algn="tl">
                    <a:srgbClr val="FFFFFF"/>
                  </a:outerShdw>
                </a:effectLst>
                <a:uLnTx/>
                <a:uFillTx/>
                <a:latin typeface="黑体" panose="02010609060101010101" pitchFamily="49" charset="-122"/>
                <a:ea typeface="黑体" panose="02010609060101010101" pitchFamily="49" charset="-122"/>
                <a:cs typeface="黑体" panose="02010609060101010101" pitchFamily="49" charset="-122"/>
              </a:rPr>
              <a:t>的轴向载荷</a:t>
            </a:r>
            <a:r>
              <a:rPr kumimoji="1" lang="en-US" altLang="zh-CN" sz="2400" b="0" i="0" u="none" strike="noStrike" kern="1200" cap="none" spc="0" normalizeH="0" baseline="0" noProof="0">
                <a:ln>
                  <a:noFill/>
                </a:ln>
                <a:solidFill>
                  <a:srgbClr val="C00000"/>
                </a:solidFill>
                <a:effectLst>
                  <a:outerShdw blurRad="38100" dist="38100" dir="2700000" algn="tl">
                    <a:srgbClr val="FFFFFF"/>
                  </a:outerShdw>
                </a:effectLst>
                <a:uLnTx/>
                <a:uFillTx/>
                <a:latin typeface="黑体" panose="02010609060101010101" pitchFamily="49" charset="-122"/>
                <a:ea typeface="黑体" panose="02010609060101010101" pitchFamily="49" charset="-122"/>
                <a:cs typeface="黑体" panose="02010609060101010101" pitchFamily="49" charset="-122"/>
              </a:rPr>
              <a:t>Fa1</a:t>
            </a:r>
            <a:endParaRPr kumimoji="1" lang="en-US" altLang="zh-CN" sz="2400" b="0" i="0" u="none" strike="noStrike" kern="1200" cap="none" spc="0" normalizeH="0" baseline="0" noProof="0">
              <a:ln>
                <a:noFill/>
              </a:ln>
              <a:solidFill>
                <a:srgbClr val="C00000"/>
              </a:solidFill>
              <a:effectLst>
                <a:outerShdw blurRad="38100" dist="38100" dir="2700000" algn="tl">
                  <a:srgbClr val="FFFFFF"/>
                </a:outerShdw>
              </a:effectLst>
              <a:uLnTx/>
              <a:uFillTx/>
              <a:latin typeface="黑体" panose="02010609060101010101" pitchFamily="49" charset="-122"/>
              <a:ea typeface="黑体" panose="02010609060101010101" pitchFamily="49" charset="-122"/>
              <a:cs typeface="黑体" panose="02010609060101010101" pitchFamily="49" charset="-122"/>
            </a:endParaRPr>
          </a:p>
        </p:txBody>
      </p:sp>
      <p:sp>
        <p:nvSpPr>
          <p:cNvPr id="99337" name="Rectangle 9"/>
          <p:cNvSpPr>
            <a:spLocks noChangeArrowheads="1"/>
          </p:cNvSpPr>
          <p:nvPr/>
        </p:nvSpPr>
        <p:spPr bwMode="auto">
          <a:xfrm>
            <a:off x="4775200" y="4521835"/>
            <a:ext cx="4289425" cy="829945"/>
          </a:xfrm>
          <a:prstGeom prst="rect">
            <a:avLst/>
          </a:prstGeom>
          <a:noFill/>
          <a:ln>
            <a:noFill/>
          </a:ln>
          <a:effectLst/>
          <a:extLst>
            <a:ext uri="{909E8E84-426E-40DD-AFC4-6F175D3DCCD1}">
              <a14:hiddenFill xmlns:a14="http://schemas.microsoft.com/office/drawing/2010/main">
                <a:gradFill rotWithShape="0">
                  <a:gsLst>
                    <a:gs pos="0">
                      <a:schemeClr val="accent1"/>
                    </a:gs>
                    <a:gs pos="100000">
                      <a:schemeClr val="accent1">
                        <a:gamma/>
                        <a:shade val="46275"/>
                        <a:invGamma/>
                      </a:schemeClr>
                    </a:gs>
                  </a:gsLst>
                  <a:path path="shape">
                    <a:fillToRect l="50000" t="50000" r="50000" b="50000"/>
                  </a:path>
                </a:gra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p>
            <a:pPr marL="0" marR="0" lvl="0" indent="0" algn="l" defTabSz="914400" rtl="0" eaLnBrk="0" fontAlgn="base" latinLnBrk="0" hangingPunct="0">
              <a:lnSpc>
                <a:spcPct val="100000"/>
              </a:lnSpc>
              <a:spcBef>
                <a:spcPct val="0"/>
              </a:spcBef>
              <a:spcAft>
                <a:spcPct val="0"/>
              </a:spcAft>
              <a:buClrTx/>
              <a:buSzTx/>
              <a:buFontTx/>
              <a:buNone/>
              <a:defRPr/>
            </a:pPr>
            <a:r>
              <a:rPr kumimoji="1" lang="en-US" altLang="zh-CN" sz="2400" b="0" i="0" u="none" strike="noStrike" kern="1200" cap="none" spc="0" normalizeH="0" baseline="0" noProof="0">
                <a:ln>
                  <a:noFill/>
                </a:ln>
                <a:solidFill>
                  <a:srgbClr val="000000"/>
                </a:solidFill>
                <a:effectLst>
                  <a:outerShdw blurRad="38100" dist="38100" dir="2700000" algn="tl">
                    <a:srgbClr val="FFFFFF"/>
                  </a:outerShdw>
                </a:effectLst>
                <a:uLnTx/>
                <a:uFillTx/>
                <a:latin typeface="仿宋_GB2312" pitchFamily="49" charset="-122"/>
                <a:ea typeface="仿宋_GB2312" pitchFamily="49" charset="-122"/>
                <a:cs typeface="+mn-cs"/>
              </a:rPr>
              <a:t>  </a:t>
            </a:r>
            <a:r>
              <a:rPr kumimoji="1" lang="zh-CN" altLang="en-US" sz="2400" b="0" i="0" u="none" strike="noStrike" kern="1200" cap="none" spc="0" normalizeH="0" baseline="0" noProof="0">
                <a:ln>
                  <a:noFill/>
                </a:ln>
                <a:solidFill>
                  <a:srgbClr val="000000"/>
                </a:solidFill>
                <a:effectLst>
                  <a:outerShdw blurRad="38100" dist="38100" dir="2700000" algn="tl">
                    <a:srgbClr val="FFFFFF"/>
                  </a:outerShdw>
                </a:effectLst>
                <a:uLnTx/>
                <a:uFillTx/>
                <a:latin typeface="仿宋_GB2312" pitchFamily="49" charset="-122"/>
                <a:ea typeface="仿宋_GB2312" pitchFamily="49" charset="-122"/>
                <a:cs typeface="+mn-cs"/>
              </a:rPr>
              <a:t>轴承</a:t>
            </a:r>
            <a:r>
              <a:rPr kumimoji="1" lang="en-US" altLang="zh-CN" sz="2400" b="0" i="0" u="none" strike="noStrike" kern="1200" cap="none" spc="0" normalizeH="0" baseline="0" noProof="0">
                <a:ln>
                  <a:noFill/>
                </a:ln>
                <a:solidFill>
                  <a:srgbClr val="000000"/>
                </a:solidFill>
                <a:effectLst>
                  <a:outerShdw blurRad="38100" dist="38100" dir="2700000" algn="tl">
                    <a:srgbClr val="FFFFFF"/>
                  </a:outerShdw>
                </a:effectLst>
                <a:uLnTx/>
                <a:uFillTx/>
                <a:latin typeface="仿宋_GB2312" pitchFamily="49" charset="-122"/>
                <a:ea typeface="仿宋_GB2312" pitchFamily="49" charset="-122"/>
                <a:cs typeface="+mn-cs"/>
              </a:rPr>
              <a:t>1</a:t>
            </a:r>
            <a:r>
              <a:rPr kumimoji="1" lang="zh-CN" altLang="en-US" sz="2400" b="0" i="0" u="none" strike="noStrike" kern="1200" cap="none" spc="0" normalizeH="0" baseline="0" noProof="0">
                <a:ln>
                  <a:noFill/>
                </a:ln>
                <a:solidFill>
                  <a:srgbClr val="000000"/>
                </a:solidFill>
                <a:effectLst>
                  <a:outerShdw blurRad="38100" dist="38100" dir="2700000" algn="tl">
                    <a:srgbClr val="FFFFFF"/>
                  </a:outerShdw>
                </a:effectLst>
                <a:uLnTx/>
                <a:uFillTx/>
                <a:latin typeface="仿宋_GB2312" pitchFamily="49" charset="-122"/>
                <a:ea typeface="仿宋_GB2312" pitchFamily="49" charset="-122"/>
                <a:cs typeface="+mn-cs"/>
              </a:rPr>
              <a:t>除了</a:t>
            </a:r>
            <a:r>
              <a:rPr kumimoji="1" lang="en-US" altLang="zh-CN" sz="2400" b="0" i="0" u="none" strike="noStrike" kern="1200" cap="none" spc="0" normalizeH="0" baseline="0" noProof="0">
                <a:ln>
                  <a:noFill/>
                </a:ln>
                <a:solidFill>
                  <a:srgbClr val="000000"/>
                </a:solidFill>
                <a:effectLst>
                  <a:outerShdw blurRad="38100" dist="38100" dir="2700000" algn="tl">
                    <a:srgbClr val="FFFFFF"/>
                  </a:outerShdw>
                </a:effectLst>
                <a:uLnTx/>
                <a:uFillTx/>
                <a:latin typeface="仿宋_GB2312" pitchFamily="49" charset="-122"/>
                <a:ea typeface="仿宋_GB2312" pitchFamily="49" charset="-122"/>
                <a:cs typeface="+mn-cs"/>
              </a:rPr>
              <a:t>F</a:t>
            </a:r>
            <a:r>
              <a:rPr kumimoji="1" lang="en-US" altLang="zh-CN" sz="2400" b="0" i="0" u="none" strike="noStrike" kern="1200" cap="none" spc="0" normalizeH="0" baseline="-25000" noProof="0">
                <a:ln>
                  <a:noFill/>
                </a:ln>
                <a:solidFill>
                  <a:srgbClr val="000000"/>
                </a:solidFill>
                <a:effectLst>
                  <a:outerShdw blurRad="38100" dist="38100" dir="2700000" algn="tl">
                    <a:srgbClr val="FFFFFF"/>
                  </a:outerShdw>
                </a:effectLst>
                <a:uLnTx/>
                <a:uFillTx/>
                <a:latin typeface="仿宋_GB2312" pitchFamily="49" charset="-122"/>
                <a:ea typeface="仿宋_GB2312" pitchFamily="49" charset="-122"/>
                <a:cs typeface="+mn-cs"/>
              </a:rPr>
              <a:t>S1</a:t>
            </a:r>
            <a:r>
              <a:rPr kumimoji="1" lang="zh-CN" altLang="en-US" sz="2400" b="0" i="0" u="none" strike="noStrike" kern="1200" cap="none" spc="0" normalizeH="0" baseline="0" noProof="0">
                <a:ln>
                  <a:noFill/>
                </a:ln>
                <a:solidFill>
                  <a:srgbClr val="000000"/>
                </a:solidFill>
                <a:effectLst>
                  <a:outerShdw blurRad="38100" dist="38100" dir="2700000" algn="tl">
                    <a:srgbClr val="FFFFFF"/>
                  </a:outerShdw>
                </a:effectLst>
                <a:uLnTx/>
                <a:uFillTx/>
                <a:latin typeface="仿宋_GB2312" pitchFamily="49" charset="-122"/>
                <a:ea typeface="仿宋_GB2312" pitchFamily="49" charset="-122"/>
                <a:cs typeface="+mn-cs"/>
              </a:rPr>
              <a:t>以外，不再产生新的轴向力</a:t>
            </a:r>
            <a:r>
              <a:rPr kumimoji="1" lang="zh-CN" altLang="en-US" sz="2400" b="0" i="0" u="none" strike="noStrike" kern="1200" cap="none" spc="0" normalizeH="0" baseline="0" noProof="0">
                <a:ln>
                  <a:noFill/>
                </a:ln>
                <a:solidFill>
                  <a:srgbClr val="000000"/>
                </a:solidFill>
                <a:effectLst/>
                <a:uLnTx/>
                <a:uFillTx/>
                <a:latin typeface="Times New Roman" panose="02020603050405020304" pitchFamily="18" charset="0"/>
                <a:ea typeface="华文中宋" panose="02010600040101010101" pitchFamily="2" charset="-122"/>
                <a:cs typeface="+mn-cs"/>
              </a:rPr>
              <a:t>。</a:t>
            </a:r>
            <a:endParaRPr kumimoji="1" lang="zh-CN" altLang="en-US" sz="2400" b="0" i="0" u="none" strike="noStrike" kern="1200" cap="none" spc="0" normalizeH="0" baseline="0" noProof="0">
              <a:ln>
                <a:noFill/>
              </a:ln>
              <a:solidFill>
                <a:srgbClr val="000000"/>
              </a:solidFill>
              <a:effectLst/>
              <a:uLnTx/>
              <a:uFillTx/>
              <a:latin typeface="Times New Roman" panose="02020603050405020304" pitchFamily="18" charset="0"/>
              <a:ea typeface="华文中宋" panose="02010600040101010101" pitchFamily="2" charset="-122"/>
              <a:cs typeface="+mn-cs"/>
            </a:endParaRPr>
          </a:p>
        </p:txBody>
      </p:sp>
      <p:grpSp>
        <p:nvGrpSpPr>
          <p:cNvPr id="57354" name="Group 10"/>
          <p:cNvGrpSpPr/>
          <p:nvPr/>
        </p:nvGrpSpPr>
        <p:grpSpPr>
          <a:xfrm>
            <a:off x="2016125" y="1086167"/>
            <a:ext cx="5138738" cy="1628776"/>
            <a:chOff x="1270" y="687"/>
            <a:chExt cx="3237" cy="1026"/>
          </a:xfrm>
        </p:grpSpPr>
        <p:grpSp>
          <p:nvGrpSpPr>
            <p:cNvPr id="57359" name="Group 11"/>
            <p:cNvGrpSpPr/>
            <p:nvPr/>
          </p:nvGrpSpPr>
          <p:grpSpPr>
            <a:xfrm>
              <a:off x="1572" y="1063"/>
              <a:ext cx="2552" cy="326"/>
              <a:chOff x="3054" y="1519"/>
              <a:chExt cx="2064" cy="227"/>
            </a:xfrm>
          </p:grpSpPr>
          <p:sp>
            <p:nvSpPr>
              <p:cNvPr id="57377" name="Line 12"/>
              <p:cNvSpPr/>
              <p:nvPr/>
            </p:nvSpPr>
            <p:spPr>
              <a:xfrm>
                <a:off x="3054" y="1636"/>
                <a:ext cx="2064" cy="0"/>
              </a:xfrm>
              <a:prstGeom prst="line">
                <a:avLst/>
              </a:prstGeom>
              <a:ln w="57150" cap="flat" cmpd="sng">
                <a:solidFill>
                  <a:srgbClr val="000000"/>
                </a:solidFill>
                <a:prstDash val="solid"/>
                <a:headEnd type="none" w="med" len="med"/>
                <a:tailEnd type="none" w="med" len="med"/>
              </a:ln>
            </p:spPr>
          </p:sp>
          <p:sp>
            <p:nvSpPr>
              <p:cNvPr id="99341" name="Rectangle 13"/>
              <p:cNvSpPr>
                <a:spLocks noChangeArrowheads="1"/>
              </p:cNvSpPr>
              <p:nvPr/>
            </p:nvSpPr>
            <p:spPr bwMode="auto">
              <a:xfrm rot="620913">
                <a:off x="3088" y="1687"/>
                <a:ext cx="163" cy="47"/>
              </a:xfrm>
              <a:prstGeom prst="rect">
                <a:avLst/>
              </a:prstGeom>
              <a:gradFill rotWithShape="0">
                <a:gsLst>
                  <a:gs pos="0">
                    <a:schemeClr val="accent1"/>
                  </a:gs>
                  <a:gs pos="100000">
                    <a:schemeClr val="accent1">
                      <a:gamma/>
                      <a:shade val="46275"/>
                      <a:invGamma/>
                    </a:schemeClr>
                  </a:gs>
                </a:gsLst>
                <a:path path="shape">
                  <a:fillToRect l="50000" t="50000" r="50000" b="50000"/>
                </a:path>
              </a:gradFill>
              <a:ln w="28575">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en-US" sz="2000" b="0" i="0" u="none" strike="noStrike" kern="1200" cap="none" spc="0" normalizeH="0" baseline="0" noProof="0">
                  <a:ln>
                    <a:noFill/>
                  </a:ln>
                  <a:solidFill>
                    <a:srgbClr val="000099"/>
                  </a:solidFill>
                  <a:effectLst/>
                  <a:uLnTx/>
                  <a:uFillTx/>
                  <a:latin typeface="Times New Roman" panose="02020603050405020304" pitchFamily="18" charset="0"/>
                  <a:ea typeface="华文中宋" panose="02010600040101010101" pitchFamily="2" charset="-122"/>
                  <a:cs typeface="+mn-cs"/>
                </a:endParaRPr>
              </a:p>
            </p:txBody>
          </p:sp>
          <p:sp>
            <p:nvSpPr>
              <p:cNvPr id="99342" name="Rectangle 14"/>
              <p:cNvSpPr>
                <a:spLocks noChangeArrowheads="1"/>
              </p:cNvSpPr>
              <p:nvPr/>
            </p:nvSpPr>
            <p:spPr bwMode="auto">
              <a:xfrm rot="-952181">
                <a:off x="3094" y="1519"/>
                <a:ext cx="163" cy="47"/>
              </a:xfrm>
              <a:prstGeom prst="rect">
                <a:avLst/>
              </a:prstGeom>
              <a:gradFill rotWithShape="0">
                <a:gsLst>
                  <a:gs pos="0">
                    <a:schemeClr val="accent1"/>
                  </a:gs>
                  <a:gs pos="100000">
                    <a:schemeClr val="accent1">
                      <a:gamma/>
                      <a:shade val="46275"/>
                      <a:invGamma/>
                    </a:schemeClr>
                  </a:gs>
                </a:gsLst>
                <a:path path="shape">
                  <a:fillToRect l="50000" t="50000" r="50000" b="50000"/>
                </a:path>
              </a:gradFill>
              <a:ln w="28575">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en-US" sz="2000" b="0" i="0" u="none" strike="noStrike" kern="1200" cap="none" spc="0" normalizeH="0" baseline="0" noProof="0">
                  <a:ln>
                    <a:noFill/>
                  </a:ln>
                  <a:solidFill>
                    <a:srgbClr val="000099"/>
                  </a:solidFill>
                  <a:effectLst/>
                  <a:uLnTx/>
                  <a:uFillTx/>
                  <a:latin typeface="Times New Roman" panose="02020603050405020304" pitchFamily="18" charset="0"/>
                  <a:ea typeface="华文中宋" panose="02010600040101010101" pitchFamily="2" charset="-122"/>
                  <a:cs typeface="+mn-cs"/>
                </a:endParaRPr>
              </a:p>
            </p:txBody>
          </p:sp>
          <p:sp>
            <p:nvSpPr>
              <p:cNvPr id="99343" name="Rectangle 15"/>
              <p:cNvSpPr>
                <a:spLocks noChangeArrowheads="1"/>
              </p:cNvSpPr>
              <p:nvPr/>
            </p:nvSpPr>
            <p:spPr bwMode="auto">
              <a:xfrm rot="620913">
                <a:off x="4888" y="1525"/>
                <a:ext cx="163" cy="47"/>
              </a:xfrm>
              <a:prstGeom prst="rect">
                <a:avLst/>
              </a:prstGeom>
              <a:gradFill rotWithShape="0">
                <a:gsLst>
                  <a:gs pos="0">
                    <a:schemeClr val="accent1"/>
                  </a:gs>
                  <a:gs pos="100000">
                    <a:schemeClr val="accent1">
                      <a:gamma/>
                      <a:shade val="46275"/>
                      <a:invGamma/>
                    </a:schemeClr>
                  </a:gs>
                </a:gsLst>
                <a:path path="shape">
                  <a:fillToRect l="50000" t="50000" r="50000" b="50000"/>
                </a:path>
              </a:gradFill>
              <a:ln w="28575">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en-US" sz="2000" b="0" i="0" u="none" strike="noStrike" kern="1200" cap="none" spc="0" normalizeH="0" baseline="0" noProof="0">
                  <a:ln>
                    <a:noFill/>
                  </a:ln>
                  <a:solidFill>
                    <a:srgbClr val="000099"/>
                  </a:solidFill>
                  <a:effectLst/>
                  <a:uLnTx/>
                  <a:uFillTx/>
                  <a:latin typeface="Times New Roman" panose="02020603050405020304" pitchFamily="18" charset="0"/>
                  <a:ea typeface="华文中宋" panose="02010600040101010101" pitchFamily="2" charset="-122"/>
                  <a:cs typeface="+mn-cs"/>
                </a:endParaRPr>
              </a:p>
            </p:txBody>
          </p:sp>
          <p:sp>
            <p:nvSpPr>
              <p:cNvPr id="99344" name="Rectangle 16"/>
              <p:cNvSpPr>
                <a:spLocks noChangeArrowheads="1"/>
              </p:cNvSpPr>
              <p:nvPr/>
            </p:nvSpPr>
            <p:spPr bwMode="auto">
              <a:xfrm rot="-952181">
                <a:off x="3100" y="1525"/>
                <a:ext cx="163" cy="47"/>
              </a:xfrm>
              <a:prstGeom prst="rect">
                <a:avLst/>
              </a:prstGeom>
              <a:gradFill rotWithShape="0">
                <a:gsLst>
                  <a:gs pos="0">
                    <a:schemeClr val="accent1"/>
                  </a:gs>
                  <a:gs pos="100000">
                    <a:schemeClr val="accent1">
                      <a:gamma/>
                      <a:shade val="46275"/>
                      <a:invGamma/>
                    </a:schemeClr>
                  </a:gs>
                </a:gsLst>
                <a:path path="shape">
                  <a:fillToRect l="50000" t="50000" r="50000" b="50000"/>
                </a:path>
              </a:gradFill>
              <a:ln w="28575">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en-US" sz="2000" b="0" i="0" u="none" strike="noStrike" kern="1200" cap="none" spc="0" normalizeH="0" baseline="0" noProof="0">
                  <a:ln>
                    <a:noFill/>
                  </a:ln>
                  <a:solidFill>
                    <a:srgbClr val="000099"/>
                  </a:solidFill>
                  <a:effectLst/>
                  <a:uLnTx/>
                  <a:uFillTx/>
                  <a:latin typeface="Times New Roman" panose="02020603050405020304" pitchFamily="18" charset="0"/>
                  <a:ea typeface="华文中宋" panose="02010600040101010101" pitchFamily="2" charset="-122"/>
                  <a:cs typeface="+mn-cs"/>
                </a:endParaRPr>
              </a:p>
            </p:txBody>
          </p:sp>
          <p:sp>
            <p:nvSpPr>
              <p:cNvPr id="99345" name="Rectangle 17"/>
              <p:cNvSpPr>
                <a:spLocks noChangeArrowheads="1"/>
              </p:cNvSpPr>
              <p:nvPr/>
            </p:nvSpPr>
            <p:spPr bwMode="auto">
              <a:xfrm rot="-952181">
                <a:off x="4888" y="1699"/>
                <a:ext cx="163" cy="47"/>
              </a:xfrm>
              <a:prstGeom prst="rect">
                <a:avLst/>
              </a:prstGeom>
              <a:gradFill rotWithShape="0">
                <a:gsLst>
                  <a:gs pos="0">
                    <a:schemeClr val="accent1"/>
                  </a:gs>
                  <a:gs pos="100000">
                    <a:schemeClr val="accent1">
                      <a:gamma/>
                      <a:shade val="46275"/>
                      <a:invGamma/>
                    </a:schemeClr>
                  </a:gs>
                </a:gsLst>
                <a:path path="shape">
                  <a:fillToRect l="50000" t="50000" r="50000" b="50000"/>
                </a:path>
              </a:gradFill>
              <a:ln w="28575">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en-US" sz="2000" b="0" i="0" u="none" strike="noStrike" kern="1200" cap="none" spc="0" normalizeH="0" baseline="0" noProof="0">
                  <a:ln>
                    <a:noFill/>
                  </a:ln>
                  <a:solidFill>
                    <a:srgbClr val="000099"/>
                  </a:solidFill>
                  <a:effectLst/>
                  <a:uLnTx/>
                  <a:uFillTx/>
                  <a:latin typeface="Times New Roman" panose="02020603050405020304" pitchFamily="18" charset="0"/>
                  <a:ea typeface="华文中宋" panose="02010600040101010101" pitchFamily="2" charset="-122"/>
                  <a:cs typeface="+mn-cs"/>
                </a:endParaRPr>
              </a:p>
            </p:txBody>
          </p:sp>
        </p:grpSp>
        <p:sp>
          <p:nvSpPr>
            <p:cNvPr id="57360" name="AutoShape 18"/>
            <p:cNvSpPr/>
            <p:nvPr/>
          </p:nvSpPr>
          <p:spPr>
            <a:xfrm>
              <a:off x="1723" y="1264"/>
              <a:ext cx="35" cy="340"/>
            </a:xfrm>
            <a:prstGeom prst="upArrow">
              <a:avLst>
                <a:gd name="adj1" fmla="val 50000"/>
                <a:gd name="adj2" fmla="val 242857"/>
              </a:avLst>
            </a:prstGeom>
            <a:solidFill>
              <a:srgbClr val="FF0000"/>
            </a:solidFill>
            <a:ln w="9525" cap="flat" cmpd="sng">
              <a:solidFill>
                <a:srgbClr val="FF0000"/>
              </a:solidFill>
              <a:prstDash val="solid"/>
              <a:miter/>
              <a:headEnd type="none" w="med" len="med"/>
              <a:tailEnd type="none" w="med" len="med"/>
            </a:ln>
          </p:spPr>
          <p:txBody>
            <a:bodyPr wrap="none" anchor="ctr" anchorCtr="0"/>
            <a:p>
              <a:endParaRPr lang="zh-CN" altLang="en-US" dirty="0">
                <a:latin typeface="Times New Roman" panose="02020603050405020304" pitchFamily="18" charset="0"/>
              </a:endParaRPr>
            </a:p>
          </p:txBody>
        </p:sp>
        <p:sp>
          <p:nvSpPr>
            <p:cNvPr id="57361" name="AutoShape 19"/>
            <p:cNvSpPr/>
            <p:nvPr/>
          </p:nvSpPr>
          <p:spPr>
            <a:xfrm>
              <a:off x="3925" y="1337"/>
              <a:ext cx="47" cy="354"/>
            </a:xfrm>
            <a:prstGeom prst="upArrow">
              <a:avLst>
                <a:gd name="adj1" fmla="val 50000"/>
                <a:gd name="adj2" fmla="val 188297"/>
              </a:avLst>
            </a:prstGeom>
            <a:solidFill>
              <a:srgbClr val="FF0000"/>
            </a:solidFill>
            <a:ln w="9525" cap="flat" cmpd="sng">
              <a:solidFill>
                <a:srgbClr val="FF0000"/>
              </a:solidFill>
              <a:prstDash val="solid"/>
              <a:miter/>
              <a:headEnd type="none" w="med" len="med"/>
              <a:tailEnd type="none" w="med" len="med"/>
            </a:ln>
          </p:spPr>
          <p:txBody>
            <a:bodyPr wrap="none" anchor="ctr" anchorCtr="0"/>
            <a:p>
              <a:endParaRPr lang="zh-CN" altLang="en-US" dirty="0">
                <a:latin typeface="Times New Roman" panose="02020603050405020304" pitchFamily="18" charset="0"/>
              </a:endParaRPr>
            </a:p>
          </p:txBody>
        </p:sp>
        <p:sp>
          <p:nvSpPr>
            <p:cNvPr id="57363" name="AutoShape 21"/>
            <p:cNvSpPr/>
            <p:nvPr/>
          </p:nvSpPr>
          <p:spPr>
            <a:xfrm rot="10800000">
              <a:off x="2599" y="1126"/>
              <a:ext cx="360" cy="55"/>
            </a:xfrm>
            <a:prstGeom prst="leftArrow">
              <a:avLst>
                <a:gd name="adj1" fmla="val 50000"/>
                <a:gd name="adj2" fmla="val 163636"/>
              </a:avLst>
            </a:prstGeom>
            <a:solidFill>
              <a:srgbClr val="FF0000"/>
            </a:solidFill>
            <a:ln w="9525" cap="flat" cmpd="sng">
              <a:solidFill>
                <a:srgbClr val="FF0000"/>
              </a:solidFill>
              <a:prstDash val="solid"/>
              <a:miter/>
              <a:headEnd type="none" w="med" len="med"/>
              <a:tailEnd type="none" w="med" len="med"/>
            </a:ln>
          </p:spPr>
          <p:txBody>
            <a:bodyPr wrap="none" anchor="ctr" anchorCtr="0"/>
            <a:p>
              <a:pPr algn="ctr"/>
              <a:endParaRPr lang="zh-CN" altLang="zh-CN" sz="4400" dirty="0">
                <a:solidFill>
                  <a:srgbClr val="FF0000"/>
                </a:solidFill>
                <a:latin typeface="Times New Roman" panose="02020603050405020304" pitchFamily="18" charset="0"/>
                <a:ea typeface="黑体" panose="02010609060101010101" pitchFamily="49" charset="-122"/>
              </a:endParaRPr>
            </a:p>
          </p:txBody>
        </p:sp>
        <p:sp>
          <p:nvSpPr>
            <p:cNvPr id="57364" name="AutoShape 22"/>
            <p:cNvSpPr/>
            <p:nvPr/>
          </p:nvSpPr>
          <p:spPr>
            <a:xfrm>
              <a:off x="1731" y="1146"/>
              <a:ext cx="326" cy="67"/>
            </a:xfrm>
            <a:prstGeom prst="rightArrow">
              <a:avLst>
                <a:gd name="adj1" fmla="val 50000"/>
                <a:gd name="adj2" fmla="val 121641"/>
              </a:avLst>
            </a:prstGeom>
            <a:solidFill>
              <a:srgbClr val="FF6600"/>
            </a:solidFill>
            <a:ln w="9525">
              <a:noFill/>
            </a:ln>
          </p:spPr>
          <p:txBody>
            <a:bodyPr wrap="none" anchor="ctr" anchorCtr="0"/>
            <a:p>
              <a:endParaRPr lang="zh-CN" altLang="en-US" dirty="0">
                <a:latin typeface="Times New Roman" panose="02020603050405020304" pitchFamily="18" charset="0"/>
              </a:endParaRPr>
            </a:p>
          </p:txBody>
        </p:sp>
        <p:sp>
          <p:nvSpPr>
            <p:cNvPr id="57365" name="AutoShape 23"/>
            <p:cNvSpPr/>
            <p:nvPr/>
          </p:nvSpPr>
          <p:spPr>
            <a:xfrm>
              <a:off x="3515" y="1132"/>
              <a:ext cx="305" cy="67"/>
            </a:xfrm>
            <a:prstGeom prst="leftArrow">
              <a:avLst>
                <a:gd name="adj1" fmla="val 50000"/>
                <a:gd name="adj2" fmla="val 113805"/>
              </a:avLst>
            </a:prstGeom>
            <a:solidFill>
              <a:srgbClr val="FF6600"/>
            </a:solidFill>
            <a:ln w="9525">
              <a:noFill/>
            </a:ln>
          </p:spPr>
          <p:txBody>
            <a:bodyPr wrap="none" anchor="ctr" anchorCtr="0"/>
            <a:p>
              <a:endParaRPr lang="zh-CN" altLang="en-US" dirty="0">
                <a:latin typeface="Times New Roman" panose="02020603050405020304" pitchFamily="18" charset="0"/>
              </a:endParaRPr>
            </a:p>
          </p:txBody>
        </p:sp>
        <p:sp>
          <p:nvSpPr>
            <p:cNvPr id="57366" name="Text Box 24"/>
            <p:cNvSpPr txBox="1"/>
            <p:nvPr/>
          </p:nvSpPr>
          <p:spPr>
            <a:xfrm>
              <a:off x="1408" y="687"/>
              <a:ext cx="544" cy="336"/>
            </a:xfrm>
            <a:prstGeom prst="rect">
              <a:avLst/>
            </a:prstGeom>
            <a:noFill/>
            <a:ln w="9525">
              <a:noFill/>
            </a:ln>
          </p:spPr>
          <p:txBody>
            <a:bodyPr anchor="ctr" anchorCtr="0">
              <a:spAutoFit/>
            </a:bodyPr>
            <a:p>
              <a:pPr indent="0" algn="ctr">
                <a:spcBef>
                  <a:spcPct val="50000"/>
                </a:spcBef>
                <a:buNone/>
              </a:pPr>
              <a:r>
                <a:rPr lang="zh-CN" altLang="en-US" sz="2400" dirty="0">
                  <a:solidFill>
                    <a:srgbClr val="FF0000"/>
                  </a:solidFill>
                  <a:latin typeface="Times New Roman" panose="02020603050405020304" pitchFamily="18" charset="0"/>
                  <a:ea typeface="黑体" panose="02010609060101010101" pitchFamily="49" charset="-122"/>
                </a:rPr>
                <a:t>松端</a:t>
              </a:r>
              <a:endParaRPr lang="zh-CN" altLang="en-US" sz="6000" dirty="0">
                <a:solidFill>
                  <a:schemeClr val="tx2"/>
                </a:solidFill>
                <a:latin typeface="Times New Roman" panose="02020603050405020304" pitchFamily="18" charset="0"/>
                <a:ea typeface="黑体" panose="02010609060101010101" pitchFamily="49" charset="-122"/>
              </a:endParaRPr>
            </a:p>
          </p:txBody>
        </p:sp>
        <p:sp>
          <p:nvSpPr>
            <p:cNvPr id="57367" name="Rectangle 25"/>
            <p:cNvSpPr/>
            <p:nvPr/>
          </p:nvSpPr>
          <p:spPr>
            <a:xfrm>
              <a:off x="4008" y="773"/>
              <a:ext cx="499" cy="336"/>
            </a:xfrm>
            <a:prstGeom prst="rect">
              <a:avLst/>
            </a:prstGeom>
            <a:noFill/>
            <a:ln w="9525">
              <a:noFill/>
            </a:ln>
          </p:spPr>
          <p:txBody>
            <a:bodyPr wrap="none" anchor="ctr" anchorCtr="0">
              <a:spAutoFit/>
            </a:bodyPr>
            <a:p>
              <a:pPr indent="0" algn="ctr">
                <a:buNone/>
              </a:pPr>
              <a:r>
                <a:rPr lang="zh-CN" altLang="en-US" sz="2400" dirty="0">
                  <a:solidFill>
                    <a:srgbClr val="0000FF"/>
                  </a:solidFill>
                  <a:latin typeface="Times New Roman" panose="02020603050405020304" pitchFamily="18" charset="0"/>
                  <a:ea typeface="黑体" panose="02010609060101010101" pitchFamily="49" charset="-122"/>
                </a:rPr>
                <a:t>紧端</a:t>
              </a:r>
              <a:endParaRPr lang="zh-CN" altLang="en-US" sz="2400" dirty="0">
                <a:solidFill>
                  <a:srgbClr val="FF0000"/>
                </a:solidFill>
                <a:latin typeface="Times New Roman" panose="02020603050405020304" pitchFamily="18" charset="0"/>
                <a:ea typeface="黑体" panose="02010609060101010101" pitchFamily="49" charset="-122"/>
              </a:endParaRPr>
            </a:p>
          </p:txBody>
        </p:sp>
        <p:sp>
          <p:nvSpPr>
            <p:cNvPr id="57369" name="Rectangle 27"/>
            <p:cNvSpPr/>
            <p:nvPr/>
          </p:nvSpPr>
          <p:spPr>
            <a:xfrm>
              <a:off x="3484" y="891"/>
              <a:ext cx="314" cy="290"/>
            </a:xfrm>
            <a:prstGeom prst="rect">
              <a:avLst/>
            </a:prstGeom>
            <a:noFill/>
            <a:ln w="9525">
              <a:noFill/>
            </a:ln>
          </p:spPr>
          <p:txBody>
            <a:bodyPr wrap="none" anchor="ctr" anchorCtr="0">
              <a:spAutoFit/>
            </a:bodyPr>
            <a:p>
              <a:pPr indent="0" algn="ctr">
                <a:buNone/>
              </a:pPr>
              <a:r>
                <a:rPr lang="en-US" altLang="zh-CN" dirty="0">
                  <a:solidFill>
                    <a:srgbClr val="FF6600"/>
                  </a:solidFill>
                  <a:latin typeface="Times New Roman" panose="02020603050405020304" pitchFamily="18" charset="0"/>
                  <a:ea typeface="黑体" panose="02010609060101010101" pitchFamily="49" charset="-122"/>
                </a:rPr>
                <a:t>F</a:t>
              </a:r>
              <a:r>
                <a:rPr lang="en-US" altLang="zh-CN" baseline="-25000" dirty="0">
                  <a:solidFill>
                    <a:srgbClr val="FF6600"/>
                  </a:solidFill>
                  <a:latin typeface="Times New Roman" panose="02020603050405020304" pitchFamily="18" charset="0"/>
                  <a:ea typeface="黑体" panose="02010609060101010101" pitchFamily="49" charset="-122"/>
                </a:rPr>
                <a:t>S</a:t>
              </a:r>
              <a:r>
                <a:rPr lang="en-US" altLang="zh-CN" baseline="-25000" dirty="0">
                  <a:solidFill>
                    <a:srgbClr val="FF6600"/>
                  </a:solidFill>
                  <a:latin typeface="Times New Roman" panose="02020603050405020304" pitchFamily="18" charset="0"/>
                  <a:ea typeface="黑体" panose="02010609060101010101" pitchFamily="49" charset="-122"/>
                </a:rPr>
                <a:t>2</a:t>
              </a:r>
              <a:endParaRPr lang="en-US" altLang="zh-CN" baseline="-25000" dirty="0">
                <a:solidFill>
                  <a:srgbClr val="FF6600"/>
                </a:solidFill>
                <a:latin typeface="Times New Roman" panose="02020603050405020304" pitchFamily="18" charset="0"/>
                <a:ea typeface="黑体" panose="02010609060101010101" pitchFamily="49" charset="-122"/>
              </a:endParaRPr>
            </a:p>
          </p:txBody>
        </p:sp>
        <p:sp>
          <p:nvSpPr>
            <p:cNvPr id="57370" name="Rectangle 28"/>
            <p:cNvSpPr/>
            <p:nvPr/>
          </p:nvSpPr>
          <p:spPr>
            <a:xfrm>
              <a:off x="2060" y="977"/>
              <a:ext cx="314" cy="290"/>
            </a:xfrm>
            <a:prstGeom prst="rect">
              <a:avLst/>
            </a:prstGeom>
            <a:noFill/>
            <a:ln w="9525">
              <a:noFill/>
            </a:ln>
          </p:spPr>
          <p:txBody>
            <a:bodyPr wrap="none" anchor="ctr" anchorCtr="0">
              <a:spAutoFit/>
            </a:bodyPr>
            <a:p>
              <a:pPr indent="0" algn="ctr">
                <a:buNone/>
              </a:pPr>
              <a:r>
                <a:rPr lang="en-US" altLang="zh-CN" dirty="0">
                  <a:solidFill>
                    <a:srgbClr val="FF6600"/>
                  </a:solidFill>
                  <a:latin typeface="Times New Roman" panose="02020603050405020304" pitchFamily="18" charset="0"/>
                  <a:ea typeface="黑体" panose="02010609060101010101" pitchFamily="49" charset="-122"/>
                </a:rPr>
                <a:t>F</a:t>
              </a:r>
              <a:r>
                <a:rPr lang="en-US" altLang="zh-CN" baseline="-25000" dirty="0">
                  <a:solidFill>
                    <a:srgbClr val="FF6600"/>
                  </a:solidFill>
                  <a:latin typeface="Times New Roman" panose="02020603050405020304" pitchFamily="18" charset="0"/>
                  <a:ea typeface="黑体" panose="02010609060101010101" pitchFamily="49" charset="-122"/>
                </a:rPr>
                <a:t>S1</a:t>
              </a:r>
              <a:endParaRPr lang="en-US" altLang="zh-CN" sz="1600" baseline="-25000" dirty="0">
                <a:solidFill>
                  <a:srgbClr val="FF6600"/>
                </a:solidFill>
                <a:latin typeface="Times New Roman" panose="02020603050405020304" pitchFamily="18" charset="0"/>
                <a:ea typeface="黑体" panose="02010609060101010101" pitchFamily="49" charset="-122"/>
              </a:endParaRPr>
            </a:p>
          </p:txBody>
        </p:sp>
        <p:sp>
          <p:nvSpPr>
            <p:cNvPr id="57371" name="Rectangle 29"/>
            <p:cNvSpPr/>
            <p:nvPr/>
          </p:nvSpPr>
          <p:spPr>
            <a:xfrm>
              <a:off x="2620" y="713"/>
              <a:ext cx="329" cy="288"/>
            </a:xfrm>
            <a:prstGeom prst="rect">
              <a:avLst/>
            </a:prstGeom>
            <a:noFill/>
            <a:ln w="9525">
              <a:noFill/>
            </a:ln>
          </p:spPr>
          <p:txBody>
            <a:bodyPr wrap="none" anchor="ctr" anchorCtr="0">
              <a:spAutoFit/>
            </a:bodyPr>
            <a:p>
              <a:pPr indent="0" algn="ctr">
                <a:buNone/>
              </a:pPr>
              <a:r>
                <a:rPr lang="en-US" altLang="zh-CN" sz="2400" dirty="0">
                  <a:solidFill>
                    <a:srgbClr val="FF0000"/>
                  </a:solidFill>
                  <a:latin typeface="Times New Roman" panose="02020603050405020304" pitchFamily="18" charset="0"/>
                  <a:ea typeface="黑体" panose="02010609060101010101" pitchFamily="49" charset="-122"/>
                </a:rPr>
                <a:t>Fa</a:t>
              </a:r>
              <a:endParaRPr lang="en-US" altLang="zh-CN" sz="2400" dirty="0">
                <a:solidFill>
                  <a:srgbClr val="000000"/>
                </a:solidFill>
                <a:latin typeface="Times New Roman" panose="02020603050405020304" pitchFamily="18" charset="0"/>
                <a:ea typeface="黑体" panose="02010609060101010101" pitchFamily="49" charset="-122"/>
              </a:endParaRPr>
            </a:p>
          </p:txBody>
        </p:sp>
        <p:sp>
          <p:nvSpPr>
            <p:cNvPr id="57372" name="Rectangle 30"/>
            <p:cNvSpPr/>
            <p:nvPr/>
          </p:nvSpPr>
          <p:spPr>
            <a:xfrm>
              <a:off x="1723" y="1463"/>
              <a:ext cx="335" cy="250"/>
            </a:xfrm>
            <a:prstGeom prst="rect">
              <a:avLst/>
            </a:prstGeom>
            <a:noFill/>
            <a:ln w="9525">
              <a:noFill/>
            </a:ln>
          </p:spPr>
          <p:txBody>
            <a:bodyPr wrap="none" anchor="ctr" anchorCtr="0">
              <a:spAutoFit/>
            </a:bodyPr>
            <a:p>
              <a:pPr indent="0" algn="ctr">
                <a:buNone/>
              </a:pPr>
              <a:r>
                <a:rPr lang="en-US" altLang="zh-CN" dirty="0">
                  <a:solidFill>
                    <a:srgbClr val="000000"/>
                  </a:solidFill>
                  <a:latin typeface="Times New Roman" panose="02020603050405020304" pitchFamily="18" charset="0"/>
                  <a:ea typeface="黑体" panose="02010609060101010101" pitchFamily="49" charset="-122"/>
                </a:rPr>
                <a:t>F</a:t>
              </a:r>
              <a:r>
                <a:rPr lang="en-US" altLang="zh-CN" sz="1600" dirty="0">
                  <a:solidFill>
                    <a:srgbClr val="000000"/>
                  </a:solidFill>
                  <a:latin typeface="Times New Roman" panose="02020603050405020304" pitchFamily="18" charset="0"/>
                  <a:ea typeface="黑体" panose="02010609060101010101" pitchFamily="49" charset="-122"/>
                </a:rPr>
                <a:t>r1</a:t>
              </a:r>
              <a:endParaRPr lang="en-US" altLang="zh-CN" dirty="0">
                <a:solidFill>
                  <a:srgbClr val="000000"/>
                </a:solidFill>
                <a:latin typeface="Times New Roman" panose="02020603050405020304" pitchFamily="18" charset="0"/>
                <a:ea typeface="黑体" panose="02010609060101010101" pitchFamily="49" charset="-122"/>
              </a:endParaRPr>
            </a:p>
          </p:txBody>
        </p:sp>
        <p:sp>
          <p:nvSpPr>
            <p:cNvPr id="57373" name="Rectangle 31"/>
            <p:cNvSpPr/>
            <p:nvPr/>
          </p:nvSpPr>
          <p:spPr>
            <a:xfrm>
              <a:off x="3616" y="1455"/>
              <a:ext cx="315" cy="212"/>
            </a:xfrm>
            <a:prstGeom prst="rect">
              <a:avLst/>
            </a:prstGeom>
            <a:noFill/>
            <a:ln w="9525">
              <a:noFill/>
            </a:ln>
          </p:spPr>
          <p:txBody>
            <a:bodyPr wrap="none" anchor="ctr" anchorCtr="0">
              <a:spAutoFit/>
            </a:bodyPr>
            <a:p>
              <a:pPr indent="0" algn="ctr">
                <a:buNone/>
              </a:pPr>
              <a:r>
                <a:rPr lang="en-US" altLang="zh-CN" sz="1600" dirty="0">
                  <a:solidFill>
                    <a:srgbClr val="000000"/>
                  </a:solidFill>
                  <a:latin typeface="Times New Roman" panose="02020603050405020304" pitchFamily="18" charset="0"/>
                  <a:ea typeface="黑体" panose="02010609060101010101" pitchFamily="49" charset="-122"/>
                </a:rPr>
                <a:t>Fr2</a:t>
              </a:r>
              <a:endParaRPr lang="en-US" altLang="zh-CN" sz="1600" dirty="0">
                <a:solidFill>
                  <a:srgbClr val="000000"/>
                </a:solidFill>
                <a:latin typeface="Times New Roman" panose="02020603050405020304" pitchFamily="18" charset="0"/>
                <a:ea typeface="黑体" panose="02010609060101010101" pitchFamily="49" charset="-122"/>
              </a:endParaRPr>
            </a:p>
          </p:txBody>
        </p:sp>
        <p:sp>
          <p:nvSpPr>
            <p:cNvPr id="57375" name="Text Box 33"/>
            <p:cNvSpPr txBox="1"/>
            <p:nvPr/>
          </p:nvSpPr>
          <p:spPr>
            <a:xfrm>
              <a:off x="1270" y="1107"/>
              <a:ext cx="282" cy="288"/>
            </a:xfrm>
            <a:prstGeom prst="rect">
              <a:avLst/>
            </a:prstGeom>
            <a:noFill/>
            <a:ln w="9525">
              <a:noFill/>
            </a:ln>
          </p:spPr>
          <p:txBody>
            <a:bodyPr anchor="ctr" anchorCtr="0">
              <a:spAutoFit/>
            </a:bodyPr>
            <a:p>
              <a:pPr indent="0" algn="ctr">
                <a:spcBef>
                  <a:spcPct val="50000"/>
                </a:spcBef>
                <a:buNone/>
              </a:pPr>
              <a:r>
                <a:rPr lang="en-US" altLang="zh-CN" sz="2400" dirty="0">
                  <a:solidFill>
                    <a:srgbClr val="0000FF"/>
                  </a:solidFill>
                  <a:latin typeface="Times New Roman" panose="02020603050405020304" pitchFamily="18" charset="0"/>
                  <a:ea typeface="黑体" panose="02010609060101010101" pitchFamily="49" charset="-122"/>
                </a:rPr>
                <a:t>1</a:t>
              </a:r>
              <a:endParaRPr lang="en-US" altLang="zh-CN" sz="4400" dirty="0">
                <a:solidFill>
                  <a:srgbClr val="0000FF"/>
                </a:solidFill>
                <a:latin typeface="Times New Roman" panose="02020603050405020304" pitchFamily="18" charset="0"/>
                <a:ea typeface="黑体" panose="02010609060101010101" pitchFamily="49" charset="-122"/>
              </a:endParaRPr>
            </a:p>
          </p:txBody>
        </p:sp>
        <p:sp>
          <p:nvSpPr>
            <p:cNvPr id="57376" name="Rectangle 34"/>
            <p:cNvSpPr/>
            <p:nvPr/>
          </p:nvSpPr>
          <p:spPr>
            <a:xfrm>
              <a:off x="4190" y="1099"/>
              <a:ext cx="212" cy="288"/>
            </a:xfrm>
            <a:prstGeom prst="rect">
              <a:avLst/>
            </a:prstGeom>
            <a:noFill/>
            <a:ln w="9525">
              <a:noFill/>
            </a:ln>
          </p:spPr>
          <p:txBody>
            <a:bodyPr wrap="none" anchor="ctr" anchorCtr="0">
              <a:spAutoFit/>
            </a:bodyPr>
            <a:p>
              <a:pPr indent="0" algn="ctr">
                <a:buNone/>
              </a:pPr>
              <a:r>
                <a:rPr lang="en-US" altLang="zh-CN" sz="2400" dirty="0">
                  <a:solidFill>
                    <a:srgbClr val="0000FF"/>
                  </a:solidFill>
                  <a:latin typeface="Times New Roman" panose="02020603050405020304" pitchFamily="18" charset="0"/>
                  <a:ea typeface="黑体" panose="02010609060101010101" pitchFamily="49" charset="-122"/>
                </a:rPr>
                <a:t>2</a:t>
              </a:r>
              <a:endParaRPr lang="en-US" altLang="zh-CN" sz="2400" dirty="0">
                <a:solidFill>
                  <a:srgbClr val="0000FF"/>
                </a:solidFill>
                <a:latin typeface="Times New Roman" panose="02020603050405020304" pitchFamily="18" charset="0"/>
                <a:ea typeface="黑体" panose="02010609060101010101" pitchFamily="49" charset="-122"/>
              </a:endParaRPr>
            </a:p>
          </p:txBody>
        </p:sp>
      </p:grpSp>
      <p:pic>
        <p:nvPicPr>
          <p:cNvPr id="36" name="Picture 148" descr="back1">
            <a:hlinkClick r:id="" action="ppaction://hlinkshowjump?jump=previousslide"/>
          </p:cNvPr>
          <p:cNvPicPr>
            <a:picLocks noChangeAspect="1"/>
          </p:cNvPicPr>
          <p:nvPr/>
        </p:nvPicPr>
        <p:blipFill>
          <a:blip r:embed="rId1"/>
          <a:stretch>
            <a:fillRect/>
          </a:stretch>
        </p:blipFill>
        <p:spPr>
          <a:xfrm>
            <a:off x="8324850" y="6551613"/>
            <a:ext cx="306388" cy="306387"/>
          </a:xfrm>
          <a:prstGeom prst="rect">
            <a:avLst/>
          </a:prstGeom>
          <a:noFill/>
          <a:ln w="9525">
            <a:noFill/>
          </a:ln>
        </p:spPr>
      </p:pic>
      <p:pic>
        <p:nvPicPr>
          <p:cNvPr id="37" name="Picture 149" descr="NEXT1">
            <a:hlinkClick r:id="" action="ppaction://hlinkshowjump?jump=nextslide"/>
          </p:cNvPr>
          <p:cNvPicPr>
            <a:picLocks noChangeAspect="1"/>
          </p:cNvPicPr>
          <p:nvPr/>
        </p:nvPicPr>
        <p:blipFill>
          <a:blip r:embed="rId2"/>
          <a:stretch>
            <a:fillRect/>
          </a:stretch>
        </p:blipFill>
        <p:spPr>
          <a:xfrm>
            <a:off x="8745538" y="6551613"/>
            <a:ext cx="306387" cy="306387"/>
          </a:xfrm>
          <a:prstGeom prst="rect">
            <a:avLst/>
          </a:prstGeom>
          <a:noFill/>
          <a:ln w="9525">
            <a:noFill/>
          </a:ln>
        </p:spPr>
      </p:pic>
      <p:pic>
        <p:nvPicPr>
          <p:cNvPr id="38" name="Picture 150" descr="rewind1">
            <a:hlinkClick r:id="" action="ppaction://hlinkshowjump?jump=firstslide"/>
          </p:cNvPr>
          <p:cNvPicPr>
            <a:picLocks noChangeAspect="1"/>
          </p:cNvPicPr>
          <p:nvPr/>
        </p:nvPicPr>
        <p:blipFill>
          <a:blip r:embed="rId3"/>
          <a:stretch>
            <a:fillRect/>
          </a:stretch>
        </p:blipFill>
        <p:spPr>
          <a:xfrm>
            <a:off x="7875588" y="6551613"/>
            <a:ext cx="306387" cy="306387"/>
          </a:xfrm>
          <a:prstGeom prst="rect">
            <a:avLst/>
          </a:prstGeom>
          <a:noFill/>
          <a:ln w="9525">
            <a:noFill/>
          </a:ln>
        </p:spPr>
      </p:pic>
      <p:sp>
        <p:nvSpPr>
          <p:cNvPr id="4132" name="直接连接符 6"/>
          <p:cNvSpPr>
            <a:spLocks noChangeShapeType="1"/>
          </p:cNvSpPr>
          <p:nvPr/>
        </p:nvSpPr>
        <p:spPr bwMode="auto">
          <a:xfrm>
            <a:off x="0" y="685662"/>
            <a:ext cx="9144000" cy="0"/>
          </a:xfrm>
          <a:prstGeom prst="line">
            <a:avLst/>
          </a:prstGeom>
          <a:noFill/>
          <a:ln w="28575">
            <a:solidFill>
              <a:srgbClr val="CC3300"/>
            </a:solidFill>
            <a:miter lim="800000"/>
          </a:ln>
          <a:extLst>
            <a:ext uri="{909E8E84-426E-40DD-AFC4-6F175D3DCCD1}">
              <a14:hiddenFill xmlns:a14="http://schemas.microsoft.com/office/drawing/2010/main">
                <a:noFill/>
              </a14:hiddenFill>
            </a:ext>
          </a:extLst>
        </p:spPr>
        <p:txBody>
          <a:bodyPr/>
          <a:lstStyle/>
          <a:p>
            <a:endParaRPr lang="zh-CN" altLang="en-US"/>
          </a:p>
        </p:txBody>
      </p:sp>
      <p:sp>
        <p:nvSpPr>
          <p:cNvPr id="14339" name="Rectangle 34"/>
          <p:cNvSpPr>
            <a:spLocks noChangeArrowheads="1"/>
          </p:cNvSpPr>
          <p:nvPr/>
        </p:nvSpPr>
        <p:spPr bwMode="auto">
          <a:xfrm>
            <a:off x="3687417" y="228600"/>
            <a:ext cx="4846983" cy="533400"/>
          </a:xfrm>
          <a:prstGeom prst="rect">
            <a:avLst/>
          </a:prstGeom>
          <a:noFill/>
          <a:ln>
            <a:noFill/>
          </a:ln>
          <a:effectLst/>
          <a:extLst>
            <a:ext uri="{909E8E84-426E-40DD-AFC4-6F175D3DCCD1}">
              <a14:hiddenFill xmlns:a14="http://schemas.microsoft.com/office/drawing/2010/main">
                <a:gradFill rotWithShape="0">
                  <a:gsLst>
                    <a:gs pos="0">
                      <a:srgbClr val="E5DCB5"/>
                    </a:gs>
                    <a:gs pos="100000">
                      <a:srgbClr val="FDFBF1"/>
                    </a:gs>
                  </a:gsLst>
                  <a:lin ang="0" scaled="1"/>
                </a:gradFill>
              </a14:hiddenFill>
            </a:ext>
            <a:ext uri="{91240B29-F687-4F45-9708-019B960494DF}">
              <a14:hiddenLine xmlns:a14="http://schemas.microsoft.com/office/drawing/2010/main" w="9525">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tIns="36000" bIns="72000" anchor="ctr" anchorCtr="1"/>
          <a:lstStyle>
            <a:lvl1pPr>
              <a:lnSpc>
                <a:spcPct val="120000"/>
              </a:lnSpc>
              <a:buChar char="•"/>
              <a:defRPr kumimoji="1" sz="2000">
                <a:solidFill>
                  <a:srgbClr val="000099"/>
                </a:solidFill>
                <a:latin typeface="Times New Roman" panose="02020603050405020304" pitchFamily="18" charset="0"/>
                <a:ea typeface="华文中宋" panose="02010600040101010101" pitchFamily="2" charset="-122"/>
              </a:defRPr>
            </a:lvl1pPr>
            <a:lvl2pPr marL="742950" indent="-285750">
              <a:lnSpc>
                <a:spcPct val="120000"/>
              </a:lnSpc>
              <a:buChar char="•"/>
              <a:defRPr kumimoji="1" sz="2000">
                <a:solidFill>
                  <a:srgbClr val="000099"/>
                </a:solidFill>
                <a:latin typeface="Times New Roman" panose="02020603050405020304" pitchFamily="18" charset="0"/>
                <a:ea typeface="华文中宋" panose="02010600040101010101" pitchFamily="2" charset="-122"/>
              </a:defRPr>
            </a:lvl2pPr>
            <a:lvl3pPr marL="1143000" indent="-228600">
              <a:lnSpc>
                <a:spcPct val="120000"/>
              </a:lnSpc>
              <a:buChar char="•"/>
              <a:defRPr kumimoji="1" sz="2000">
                <a:solidFill>
                  <a:srgbClr val="000099"/>
                </a:solidFill>
                <a:latin typeface="Times New Roman" panose="02020603050405020304" pitchFamily="18" charset="0"/>
                <a:ea typeface="华文中宋" panose="02010600040101010101" pitchFamily="2" charset="-122"/>
              </a:defRPr>
            </a:lvl3pPr>
            <a:lvl4pPr marL="1600200" indent="-228600">
              <a:lnSpc>
                <a:spcPct val="120000"/>
              </a:lnSpc>
              <a:buChar char="•"/>
              <a:defRPr kumimoji="1" sz="2000">
                <a:solidFill>
                  <a:srgbClr val="000099"/>
                </a:solidFill>
                <a:latin typeface="Times New Roman" panose="02020603050405020304" pitchFamily="18" charset="0"/>
                <a:ea typeface="华文中宋" panose="02010600040101010101" pitchFamily="2" charset="-122"/>
              </a:defRPr>
            </a:lvl4pPr>
            <a:lvl5pPr marL="2057400" indent="-228600">
              <a:lnSpc>
                <a:spcPct val="120000"/>
              </a:lnSpc>
              <a:buChar char="•"/>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lnSpc>
                <a:spcPct val="100000"/>
              </a:lnSpc>
              <a:buFontTx/>
              <a:buNone/>
            </a:pPr>
            <a:r>
              <a:rPr lang="en-US" altLang="zh-CN" sz="3000" dirty="0" smtClean="0">
                <a:solidFill>
                  <a:srgbClr val="CC3300"/>
                </a:solidFill>
                <a:latin typeface="黑体" panose="02010609060101010101" pitchFamily="49" charset="-122"/>
                <a:ea typeface="黑体" panose="02010609060101010101" pitchFamily="49" charset="-122"/>
              </a:rPr>
              <a:t>3.6-5 </a:t>
            </a:r>
            <a:r>
              <a:rPr lang="zh-CN" altLang="en-US" sz="3000" dirty="0" smtClean="0">
                <a:solidFill>
                  <a:srgbClr val="CC3300"/>
                </a:solidFill>
                <a:latin typeface="黑体" panose="02010609060101010101" pitchFamily="49" charset="-122"/>
                <a:ea typeface="黑体" panose="02010609060101010101" pitchFamily="49" charset="-122"/>
              </a:rPr>
              <a:t>滚动轴承的寿命计算</a:t>
            </a:r>
            <a:endParaRPr lang="en-US" altLang="zh-CN" sz="3000" dirty="0">
              <a:solidFill>
                <a:srgbClr val="CC3300"/>
              </a:solidFill>
              <a:latin typeface="黑体" panose="02010609060101010101" pitchFamily="49" charset="-122"/>
              <a:ea typeface="黑体" panose="02010609060101010101" pitchFamily="49" charset="-122"/>
            </a:endParaRPr>
          </a:p>
        </p:txBody>
      </p:sp>
      <p:graphicFrame>
        <p:nvGraphicFramePr>
          <p:cNvPr id="3" name="对象 2">
            <a:hlinkClick r:id="" action="ppaction://ole?verb="/>
          </p:cNvPr>
          <p:cNvGraphicFramePr>
            <a:graphicFrameLocks noChangeAspect="1"/>
          </p:cNvGraphicFramePr>
          <p:nvPr/>
        </p:nvGraphicFramePr>
        <p:xfrm>
          <a:off x="1228090" y="4923473"/>
          <a:ext cx="1758315" cy="474345"/>
        </p:xfrm>
        <a:graphic>
          <a:graphicData uri="http://schemas.openxmlformats.org/presentationml/2006/ole">
            <mc:AlternateContent xmlns:mc="http://schemas.openxmlformats.org/markup-compatibility/2006">
              <mc:Choice xmlns:v="urn:schemas-microsoft-com:vml" Requires="v">
                <p:oleObj spid="_x0000_s1025" name="" r:id="rId4" imgW="850900" imgH="228600" progId="Equation.KSEE3">
                  <p:embed/>
                </p:oleObj>
              </mc:Choice>
              <mc:Fallback>
                <p:oleObj name="" r:id="rId4" imgW="850900" imgH="228600" progId="Equation.KSEE3">
                  <p:embed/>
                  <p:pic>
                    <p:nvPicPr>
                      <p:cNvPr id="0" name="图片 1024"/>
                      <p:cNvPicPr/>
                      <p:nvPr/>
                    </p:nvPicPr>
                    <p:blipFill>
                      <a:blip r:embed="rId5"/>
                      <a:stretch>
                        <a:fillRect/>
                      </a:stretch>
                    </p:blipFill>
                    <p:spPr>
                      <a:xfrm>
                        <a:off x="1228090" y="4923473"/>
                        <a:ext cx="1758315" cy="474345"/>
                      </a:xfrm>
                      <a:prstGeom prst="rect">
                        <a:avLst/>
                      </a:prstGeom>
                      <a:ln>
                        <a:solidFill>
                          <a:srgbClr val="0000FF"/>
                        </a:solidFill>
                      </a:ln>
                    </p:spPr>
                  </p:pic>
                </p:oleObj>
              </mc:Fallback>
            </mc:AlternateContent>
          </a:graphicData>
        </a:graphic>
      </p:graphicFrame>
      <p:graphicFrame>
        <p:nvGraphicFramePr>
          <p:cNvPr id="4" name="对象 3">
            <a:hlinkClick r:id="" action="ppaction://ole?verb="/>
          </p:cNvPr>
          <p:cNvGraphicFramePr>
            <a:graphicFrameLocks noChangeAspect="1"/>
          </p:cNvGraphicFramePr>
          <p:nvPr/>
        </p:nvGraphicFramePr>
        <p:xfrm>
          <a:off x="6026785" y="5407978"/>
          <a:ext cx="1128395" cy="475615"/>
        </p:xfrm>
        <a:graphic>
          <a:graphicData uri="http://schemas.openxmlformats.org/presentationml/2006/ole">
            <mc:AlternateContent xmlns:mc="http://schemas.openxmlformats.org/markup-compatibility/2006">
              <mc:Choice xmlns:v="urn:schemas-microsoft-com:vml" Requires="v">
                <p:oleObj spid="_x0000_s2" name="" r:id="rId6" imgW="545465" imgH="228600" progId="Equation.KSEE3">
                  <p:embed/>
                </p:oleObj>
              </mc:Choice>
              <mc:Fallback>
                <p:oleObj name="" r:id="rId6" imgW="545465" imgH="228600" progId="Equation.KSEE3">
                  <p:embed/>
                  <p:pic>
                    <p:nvPicPr>
                      <p:cNvPr id="0" name="图片 1024"/>
                      <p:cNvPicPr/>
                      <p:nvPr/>
                    </p:nvPicPr>
                    <p:blipFill>
                      <a:blip r:embed="rId7"/>
                      <a:stretch>
                        <a:fillRect/>
                      </a:stretch>
                    </p:blipFill>
                    <p:spPr>
                      <a:xfrm>
                        <a:off x="6026785" y="5407978"/>
                        <a:ext cx="1128395" cy="475615"/>
                      </a:xfrm>
                      <a:prstGeom prst="rect">
                        <a:avLst/>
                      </a:prstGeom>
                      <a:ln>
                        <a:solidFill>
                          <a:srgbClr val="0000FF"/>
                        </a:solidFill>
                      </a:ln>
                    </p:spPr>
                  </p:pic>
                </p:oleObj>
              </mc:Fallback>
            </mc:AlternateContent>
          </a:graphicData>
        </a:graphic>
      </p:graphicFrame>
      <p:sp>
        <p:nvSpPr>
          <p:cNvPr id="100354" name="Rectangle 2"/>
          <p:cNvSpPr>
            <a:spLocks noChangeArrowheads="1"/>
          </p:cNvSpPr>
          <p:nvPr/>
        </p:nvSpPr>
        <p:spPr bwMode="auto">
          <a:xfrm>
            <a:off x="232410" y="2678748"/>
            <a:ext cx="8743315" cy="1106805"/>
          </a:xfrm>
          <a:prstGeom prst="rect">
            <a:avLst/>
          </a:prstGeom>
          <a:noFill/>
          <a:ln>
            <a:noFill/>
          </a:ln>
          <a:effectLst/>
          <a:extLst>
            <a:ext uri="{909E8E84-426E-40DD-AFC4-6F175D3DCCD1}">
              <a14:hiddenFill xmlns:a14="http://schemas.microsoft.com/office/drawing/2010/main">
                <a:gradFill rotWithShape="0">
                  <a:gsLst>
                    <a:gs pos="0">
                      <a:schemeClr val="accent1"/>
                    </a:gs>
                    <a:gs pos="100000">
                      <a:schemeClr val="accent1">
                        <a:gamma/>
                        <a:shade val="46275"/>
                        <a:invGamma/>
                      </a:schemeClr>
                    </a:gs>
                  </a:gsLst>
                  <a:path path="shape">
                    <a:fillToRect l="50000" t="50000" r="50000" b="50000"/>
                  </a:path>
                </a:gra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lvl1pPr marL="457200" indent="-457200">
              <a:defRPr kumimoji="1" sz="2400">
                <a:solidFill>
                  <a:schemeClr val="tx1"/>
                </a:solidFill>
                <a:latin typeface="Times New Roman" panose="02020603050405020304" pitchFamily="18" charset="0"/>
                <a:ea typeface="宋体" panose="02010600030101010101" pitchFamily="2" charset="-122"/>
              </a:defRPr>
            </a:lvl1pPr>
            <a:lvl2pPr marL="914400" indent="-457200">
              <a:defRPr kumimoji="1" sz="2400">
                <a:solidFill>
                  <a:schemeClr val="tx1"/>
                </a:solidFill>
                <a:latin typeface="Times New Roman" panose="02020603050405020304" pitchFamily="18" charset="0"/>
                <a:ea typeface="宋体" panose="02010600030101010101" pitchFamily="2" charset="-122"/>
              </a:defRPr>
            </a:lvl2pPr>
            <a:lvl3pPr marL="1371600" indent="-457200">
              <a:defRPr kumimoji="1" sz="2400">
                <a:solidFill>
                  <a:schemeClr val="tx1"/>
                </a:solidFill>
                <a:latin typeface="Times New Roman" panose="02020603050405020304" pitchFamily="18" charset="0"/>
                <a:ea typeface="宋体" panose="02010600030101010101" pitchFamily="2" charset="-122"/>
              </a:defRPr>
            </a:lvl3pPr>
            <a:lvl4pPr marL="1828800" indent="-457200">
              <a:defRPr kumimoji="1" sz="2400">
                <a:solidFill>
                  <a:schemeClr val="tx1"/>
                </a:solidFill>
                <a:latin typeface="Times New Roman" panose="02020603050405020304" pitchFamily="18" charset="0"/>
                <a:ea typeface="宋体" panose="02010600030101010101" pitchFamily="2" charset="-122"/>
              </a:defRPr>
            </a:lvl4pPr>
            <a:lvl5pPr marL="2286000" indent="-457200">
              <a:defRPr kumimoji="1" sz="2400">
                <a:solidFill>
                  <a:schemeClr val="tx1"/>
                </a:solidFill>
                <a:latin typeface="Times New Roman" panose="02020603050405020304" pitchFamily="18" charset="0"/>
                <a:ea typeface="宋体" panose="02010600030101010101" pitchFamily="2" charset="-122"/>
              </a:defRPr>
            </a:lvl5pPr>
            <a:lvl6pPr marL="2743200" indent="-4572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indent="-4572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indent="-4572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indent="-4572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457200" marR="0" lvl="0" indent="-457200" algn="l" defTabSz="914400" rtl="0" eaLnBrk="0" latinLnBrk="0" hangingPunct="0">
              <a:lnSpc>
                <a:spcPct val="150000"/>
              </a:lnSpc>
              <a:spcBef>
                <a:spcPct val="0"/>
              </a:spcBef>
              <a:spcAft>
                <a:spcPct val="0"/>
              </a:spcAft>
              <a:buClrTx/>
              <a:buSzTx/>
              <a:buFontTx/>
              <a:buNone/>
              <a:defRPr/>
            </a:pPr>
            <a:r>
              <a:rPr kumimoji="1" lang="zh-CN" altLang="en-US" b="0" i="0" u="none" strike="noStrike" kern="1200" cap="none" spc="0" normalizeH="0" baseline="0" noProof="0" smtClean="0">
                <a:ln>
                  <a:noFill/>
                </a:ln>
                <a:solidFill>
                  <a:srgbClr val="CC0000"/>
                </a:solidFill>
                <a:effectLst/>
                <a:uLnTx/>
                <a:uFillTx/>
                <a:latin typeface="黑体" panose="02010609060101010101" pitchFamily="49" charset="-122"/>
                <a:ea typeface="黑体" panose="02010609060101010101" pitchFamily="49" charset="-122"/>
                <a:cs typeface="黑体" panose="02010609060101010101" pitchFamily="49" charset="-122"/>
              </a:rPr>
              <a:t>第一种情况</a:t>
            </a:r>
            <a:r>
              <a:rPr kumimoji="1" lang="zh-CN" altLang="en-US" b="0" i="0" u="none" strike="noStrike" kern="1200" cap="none" spc="0" normalizeH="0" baseline="0" noProof="0" smtClean="0">
                <a:ln>
                  <a:noFill/>
                </a:ln>
                <a:solidFill>
                  <a:srgbClr val="000000"/>
                </a:solidFill>
                <a:effectLst>
                  <a:outerShdw blurRad="38100" dist="38100" dir="2700000" algn="tl">
                    <a:srgbClr val="FFFFFF"/>
                  </a:outerShdw>
                </a:effectLst>
                <a:uLnTx/>
                <a:uFillTx/>
                <a:latin typeface="黑体" panose="02010609060101010101" pitchFamily="49" charset="-122"/>
                <a:ea typeface="黑体" panose="02010609060101010101" pitchFamily="49" charset="-122"/>
                <a:cs typeface="黑体" panose="02010609060101010101" pitchFamily="49" charset="-122"/>
              </a:rPr>
              <a:t>：</a:t>
            </a:r>
            <a:r>
              <a:rPr kumimoji="1" lang="en-US" altLang="zh-CN" b="0" i="0" u="none" strike="noStrike" kern="1200" cap="none" spc="0" normalizeH="0" baseline="0" noProof="0" smtClean="0">
                <a:ln>
                  <a:noFill/>
                </a:ln>
                <a:solidFill>
                  <a:srgbClr val="000000"/>
                </a:solidFill>
                <a:effectLst>
                  <a:outerShdw blurRad="38100" dist="38100" dir="2700000" algn="tl">
                    <a:srgbClr val="FFFFFF"/>
                  </a:outerShdw>
                </a:effectLst>
                <a:uLnTx/>
                <a:uFillTx/>
                <a:latin typeface="黑体" panose="02010609060101010101" pitchFamily="49" charset="-122"/>
                <a:ea typeface="黑体" panose="02010609060101010101" pitchFamily="49" charset="-122"/>
                <a:cs typeface="黑体" panose="02010609060101010101" pitchFamily="49" charset="-122"/>
              </a:rPr>
              <a:t>Fa+F</a:t>
            </a:r>
            <a:r>
              <a:rPr kumimoji="1" lang="en-US" altLang="zh-CN" b="0" i="0" u="none" strike="noStrike" kern="1200" cap="none" spc="0" normalizeH="0" baseline="-25000" noProof="0" smtClean="0">
                <a:ln>
                  <a:noFill/>
                </a:ln>
                <a:solidFill>
                  <a:srgbClr val="000000"/>
                </a:solidFill>
                <a:effectLst>
                  <a:outerShdw blurRad="38100" dist="38100" dir="2700000" algn="tl">
                    <a:srgbClr val="FFFFFF"/>
                  </a:outerShdw>
                </a:effectLst>
                <a:uLnTx/>
                <a:uFillTx/>
                <a:latin typeface="黑体" panose="02010609060101010101" pitchFamily="49" charset="-122"/>
                <a:ea typeface="黑体" panose="02010609060101010101" pitchFamily="49" charset="-122"/>
                <a:cs typeface="黑体" panose="02010609060101010101" pitchFamily="49" charset="-122"/>
              </a:rPr>
              <a:t>S1 </a:t>
            </a:r>
            <a:r>
              <a:rPr kumimoji="1" lang="en-US" altLang="zh-CN" b="0" i="0" u="none" strike="noStrike" kern="1200" cap="none" spc="0" normalizeH="0" noProof="0" smtClean="0">
                <a:ln>
                  <a:noFill/>
                </a:ln>
                <a:solidFill>
                  <a:srgbClr val="000000"/>
                </a:solidFill>
                <a:effectLst>
                  <a:outerShdw blurRad="38100" dist="38100" dir="2700000" algn="tl">
                    <a:srgbClr val="FFFFFF"/>
                  </a:outerShdw>
                </a:effectLst>
                <a:uLnTx/>
                <a:uFillTx/>
                <a:latin typeface="黑体" panose="02010609060101010101" pitchFamily="49" charset="-122"/>
                <a:ea typeface="黑体" panose="02010609060101010101" pitchFamily="49" charset="-122"/>
                <a:cs typeface="黑体" panose="02010609060101010101" pitchFamily="49" charset="-122"/>
              </a:rPr>
              <a:t>&gt;</a:t>
            </a:r>
            <a:r>
              <a:rPr kumimoji="1" lang="en-US" altLang="zh-CN" b="0" i="0" u="none" strike="noStrike" kern="1200" cap="none" spc="0" normalizeH="0" baseline="0" noProof="0" smtClean="0">
                <a:ln>
                  <a:noFill/>
                </a:ln>
                <a:solidFill>
                  <a:srgbClr val="000000"/>
                </a:solidFill>
                <a:effectLst>
                  <a:outerShdw blurRad="38100" dist="38100" dir="2700000" algn="tl">
                    <a:srgbClr val="FFFFFF"/>
                  </a:outerShdw>
                </a:effectLst>
                <a:uLnTx/>
                <a:uFillTx/>
                <a:latin typeface="黑体" panose="02010609060101010101" pitchFamily="49" charset="-122"/>
                <a:ea typeface="黑体" panose="02010609060101010101" pitchFamily="49" charset="-122"/>
                <a:cs typeface="黑体" panose="02010609060101010101" pitchFamily="49" charset="-122"/>
              </a:rPr>
              <a:t> F</a:t>
            </a:r>
            <a:r>
              <a:rPr kumimoji="1" lang="en-US" altLang="zh-CN" b="0" i="0" u="none" strike="noStrike" kern="1200" cap="none" spc="0" normalizeH="0" baseline="-25000" noProof="0" smtClean="0">
                <a:ln>
                  <a:noFill/>
                </a:ln>
                <a:solidFill>
                  <a:srgbClr val="000000"/>
                </a:solidFill>
                <a:effectLst>
                  <a:outerShdw blurRad="38100" dist="38100" dir="2700000" algn="tl">
                    <a:srgbClr val="FFFFFF"/>
                  </a:outerShdw>
                </a:effectLst>
                <a:uLnTx/>
                <a:uFillTx/>
                <a:latin typeface="黑体" panose="02010609060101010101" pitchFamily="49" charset="-122"/>
                <a:ea typeface="黑体" panose="02010609060101010101" pitchFamily="49" charset="-122"/>
                <a:cs typeface="黑体" panose="02010609060101010101" pitchFamily="49" charset="-122"/>
              </a:rPr>
              <a:t>S2</a:t>
            </a:r>
            <a:r>
              <a:rPr kumimoji="1" lang="zh-CN" altLang="en-US" b="0" i="0" u="none" strike="noStrike" kern="1200" cap="none" spc="0" normalizeH="0" baseline="0" noProof="0" smtClean="0">
                <a:ln>
                  <a:noFill/>
                </a:ln>
                <a:solidFill>
                  <a:srgbClr val="000000"/>
                </a:solidFill>
                <a:effectLst>
                  <a:outerShdw blurRad="38100" dist="38100" dir="2700000" algn="tl">
                    <a:srgbClr val="FFFFFF"/>
                  </a:outerShdw>
                </a:effectLst>
                <a:uLnTx/>
                <a:uFillTx/>
                <a:latin typeface="黑体" panose="02010609060101010101" pitchFamily="49" charset="-122"/>
                <a:ea typeface="黑体" panose="02010609060101010101" pitchFamily="49" charset="-122"/>
                <a:cs typeface="黑体" panose="02010609060101010101" pitchFamily="49" charset="-122"/>
              </a:rPr>
              <a:t>，</a:t>
            </a:r>
            <a:endParaRPr kumimoji="1" lang="zh-CN" altLang="en-US" b="0" i="0" u="none" strike="noStrike" kern="1200" cap="none" spc="0" normalizeH="0" baseline="0" noProof="0" smtClean="0">
              <a:ln>
                <a:noFill/>
              </a:ln>
              <a:solidFill>
                <a:srgbClr val="000000"/>
              </a:solidFill>
              <a:effectLst>
                <a:outerShdw blurRad="38100" dist="38100" dir="2700000" algn="tl">
                  <a:srgbClr val="FFFFFF"/>
                </a:outerShdw>
              </a:effectLst>
              <a:uLnTx/>
              <a:uFillTx/>
              <a:latin typeface="黑体" panose="02010609060101010101" pitchFamily="49" charset="-122"/>
              <a:ea typeface="黑体" panose="02010609060101010101" pitchFamily="49" charset="-122"/>
              <a:cs typeface="黑体" panose="02010609060101010101" pitchFamily="49" charset="-122"/>
            </a:endParaRPr>
          </a:p>
          <a:p>
            <a:pPr marL="457200" marR="0" lvl="0" indent="-457200" algn="l" defTabSz="914400" rtl="0" eaLnBrk="0" latinLnBrk="0" hangingPunct="0">
              <a:lnSpc>
                <a:spcPct val="150000"/>
              </a:lnSpc>
              <a:spcBef>
                <a:spcPct val="0"/>
              </a:spcBef>
              <a:spcAft>
                <a:spcPct val="0"/>
              </a:spcAft>
              <a:buClrTx/>
              <a:buSzTx/>
              <a:buFontTx/>
              <a:buNone/>
              <a:defRPr/>
            </a:pPr>
            <a:r>
              <a:rPr kumimoji="1" lang="zh-CN" altLang="en-US" sz="2000" b="0" i="0" u="none" strike="noStrike" kern="1200" cap="none" spc="0" normalizeH="0" baseline="0" noProof="0" smtClean="0">
                <a:ln>
                  <a:noFill/>
                </a:ln>
                <a:solidFill>
                  <a:srgbClr val="000000"/>
                </a:solidFill>
                <a:effectLst>
                  <a:outerShdw blurRad="38100" dist="38100" dir="2700000" algn="tl">
                    <a:srgbClr val="FFFFFF"/>
                  </a:outerShdw>
                </a:effectLst>
                <a:uLnTx/>
                <a:uFillTx/>
                <a:latin typeface="黑体" panose="02010609060101010101" pitchFamily="49" charset="-122"/>
                <a:ea typeface="黑体" panose="02010609060101010101" pitchFamily="49" charset="-122"/>
                <a:cs typeface="黑体" panose="02010609060101010101" pitchFamily="49" charset="-122"/>
              </a:rPr>
              <a:t>轴有向右移动的趋势，轴承</a:t>
            </a:r>
            <a:r>
              <a:rPr kumimoji="1" lang="en-US" altLang="zh-CN" sz="2000" b="0" i="0" u="none" strike="noStrike" kern="1200" cap="none" spc="0" normalizeH="0" baseline="0" noProof="0" smtClean="0">
                <a:ln>
                  <a:noFill/>
                </a:ln>
                <a:solidFill>
                  <a:srgbClr val="000000"/>
                </a:solidFill>
                <a:effectLst>
                  <a:outerShdw blurRad="38100" dist="38100" dir="2700000" algn="tl">
                    <a:srgbClr val="FFFFFF"/>
                  </a:outerShdw>
                </a:effectLst>
                <a:uLnTx/>
                <a:uFillTx/>
                <a:latin typeface="黑体" panose="02010609060101010101" pitchFamily="49" charset="-122"/>
                <a:ea typeface="黑体" panose="02010609060101010101" pitchFamily="49" charset="-122"/>
                <a:cs typeface="黑体" panose="02010609060101010101" pitchFamily="49" charset="-122"/>
              </a:rPr>
              <a:t>2</a:t>
            </a:r>
            <a:r>
              <a:rPr kumimoji="1" lang="zh-CN" altLang="en-US" sz="2000" b="0" i="0" u="none" strike="noStrike" kern="1200" cap="none" spc="0" normalizeH="0" baseline="0" noProof="0" smtClean="0">
                <a:ln>
                  <a:noFill/>
                </a:ln>
                <a:solidFill>
                  <a:srgbClr val="000000"/>
                </a:solidFill>
                <a:effectLst>
                  <a:outerShdw blurRad="38100" dist="38100" dir="2700000" algn="tl">
                    <a:srgbClr val="FFFFFF"/>
                  </a:outerShdw>
                </a:effectLst>
                <a:uLnTx/>
                <a:uFillTx/>
                <a:latin typeface="黑体" panose="02010609060101010101" pitchFamily="49" charset="-122"/>
                <a:ea typeface="黑体" panose="02010609060101010101" pitchFamily="49" charset="-122"/>
                <a:cs typeface="黑体" panose="02010609060101010101" pitchFamily="49" charset="-122"/>
              </a:rPr>
              <a:t>被压紧，为</a:t>
            </a:r>
            <a:r>
              <a:rPr kumimoji="1" lang="zh-CN" altLang="en-US" sz="2000" b="0" i="0" u="none" strike="noStrike" kern="1200" cap="none" spc="0" normalizeH="0" baseline="0" noProof="0" smtClean="0">
                <a:ln>
                  <a:noFill/>
                </a:ln>
                <a:solidFill>
                  <a:srgbClr val="FF0000"/>
                </a:solidFill>
                <a:effectLst>
                  <a:outerShdw blurRad="38100" dist="38100" dir="2700000" algn="tl">
                    <a:srgbClr val="000000"/>
                  </a:outerShdw>
                </a:effectLst>
                <a:uLnTx/>
                <a:uFillTx/>
                <a:latin typeface="黑体" panose="02010609060101010101" pitchFamily="49" charset="-122"/>
                <a:ea typeface="黑体" panose="02010609060101010101" pitchFamily="49" charset="-122"/>
                <a:cs typeface="黑体" panose="02010609060101010101" pitchFamily="49" charset="-122"/>
              </a:rPr>
              <a:t>紧端；</a:t>
            </a:r>
            <a:r>
              <a:rPr kumimoji="1" lang="zh-CN" altLang="en-US" sz="2000" b="0" i="0" u="none" strike="noStrike" kern="1200" cap="none" spc="0" normalizeH="0" baseline="0" noProof="0" smtClean="0">
                <a:ln>
                  <a:noFill/>
                </a:ln>
                <a:solidFill>
                  <a:srgbClr val="000000"/>
                </a:solidFill>
                <a:effectLst>
                  <a:outerShdw blurRad="38100" dist="38100" dir="2700000" algn="tl">
                    <a:srgbClr val="FFFFFF"/>
                  </a:outerShdw>
                </a:effectLst>
                <a:uLnTx/>
                <a:uFillTx/>
                <a:latin typeface="黑体" panose="02010609060101010101" pitchFamily="49" charset="-122"/>
                <a:ea typeface="黑体" panose="02010609060101010101" pitchFamily="49" charset="-122"/>
                <a:cs typeface="黑体" panose="02010609060101010101" pitchFamily="49" charset="-122"/>
              </a:rPr>
              <a:t>轴承</a:t>
            </a:r>
            <a:r>
              <a:rPr kumimoji="1" lang="en-US" altLang="zh-CN" sz="2000" b="0" i="0" u="none" strike="noStrike" kern="1200" cap="none" spc="0" normalizeH="0" baseline="0" noProof="0" smtClean="0">
                <a:ln>
                  <a:noFill/>
                </a:ln>
                <a:solidFill>
                  <a:srgbClr val="000000"/>
                </a:solidFill>
                <a:effectLst>
                  <a:outerShdw blurRad="38100" dist="38100" dir="2700000" algn="tl">
                    <a:srgbClr val="FFFFFF"/>
                  </a:outerShdw>
                </a:effectLst>
                <a:uLnTx/>
                <a:uFillTx/>
                <a:latin typeface="黑体" panose="02010609060101010101" pitchFamily="49" charset="-122"/>
                <a:ea typeface="黑体" panose="02010609060101010101" pitchFamily="49" charset="-122"/>
                <a:cs typeface="黑体" panose="02010609060101010101" pitchFamily="49" charset="-122"/>
              </a:rPr>
              <a:t>1</a:t>
            </a:r>
            <a:r>
              <a:rPr kumimoji="1" lang="zh-CN" altLang="en-US" sz="2000" b="0" i="0" u="none" strike="noStrike" kern="1200" cap="none" spc="0" normalizeH="0" baseline="0" noProof="0" smtClean="0">
                <a:ln>
                  <a:noFill/>
                </a:ln>
                <a:solidFill>
                  <a:srgbClr val="000000"/>
                </a:solidFill>
                <a:effectLst>
                  <a:outerShdw blurRad="38100" dist="38100" dir="2700000" algn="tl">
                    <a:srgbClr val="FFFFFF"/>
                  </a:outerShdw>
                </a:effectLst>
                <a:uLnTx/>
                <a:uFillTx/>
                <a:latin typeface="黑体" panose="02010609060101010101" pitchFamily="49" charset="-122"/>
                <a:ea typeface="黑体" panose="02010609060101010101" pitchFamily="49" charset="-122"/>
                <a:cs typeface="黑体" panose="02010609060101010101" pitchFamily="49" charset="-122"/>
              </a:rPr>
              <a:t>被</a:t>
            </a:r>
            <a:r>
              <a:rPr kumimoji="1" lang="zh-CN" altLang="en-US" sz="2000" b="0" i="0" u="none" strike="noStrike" kern="1200" cap="none" spc="0" normalizeH="0" baseline="0" noProof="0" smtClean="0">
                <a:ln>
                  <a:noFill/>
                </a:ln>
                <a:solidFill>
                  <a:srgbClr val="000000"/>
                </a:solidFill>
                <a:effectLst>
                  <a:outerShdw blurRad="38100" dist="38100" dir="2700000" algn="tl">
                    <a:srgbClr val="FFFFFF"/>
                  </a:outerShdw>
                </a:effectLst>
                <a:uLnTx/>
                <a:uFillTx/>
                <a:latin typeface="黑体" panose="02010609060101010101" pitchFamily="49" charset="-122"/>
                <a:ea typeface="黑体" panose="02010609060101010101" pitchFamily="49" charset="-122"/>
                <a:cs typeface="黑体" panose="02010609060101010101" pitchFamily="49" charset="-122"/>
              </a:rPr>
              <a:t>放松，轴承</a:t>
            </a:r>
            <a:r>
              <a:rPr kumimoji="1" lang="en-US" altLang="zh-CN" sz="2000" b="0" i="0" u="none" strike="noStrike" kern="1200" cap="none" spc="0" normalizeH="0" baseline="0" noProof="0" smtClean="0">
                <a:ln>
                  <a:noFill/>
                </a:ln>
                <a:solidFill>
                  <a:srgbClr val="000000"/>
                </a:solidFill>
                <a:effectLst>
                  <a:outerShdw blurRad="38100" dist="38100" dir="2700000" algn="tl">
                    <a:srgbClr val="FFFFFF"/>
                  </a:outerShdw>
                </a:effectLst>
                <a:uLnTx/>
                <a:uFillTx/>
                <a:latin typeface="黑体" panose="02010609060101010101" pitchFamily="49" charset="-122"/>
                <a:ea typeface="黑体" panose="02010609060101010101" pitchFamily="49" charset="-122"/>
                <a:cs typeface="黑体" panose="02010609060101010101" pitchFamily="49" charset="-122"/>
              </a:rPr>
              <a:t>21</a:t>
            </a:r>
            <a:r>
              <a:rPr kumimoji="1" lang="zh-CN" altLang="en-US" sz="2000" b="0" i="0" u="none" strike="noStrike" kern="1200" cap="none" spc="0" normalizeH="0" baseline="0" noProof="0" smtClean="0">
                <a:ln>
                  <a:noFill/>
                </a:ln>
                <a:solidFill>
                  <a:srgbClr val="000000"/>
                </a:solidFill>
                <a:effectLst>
                  <a:outerShdw blurRad="38100" dist="38100" dir="2700000" algn="tl">
                    <a:srgbClr val="FFFFFF"/>
                  </a:outerShdw>
                </a:effectLst>
                <a:uLnTx/>
                <a:uFillTx/>
                <a:latin typeface="黑体" panose="02010609060101010101" pitchFamily="49" charset="-122"/>
                <a:ea typeface="黑体" panose="02010609060101010101" pitchFamily="49" charset="-122"/>
                <a:cs typeface="黑体" panose="02010609060101010101" pitchFamily="49" charset="-122"/>
              </a:rPr>
              <a:t>为</a:t>
            </a:r>
            <a:r>
              <a:rPr kumimoji="1" lang="zh-CN" altLang="en-US" sz="2000" b="0" i="0" u="none" strike="noStrike" kern="1200" cap="none" spc="0" normalizeH="0" baseline="0" noProof="0" smtClean="0">
                <a:ln>
                  <a:noFill/>
                </a:ln>
                <a:solidFill>
                  <a:srgbClr val="0000FF"/>
                </a:solidFill>
                <a:effectLst>
                  <a:outerShdw blurRad="38100" dist="38100" dir="2700000" algn="tl">
                    <a:srgbClr val="000000">
                      <a:alpha val="43137"/>
                    </a:srgbClr>
                  </a:outerShdw>
                </a:effectLst>
                <a:uLnTx/>
                <a:uFillTx/>
                <a:latin typeface="黑体" panose="02010609060101010101" pitchFamily="49" charset="-122"/>
                <a:ea typeface="黑体" panose="02010609060101010101" pitchFamily="49" charset="-122"/>
                <a:cs typeface="黑体" panose="02010609060101010101" pitchFamily="49" charset="-122"/>
              </a:rPr>
              <a:t>松</a:t>
            </a:r>
            <a:r>
              <a:rPr kumimoji="1" lang="zh-CN" altLang="en-US" sz="2000" b="0" i="0" u="none" strike="noStrike" kern="1200" cap="none" spc="0" normalizeH="0" baseline="0" noProof="0" smtClean="0">
                <a:ln>
                  <a:noFill/>
                </a:ln>
                <a:solidFill>
                  <a:srgbClr val="0000FF"/>
                </a:solidFill>
                <a:effectLst>
                  <a:outerShdw blurRad="38100" dist="38100" dir="2700000" algn="tl">
                    <a:srgbClr val="000000"/>
                  </a:outerShdw>
                </a:effectLst>
                <a:uLnTx/>
                <a:uFillTx/>
                <a:latin typeface="黑体" panose="02010609060101010101" pitchFamily="49" charset="-122"/>
                <a:ea typeface="黑体" panose="02010609060101010101" pitchFamily="49" charset="-122"/>
                <a:cs typeface="黑体" panose="02010609060101010101" pitchFamily="49" charset="-122"/>
              </a:rPr>
              <a:t>端</a:t>
            </a:r>
            <a:endParaRPr kumimoji="1" lang="zh-CN" altLang="en-US" b="0" i="0" u="none" strike="noStrike" kern="1200" cap="none" spc="0" normalizeH="0" baseline="0" noProof="0" smtClean="0">
              <a:ln>
                <a:noFill/>
              </a:ln>
              <a:solidFill>
                <a:srgbClr val="000000"/>
              </a:solidFill>
              <a:effectLst>
                <a:outerShdw blurRad="38100" dist="38100" dir="2700000" algn="tl">
                  <a:srgbClr val="FFFFFF"/>
                </a:outerShdw>
              </a:effectLst>
              <a:uLnTx/>
              <a:uFillTx/>
              <a:latin typeface="黑体" panose="02010609060101010101" pitchFamily="49" charset="-122"/>
              <a:ea typeface="黑体" panose="02010609060101010101" pitchFamily="49" charset="-122"/>
              <a:cs typeface="黑体" panose="02010609060101010101" pitchFamily="49" charset="-122"/>
            </a:endParaRPr>
          </a:p>
        </p:txBody>
      </p:sp>
    </p:spTree>
  </p:cSld>
  <p:clrMapOvr>
    <a:masterClrMapping/>
  </p:clrMapOvr>
  <p:transition>
    <p:wipe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00354"/>
                                        </p:tgtEl>
                                        <p:attrNameLst>
                                          <p:attrName>style.visibility</p:attrName>
                                        </p:attrNameLst>
                                      </p:cBhvr>
                                      <p:to>
                                        <p:strVal val="visible"/>
                                      </p:to>
                                    </p:set>
                                    <p:animEffect transition="in" filter="wipe(left)">
                                      <p:cBhvr>
                                        <p:cTn id="7" dur="500"/>
                                        <p:tgtEl>
                                          <p:spTgt spid="10035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99335"/>
                                        </p:tgtEl>
                                        <p:attrNameLst>
                                          <p:attrName>style.visibility</p:attrName>
                                        </p:attrNameLst>
                                      </p:cBhvr>
                                      <p:to>
                                        <p:strVal val="visible"/>
                                      </p:to>
                                    </p:set>
                                    <p:animEffect transition="in" filter="wipe(left)">
                                      <p:cBhvr>
                                        <p:cTn id="12" dur="500"/>
                                        <p:tgtEl>
                                          <p:spTgt spid="99335"/>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3"/>
                                        </p:tgtEl>
                                        <p:attrNameLst>
                                          <p:attrName>style.visibility</p:attrName>
                                        </p:attrNameLst>
                                      </p:cBhvr>
                                      <p:to>
                                        <p:strVal val="visible"/>
                                      </p:to>
                                    </p:set>
                                    <p:animEffect transition="in" filter="wipe(left)">
                                      <p:cBhvr>
                                        <p:cTn id="17" dur="500"/>
                                        <p:tgtEl>
                                          <p:spTgt spid="3"/>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99336"/>
                                        </p:tgtEl>
                                        <p:attrNameLst>
                                          <p:attrName>style.visibility</p:attrName>
                                        </p:attrNameLst>
                                      </p:cBhvr>
                                      <p:to>
                                        <p:strVal val="visible"/>
                                      </p:to>
                                    </p:set>
                                    <p:animEffect transition="in" filter="wipe(left)">
                                      <p:cBhvr>
                                        <p:cTn id="22" dur="500"/>
                                        <p:tgtEl>
                                          <p:spTgt spid="99336"/>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99337"/>
                                        </p:tgtEl>
                                        <p:attrNameLst>
                                          <p:attrName>style.visibility</p:attrName>
                                        </p:attrNameLst>
                                      </p:cBhvr>
                                      <p:to>
                                        <p:strVal val="visible"/>
                                      </p:to>
                                    </p:set>
                                    <p:animEffect transition="in" filter="wipe(left)">
                                      <p:cBhvr>
                                        <p:cTn id="27" dur="500"/>
                                        <p:tgtEl>
                                          <p:spTgt spid="99337"/>
                                        </p:tgtEl>
                                      </p:cBhvr>
                                    </p:animEffect>
                                  </p:childTnLst>
                                </p:cTn>
                              </p:par>
                            </p:childTnLst>
                          </p:cTn>
                        </p:par>
                        <p:par>
                          <p:cTn id="28" fill="hold">
                            <p:stCondLst>
                              <p:cond delay="500"/>
                            </p:stCondLst>
                            <p:childTnLst>
                              <p:par>
                                <p:cTn id="29" presetID="1" presetClass="entr" presetSubtype="0" fill="hold" nodeType="afterEffect">
                                  <p:stCondLst>
                                    <p:cond delay="0"/>
                                  </p:stCondLst>
                                  <p:childTnLst>
                                    <p:set>
                                      <p:cBhvr>
                                        <p:cTn id="30" dur="1" fill="hold">
                                          <p:stCondLst>
                                            <p:cond delay="499"/>
                                          </p:stCondLst>
                                        </p:cTn>
                                        <p:tgtEl>
                                          <p:spTgt spid="37"/>
                                        </p:tgtEl>
                                        <p:attrNameLst>
                                          <p:attrName>style.visibility</p:attrName>
                                        </p:attrNameLst>
                                      </p:cBhvr>
                                      <p:to>
                                        <p:strVal val="visible"/>
                                      </p:to>
                                    </p:set>
                                  </p:childTnLst>
                                </p:cTn>
                              </p:par>
                            </p:childTnLst>
                          </p:cTn>
                        </p:par>
                        <p:par>
                          <p:cTn id="31" fill="hold">
                            <p:stCondLst>
                              <p:cond delay="1000"/>
                            </p:stCondLst>
                            <p:childTnLst>
                              <p:par>
                                <p:cTn id="32" presetID="1" presetClass="entr" presetSubtype="0" fill="hold" nodeType="afterEffect">
                                  <p:stCondLst>
                                    <p:cond delay="0"/>
                                  </p:stCondLst>
                                  <p:childTnLst>
                                    <p:set>
                                      <p:cBhvr>
                                        <p:cTn id="33" dur="1" fill="hold">
                                          <p:stCondLst>
                                            <p:cond delay="499"/>
                                          </p:stCondLst>
                                        </p:cTn>
                                        <p:tgtEl>
                                          <p:spTgt spid="36"/>
                                        </p:tgtEl>
                                        <p:attrNameLst>
                                          <p:attrName>style.visibility</p:attrName>
                                        </p:attrNameLst>
                                      </p:cBhvr>
                                      <p:to>
                                        <p:strVal val="visible"/>
                                      </p:to>
                                    </p:set>
                                  </p:childTnLst>
                                </p:cTn>
                              </p:par>
                            </p:childTnLst>
                          </p:cTn>
                        </p:par>
                        <p:par>
                          <p:cTn id="34" fill="hold">
                            <p:stCondLst>
                              <p:cond delay="1500"/>
                            </p:stCondLst>
                            <p:childTnLst>
                              <p:par>
                                <p:cTn id="35" presetID="2" presetClass="entr" presetSubtype="8" fill="hold" nodeType="afterEffect">
                                  <p:stCondLst>
                                    <p:cond delay="0"/>
                                  </p:stCondLst>
                                  <p:childTnLst>
                                    <p:set>
                                      <p:cBhvr>
                                        <p:cTn id="36" dur="1" fill="hold">
                                          <p:stCondLst>
                                            <p:cond delay="0"/>
                                          </p:stCondLst>
                                        </p:cTn>
                                        <p:tgtEl>
                                          <p:spTgt spid="38"/>
                                        </p:tgtEl>
                                        <p:attrNameLst>
                                          <p:attrName>style.visibility</p:attrName>
                                        </p:attrNameLst>
                                      </p:cBhvr>
                                      <p:to>
                                        <p:strVal val="visible"/>
                                      </p:to>
                                    </p:set>
                                    <p:anim calcmode="lin" valueType="num">
                                      <p:cBhvr additive="base">
                                        <p:cTn id="37" dur="500" fill="hold"/>
                                        <p:tgtEl>
                                          <p:spTgt spid="38"/>
                                        </p:tgtEl>
                                        <p:attrNameLst>
                                          <p:attrName>ppt_x</p:attrName>
                                        </p:attrNameLst>
                                      </p:cBhvr>
                                      <p:tavLst>
                                        <p:tav tm="0">
                                          <p:val>
                                            <p:strVal val="0-#ppt_w/2"/>
                                          </p:val>
                                        </p:tav>
                                        <p:tav tm="100000">
                                          <p:val>
                                            <p:strVal val="#ppt_x"/>
                                          </p:val>
                                        </p:tav>
                                      </p:tavLst>
                                    </p:anim>
                                    <p:anim calcmode="lin" valueType="num">
                                      <p:cBhvr additive="base">
                                        <p:cTn id="38" dur="500" fill="hold"/>
                                        <p:tgtEl>
                                          <p:spTgt spid="38"/>
                                        </p:tgtEl>
                                        <p:attrNameLst>
                                          <p:attrName>ppt_y</p:attrName>
                                        </p:attrNameLst>
                                      </p:cBhvr>
                                      <p:tavLst>
                                        <p:tav tm="0">
                                          <p:val>
                                            <p:strVal val="#ppt_y"/>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2" presetClass="entr" presetSubtype="8" fill="hold" nodeType="clickEffect">
                                  <p:stCondLst>
                                    <p:cond delay="0"/>
                                  </p:stCondLst>
                                  <p:childTnLst>
                                    <p:set>
                                      <p:cBhvr>
                                        <p:cTn id="42" dur="1" fill="hold">
                                          <p:stCondLst>
                                            <p:cond delay="0"/>
                                          </p:stCondLst>
                                        </p:cTn>
                                        <p:tgtEl>
                                          <p:spTgt spid="4"/>
                                        </p:tgtEl>
                                        <p:attrNameLst>
                                          <p:attrName>style.visibility</p:attrName>
                                        </p:attrNameLst>
                                      </p:cBhvr>
                                      <p:to>
                                        <p:strVal val="visible"/>
                                      </p:to>
                                    </p:set>
                                    <p:animEffect transition="in" filter="wipe(left)">
                                      <p:cBhvr>
                                        <p:cTn id="43"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9335" grpId="0" bldLvl="0" animBg="1"/>
      <p:bldP spid="99336" grpId="0" bldLvl="0" animBg="1"/>
      <p:bldP spid="99337" grpId="0" bldLvl="0" animBg="1"/>
      <p:bldP spid="100354" grpId="0" bldLvl="0" animBg="1"/>
    </p:bld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0354" name="Rectangle 2"/>
          <p:cNvSpPr>
            <a:spLocks noChangeArrowheads="1"/>
          </p:cNvSpPr>
          <p:nvPr/>
        </p:nvSpPr>
        <p:spPr bwMode="auto">
          <a:xfrm>
            <a:off x="563245" y="2982595"/>
            <a:ext cx="8743315" cy="1198880"/>
          </a:xfrm>
          <a:prstGeom prst="rect">
            <a:avLst/>
          </a:prstGeom>
          <a:noFill/>
          <a:ln>
            <a:noFill/>
          </a:ln>
          <a:effectLst/>
          <a:extLst>
            <a:ext uri="{909E8E84-426E-40DD-AFC4-6F175D3DCCD1}">
              <a14:hiddenFill xmlns:a14="http://schemas.microsoft.com/office/drawing/2010/main">
                <a:gradFill rotWithShape="0">
                  <a:gsLst>
                    <a:gs pos="0">
                      <a:schemeClr val="accent1"/>
                    </a:gs>
                    <a:gs pos="100000">
                      <a:schemeClr val="accent1">
                        <a:gamma/>
                        <a:shade val="46275"/>
                        <a:invGamma/>
                      </a:schemeClr>
                    </a:gs>
                  </a:gsLst>
                  <a:path path="shape">
                    <a:fillToRect l="50000" t="50000" r="50000" b="50000"/>
                  </a:path>
                </a:gra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lvl1pPr marL="457200" indent="-457200">
              <a:defRPr kumimoji="1" sz="2400">
                <a:solidFill>
                  <a:schemeClr val="tx1"/>
                </a:solidFill>
                <a:latin typeface="Times New Roman" panose="02020603050405020304" pitchFamily="18" charset="0"/>
                <a:ea typeface="宋体" panose="02010600030101010101" pitchFamily="2" charset="-122"/>
              </a:defRPr>
            </a:lvl1pPr>
            <a:lvl2pPr marL="914400" indent="-457200">
              <a:defRPr kumimoji="1" sz="2400">
                <a:solidFill>
                  <a:schemeClr val="tx1"/>
                </a:solidFill>
                <a:latin typeface="Times New Roman" panose="02020603050405020304" pitchFamily="18" charset="0"/>
                <a:ea typeface="宋体" panose="02010600030101010101" pitchFamily="2" charset="-122"/>
              </a:defRPr>
            </a:lvl2pPr>
            <a:lvl3pPr marL="1371600" indent="-457200">
              <a:defRPr kumimoji="1" sz="2400">
                <a:solidFill>
                  <a:schemeClr val="tx1"/>
                </a:solidFill>
                <a:latin typeface="Times New Roman" panose="02020603050405020304" pitchFamily="18" charset="0"/>
                <a:ea typeface="宋体" panose="02010600030101010101" pitchFamily="2" charset="-122"/>
              </a:defRPr>
            </a:lvl3pPr>
            <a:lvl4pPr marL="1828800" indent="-457200">
              <a:defRPr kumimoji="1" sz="2400">
                <a:solidFill>
                  <a:schemeClr val="tx1"/>
                </a:solidFill>
                <a:latin typeface="Times New Roman" panose="02020603050405020304" pitchFamily="18" charset="0"/>
                <a:ea typeface="宋体" panose="02010600030101010101" pitchFamily="2" charset="-122"/>
              </a:defRPr>
            </a:lvl4pPr>
            <a:lvl5pPr marL="2286000" indent="-457200">
              <a:defRPr kumimoji="1" sz="2400">
                <a:solidFill>
                  <a:schemeClr val="tx1"/>
                </a:solidFill>
                <a:latin typeface="Times New Roman" panose="02020603050405020304" pitchFamily="18" charset="0"/>
                <a:ea typeface="宋体" panose="02010600030101010101" pitchFamily="2" charset="-122"/>
              </a:defRPr>
            </a:lvl5pPr>
            <a:lvl6pPr marL="2743200" indent="-4572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indent="-4572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indent="-4572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indent="-4572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457200" marR="0" lvl="0" indent="-457200" algn="l" defTabSz="914400" rtl="0" eaLnBrk="0" latinLnBrk="0" hangingPunct="0">
              <a:lnSpc>
                <a:spcPct val="150000"/>
              </a:lnSpc>
              <a:spcBef>
                <a:spcPct val="0"/>
              </a:spcBef>
              <a:spcAft>
                <a:spcPct val="0"/>
              </a:spcAft>
              <a:buClrTx/>
              <a:buSzTx/>
              <a:buFontTx/>
              <a:buNone/>
              <a:defRPr/>
            </a:pPr>
            <a:r>
              <a:rPr kumimoji="1" lang="zh-CN" altLang="en-US" b="0" i="0" u="none" strike="noStrike" kern="1200" cap="none" spc="0" normalizeH="0" baseline="0" noProof="0" smtClean="0">
                <a:ln>
                  <a:noFill/>
                </a:ln>
                <a:solidFill>
                  <a:srgbClr val="CC0000"/>
                </a:solidFill>
                <a:effectLst/>
                <a:uLnTx/>
                <a:uFillTx/>
                <a:latin typeface="黑体" panose="02010609060101010101" pitchFamily="49" charset="-122"/>
                <a:ea typeface="黑体" panose="02010609060101010101" pitchFamily="49" charset="-122"/>
                <a:cs typeface="黑体" panose="02010609060101010101" pitchFamily="49" charset="-122"/>
              </a:rPr>
              <a:t>第二种情况</a:t>
            </a:r>
            <a:r>
              <a:rPr kumimoji="1" lang="zh-CN" altLang="en-US" b="0" i="0" u="none" strike="noStrike" kern="1200" cap="none" spc="0" normalizeH="0" baseline="0" noProof="0" smtClean="0">
                <a:ln>
                  <a:noFill/>
                </a:ln>
                <a:solidFill>
                  <a:srgbClr val="000000"/>
                </a:solidFill>
                <a:effectLst>
                  <a:outerShdw blurRad="38100" dist="38100" dir="2700000" algn="tl">
                    <a:srgbClr val="FFFFFF"/>
                  </a:outerShdw>
                </a:effectLst>
                <a:uLnTx/>
                <a:uFillTx/>
                <a:latin typeface="黑体" panose="02010609060101010101" pitchFamily="49" charset="-122"/>
                <a:ea typeface="黑体" panose="02010609060101010101" pitchFamily="49" charset="-122"/>
                <a:cs typeface="黑体" panose="02010609060101010101" pitchFamily="49" charset="-122"/>
              </a:rPr>
              <a:t>：</a:t>
            </a:r>
            <a:r>
              <a:rPr kumimoji="1" lang="en-US" altLang="zh-CN" b="0" i="0" u="none" strike="noStrike" kern="1200" cap="none" spc="0" normalizeH="0" baseline="0" noProof="0" smtClean="0">
                <a:ln>
                  <a:noFill/>
                </a:ln>
                <a:solidFill>
                  <a:srgbClr val="000000"/>
                </a:solidFill>
                <a:effectLst>
                  <a:outerShdw blurRad="38100" dist="38100" dir="2700000" algn="tl">
                    <a:srgbClr val="FFFFFF"/>
                  </a:outerShdw>
                </a:effectLst>
                <a:uLnTx/>
                <a:uFillTx/>
                <a:latin typeface="黑体" panose="02010609060101010101" pitchFamily="49" charset="-122"/>
                <a:ea typeface="黑体" panose="02010609060101010101" pitchFamily="49" charset="-122"/>
                <a:cs typeface="黑体" panose="02010609060101010101" pitchFamily="49" charset="-122"/>
              </a:rPr>
              <a:t>Fa+F</a:t>
            </a:r>
            <a:r>
              <a:rPr kumimoji="1" lang="en-US" altLang="zh-CN" b="0" i="0" u="none" strike="noStrike" kern="1200" cap="none" spc="0" normalizeH="0" baseline="-25000" noProof="0" smtClean="0">
                <a:ln>
                  <a:noFill/>
                </a:ln>
                <a:solidFill>
                  <a:srgbClr val="000000"/>
                </a:solidFill>
                <a:effectLst>
                  <a:outerShdw blurRad="38100" dist="38100" dir="2700000" algn="tl">
                    <a:srgbClr val="FFFFFF"/>
                  </a:outerShdw>
                </a:effectLst>
                <a:uLnTx/>
                <a:uFillTx/>
                <a:latin typeface="黑体" panose="02010609060101010101" pitchFamily="49" charset="-122"/>
                <a:ea typeface="黑体" panose="02010609060101010101" pitchFamily="49" charset="-122"/>
                <a:cs typeface="黑体" panose="02010609060101010101" pitchFamily="49" charset="-122"/>
              </a:rPr>
              <a:t>S1 </a:t>
            </a:r>
            <a:r>
              <a:rPr kumimoji="1" lang="en-US" altLang="zh-CN" b="0" i="0" u="none" strike="noStrike" kern="1200" cap="none" spc="0" normalizeH="0" baseline="0" noProof="0" smtClean="0">
                <a:ln>
                  <a:noFill/>
                </a:ln>
                <a:solidFill>
                  <a:srgbClr val="000000"/>
                </a:solidFill>
                <a:effectLst>
                  <a:outerShdw blurRad="38100" dist="38100" dir="2700000" algn="tl">
                    <a:srgbClr val="FFFFFF"/>
                  </a:outerShdw>
                </a:effectLst>
                <a:uLnTx/>
                <a:uFillTx/>
                <a:latin typeface="黑体" panose="02010609060101010101" pitchFamily="49" charset="-122"/>
                <a:ea typeface="黑体" panose="02010609060101010101" pitchFamily="49" charset="-122"/>
                <a:cs typeface="黑体" panose="02010609060101010101" pitchFamily="49" charset="-122"/>
              </a:rPr>
              <a:t>&lt; F</a:t>
            </a:r>
            <a:r>
              <a:rPr kumimoji="1" lang="en-US" altLang="zh-CN" b="0" i="0" u="none" strike="noStrike" kern="1200" cap="none" spc="0" normalizeH="0" baseline="-25000" noProof="0" smtClean="0">
                <a:ln>
                  <a:noFill/>
                </a:ln>
                <a:solidFill>
                  <a:srgbClr val="000000"/>
                </a:solidFill>
                <a:effectLst>
                  <a:outerShdw blurRad="38100" dist="38100" dir="2700000" algn="tl">
                    <a:srgbClr val="FFFFFF"/>
                  </a:outerShdw>
                </a:effectLst>
                <a:uLnTx/>
                <a:uFillTx/>
                <a:latin typeface="黑体" panose="02010609060101010101" pitchFamily="49" charset="-122"/>
                <a:ea typeface="黑体" panose="02010609060101010101" pitchFamily="49" charset="-122"/>
                <a:cs typeface="黑体" panose="02010609060101010101" pitchFamily="49" charset="-122"/>
              </a:rPr>
              <a:t>S2</a:t>
            </a:r>
            <a:r>
              <a:rPr kumimoji="1" lang="zh-CN" altLang="en-US" b="0" i="0" u="none" strike="noStrike" kern="1200" cap="none" spc="0" normalizeH="0" baseline="0" noProof="0" smtClean="0">
                <a:ln>
                  <a:noFill/>
                </a:ln>
                <a:solidFill>
                  <a:srgbClr val="000000"/>
                </a:solidFill>
                <a:effectLst>
                  <a:outerShdw blurRad="38100" dist="38100" dir="2700000" algn="tl">
                    <a:srgbClr val="FFFFFF"/>
                  </a:outerShdw>
                </a:effectLst>
                <a:uLnTx/>
                <a:uFillTx/>
                <a:latin typeface="黑体" panose="02010609060101010101" pitchFamily="49" charset="-122"/>
                <a:ea typeface="黑体" panose="02010609060101010101" pitchFamily="49" charset="-122"/>
                <a:cs typeface="黑体" panose="02010609060101010101" pitchFamily="49" charset="-122"/>
              </a:rPr>
              <a:t>，</a:t>
            </a:r>
            <a:endParaRPr kumimoji="1" lang="zh-CN" altLang="en-US" b="0" i="0" u="none" strike="noStrike" kern="1200" cap="none" spc="0" normalizeH="0" baseline="0" noProof="0" smtClean="0">
              <a:ln>
                <a:noFill/>
              </a:ln>
              <a:solidFill>
                <a:srgbClr val="000000"/>
              </a:solidFill>
              <a:effectLst>
                <a:outerShdw blurRad="38100" dist="38100" dir="2700000" algn="tl">
                  <a:srgbClr val="FFFFFF"/>
                </a:outerShdw>
              </a:effectLst>
              <a:uLnTx/>
              <a:uFillTx/>
              <a:latin typeface="黑体" panose="02010609060101010101" pitchFamily="49" charset="-122"/>
              <a:ea typeface="黑体" panose="02010609060101010101" pitchFamily="49" charset="-122"/>
              <a:cs typeface="黑体" panose="02010609060101010101" pitchFamily="49" charset="-122"/>
            </a:endParaRPr>
          </a:p>
          <a:p>
            <a:pPr marL="457200" marR="0" lvl="0" indent="-457200" algn="l" defTabSz="914400" rtl="0" eaLnBrk="0" latinLnBrk="0" hangingPunct="0">
              <a:lnSpc>
                <a:spcPct val="150000"/>
              </a:lnSpc>
              <a:spcBef>
                <a:spcPct val="0"/>
              </a:spcBef>
              <a:spcAft>
                <a:spcPct val="0"/>
              </a:spcAft>
              <a:buClrTx/>
              <a:buSzTx/>
              <a:buFontTx/>
              <a:buNone/>
              <a:defRPr/>
            </a:pPr>
            <a:r>
              <a:rPr kumimoji="1" lang="zh-CN" altLang="en-US" sz="2000" b="0" i="0" u="none" strike="noStrike" kern="1200" cap="none" spc="0" normalizeH="0" baseline="0" noProof="0" smtClean="0">
                <a:ln>
                  <a:noFill/>
                </a:ln>
                <a:solidFill>
                  <a:srgbClr val="000000"/>
                </a:solidFill>
                <a:effectLst>
                  <a:outerShdw blurRad="38100" dist="38100" dir="2700000" algn="tl">
                    <a:srgbClr val="FFFFFF"/>
                  </a:outerShdw>
                </a:effectLst>
                <a:uLnTx/>
                <a:uFillTx/>
                <a:latin typeface="黑体" panose="02010609060101010101" pitchFamily="49" charset="-122"/>
                <a:ea typeface="黑体" panose="02010609060101010101" pitchFamily="49" charset="-122"/>
                <a:cs typeface="黑体" panose="02010609060101010101" pitchFamily="49" charset="-122"/>
              </a:rPr>
              <a:t>轴承</a:t>
            </a:r>
            <a:r>
              <a:rPr kumimoji="1" lang="en-US" altLang="zh-CN" sz="2000" b="0" i="0" u="none" strike="noStrike" kern="1200" cap="none" spc="0" normalizeH="0" baseline="0" noProof="0" smtClean="0">
                <a:ln>
                  <a:noFill/>
                </a:ln>
                <a:solidFill>
                  <a:srgbClr val="000000"/>
                </a:solidFill>
                <a:effectLst>
                  <a:outerShdw blurRad="38100" dist="38100" dir="2700000" algn="tl">
                    <a:srgbClr val="FFFFFF"/>
                  </a:outerShdw>
                </a:effectLst>
                <a:uLnTx/>
                <a:uFillTx/>
                <a:latin typeface="黑体" panose="02010609060101010101" pitchFamily="49" charset="-122"/>
                <a:ea typeface="黑体" panose="02010609060101010101" pitchFamily="49" charset="-122"/>
                <a:cs typeface="黑体" panose="02010609060101010101" pitchFamily="49" charset="-122"/>
              </a:rPr>
              <a:t>1</a:t>
            </a:r>
            <a:r>
              <a:rPr kumimoji="1" lang="zh-CN" altLang="en-US" sz="2000" b="0" i="0" u="none" strike="noStrike" kern="1200" cap="none" spc="0" normalizeH="0" baseline="0" noProof="0" smtClean="0">
                <a:ln>
                  <a:noFill/>
                </a:ln>
                <a:solidFill>
                  <a:srgbClr val="000000"/>
                </a:solidFill>
                <a:effectLst>
                  <a:outerShdw blurRad="38100" dist="38100" dir="2700000" algn="tl">
                    <a:srgbClr val="FFFFFF"/>
                  </a:outerShdw>
                </a:effectLst>
                <a:uLnTx/>
                <a:uFillTx/>
                <a:latin typeface="黑体" panose="02010609060101010101" pitchFamily="49" charset="-122"/>
                <a:ea typeface="黑体" panose="02010609060101010101" pitchFamily="49" charset="-122"/>
                <a:cs typeface="黑体" panose="02010609060101010101" pitchFamily="49" charset="-122"/>
              </a:rPr>
              <a:t>被压紧，为</a:t>
            </a:r>
            <a:r>
              <a:rPr kumimoji="1" lang="zh-CN" altLang="en-US" sz="2000" b="0" i="0" u="none" strike="noStrike" kern="1200" cap="none" spc="0" normalizeH="0" baseline="0" noProof="0" smtClean="0">
                <a:ln>
                  <a:noFill/>
                </a:ln>
                <a:solidFill>
                  <a:srgbClr val="FF0000"/>
                </a:solidFill>
                <a:effectLst>
                  <a:outerShdw blurRad="38100" dist="38100" dir="2700000" algn="tl">
                    <a:srgbClr val="000000"/>
                  </a:outerShdw>
                </a:effectLst>
                <a:uLnTx/>
                <a:uFillTx/>
                <a:latin typeface="黑体" panose="02010609060101010101" pitchFamily="49" charset="-122"/>
                <a:ea typeface="黑体" panose="02010609060101010101" pitchFamily="49" charset="-122"/>
                <a:cs typeface="黑体" panose="02010609060101010101" pitchFamily="49" charset="-122"/>
              </a:rPr>
              <a:t>紧端；</a:t>
            </a:r>
            <a:r>
              <a:rPr kumimoji="1" lang="zh-CN" altLang="en-US" sz="2000" b="0" i="0" u="none" strike="noStrike" kern="1200" cap="none" spc="0" normalizeH="0" baseline="0" noProof="0" smtClean="0">
                <a:ln>
                  <a:noFill/>
                </a:ln>
                <a:solidFill>
                  <a:srgbClr val="000000"/>
                </a:solidFill>
                <a:effectLst>
                  <a:outerShdw blurRad="38100" dist="38100" dir="2700000" algn="tl">
                    <a:srgbClr val="FFFFFF"/>
                  </a:outerShdw>
                </a:effectLst>
                <a:uLnTx/>
                <a:uFillTx/>
                <a:latin typeface="黑体" panose="02010609060101010101" pitchFamily="49" charset="-122"/>
                <a:ea typeface="黑体" panose="02010609060101010101" pitchFamily="49" charset="-122"/>
                <a:cs typeface="黑体" panose="02010609060101010101" pitchFamily="49" charset="-122"/>
              </a:rPr>
              <a:t>轴承</a:t>
            </a:r>
            <a:r>
              <a:rPr kumimoji="1" lang="en-US" altLang="zh-CN" sz="2000" b="0" i="0" u="none" strike="noStrike" kern="1200" cap="none" spc="0" normalizeH="0" baseline="0" noProof="0" smtClean="0">
                <a:ln>
                  <a:noFill/>
                </a:ln>
                <a:solidFill>
                  <a:srgbClr val="000000"/>
                </a:solidFill>
                <a:effectLst>
                  <a:outerShdw blurRad="38100" dist="38100" dir="2700000" algn="tl">
                    <a:srgbClr val="FFFFFF"/>
                  </a:outerShdw>
                </a:effectLst>
                <a:uLnTx/>
                <a:uFillTx/>
                <a:latin typeface="黑体" panose="02010609060101010101" pitchFamily="49" charset="-122"/>
                <a:ea typeface="黑体" panose="02010609060101010101" pitchFamily="49" charset="-122"/>
                <a:cs typeface="黑体" panose="02010609060101010101" pitchFamily="49" charset="-122"/>
              </a:rPr>
              <a:t>2</a:t>
            </a:r>
            <a:r>
              <a:rPr kumimoji="1" lang="zh-CN" altLang="en-US" sz="2000" b="0" i="0" u="none" strike="noStrike" kern="1200" cap="none" spc="0" normalizeH="0" baseline="0" noProof="0" smtClean="0">
                <a:ln>
                  <a:noFill/>
                </a:ln>
                <a:solidFill>
                  <a:srgbClr val="000000"/>
                </a:solidFill>
                <a:effectLst>
                  <a:outerShdw blurRad="38100" dist="38100" dir="2700000" algn="tl">
                    <a:srgbClr val="FFFFFF"/>
                  </a:outerShdw>
                </a:effectLst>
                <a:uLnTx/>
                <a:uFillTx/>
                <a:latin typeface="黑体" panose="02010609060101010101" pitchFamily="49" charset="-122"/>
                <a:ea typeface="黑体" panose="02010609060101010101" pitchFamily="49" charset="-122"/>
                <a:cs typeface="黑体" panose="02010609060101010101" pitchFamily="49" charset="-122"/>
              </a:rPr>
              <a:t>为</a:t>
            </a:r>
            <a:r>
              <a:rPr kumimoji="1" lang="zh-CN" altLang="en-US" sz="2000" b="0" i="0" u="none" strike="noStrike" kern="1200" cap="none" spc="0" normalizeH="0" baseline="0" noProof="0" smtClean="0">
                <a:ln>
                  <a:noFill/>
                </a:ln>
                <a:solidFill>
                  <a:srgbClr val="0000FF"/>
                </a:solidFill>
                <a:effectLst>
                  <a:outerShdw blurRad="38100" dist="38100" dir="2700000" algn="tl">
                    <a:srgbClr val="000000">
                      <a:alpha val="43137"/>
                    </a:srgbClr>
                  </a:outerShdw>
                </a:effectLst>
                <a:uLnTx/>
                <a:uFillTx/>
                <a:latin typeface="黑体" panose="02010609060101010101" pitchFamily="49" charset="-122"/>
                <a:ea typeface="黑体" panose="02010609060101010101" pitchFamily="49" charset="-122"/>
                <a:cs typeface="黑体" panose="02010609060101010101" pitchFamily="49" charset="-122"/>
              </a:rPr>
              <a:t>松</a:t>
            </a:r>
            <a:r>
              <a:rPr kumimoji="1" lang="zh-CN" altLang="en-US" sz="2000" b="0" i="0" u="none" strike="noStrike" kern="1200" cap="none" spc="0" normalizeH="0" baseline="0" noProof="0" smtClean="0">
                <a:ln>
                  <a:noFill/>
                </a:ln>
                <a:solidFill>
                  <a:srgbClr val="0000FF"/>
                </a:solidFill>
                <a:effectLst>
                  <a:outerShdw blurRad="38100" dist="38100" dir="2700000" algn="tl">
                    <a:srgbClr val="000000"/>
                  </a:outerShdw>
                </a:effectLst>
                <a:uLnTx/>
                <a:uFillTx/>
                <a:latin typeface="黑体" panose="02010609060101010101" pitchFamily="49" charset="-122"/>
                <a:ea typeface="黑体" panose="02010609060101010101" pitchFamily="49" charset="-122"/>
                <a:cs typeface="黑体" panose="02010609060101010101" pitchFamily="49" charset="-122"/>
              </a:rPr>
              <a:t>端</a:t>
            </a:r>
            <a:r>
              <a:rPr kumimoji="1" lang="zh-CN" altLang="en-US" sz="2000" b="0" i="0" u="none" strike="noStrike" kern="1200" cap="none" spc="0" normalizeH="0" baseline="0" noProof="0" smtClean="0">
                <a:ln>
                  <a:noFill/>
                </a:ln>
                <a:solidFill>
                  <a:srgbClr val="1C1C1C"/>
                </a:solidFill>
                <a:effectLst>
                  <a:outerShdw blurRad="38100" dist="38100" dir="2700000" algn="tl">
                    <a:srgbClr val="000000"/>
                  </a:outerShdw>
                </a:effectLst>
                <a:uLnTx/>
                <a:uFillTx/>
                <a:latin typeface="黑体" panose="02010609060101010101" pitchFamily="49" charset="-122"/>
                <a:ea typeface="黑体" panose="02010609060101010101" pitchFamily="49" charset="-122"/>
                <a:cs typeface="黑体" panose="02010609060101010101" pitchFamily="49" charset="-122"/>
              </a:rPr>
              <a:t>。</a:t>
            </a:r>
            <a:r>
              <a:rPr kumimoji="1" lang="zh-CN" altLang="en-US" b="0" i="0" u="none" strike="noStrike" kern="1200" cap="none" spc="0" normalizeH="0" baseline="0" noProof="0" smtClean="0">
                <a:ln>
                  <a:noFill/>
                </a:ln>
                <a:solidFill>
                  <a:srgbClr val="000000"/>
                </a:solidFill>
                <a:effectLst>
                  <a:outerShdw blurRad="38100" dist="38100" dir="2700000" algn="tl">
                    <a:srgbClr val="FFFFFF"/>
                  </a:outerShdw>
                </a:effectLst>
                <a:uLnTx/>
                <a:uFillTx/>
                <a:latin typeface="黑体" panose="02010609060101010101" pitchFamily="49" charset="-122"/>
                <a:ea typeface="黑体" panose="02010609060101010101" pitchFamily="49" charset="-122"/>
                <a:cs typeface="黑体" panose="02010609060101010101" pitchFamily="49" charset="-122"/>
              </a:rPr>
              <a:t>　</a:t>
            </a:r>
            <a:endParaRPr kumimoji="1" lang="zh-CN" altLang="en-US" b="0" i="0" u="none" strike="noStrike" kern="1200" cap="none" spc="0" normalizeH="0" baseline="0" noProof="0" smtClean="0">
              <a:ln>
                <a:noFill/>
              </a:ln>
              <a:solidFill>
                <a:srgbClr val="000000"/>
              </a:solidFill>
              <a:effectLst>
                <a:outerShdw blurRad="38100" dist="38100" dir="2700000" algn="tl">
                  <a:srgbClr val="FFFFFF"/>
                </a:outerShdw>
              </a:effectLst>
              <a:uLnTx/>
              <a:uFillTx/>
              <a:latin typeface="黑体" panose="02010609060101010101" pitchFamily="49" charset="-122"/>
              <a:ea typeface="黑体" panose="02010609060101010101" pitchFamily="49" charset="-122"/>
              <a:cs typeface="黑体" panose="02010609060101010101" pitchFamily="49" charset="-122"/>
            </a:endParaRPr>
          </a:p>
        </p:txBody>
      </p:sp>
      <p:sp>
        <p:nvSpPr>
          <p:cNvPr id="100356" name="Text Box 4"/>
          <p:cNvSpPr txBox="1"/>
          <p:nvPr/>
        </p:nvSpPr>
        <p:spPr>
          <a:xfrm>
            <a:off x="6435725" y="1352233"/>
            <a:ext cx="1087438" cy="534035"/>
          </a:xfrm>
          <a:prstGeom prst="rect">
            <a:avLst/>
          </a:prstGeom>
          <a:noFill/>
          <a:ln w="9525">
            <a:noFill/>
          </a:ln>
        </p:spPr>
        <p:txBody>
          <a:bodyPr anchor="ctr" anchorCtr="0">
            <a:spAutoFit/>
          </a:bodyPr>
          <a:p>
            <a:pPr indent="0" algn="ctr">
              <a:spcBef>
                <a:spcPct val="50000"/>
              </a:spcBef>
              <a:buNone/>
            </a:pPr>
            <a:r>
              <a:rPr lang="zh-CN" altLang="en-US" sz="2400" dirty="0">
                <a:solidFill>
                  <a:srgbClr val="FF0000"/>
                </a:solidFill>
                <a:latin typeface="Times New Roman" panose="02020603050405020304" pitchFamily="18" charset="0"/>
                <a:ea typeface="黑体" panose="02010609060101010101" pitchFamily="49" charset="-122"/>
              </a:rPr>
              <a:t>松端</a:t>
            </a:r>
            <a:endParaRPr lang="zh-CN" altLang="en-US" sz="6000" dirty="0">
              <a:solidFill>
                <a:schemeClr val="tx2"/>
              </a:solidFill>
              <a:latin typeface="Times New Roman" panose="02020603050405020304" pitchFamily="18" charset="0"/>
              <a:ea typeface="黑体" panose="02010609060101010101" pitchFamily="49" charset="-122"/>
            </a:endParaRPr>
          </a:p>
        </p:txBody>
      </p:sp>
      <p:sp>
        <p:nvSpPr>
          <p:cNvPr id="100357" name="Rectangle 5"/>
          <p:cNvSpPr/>
          <p:nvPr/>
        </p:nvSpPr>
        <p:spPr>
          <a:xfrm>
            <a:off x="2399348" y="1301433"/>
            <a:ext cx="792480" cy="534035"/>
          </a:xfrm>
          <a:prstGeom prst="rect">
            <a:avLst/>
          </a:prstGeom>
          <a:noFill/>
          <a:ln w="9525">
            <a:noFill/>
          </a:ln>
        </p:spPr>
        <p:txBody>
          <a:bodyPr wrap="none" anchor="ctr" anchorCtr="0">
            <a:spAutoFit/>
          </a:bodyPr>
          <a:p>
            <a:pPr indent="0" algn="ctr">
              <a:buNone/>
            </a:pPr>
            <a:r>
              <a:rPr lang="zh-CN" altLang="en-US" sz="2400" dirty="0">
                <a:solidFill>
                  <a:srgbClr val="0000FF"/>
                </a:solidFill>
                <a:latin typeface="Times New Roman" panose="02020603050405020304" pitchFamily="18" charset="0"/>
                <a:ea typeface="黑体" panose="02010609060101010101" pitchFamily="49" charset="-122"/>
              </a:rPr>
              <a:t>紧端</a:t>
            </a:r>
            <a:endParaRPr lang="zh-CN" altLang="en-US" sz="2400" dirty="0">
              <a:solidFill>
                <a:srgbClr val="FF0000"/>
              </a:solidFill>
              <a:latin typeface="Times New Roman" panose="02020603050405020304" pitchFamily="18" charset="0"/>
              <a:ea typeface="黑体" panose="02010609060101010101" pitchFamily="49" charset="-122"/>
            </a:endParaRPr>
          </a:p>
        </p:txBody>
      </p:sp>
      <p:grpSp>
        <p:nvGrpSpPr>
          <p:cNvPr id="100360" name="Group 8"/>
          <p:cNvGrpSpPr/>
          <p:nvPr/>
        </p:nvGrpSpPr>
        <p:grpSpPr>
          <a:xfrm>
            <a:off x="2589213" y="1854200"/>
            <a:ext cx="4408487" cy="500063"/>
            <a:chOff x="3054" y="1519"/>
            <a:chExt cx="2064" cy="227"/>
          </a:xfrm>
        </p:grpSpPr>
        <p:sp>
          <p:nvSpPr>
            <p:cNvPr id="58393" name="Line 9"/>
            <p:cNvSpPr/>
            <p:nvPr/>
          </p:nvSpPr>
          <p:spPr>
            <a:xfrm>
              <a:off x="3054" y="1636"/>
              <a:ext cx="2064" cy="0"/>
            </a:xfrm>
            <a:prstGeom prst="line">
              <a:avLst/>
            </a:prstGeom>
            <a:ln w="57150" cap="flat" cmpd="sng">
              <a:solidFill>
                <a:srgbClr val="000000"/>
              </a:solidFill>
              <a:prstDash val="solid"/>
              <a:headEnd type="none" w="med" len="med"/>
              <a:tailEnd type="none" w="med" len="med"/>
            </a:ln>
          </p:spPr>
        </p:sp>
        <p:sp>
          <p:nvSpPr>
            <p:cNvPr id="100362" name="Rectangle 10"/>
            <p:cNvSpPr>
              <a:spLocks noChangeArrowheads="1"/>
            </p:cNvSpPr>
            <p:nvPr/>
          </p:nvSpPr>
          <p:spPr bwMode="auto">
            <a:xfrm rot="620913">
              <a:off x="3088" y="1687"/>
              <a:ext cx="163" cy="47"/>
            </a:xfrm>
            <a:prstGeom prst="rect">
              <a:avLst/>
            </a:prstGeom>
            <a:gradFill rotWithShape="0">
              <a:gsLst>
                <a:gs pos="0">
                  <a:schemeClr val="accent1"/>
                </a:gs>
                <a:gs pos="100000">
                  <a:schemeClr val="accent1">
                    <a:gamma/>
                    <a:shade val="46275"/>
                    <a:invGamma/>
                  </a:schemeClr>
                </a:gs>
              </a:gsLst>
              <a:path path="shape">
                <a:fillToRect l="50000" t="50000" r="50000" b="50000"/>
              </a:path>
            </a:gradFill>
            <a:ln w="28575">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en-US" sz="2000" b="0" i="0" u="none" strike="noStrike" kern="1200" cap="none" spc="0" normalizeH="0" baseline="0" noProof="0">
                <a:ln>
                  <a:noFill/>
                </a:ln>
                <a:solidFill>
                  <a:srgbClr val="000099"/>
                </a:solidFill>
                <a:effectLst/>
                <a:uLnTx/>
                <a:uFillTx/>
                <a:latin typeface="Times New Roman" panose="02020603050405020304" pitchFamily="18" charset="0"/>
                <a:ea typeface="华文中宋" panose="02010600040101010101" pitchFamily="2" charset="-122"/>
                <a:cs typeface="+mn-cs"/>
              </a:endParaRPr>
            </a:p>
          </p:txBody>
        </p:sp>
        <p:sp>
          <p:nvSpPr>
            <p:cNvPr id="100363" name="Rectangle 11"/>
            <p:cNvSpPr>
              <a:spLocks noChangeArrowheads="1"/>
            </p:cNvSpPr>
            <p:nvPr/>
          </p:nvSpPr>
          <p:spPr bwMode="auto">
            <a:xfrm rot="-952181">
              <a:off x="3094" y="1519"/>
              <a:ext cx="163" cy="47"/>
            </a:xfrm>
            <a:prstGeom prst="rect">
              <a:avLst/>
            </a:prstGeom>
            <a:gradFill rotWithShape="0">
              <a:gsLst>
                <a:gs pos="0">
                  <a:schemeClr val="accent1"/>
                </a:gs>
                <a:gs pos="100000">
                  <a:schemeClr val="accent1">
                    <a:gamma/>
                    <a:shade val="46275"/>
                    <a:invGamma/>
                  </a:schemeClr>
                </a:gs>
              </a:gsLst>
              <a:path path="shape">
                <a:fillToRect l="50000" t="50000" r="50000" b="50000"/>
              </a:path>
            </a:gradFill>
            <a:ln w="28575">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en-US" sz="2000" b="0" i="0" u="none" strike="noStrike" kern="1200" cap="none" spc="0" normalizeH="0" baseline="0" noProof="0">
                <a:ln>
                  <a:noFill/>
                </a:ln>
                <a:solidFill>
                  <a:srgbClr val="000099"/>
                </a:solidFill>
                <a:effectLst/>
                <a:uLnTx/>
                <a:uFillTx/>
                <a:latin typeface="Times New Roman" panose="02020603050405020304" pitchFamily="18" charset="0"/>
                <a:ea typeface="华文中宋" panose="02010600040101010101" pitchFamily="2" charset="-122"/>
                <a:cs typeface="+mn-cs"/>
              </a:endParaRPr>
            </a:p>
          </p:txBody>
        </p:sp>
        <p:sp>
          <p:nvSpPr>
            <p:cNvPr id="100364" name="Rectangle 12"/>
            <p:cNvSpPr>
              <a:spLocks noChangeArrowheads="1"/>
            </p:cNvSpPr>
            <p:nvPr/>
          </p:nvSpPr>
          <p:spPr bwMode="auto">
            <a:xfrm rot="620913">
              <a:off x="4888" y="1525"/>
              <a:ext cx="163" cy="48"/>
            </a:xfrm>
            <a:prstGeom prst="rect">
              <a:avLst/>
            </a:prstGeom>
            <a:gradFill rotWithShape="0">
              <a:gsLst>
                <a:gs pos="0">
                  <a:schemeClr val="accent1"/>
                </a:gs>
                <a:gs pos="100000">
                  <a:schemeClr val="accent1">
                    <a:gamma/>
                    <a:shade val="46275"/>
                    <a:invGamma/>
                  </a:schemeClr>
                </a:gs>
              </a:gsLst>
              <a:path path="shape">
                <a:fillToRect l="50000" t="50000" r="50000" b="50000"/>
              </a:path>
            </a:gradFill>
            <a:ln w="28575">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en-US" sz="2000" b="0" i="0" u="none" strike="noStrike" kern="1200" cap="none" spc="0" normalizeH="0" baseline="0" noProof="0">
                <a:ln>
                  <a:noFill/>
                </a:ln>
                <a:solidFill>
                  <a:srgbClr val="000099"/>
                </a:solidFill>
                <a:effectLst/>
                <a:uLnTx/>
                <a:uFillTx/>
                <a:latin typeface="Times New Roman" panose="02020603050405020304" pitchFamily="18" charset="0"/>
                <a:ea typeface="华文中宋" panose="02010600040101010101" pitchFamily="2" charset="-122"/>
                <a:cs typeface="+mn-cs"/>
              </a:endParaRPr>
            </a:p>
          </p:txBody>
        </p:sp>
        <p:sp>
          <p:nvSpPr>
            <p:cNvPr id="100365" name="Rectangle 13"/>
            <p:cNvSpPr>
              <a:spLocks noChangeArrowheads="1"/>
            </p:cNvSpPr>
            <p:nvPr/>
          </p:nvSpPr>
          <p:spPr bwMode="auto">
            <a:xfrm rot="-952181">
              <a:off x="3100" y="1525"/>
              <a:ext cx="163" cy="48"/>
            </a:xfrm>
            <a:prstGeom prst="rect">
              <a:avLst/>
            </a:prstGeom>
            <a:gradFill rotWithShape="0">
              <a:gsLst>
                <a:gs pos="0">
                  <a:schemeClr val="accent1"/>
                </a:gs>
                <a:gs pos="100000">
                  <a:schemeClr val="accent1">
                    <a:gamma/>
                    <a:shade val="46275"/>
                    <a:invGamma/>
                  </a:schemeClr>
                </a:gs>
              </a:gsLst>
              <a:path path="shape">
                <a:fillToRect l="50000" t="50000" r="50000" b="50000"/>
              </a:path>
            </a:gradFill>
            <a:ln w="28575">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en-US" sz="2000" b="0" i="0" u="none" strike="noStrike" kern="1200" cap="none" spc="0" normalizeH="0" baseline="0" noProof="0">
                <a:ln>
                  <a:noFill/>
                </a:ln>
                <a:solidFill>
                  <a:srgbClr val="000099"/>
                </a:solidFill>
                <a:effectLst/>
                <a:uLnTx/>
                <a:uFillTx/>
                <a:latin typeface="Times New Roman" panose="02020603050405020304" pitchFamily="18" charset="0"/>
                <a:ea typeface="华文中宋" panose="02010600040101010101" pitchFamily="2" charset="-122"/>
                <a:cs typeface="+mn-cs"/>
              </a:endParaRPr>
            </a:p>
          </p:txBody>
        </p:sp>
        <p:sp>
          <p:nvSpPr>
            <p:cNvPr id="100366" name="Rectangle 14"/>
            <p:cNvSpPr>
              <a:spLocks noChangeArrowheads="1"/>
            </p:cNvSpPr>
            <p:nvPr/>
          </p:nvSpPr>
          <p:spPr bwMode="auto">
            <a:xfrm rot="-952181">
              <a:off x="4888" y="1699"/>
              <a:ext cx="163" cy="47"/>
            </a:xfrm>
            <a:prstGeom prst="rect">
              <a:avLst/>
            </a:prstGeom>
            <a:gradFill rotWithShape="0">
              <a:gsLst>
                <a:gs pos="0">
                  <a:schemeClr val="accent1"/>
                </a:gs>
                <a:gs pos="100000">
                  <a:schemeClr val="accent1">
                    <a:gamma/>
                    <a:shade val="46275"/>
                    <a:invGamma/>
                  </a:schemeClr>
                </a:gs>
              </a:gsLst>
              <a:path path="shape">
                <a:fillToRect l="50000" t="50000" r="50000" b="50000"/>
              </a:path>
            </a:gradFill>
            <a:ln w="28575">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en-US" sz="2000" b="0" i="0" u="none" strike="noStrike" kern="1200" cap="none" spc="0" normalizeH="0" baseline="0" noProof="0">
                <a:ln>
                  <a:noFill/>
                </a:ln>
                <a:solidFill>
                  <a:srgbClr val="000099"/>
                </a:solidFill>
                <a:effectLst/>
                <a:uLnTx/>
                <a:uFillTx/>
                <a:latin typeface="Times New Roman" panose="02020603050405020304" pitchFamily="18" charset="0"/>
                <a:ea typeface="华文中宋" panose="02010600040101010101" pitchFamily="2" charset="-122"/>
                <a:cs typeface="+mn-cs"/>
              </a:endParaRPr>
            </a:p>
          </p:txBody>
        </p:sp>
      </p:grpSp>
      <p:sp>
        <p:nvSpPr>
          <p:cNvPr id="100367" name="AutoShape 15"/>
          <p:cNvSpPr/>
          <p:nvPr/>
        </p:nvSpPr>
        <p:spPr>
          <a:xfrm>
            <a:off x="2744788" y="2244725"/>
            <a:ext cx="101600" cy="542925"/>
          </a:xfrm>
          <a:prstGeom prst="upArrow">
            <a:avLst>
              <a:gd name="adj1" fmla="val 50000"/>
              <a:gd name="adj2" fmla="val 133593"/>
            </a:avLst>
          </a:prstGeom>
          <a:solidFill>
            <a:srgbClr val="FF0000"/>
          </a:solidFill>
          <a:ln w="9525" cap="flat" cmpd="sng">
            <a:solidFill>
              <a:srgbClr val="FF0000"/>
            </a:solidFill>
            <a:prstDash val="solid"/>
            <a:miter/>
            <a:headEnd type="none" w="med" len="med"/>
            <a:tailEnd type="none" w="med" len="med"/>
          </a:ln>
        </p:spPr>
        <p:txBody>
          <a:bodyPr wrap="none" anchor="ctr" anchorCtr="0"/>
          <a:p>
            <a:endParaRPr lang="zh-CN" altLang="en-US" dirty="0">
              <a:latin typeface="Times New Roman" panose="02020603050405020304" pitchFamily="18" charset="0"/>
            </a:endParaRPr>
          </a:p>
        </p:txBody>
      </p:sp>
      <p:sp>
        <p:nvSpPr>
          <p:cNvPr id="100368" name="AutoShape 16"/>
          <p:cNvSpPr/>
          <p:nvPr/>
        </p:nvSpPr>
        <p:spPr>
          <a:xfrm>
            <a:off x="6654800" y="2284413"/>
            <a:ext cx="100013" cy="542925"/>
          </a:xfrm>
          <a:prstGeom prst="upArrow">
            <a:avLst>
              <a:gd name="adj1" fmla="val 50000"/>
              <a:gd name="adj2" fmla="val 135713"/>
            </a:avLst>
          </a:prstGeom>
          <a:solidFill>
            <a:srgbClr val="FF0000"/>
          </a:solidFill>
          <a:ln w="9525" cap="flat" cmpd="sng">
            <a:solidFill>
              <a:srgbClr val="FF0000"/>
            </a:solidFill>
            <a:prstDash val="solid"/>
            <a:miter/>
            <a:headEnd type="none" w="med" len="med"/>
            <a:tailEnd type="none" w="med" len="med"/>
          </a:ln>
        </p:spPr>
        <p:txBody>
          <a:bodyPr wrap="none" anchor="ctr" anchorCtr="0"/>
          <a:p>
            <a:endParaRPr lang="zh-CN" altLang="en-US" dirty="0">
              <a:latin typeface="Times New Roman" panose="02020603050405020304" pitchFamily="18" charset="0"/>
            </a:endParaRPr>
          </a:p>
        </p:txBody>
      </p:sp>
      <p:sp>
        <p:nvSpPr>
          <p:cNvPr id="100369" name="AutoShape 17"/>
          <p:cNvSpPr/>
          <p:nvPr/>
        </p:nvSpPr>
        <p:spPr>
          <a:xfrm rot="10800000">
            <a:off x="4344988" y="1939925"/>
            <a:ext cx="641350" cy="104775"/>
          </a:xfrm>
          <a:prstGeom prst="leftArrow">
            <a:avLst>
              <a:gd name="adj1" fmla="val 50000"/>
              <a:gd name="adj2" fmla="val 153030"/>
            </a:avLst>
          </a:prstGeom>
          <a:solidFill>
            <a:srgbClr val="FF0000"/>
          </a:solidFill>
          <a:ln w="9525" cap="flat" cmpd="sng">
            <a:solidFill>
              <a:srgbClr val="FF0000"/>
            </a:solidFill>
            <a:prstDash val="solid"/>
            <a:miter/>
            <a:headEnd type="none" w="med" len="med"/>
            <a:tailEnd type="none" w="med" len="med"/>
          </a:ln>
        </p:spPr>
        <p:txBody>
          <a:bodyPr wrap="none" anchor="ctr" anchorCtr="0"/>
          <a:p>
            <a:pPr algn="ctr"/>
            <a:endParaRPr lang="zh-CN" altLang="zh-CN" sz="4800" dirty="0">
              <a:solidFill>
                <a:srgbClr val="FF0000"/>
              </a:solidFill>
              <a:latin typeface="Times New Roman" panose="02020603050405020304" pitchFamily="18" charset="0"/>
              <a:ea typeface="黑体" panose="02010609060101010101" pitchFamily="49" charset="-122"/>
            </a:endParaRPr>
          </a:p>
        </p:txBody>
      </p:sp>
      <p:sp>
        <p:nvSpPr>
          <p:cNvPr id="100370" name="AutoShape 18"/>
          <p:cNvSpPr/>
          <p:nvPr/>
        </p:nvSpPr>
        <p:spPr>
          <a:xfrm>
            <a:off x="3000375" y="1970088"/>
            <a:ext cx="563563" cy="103187"/>
          </a:xfrm>
          <a:prstGeom prst="rightArrow">
            <a:avLst>
              <a:gd name="adj1" fmla="val 50000"/>
              <a:gd name="adj2" fmla="val 136539"/>
            </a:avLst>
          </a:prstGeom>
          <a:solidFill>
            <a:srgbClr val="FF6600"/>
          </a:solidFill>
          <a:ln w="9525">
            <a:noFill/>
          </a:ln>
        </p:spPr>
        <p:txBody>
          <a:bodyPr wrap="none" anchor="ctr" anchorCtr="0"/>
          <a:p>
            <a:endParaRPr lang="zh-CN" altLang="en-US" dirty="0">
              <a:latin typeface="Times New Roman" panose="02020603050405020304" pitchFamily="18" charset="0"/>
            </a:endParaRPr>
          </a:p>
        </p:txBody>
      </p:sp>
      <p:sp>
        <p:nvSpPr>
          <p:cNvPr id="100371" name="AutoShape 19"/>
          <p:cNvSpPr/>
          <p:nvPr/>
        </p:nvSpPr>
        <p:spPr>
          <a:xfrm>
            <a:off x="5946775" y="1970088"/>
            <a:ext cx="525463" cy="103187"/>
          </a:xfrm>
          <a:prstGeom prst="leftArrow">
            <a:avLst>
              <a:gd name="adj1" fmla="val 50000"/>
              <a:gd name="adj2" fmla="val 127308"/>
            </a:avLst>
          </a:prstGeom>
          <a:solidFill>
            <a:srgbClr val="FF6600"/>
          </a:solidFill>
          <a:ln w="9525">
            <a:noFill/>
          </a:ln>
        </p:spPr>
        <p:txBody>
          <a:bodyPr wrap="none" anchor="ctr" anchorCtr="0"/>
          <a:p>
            <a:endParaRPr lang="zh-CN" altLang="en-US" dirty="0">
              <a:latin typeface="Times New Roman" panose="02020603050405020304" pitchFamily="18" charset="0"/>
            </a:endParaRPr>
          </a:p>
        </p:txBody>
      </p:sp>
      <p:sp>
        <p:nvSpPr>
          <p:cNvPr id="100372" name="Rectangle 20"/>
          <p:cNvSpPr/>
          <p:nvPr/>
        </p:nvSpPr>
        <p:spPr>
          <a:xfrm>
            <a:off x="5880894" y="1553845"/>
            <a:ext cx="561975" cy="534035"/>
          </a:xfrm>
          <a:prstGeom prst="rect">
            <a:avLst/>
          </a:prstGeom>
          <a:noFill/>
          <a:ln w="9525">
            <a:noFill/>
          </a:ln>
        </p:spPr>
        <p:txBody>
          <a:bodyPr wrap="none" anchor="ctr" anchorCtr="0">
            <a:spAutoFit/>
          </a:bodyPr>
          <a:p>
            <a:pPr indent="0" algn="ctr">
              <a:buNone/>
            </a:pPr>
            <a:r>
              <a:rPr lang="en-US" altLang="zh-CN" sz="2400" dirty="0">
                <a:solidFill>
                  <a:srgbClr val="FF6600"/>
                </a:solidFill>
                <a:latin typeface="Times New Roman" panose="02020603050405020304" pitchFamily="18" charset="0"/>
                <a:ea typeface="黑体" panose="02010609060101010101" pitchFamily="49" charset="-122"/>
              </a:rPr>
              <a:t>F</a:t>
            </a:r>
            <a:r>
              <a:rPr lang="en-US" altLang="zh-CN" sz="2400" baseline="-25000" dirty="0">
                <a:solidFill>
                  <a:srgbClr val="FF6600"/>
                </a:solidFill>
                <a:latin typeface="Times New Roman" panose="02020603050405020304" pitchFamily="18" charset="0"/>
                <a:ea typeface="黑体" panose="02010609060101010101" pitchFamily="49" charset="-122"/>
              </a:rPr>
              <a:t>S2</a:t>
            </a:r>
            <a:endParaRPr lang="en-US" altLang="zh-CN" sz="2400" baseline="-25000" dirty="0">
              <a:solidFill>
                <a:srgbClr val="FF6600"/>
              </a:solidFill>
              <a:latin typeface="Times New Roman" panose="02020603050405020304" pitchFamily="18" charset="0"/>
              <a:ea typeface="黑体" panose="02010609060101010101" pitchFamily="49" charset="-122"/>
            </a:endParaRPr>
          </a:p>
        </p:txBody>
      </p:sp>
      <p:sp>
        <p:nvSpPr>
          <p:cNvPr id="100373" name="Rectangle 21"/>
          <p:cNvSpPr/>
          <p:nvPr/>
        </p:nvSpPr>
        <p:spPr>
          <a:xfrm>
            <a:off x="3413919" y="1612900"/>
            <a:ext cx="561975" cy="534035"/>
          </a:xfrm>
          <a:prstGeom prst="rect">
            <a:avLst/>
          </a:prstGeom>
          <a:noFill/>
          <a:ln w="9525">
            <a:noFill/>
          </a:ln>
        </p:spPr>
        <p:txBody>
          <a:bodyPr wrap="none" anchor="ctr" anchorCtr="0">
            <a:spAutoFit/>
          </a:bodyPr>
          <a:p>
            <a:pPr indent="0" algn="ctr">
              <a:buNone/>
            </a:pPr>
            <a:r>
              <a:rPr lang="en-US" altLang="zh-CN" sz="2400" dirty="0">
                <a:solidFill>
                  <a:srgbClr val="FF6600"/>
                </a:solidFill>
                <a:latin typeface="Times New Roman" panose="02020603050405020304" pitchFamily="18" charset="0"/>
                <a:ea typeface="黑体" panose="02010609060101010101" pitchFamily="49" charset="-122"/>
              </a:rPr>
              <a:t>F</a:t>
            </a:r>
            <a:r>
              <a:rPr lang="en-US" altLang="zh-CN" sz="2400" baseline="-25000" dirty="0">
                <a:solidFill>
                  <a:srgbClr val="FF6600"/>
                </a:solidFill>
                <a:latin typeface="Times New Roman" panose="02020603050405020304" pitchFamily="18" charset="0"/>
                <a:ea typeface="黑体" panose="02010609060101010101" pitchFamily="49" charset="-122"/>
              </a:rPr>
              <a:t>S1</a:t>
            </a:r>
            <a:endParaRPr lang="en-US" altLang="zh-CN" sz="2400" baseline="-25000" dirty="0">
              <a:solidFill>
                <a:srgbClr val="FF6600"/>
              </a:solidFill>
              <a:latin typeface="Times New Roman" panose="02020603050405020304" pitchFamily="18" charset="0"/>
              <a:ea typeface="黑体" panose="02010609060101010101" pitchFamily="49" charset="-122"/>
            </a:endParaRPr>
          </a:p>
        </p:txBody>
      </p:sp>
      <p:sp>
        <p:nvSpPr>
          <p:cNvPr id="100374" name="Rectangle 22"/>
          <p:cNvSpPr/>
          <p:nvPr/>
        </p:nvSpPr>
        <p:spPr>
          <a:xfrm>
            <a:off x="4423410" y="1378903"/>
            <a:ext cx="522288" cy="457200"/>
          </a:xfrm>
          <a:prstGeom prst="rect">
            <a:avLst/>
          </a:prstGeom>
          <a:noFill/>
          <a:ln w="9525">
            <a:noFill/>
          </a:ln>
        </p:spPr>
        <p:txBody>
          <a:bodyPr wrap="none" anchor="ctr" anchorCtr="0">
            <a:spAutoFit/>
          </a:bodyPr>
          <a:p>
            <a:pPr indent="0" algn="ctr">
              <a:buNone/>
            </a:pPr>
            <a:r>
              <a:rPr lang="en-US" altLang="zh-CN" sz="2400" dirty="0">
                <a:solidFill>
                  <a:srgbClr val="FF0000"/>
                </a:solidFill>
                <a:latin typeface="Times New Roman" panose="02020603050405020304" pitchFamily="18" charset="0"/>
                <a:ea typeface="黑体" panose="02010609060101010101" pitchFamily="49" charset="-122"/>
              </a:rPr>
              <a:t>Fa</a:t>
            </a:r>
            <a:endParaRPr lang="en-US" altLang="zh-CN" sz="2400" dirty="0">
              <a:solidFill>
                <a:srgbClr val="000000"/>
              </a:solidFill>
              <a:latin typeface="Times New Roman" panose="02020603050405020304" pitchFamily="18" charset="0"/>
              <a:ea typeface="黑体" panose="02010609060101010101" pitchFamily="49" charset="-122"/>
            </a:endParaRPr>
          </a:p>
        </p:txBody>
      </p:sp>
      <p:sp>
        <p:nvSpPr>
          <p:cNvPr id="100375" name="Rectangle 23"/>
          <p:cNvSpPr/>
          <p:nvPr/>
        </p:nvSpPr>
        <p:spPr>
          <a:xfrm>
            <a:off x="2847975" y="2441575"/>
            <a:ext cx="585788" cy="457200"/>
          </a:xfrm>
          <a:prstGeom prst="rect">
            <a:avLst/>
          </a:prstGeom>
          <a:noFill/>
          <a:ln w="9525">
            <a:noFill/>
          </a:ln>
        </p:spPr>
        <p:txBody>
          <a:bodyPr wrap="none" anchor="ctr" anchorCtr="0">
            <a:spAutoFit/>
          </a:bodyPr>
          <a:p>
            <a:pPr indent="0" algn="ctr">
              <a:buNone/>
            </a:pPr>
            <a:r>
              <a:rPr lang="en-US" altLang="zh-CN" sz="2400" dirty="0">
                <a:solidFill>
                  <a:srgbClr val="000000"/>
                </a:solidFill>
                <a:latin typeface="Times New Roman" panose="02020603050405020304" pitchFamily="18" charset="0"/>
                <a:ea typeface="黑体" panose="02010609060101010101" pitchFamily="49" charset="-122"/>
              </a:rPr>
              <a:t>F</a:t>
            </a:r>
            <a:r>
              <a:rPr lang="en-US" altLang="zh-CN" sz="1800" dirty="0">
                <a:solidFill>
                  <a:srgbClr val="000000"/>
                </a:solidFill>
                <a:latin typeface="Times New Roman" panose="02020603050405020304" pitchFamily="18" charset="0"/>
                <a:ea typeface="黑体" panose="02010609060101010101" pitchFamily="49" charset="-122"/>
              </a:rPr>
              <a:t>r1</a:t>
            </a:r>
            <a:endParaRPr lang="en-US" altLang="zh-CN" sz="2400" dirty="0">
              <a:solidFill>
                <a:srgbClr val="000000"/>
              </a:solidFill>
              <a:latin typeface="Times New Roman" panose="02020603050405020304" pitchFamily="18" charset="0"/>
              <a:ea typeface="黑体" panose="02010609060101010101" pitchFamily="49" charset="-122"/>
            </a:endParaRPr>
          </a:p>
        </p:txBody>
      </p:sp>
      <p:sp>
        <p:nvSpPr>
          <p:cNvPr id="100376" name="Rectangle 24"/>
          <p:cNvSpPr/>
          <p:nvPr/>
        </p:nvSpPr>
        <p:spPr>
          <a:xfrm>
            <a:off x="6103938" y="2401888"/>
            <a:ext cx="585787" cy="457200"/>
          </a:xfrm>
          <a:prstGeom prst="rect">
            <a:avLst/>
          </a:prstGeom>
          <a:noFill/>
          <a:ln w="9525">
            <a:noFill/>
          </a:ln>
        </p:spPr>
        <p:txBody>
          <a:bodyPr wrap="none" anchor="ctr" anchorCtr="0">
            <a:spAutoFit/>
          </a:bodyPr>
          <a:p>
            <a:pPr indent="0" algn="ctr">
              <a:buNone/>
            </a:pPr>
            <a:r>
              <a:rPr lang="en-US" altLang="zh-CN" sz="2400" dirty="0">
                <a:solidFill>
                  <a:srgbClr val="000000"/>
                </a:solidFill>
                <a:latin typeface="Times New Roman" panose="02020603050405020304" pitchFamily="18" charset="0"/>
                <a:ea typeface="黑体" panose="02010609060101010101" pitchFamily="49" charset="-122"/>
              </a:rPr>
              <a:t>F</a:t>
            </a:r>
            <a:r>
              <a:rPr lang="en-US" altLang="zh-CN" sz="1800" dirty="0">
                <a:solidFill>
                  <a:srgbClr val="000000"/>
                </a:solidFill>
                <a:latin typeface="Times New Roman" panose="02020603050405020304" pitchFamily="18" charset="0"/>
                <a:ea typeface="黑体" panose="02010609060101010101" pitchFamily="49" charset="-122"/>
              </a:rPr>
              <a:t>r2</a:t>
            </a:r>
            <a:endParaRPr lang="en-US" altLang="zh-CN" sz="2400" dirty="0">
              <a:solidFill>
                <a:srgbClr val="000000"/>
              </a:solidFill>
              <a:latin typeface="Times New Roman" panose="02020603050405020304" pitchFamily="18" charset="0"/>
              <a:ea typeface="黑体" panose="02010609060101010101" pitchFamily="49" charset="-122"/>
            </a:endParaRPr>
          </a:p>
        </p:txBody>
      </p:sp>
      <p:sp>
        <p:nvSpPr>
          <p:cNvPr id="100377" name="Text Box 25"/>
          <p:cNvSpPr txBox="1"/>
          <p:nvPr/>
        </p:nvSpPr>
        <p:spPr>
          <a:xfrm>
            <a:off x="2038350" y="1831975"/>
            <a:ext cx="487363" cy="641350"/>
          </a:xfrm>
          <a:prstGeom prst="rect">
            <a:avLst/>
          </a:prstGeom>
          <a:noFill/>
          <a:ln w="9525">
            <a:noFill/>
          </a:ln>
        </p:spPr>
        <p:txBody>
          <a:bodyPr anchor="ctr" anchorCtr="0">
            <a:spAutoFit/>
          </a:bodyPr>
          <a:p>
            <a:pPr indent="0" algn="ctr">
              <a:spcBef>
                <a:spcPct val="50000"/>
              </a:spcBef>
              <a:buNone/>
            </a:pPr>
            <a:r>
              <a:rPr lang="en-US" altLang="zh-CN" sz="3600" dirty="0">
                <a:solidFill>
                  <a:srgbClr val="0000FF"/>
                </a:solidFill>
                <a:latin typeface="Times New Roman" panose="02020603050405020304" pitchFamily="18" charset="0"/>
                <a:ea typeface="黑体" panose="02010609060101010101" pitchFamily="49" charset="-122"/>
              </a:rPr>
              <a:t>1</a:t>
            </a:r>
            <a:endParaRPr lang="en-US" altLang="zh-CN" sz="4800" dirty="0">
              <a:solidFill>
                <a:srgbClr val="0000FF"/>
              </a:solidFill>
              <a:latin typeface="Times New Roman" panose="02020603050405020304" pitchFamily="18" charset="0"/>
              <a:ea typeface="黑体" panose="02010609060101010101" pitchFamily="49" charset="-122"/>
            </a:endParaRPr>
          </a:p>
        </p:txBody>
      </p:sp>
      <p:sp>
        <p:nvSpPr>
          <p:cNvPr id="100378" name="Rectangle 26"/>
          <p:cNvSpPr/>
          <p:nvPr/>
        </p:nvSpPr>
        <p:spPr>
          <a:xfrm>
            <a:off x="6985000" y="1819275"/>
            <a:ext cx="412750" cy="641350"/>
          </a:xfrm>
          <a:prstGeom prst="rect">
            <a:avLst/>
          </a:prstGeom>
          <a:noFill/>
          <a:ln w="9525">
            <a:noFill/>
          </a:ln>
        </p:spPr>
        <p:txBody>
          <a:bodyPr wrap="none" anchor="ctr" anchorCtr="0">
            <a:spAutoFit/>
          </a:bodyPr>
          <a:p>
            <a:pPr indent="0" algn="ctr">
              <a:buNone/>
            </a:pPr>
            <a:r>
              <a:rPr lang="en-US" altLang="zh-CN" sz="3600" dirty="0">
                <a:solidFill>
                  <a:srgbClr val="0000FF"/>
                </a:solidFill>
                <a:latin typeface="Times New Roman" panose="02020603050405020304" pitchFamily="18" charset="0"/>
                <a:ea typeface="黑体" panose="02010609060101010101" pitchFamily="49" charset="-122"/>
              </a:rPr>
              <a:t>2</a:t>
            </a:r>
            <a:endParaRPr lang="en-US" altLang="zh-CN" sz="3600" dirty="0">
              <a:solidFill>
                <a:srgbClr val="0000FF"/>
              </a:solidFill>
              <a:latin typeface="Times New Roman" panose="02020603050405020304" pitchFamily="18" charset="0"/>
              <a:ea typeface="黑体" panose="02010609060101010101" pitchFamily="49" charset="-122"/>
            </a:endParaRPr>
          </a:p>
        </p:txBody>
      </p:sp>
      <p:pic>
        <p:nvPicPr>
          <p:cNvPr id="28" name="Picture 148" descr="back1">
            <a:hlinkClick r:id="" action="ppaction://hlinkshowjump?jump=previousslide"/>
          </p:cNvPr>
          <p:cNvPicPr>
            <a:picLocks noChangeAspect="1"/>
          </p:cNvPicPr>
          <p:nvPr/>
        </p:nvPicPr>
        <p:blipFill>
          <a:blip r:embed="rId1"/>
          <a:stretch>
            <a:fillRect/>
          </a:stretch>
        </p:blipFill>
        <p:spPr>
          <a:xfrm>
            <a:off x="8324850" y="6551613"/>
            <a:ext cx="306388" cy="306387"/>
          </a:xfrm>
          <a:prstGeom prst="rect">
            <a:avLst/>
          </a:prstGeom>
          <a:noFill/>
          <a:ln w="9525">
            <a:noFill/>
          </a:ln>
        </p:spPr>
      </p:pic>
      <p:pic>
        <p:nvPicPr>
          <p:cNvPr id="29" name="Picture 149" descr="NEXT1">
            <a:hlinkClick r:id="" action="ppaction://hlinkshowjump?jump=nextslide"/>
          </p:cNvPr>
          <p:cNvPicPr>
            <a:picLocks noChangeAspect="1"/>
          </p:cNvPicPr>
          <p:nvPr/>
        </p:nvPicPr>
        <p:blipFill>
          <a:blip r:embed="rId2"/>
          <a:stretch>
            <a:fillRect/>
          </a:stretch>
        </p:blipFill>
        <p:spPr>
          <a:xfrm>
            <a:off x="8745538" y="6551613"/>
            <a:ext cx="306387" cy="306387"/>
          </a:xfrm>
          <a:prstGeom prst="rect">
            <a:avLst/>
          </a:prstGeom>
          <a:noFill/>
          <a:ln w="9525">
            <a:noFill/>
          </a:ln>
        </p:spPr>
      </p:pic>
      <p:pic>
        <p:nvPicPr>
          <p:cNvPr id="30" name="Picture 150" descr="rewind1">
            <a:hlinkClick r:id="" action="ppaction://hlinkshowjump?jump=firstslide"/>
          </p:cNvPr>
          <p:cNvPicPr>
            <a:picLocks noChangeAspect="1"/>
          </p:cNvPicPr>
          <p:nvPr/>
        </p:nvPicPr>
        <p:blipFill>
          <a:blip r:embed="rId3"/>
          <a:stretch>
            <a:fillRect/>
          </a:stretch>
        </p:blipFill>
        <p:spPr>
          <a:xfrm>
            <a:off x="7875588" y="6551613"/>
            <a:ext cx="306387" cy="306387"/>
          </a:xfrm>
          <a:prstGeom prst="rect">
            <a:avLst/>
          </a:prstGeom>
          <a:noFill/>
          <a:ln w="9525">
            <a:noFill/>
          </a:ln>
        </p:spPr>
      </p:pic>
      <p:sp>
        <p:nvSpPr>
          <p:cNvPr id="4132" name="直接连接符 6"/>
          <p:cNvSpPr>
            <a:spLocks noChangeShapeType="1"/>
          </p:cNvSpPr>
          <p:nvPr/>
        </p:nvSpPr>
        <p:spPr bwMode="auto">
          <a:xfrm>
            <a:off x="0" y="685662"/>
            <a:ext cx="9144000" cy="0"/>
          </a:xfrm>
          <a:prstGeom prst="line">
            <a:avLst/>
          </a:prstGeom>
          <a:noFill/>
          <a:ln w="28575">
            <a:solidFill>
              <a:srgbClr val="CC3300"/>
            </a:solidFill>
            <a:miter lim="800000"/>
          </a:ln>
          <a:extLst>
            <a:ext uri="{909E8E84-426E-40DD-AFC4-6F175D3DCCD1}">
              <a14:hiddenFill xmlns:a14="http://schemas.microsoft.com/office/drawing/2010/main">
                <a:noFill/>
              </a14:hiddenFill>
            </a:ext>
          </a:extLst>
        </p:spPr>
        <p:txBody>
          <a:bodyPr/>
          <a:lstStyle/>
          <a:p>
            <a:endParaRPr lang="zh-CN" altLang="en-US"/>
          </a:p>
        </p:txBody>
      </p:sp>
      <p:sp>
        <p:nvSpPr>
          <p:cNvPr id="14339" name="Rectangle 34"/>
          <p:cNvSpPr>
            <a:spLocks noChangeArrowheads="1"/>
          </p:cNvSpPr>
          <p:nvPr/>
        </p:nvSpPr>
        <p:spPr bwMode="auto">
          <a:xfrm>
            <a:off x="3687417" y="228600"/>
            <a:ext cx="4846983" cy="533400"/>
          </a:xfrm>
          <a:prstGeom prst="rect">
            <a:avLst/>
          </a:prstGeom>
          <a:noFill/>
          <a:ln>
            <a:noFill/>
          </a:ln>
          <a:effectLst/>
          <a:extLst>
            <a:ext uri="{909E8E84-426E-40DD-AFC4-6F175D3DCCD1}">
              <a14:hiddenFill xmlns:a14="http://schemas.microsoft.com/office/drawing/2010/main">
                <a:gradFill rotWithShape="0">
                  <a:gsLst>
                    <a:gs pos="0">
                      <a:srgbClr val="E5DCB5"/>
                    </a:gs>
                    <a:gs pos="100000">
                      <a:srgbClr val="FDFBF1"/>
                    </a:gs>
                  </a:gsLst>
                  <a:lin ang="0" scaled="1"/>
                </a:gradFill>
              </a14:hiddenFill>
            </a:ext>
            <a:ext uri="{91240B29-F687-4F45-9708-019B960494DF}">
              <a14:hiddenLine xmlns:a14="http://schemas.microsoft.com/office/drawing/2010/main" w="9525">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tIns="36000" bIns="72000" anchor="ctr" anchorCtr="1"/>
          <a:lstStyle>
            <a:lvl1pPr>
              <a:lnSpc>
                <a:spcPct val="120000"/>
              </a:lnSpc>
              <a:buChar char="•"/>
              <a:defRPr kumimoji="1" sz="2000">
                <a:solidFill>
                  <a:srgbClr val="000099"/>
                </a:solidFill>
                <a:latin typeface="Times New Roman" panose="02020603050405020304" pitchFamily="18" charset="0"/>
                <a:ea typeface="华文中宋" panose="02010600040101010101" pitchFamily="2" charset="-122"/>
              </a:defRPr>
            </a:lvl1pPr>
            <a:lvl2pPr marL="742950" indent="-285750">
              <a:lnSpc>
                <a:spcPct val="120000"/>
              </a:lnSpc>
              <a:buChar char="•"/>
              <a:defRPr kumimoji="1" sz="2000">
                <a:solidFill>
                  <a:srgbClr val="000099"/>
                </a:solidFill>
                <a:latin typeface="Times New Roman" panose="02020603050405020304" pitchFamily="18" charset="0"/>
                <a:ea typeface="华文中宋" panose="02010600040101010101" pitchFamily="2" charset="-122"/>
              </a:defRPr>
            </a:lvl2pPr>
            <a:lvl3pPr marL="1143000" indent="-228600">
              <a:lnSpc>
                <a:spcPct val="120000"/>
              </a:lnSpc>
              <a:buChar char="•"/>
              <a:defRPr kumimoji="1" sz="2000">
                <a:solidFill>
                  <a:srgbClr val="000099"/>
                </a:solidFill>
                <a:latin typeface="Times New Roman" panose="02020603050405020304" pitchFamily="18" charset="0"/>
                <a:ea typeface="华文中宋" panose="02010600040101010101" pitchFamily="2" charset="-122"/>
              </a:defRPr>
            </a:lvl3pPr>
            <a:lvl4pPr marL="1600200" indent="-228600">
              <a:lnSpc>
                <a:spcPct val="120000"/>
              </a:lnSpc>
              <a:buChar char="•"/>
              <a:defRPr kumimoji="1" sz="2000">
                <a:solidFill>
                  <a:srgbClr val="000099"/>
                </a:solidFill>
                <a:latin typeface="Times New Roman" panose="02020603050405020304" pitchFamily="18" charset="0"/>
                <a:ea typeface="华文中宋" panose="02010600040101010101" pitchFamily="2" charset="-122"/>
              </a:defRPr>
            </a:lvl4pPr>
            <a:lvl5pPr marL="2057400" indent="-228600">
              <a:lnSpc>
                <a:spcPct val="120000"/>
              </a:lnSpc>
              <a:buChar char="•"/>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lnSpc>
                <a:spcPct val="100000"/>
              </a:lnSpc>
              <a:buFontTx/>
              <a:buNone/>
            </a:pPr>
            <a:r>
              <a:rPr lang="en-US" altLang="zh-CN" sz="3000" dirty="0" smtClean="0">
                <a:solidFill>
                  <a:srgbClr val="CC3300"/>
                </a:solidFill>
                <a:latin typeface="黑体" panose="02010609060101010101" pitchFamily="49" charset="-122"/>
                <a:ea typeface="黑体" panose="02010609060101010101" pitchFamily="49" charset="-122"/>
              </a:rPr>
              <a:t>3.6-5 </a:t>
            </a:r>
            <a:r>
              <a:rPr lang="zh-CN" altLang="en-US" sz="3000" dirty="0" smtClean="0">
                <a:solidFill>
                  <a:srgbClr val="CC3300"/>
                </a:solidFill>
                <a:latin typeface="黑体" panose="02010609060101010101" pitchFamily="49" charset="-122"/>
                <a:ea typeface="黑体" panose="02010609060101010101" pitchFamily="49" charset="-122"/>
              </a:rPr>
              <a:t>滚动轴承的寿命计算</a:t>
            </a:r>
            <a:endParaRPr lang="en-US" altLang="zh-CN" sz="3000" dirty="0">
              <a:solidFill>
                <a:srgbClr val="CC3300"/>
              </a:solidFill>
              <a:latin typeface="黑体" panose="02010609060101010101" pitchFamily="49" charset="-122"/>
              <a:ea typeface="黑体" panose="02010609060101010101" pitchFamily="49" charset="-122"/>
            </a:endParaRPr>
          </a:p>
        </p:txBody>
      </p:sp>
      <p:sp>
        <p:nvSpPr>
          <p:cNvPr id="101381" name="Rectangle 5"/>
          <p:cNvSpPr>
            <a:spLocks noChangeArrowheads="1"/>
          </p:cNvSpPr>
          <p:nvPr/>
        </p:nvSpPr>
        <p:spPr bwMode="auto">
          <a:xfrm>
            <a:off x="761365" y="4304507"/>
            <a:ext cx="2926080" cy="460375"/>
          </a:xfrm>
          <a:prstGeom prst="rect">
            <a:avLst/>
          </a:prstGeom>
          <a:noFill/>
          <a:ln>
            <a:noFill/>
          </a:ln>
          <a:effectLst/>
          <a:extLst>
            <a:ext uri="{909E8E84-426E-40DD-AFC4-6F175D3DCCD1}">
              <a14:hiddenFill xmlns:a14="http://schemas.microsoft.com/office/drawing/2010/main">
                <a:gradFill rotWithShape="0">
                  <a:gsLst>
                    <a:gs pos="0">
                      <a:schemeClr val="accent1"/>
                    </a:gs>
                    <a:gs pos="100000">
                      <a:schemeClr val="accent1">
                        <a:gamma/>
                        <a:shade val="46275"/>
                        <a:invGamma/>
                      </a:schemeClr>
                    </a:gs>
                  </a:gsLst>
                  <a:path path="shape">
                    <a:fillToRect l="50000" t="50000" r="50000" b="50000"/>
                  </a:path>
                </a:gra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p>
            <a:pPr marL="0" marR="0" lvl="0" indent="0" algn="ctr" defTabSz="914400" rtl="0" eaLnBrk="0" fontAlgn="base" latinLnBrk="0" hangingPunct="0">
              <a:lnSpc>
                <a:spcPct val="100000"/>
              </a:lnSpc>
              <a:spcBef>
                <a:spcPct val="0"/>
              </a:spcBef>
              <a:spcAft>
                <a:spcPct val="0"/>
              </a:spcAft>
              <a:buClrTx/>
              <a:buSzTx/>
              <a:buFontTx/>
              <a:buNone/>
              <a:defRPr/>
            </a:pPr>
            <a:r>
              <a:rPr kumimoji="1" lang="zh-CN" altLang="en-US" sz="2400" b="0" i="0" u="none" strike="noStrike" kern="1200" cap="none" spc="0" normalizeH="0" baseline="0" noProof="0">
                <a:ln>
                  <a:noFill/>
                </a:ln>
                <a:solidFill>
                  <a:srgbClr val="000000"/>
                </a:solidFill>
                <a:effectLst>
                  <a:outerShdw blurRad="38100" dist="38100" dir="2700000" algn="tl">
                    <a:srgbClr val="FFFFFF"/>
                  </a:outerShdw>
                </a:effectLst>
                <a:uLnTx/>
                <a:uFillTx/>
                <a:latin typeface="黑体" panose="02010609060101010101" pitchFamily="49" charset="-122"/>
                <a:ea typeface="黑体" panose="02010609060101010101" pitchFamily="49" charset="-122"/>
                <a:cs typeface="黑体" panose="02010609060101010101" pitchFamily="49" charset="-122"/>
              </a:rPr>
              <a:t>轴承</a:t>
            </a:r>
            <a:r>
              <a:rPr kumimoji="1" lang="en-US" altLang="zh-CN" sz="2400" b="0" i="0" u="none" strike="noStrike" kern="1200" cap="none" spc="0" normalizeH="0" baseline="0" noProof="0">
                <a:ln>
                  <a:noFill/>
                </a:ln>
                <a:solidFill>
                  <a:srgbClr val="000000"/>
                </a:solidFill>
                <a:effectLst>
                  <a:outerShdw blurRad="38100" dist="38100" dir="2700000" algn="tl">
                    <a:srgbClr val="FFFFFF"/>
                  </a:outerShdw>
                </a:effectLst>
                <a:uLnTx/>
                <a:uFillTx/>
                <a:latin typeface="黑体" panose="02010609060101010101" pitchFamily="49" charset="-122"/>
                <a:ea typeface="黑体" panose="02010609060101010101" pitchFamily="49" charset="-122"/>
                <a:cs typeface="黑体" panose="02010609060101010101" pitchFamily="49" charset="-122"/>
              </a:rPr>
              <a:t>1</a:t>
            </a:r>
            <a:r>
              <a:rPr kumimoji="1" lang="zh-CN" altLang="en-US" sz="2400" b="0" i="0" u="none" strike="noStrike" kern="1200" cap="none" spc="0" normalizeH="0" baseline="0" noProof="0">
                <a:ln>
                  <a:noFill/>
                </a:ln>
                <a:solidFill>
                  <a:srgbClr val="000000"/>
                </a:solidFill>
                <a:effectLst>
                  <a:outerShdw blurRad="38100" dist="38100" dir="2700000" algn="tl">
                    <a:srgbClr val="FFFFFF"/>
                  </a:outerShdw>
                </a:effectLst>
                <a:uLnTx/>
                <a:uFillTx/>
                <a:latin typeface="黑体" panose="02010609060101010101" pitchFamily="49" charset="-122"/>
                <a:ea typeface="黑体" panose="02010609060101010101" pitchFamily="49" charset="-122"/>
                <a:cs typeface="黑体" panose="02010609060101010101" pitchFamily="49" charset="-122"/>
              </a:rPr>
              <a:t>的轴向载荷</a:t>
            </a:r>
            <a:r>
              <a:rPr kumimoji="1" lang="en-US" altLang="zh-CN" sz="2400" b="0" i="0" u="none" strike="noStrike" kern="1200" cap="none" spc="0" normalizeH="0" baseline="0" noProof="0">
                <a:ln>
                  <a:noFill/>
                </a:ln>
                <a:solidFill>
                  <a:srgbClr val="000000"/>
                </a:solidFill>
                <a:effectLst>
                  <a:outerShdw blurRad="38100" dist="38100" dir="2700000" algn="tl">
                    <a:srgbClr val="FFFFFF"/>
                  </a:outerShdw>
                </a:effectLst>
                <a:uLnTx/>
                <a:uFillTx/>
                <a:latin typeface="黑体" panose="02010609060101010101" pitchFamily="49" charset="-122"/>
                <a:ea typeface="黑体" panose="02010609060101010101" pitchFamily="49" charset="-122"/>
                <a:cs typeface="黑体" panose="02010609060101010101" pitchFamily="49" charset="-122"/>
              </a:rPr>
              <a:t>Fa1</a:t>
            </a:r>
            <a:endParaRPr kumimoji="1" lang="en-US" altLang="zh-CN" sz="2400" b="0" i="0" u="none" strike="noStrike" kern="1200" cap="none" spc="0" normalizeH="0" baseline="0" noProof="0">
              <a:ln>
                <a:noFill/>
              </a:ln>
              <a:solidFill>
                <a:srgbClr val="FF0000"/>
              </a:solidFill>
              <a:effectLst>
                <a:outerShdw blurRad="38100" dist="38100" dir="2700000" algn="tl">
                  <a:srgbClr val="000000"/>
                </a:outerShdw>
              </a:effectLst>
              <a:uLnTx/>
              <a:uFillTx/>
              <a:latin typeface="黑体" panose="02010609060101010101" pitchFamily="49" charset="-122"/>
              <a:ea typeface="黑体" panose="02010609060101010101" pitchFamily="49" charset="-122"/>
              <a:cs typeface="黑体" panose="02010609060101010101" pitchFamily="49" charset="-122"/>
            </a:endParaRPr>
          </a:p>
        </p:txBody>
      </p:sp>
      <p:sp>
        <p:nvSpPr>
          <p:cNvPr id="2" name="文本框 1"/>
          <p:cNvSpPr txBox="1"/>
          <p:nvPr/>
        </p:nvSpPr>
        <p:spPr>
          <a:xfrm>
            <a:off x="5370830" y="4257675"/>
            <a:ext cx="2926080" cy="460375"/>
          </a:xfrm>
          <a:prstGeom prst="rect">
            <a:avLst/>
          </a:prstGeom>
          <a:noFill/>
        </p:spPr>
        <p:txBody>
          <a:bodyPr wrap="none" rtlCol="0" anchor="t">
            <a:spAutoFit/>
          </a:bodyPr>
          <a:p>
            <a:pPr marL="0" marR="0" lvl="0" indent="0" algn="ctr" defTabSz="914400" rtl="0" eaLnBrk="0" fontAlgn="base" latinLnBrk="0" hangingPunct="0">
              <a:lnSpc>
                <a:spcPct val="100000"/>
              </a:lnSpc>
              <a:spcBef>
                <a:spcPct val="0"/>
              </a:spcBef>
              <a:spcAft>
                <a:spcPct val="0"/>
              </a:spcAft>
              <a:buClrTx/>
              <a:buSzTx/>
              <a:buFontTx/>
              <a:buNone/>
              <a:defRPr/>
            </a:pPr>
            <a:r>
              <a:rPr lang="zh-CN" altLang="en-US" sz="2400" noProof="0">
                <a:ln>
                  <a:noFill/>
                </a:ln>
                <a:solidFill>
                  <a:srgbClr val="000000"/>
                </a:solidFill>
                <a:effectLst>
                  <a:outerShdw blurRad="38100" dist="38100" dir="2700000" algn="tl">
                    <a:srgbClr val="FFFFFF"/>
                  </a:outerShdw>
                </a:effectLst>
                <a:uLnTx/>
                <a:uFillTx/>
                <a:latin typeface="黑体" panose="02010609060101010101" pitchFamily="49" charset="-122"/>
                <a:ea typeface="黑体" panose="02010609060101010101" pitchFamily="49" charset="-122"/>
                <a:cs typeface="黑体" panose="02010609060101010101" pitchFamily="49" charset="-122"/>
                <a:sym typeface="+mn-ea"/>
              </a:rPr>
              <a:t>轴承</a:t>
            </a:r>
            <a:r>
              <a:rPr lang="en-US" altLang="zh-CN" sz="2400" noProof="0">
                <a:ln>
                  <a:noFill/>
                </a:ln>
                <a:solidFill>
                  <a:srgbClr val="000000"/>
                </a:solidFill>
                <a:effectLst>
                  <a:outerShdw blurRad="38100" dist="38100" dir="2700000" algn="tl">
                    <a:srgbClr val="FFFFFF"/>
                  </a:outerShdw>
                </a:effectLst>
                <a:uLnTx/>
                <a:uFillTx/>
                <a:latin typeface="黑体" panose="02010609060101010101" pitchFamily="49" charset="-122"/>
                <a:ea typeface="黑体" panose="02010609060101010101" pitchFamily="49" charset="-122"/>
                <a:cs typeface="黑体" panose="02010609060101010101" pitchFamily="49" charset="-122"/>
                <a:sym typeface="+mn-ea"/>
              </a:rPr>
              <a:t>2</a:t>
            </a:r>
            <a:r>
              <a:rPr lang="zh-CN" altLang="en-US" sz="2400" noProof="0">
                <a:ln>
                  <a:noFill/>
                </a:ln>
                <a:solidFill>
                  <a:srgbClr val="000000"/>
                </a:solidFill>
                <a:effectLst>
                  <a:outerShdw blurRad="38100" dist="38100" dir="2700000" algn="tl">
                    <a:srgbClr val="FFFFFF"/>
                  </a:outerShdw>
                </a:effectLst>
                <a:uLnTx/>
                <a:uFillTx/>
                <a:latin typeface="黑体" panose="02010609060101010101" pitchFamily="49" charset="-122"/>
                <a:ea typeface="黑体" panose="02010609060101010101" pitchFamily="49" charset="-122"/>
                <a:cs typeface="黑体" panose="02010609060101010101" pitchFamily="49" charset="-122"/>
                <a:sym typeface="+mn-ea"/>
              </a:rPr>
              <a:t>的轴向载荷</a:t>
            </a:r>
            <a:r>
              <a:rPr lang="en-US" altLang="zh-CN" sz="2400" noProof="0">
                <a:ln>
                  <a:noFill/>
                </a:ln>
                <a:solidFill>
                  <a:srgbClr val="000000"/>
                </a:solidFill>
                <a:effectLst>
                  <a:outerShdw blurRad="38100" dist="38100" dir="2700000" algn="tl">
                    <a:srgbClr val="FFFFFF"/>
                  </a:outerShdw>
                </a:effectLst>
                <a:uLnTx/>
                <a:uFillTx/>
                <a:latin typeface="黑体" panose="02010609060101010101" pitchFamily="49" charset="-122"/>
                <a:ea typeface="黑体" panose="02010609060101010101" pitchFamily="49" charset="-122"/>
                <a:cs typeface="黑体" panose="02010609060101010101" pitchFamily="49" charset="-122"/>
                <a:sym typeface="+mn-ea"/>
              </a:rPr>
              <a:t>Fa2</a:t>
            </a:r>
            <a:endParaRPr lang="zh-CN" altLang="en-US" sz="2400">
              <a:latin typeface="黑体" panose="02010609060101010101" pitchFamily="49" charset="-122"/>
              <a:ea typeface="黑体" panose="02010609060101010101" pitchFamily="49" charset="-122"/>
              <a:cs typeface="黑体" panose="02010609060101010101" pitchFamily="49" charset="-122"/>
            </a:endParaRPr>
          </a:p>
        </p:txBody>
      </p:sp>
      <p:graphicFrame>
        <p:nvGraphicFramePr>
          <p:cNvPr id="101378" name="Object 2"/>
          <p:cNvGraphicFramePr>
            <a:graphicFrameLocks noChangeAspect="1"/>
          </p:cNvGraphicFramePr>
          <p:nvPr/>
        </p:nvGraphicFramePr>
        <p:xfrm>
          <a:off x="470853" y="4955540"/>
          <a:ext cx="3404870" cy="558165"/>
        </p:xfrm>
        <a:graphic>
          <a:graphicData uri="http://schemas.openxmlformats.org/presentationml/2006/ole">
            <mc:AlternateContent xmlns:mc="http://schemas.openxmlformats.org/markup-compatibility/2006">
              <mc:Choice xmlns:v="urn:schemas-microsoft-com:vml" Requires="v">
                <p:oleObj spid="_x0000_s3097" name="" r:id="rId4" imgW="1548765" imgH="254000" progId="Equation.3">
                  <p:embed/>
                </p:oleObj>
              </mc:Choice>
              <mc:Fallback>
                <p:oleObj name="" r:id="rId4" imgW="1548765" imgH="254000" progId="Equation.3">
                  <p:embed/>
                  <p:pic>
                    <p:nvPicPr>
                      <p:cNvPr id="0" name="图片 3096"/>
                      <p:cNvPicPr/>
                      <p:nvPr/>
                    </p:nvPicPr>
                    <p:blipFill>
                      <a:blip r:embed="rId5"/>
                      <a:stretch>
                        <a:fillRect/>
                      </a:stretch>
                    </p:blipFill>
                    <p:spPr>
                      <a:xfrm>
                        <a:off x="470853" y="4955540"/>
                        <a:ext cx="3404870" cy="558165"/>
                      </a:xfrm>
                      <a:prstGeom prst="rect">
                        <a:avLst/>
                      </a:prstGeom>
                      <a:noFill/>
                      <a:ln w="38100">
                        <a:noFill/>
                        <a:miter/>
                      </a:ln>
                    </p:spPr>
                  </p:pic>
                </p:oleObj>
              </mc:Fallback>
            </mc:AlternateContent>
          </a:graphicData>
        </a:graphic>
      </p:graphicFrame>
      <p:sp>
        <p:nvSpPr>
          <p:cNvPr id="101383" name="Rectangle 7"/>
          <p:cNvSpPr>
            <a:spLocks noChangeArrowheads="1"/>
          </p:cNvSpPr>
          <p:nvPr/>
        </p:nvSpPr>
        <p:spPr bwMode="auto">
          <a:xfrm>
            <a:off x="4799330" y="4793933"/>
            <a:ext cx="4090035" cy="768350"/>
          </a:xfrm>
          <a:prstGeom prst="rect">
            <a:avLst/>
          </a:prstGeom>
          <a:noFill/>
          <a:ln>
            <a:noFill/>
          </a:ln>
          <a:effectLst/>
          <a:extLst>
            <a:ext uri="{909E8E84-426E-40DD-AFC4-6F175D3DCCD1}">
              <a14:hiddenFill xmlns:a14="http://schemas.microsoft.com/office/drawing/2010/main">
                <a:gradFill rotWithShape="0">
                  <a:gsLst>
                    <a:gs pos="0">
                      <a:schemeClr val="accent1"/>
                    </a:gs>
                    <a:gs pos="100000">
                      <a:schemeClr val="accent1">
                        <a:gamma/>
                        <a:shade val="46275"/>
                        <a:invGamma/>
                      </a:schemeClr>
                    </a:gs>
                  </a:gsLst>
                  <a:path path="shape">
                    <a:fillToRect l="50000" t="50000" r="50000" b="50000"/>
                  </a:path>
                </a:gra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p>
            <a:pPr marL="0" marR="0" lvl="0" indent="0" algn="l" defTabSz="914400" rtl="0" eaLnBrk="0" fontAlgn="base" latinLnBrk="0" hangingPunct="0">
              <a:lnSpc>
                <a:spcPct val="100000"/>
              </a:lnSpc>
              <a:spcBef>
                <a:spcPct val="0"/>
              </a:spcBef>
              <a:spcAft>
                <a:spcPct val="0"/>
              </a:spcAft>
              <a:buClrTx/>
              <a:buSzTx/>
              <a:buFontTx/>
              <a:buNone/>
              <a:defRPr/>
            </a:pPr>
            <a:r>
              <a:rPr kumimoji="1" lang="en-US" altLang="zh-CN" sz="2400" b="0" i="0" u="none" strike="noStrike" kern="1200" cap="none" spc="0" normalizeH="0" baseline="0" noProof="0">
                <a:ln>
                  <a:noFill/>
                </a:ln>
                <a:solidFill>
                  <a:srgbClr val="000000"/>
                </a:solidFill>
                <a:effectLst/>
                <a:uLnTx/>
                <a:uFillTx/>
                <a:latin typeface="Times New Roman" panose="02020603050405020304" pitchFamily="18" charset="0"/>
                <a:ea typeface="华文中宋" panose="02010600040101010101" pitchFamily="2" charset="-122"/>
                <a:cs typeface="+mn-cs"/>
              </a:rPr>
              <a:t>    </a:t>
            </a:r>
            <a:r>
              <a:rPr kumimoji="1" lang="zh-CN" altLang="en-US" b="0" i="0" u="none" strike="noStrike" kern="1200" cap="none" spc="0" normalizeH="0" baseline="0" noProof="0">
                <a:ln>
                  <a:noFill/>
                </a:ln>
                <a:solidFill>
                  <a:srgbClr val="000000"/>
                </a:solidFill>
                <a:effectLst>
                  <a:outerShdw blurRad="38100" dist="38100" dir="2700000" algn="tl">
                    <a:srgbClr val="FFFFFF"/>
                  </a:outerShdw>
                </a:effectLst>
                <a:uLnTx/>
                <a:uFillTx/>
                <a:latin typeface="黑体" panose="02010609060101010101" pitchFamily="49" charset="-122"/>
                <a:ea typeface="黑体" panose="02010609060101010101" pitchFamily="49" charset="-122"/>
                <a:cs typeface="黑体" panose="02010609060101010101" pitchFamily="49" charset="-122"/>
              </a:rPr>
              <a:t>此时，轴承</a:t>
            </a:r>
            <a:r>
              <a:rPr kumimoji="1" lang="en-US" altLang="zh-CN" b="0" i="0" u="none" strike="noStrike" kern="1200" cap="none" spc="0" normalizeH="0" baseline="0" noProof="0">
                <a:ln>
                  <a:noFill/>
                </a:ln>
                <a:solidFill>
                  <a:srgbClr val="000000"/>
                </a:solidFill>
                <a:effectLst>
                  <a:outerShdw blurRad="38100" dist="38100" dir="2700000" algn="tl">
                    <a:srgbClr val="FFFFFF"/>
                  </a:outerShdw>
                </a:effectLst>
                <a:uLnTx/>
                <a:uFillTx/>
                <a:latin typeface="黑体" panose="02010609060101010101" pitchFamily="49" charset="-122"/>
                <a:ea typeface="黑体" panose="02010609060101010101" pitchFamily="49" charset="-122"/>
                <a:cs typeface="黑体" panose="02010609060101010101" pitchFamily="49" charset="-122"/>
              </a:rPr>
              <a:t>1</a:t>
            </a:r>
            <a:r>
              <a:rPr kumimoji="1" lang="zh-CN" altLang="en-US" b="0" i="0" u="none" strike="noStrike" kern="1200" cap="none" spc="0" normalizeH="0" baseline="0" noProof="0">
                <a:ln>
                  <a:noFill/>
                </a:ln>
                <a:solidFill>
                  <a:srgbClr val="000000"/>
                </a:solidFill>
                <a:effectLst>
                  <a:outerShdw blurRad="38100" dist="38100" dir="2700000" algn="tl">
                    <a:srgbClr val="FFFFFF"/>
                  </a:outerShdw>
                </a:effectLst>
                <a:uLnTx/>
                <a:uFillTx/>
                <a:latin typeface="黑体" panose="02010609060101010101" pitchFamily="49" charset="-122"/>
                <a:ea typeface="黑体" panose="02010609060101010101" pitchFamily="49" charset="-122"/>
                <a:cs typeface="黑体" panose="02010609060101010101" pitchFamily="49" charset="-122"/>
              </a:rPr>
              <a:t>除了</a:t>
            </a:r>
            <a:r>
              <a:rPr kumimoji="1" lang="en-US" altLang="zh-CN" b="0" i="0" u="none" strike="noStrike" kern="1200" cap="none" spc="0" normalizeH="0" baseline="0" noProof="0">
                <a:ln>
                  <a:noFill/>
                </a:ln>
                <a:solidFill>
                  <a:srgbClr val="000000"/>
                </a:solidFill>
                <a:effectLst>
                  <a:outerShdw blurRad="38100" dist="38100" dir="2700000" algn="tl">
                    <a:srgbClr val="FFFFFF"/>
                  </a:outerShdw>
                </a:effectLst>
                <a:uLnTx/>
                <a:uFillTx/>
                <a:latin typeface="黑体" panose="02010609060101010101" pitchFamily="49" charset="-122"/>
                <a:ea typeface="黑体" panose="02010609060101010101" pitchFamily="49" charset="-122"/>
                <a:cs typeface="黑体" panose="02010609060101010101" pitchFamily="49" charset="-122"/>
              </a:rPr>
              <a:t>F</a:t>
            </a:r>
            <a:r>
              <a:rPr kumimoji="1" lang="en-US" altLang="zh-CN" b="0" i="0" u="none" strike="noStrike" kern="1200" cap="none" spc="0" normalizeH="0" baseline="-25000" noProof="0">
                <a:ln>
                  <a:noFill/>
                </a:ln>
                <a:solidFill>
                  <a:srgbClr val="000000"/>
                </a:solidFill>
                <a:effectLst>
                  <a:outerShdw blurRad="38100" dist="38100" dir="2700000" algn="tl">
                    <a:srgbClr val="FFFFFF"/>
                  </a:outerShdw>
                </a:effectLst>
                <a:uLnTx/>
                <a:uFillTx/>
                <a:latin typeface="黑体" panose="02010609060101010101" pitchFamily="49" charset="-122"/>
                <a:ea typeface="黑体" panose="02010609060101010101" pitchFamily="49" charset="-122"/>
                <a:cs typeface="黑体" panose="02010609060101010101" pitchFamily="49" charset="-122"/>
              </a:rPr>
              <a:t>S2</a:t>
            </a:r>
            <a:r>
              <a:rPr kumimoji="1" lang="zh-CN" altLang="en-US" b="0" i="0" u="none" strike="noStrike" kern="1200" cap="none" spc="0" normalizeH="0" baseline="0" noProof="0">
                <a:ln>
                  <a:noFill/>
                </a:ln>
                <a:solidFill>
                  <a:srgbClr val="000000"/>
                </a:solidFill>
                <a:effectLst>
                  <a:outerShdw blurRad="38100" dist="38100" dir="2700000" algn="tl">
                    <a:srgbClr val="FFFFFF"/>
                  </a:outerShdw>
                </a:effectLst>
                <a:uLnTx/>
                <a:uFillTx/>
                <a:latin typeface="黑体" panose="02010609060101010101" pitchFamily="49" charset="-122"/>
                <a:ea typeface="黑体" panose="02010609060101010101" pitchFamily="49" charset="-122"/>
                <a:cs typeface="黑体" panose="02010609060101010101" pitchFamily="49" charset="-122"/>
              </a:rPr>
              <a:t>以外，不再产生新的轴向力</a:t>
            </a:r>
            <a:r>
              <a:rPr kumimoji="1" lang="zh-CN" altLang="en-US" b="0" i="0" u="none" strike="noStrike" kern="1200" cap="none" spc="0" normalizeH="0" baseline="0" noProof="0">
                <a:ln>
                  <a:noFill/>
                </a:ln>
                <a:solidFill>
                  <a:srgbClr val="000000"/>
                </a:solidFill>
                <a:effectLst/>
                <a:uLnTx/>
                <a:uFillTx/>
                <a:latin typeface="黑体" panose="02010609060101010101" pitchFamily="49" charset="-122"/>
                <a:ea typeface="黑体" panose="02010609060101010101" pitchFamily="49" charset="-122"/>
                <a:cs typeface="黑体" panose="02010609060101010101" pitchFamily="49" charset="-122"/>
              </a:rPr>
              <a:t>。</a:t>
            </a:r>
            <a:endParaRPr kumimoji="1" lang="zh-CN" altLang="en-US" b="0" i="0" u="none" strike="noStrike" kern="1200" cap="none" spc="0" normalizeH="0" baseline="0" noProof="0">
              <a:ln>
                <a:noFill/>
              </a:ln>
              <a:solidFill>
                <a:srgbClr val="000000"/>
              </a:solidFill>
              <a:effectLst/>
              <a:uLnTx/>
              <a:uFillTx/>
              <a:latin typeface="黑体" panose="02010609060101010101" pitchFamily="49" charset="-122"/>
              <a:ea typeface="黑体" panose="02010609060101010101" pitchFamily="49" charset="-122"/>
              <a:cs typeface="黑体" panose="02010609060101010101" pitchFamily="49" charset="-122"/>
            </a:endParaRPr>
          </a:p>
        </p:txBody>
      </p:sp>
      <p:graphicFrame>
        <p:nvGraphicFramePr>
          <p:cNvPr id="3" name="对象 2">
            <a:hlinkClick r:id="" action="ppaction://ole?verb="/>
          </p:cNvPr>
          <p:cNvGraphicFramePr>
            <a:graphicFrameLocks noChangeAspect="1"/>
          </p:cNvGraphicFramePr>
          <p:nvPr/>
        </p:nvGraphicFramePr>
        <p:xfrm>
          <a:off x="1122680" y="5665153"/>
          <a:ext cx="1680845" cy="475615"/>
        </p:xfrm>
        <a:graphic>
          <a:graphicData uri="http://schemas.openxmlformats.org/presentationml/2006/ole">
            <mc:AlternateContent xmlns:mc="http://schemas.openxmlformats.org/markup-compatibility/2006">
              <mc:Choice xmlns:v="urn:schemas-microsoft-com:vml" Requires="v">
                <p:oleObj spid="_x0000_s1025" name="" r:id="rId6" imgW="812800" imgH="228600" progId="Equation.KSEE3">
                  <p:embed/>
                </p:oleObj>
              </mc:Choice>
              <mc:Fallback>
                <p:oleObj name="" r:id="rId6" imgW="812800" imgH="228600" progId="Equation.KSEE3">
                  <p:embed/>
                  <p:pic>
                    <p:nvPicPr>
                      <p:cNvPr id="0" name="图片 1024"/>
                      <p:cNvPicPr/>
                      <p:nvPr/>
                    </p:nvPicPr>
                    <p:blipFill>
                      <a:blip r:embed="rId7"/>
                      <a:stretch>
                        <a:fillRect/>
                      </a:stretch>
                    </p:blipFill>
                    <p:spPr>
                      <a:xfrm>
                        <a:off x="1122680" y="5665153"/>
                        <a:ext cx="1680845" cy="475615"/>
                      </a:xfrm>
                      <a:prstGeom prst="rect">
                        <a:avLst/>
                      </a:prstGeom>
                      <a:ln w="19050">
                        <a:solidFill>
                          <a:srgbClr val="FF0000"/>
                        </a:solidFill>
                      </a:ln>
                    </p:spPr>
                  </p:pic>
                </p:oleObj>
              </mc:Fallback>
            </mc:AlternateContent>
          </a:graphicData>
        </a:graphic>
      </p:graphicFrame>
      <p:graphicFrame>
        <p:nvGraphicFramePr>
          <p:cNvPr id="4" name="对象 3">
            <a:hlinkClick r:id="" action="ppaction://ole?verb="/>
          </p:cNvPr>
          <p:cNvGraphicFramePr>
            <a:graphicFrameLocks noChangeAspect="1"/>
          </p:cNvGraphicFramePr>
          <p:nvPr/>
        </p:nvGraphicFramePr>
        <p:xfrm>
          <a:off x="6229033" y="5757228"/>
          <a:ext cx="1209040" cy="475615"/>
        </p:xfrm>
        <a:graphic>
          <a:graphicData uri="http://schemas.openxmlformats.org/presentationml/2006/ole">
            <mc:AlternateContent xmlns:mc="http://schemas.openxmlformats.org/markup-compatibility/2006">
              <mc:Choice xmlns:v="urn:schemas-microsoft-com:vml" Requires="v">
                <p:oleObj spid="_x0000_s5" name="" r:id="rId8" imgW="584200" imgH="228600" progId="Equation.KSEE3">
                  <p:embed/>
                </p:oleObj>
              </mc:Choice>
              <mc:Fallback>
                <p:oleObj name="" r:id="rId8" imgW="584200" imgH="228600" progId="Equation.KSEE3">
                  <p:embed/>
                  <p:pic>
                    <p:nvPicPr>
                      <p:cNvPr id="0" name="图片 1024"/>
                      <p:cNvPicPr/>
                      <p:nvPr/>
                    </p:nvPicPr>
                    <p:blipFill>
                      <a:blip r:embed="rId9"/>
                      <a:stretch>
                        <a:fillRect/>
                      </a:stretch>
                    </p:blipFill>
                    <p:spPr>
                      <a:xfrm>
                        <a:off x="6229033" y="5757228"/>
                        <a:ext cx="1209040" cy="475615"/>
                      </a:xfrm>
                      <a:prstGeom prst="rect">
                        <a:avLst/>
                      </a:prstGeom>
                      <a:ln w="19050">
                        <a:solidFill>
                          <a:srgbClr val="FF0000"/>
                        </a:solidFill>
                      </a:ln>
                    </p:spPr>
                  </p:pic>
                </p:oleObj>
              </mc:Fallback>
            </mc:AlternateContent>
          </a:graphicData>
        </a:graphic>
      </p:graphicFrame>
    </p:spTree>
  </p:cSld>
  <p:clrMapOvr>
    <a:masterClrMapping/>
  </p:clrMapOvr>
  <p:transition>
    <p:wipe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00354"/>
                                        </p:tgtEl>
                                        <p:attrNameLst>
                                          <p:attrName>style.visibility</p:attrName>
                                        </p:attrNameLst>
                                      </p:cBhvr>
                                      <p:to>
                                        <p:strVal val="visible"/>
                                      </p:to>
                                    </p:set>
                                    <p:animEffect transition="in" filter="wipe(left)">
                                      <p:cBhvr>
                                        <p:cTn id="7" dur="500"/>
                                        <p:tgtEl>
                                          <p:spTgt spid="10035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00357"/>
                                        </p:tgtEl>
                                        <p:attrNameLst>
                                          <p:attrName>style.visibility</p:attrName>
                                        </p:attrNameLst>
                                      </p:cBhvr>
                                      <p:to>
                                        <p:strVal val="visible"/>
                                      </p:to>
                                    </p:set>
                                    <p:animEffect transition="in" filter="wipe(left)">
                                      <p:cBhvr>
                                        <p:cTn id="12" dur="500"/>
                                        <p:tgtEl>
                                          <p:spTgt spid="100357"/>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00356"/>
                                        </p:tgtEl>
                                        <p:attrNameLst>
                                          <p:attrName>style.visibility</p:attrName>
                                        </p:attrNameLst>
                                      </p:cBhvr>
                                      <p:to>
                                        <p:strVal val="visible"/>
                                      </p:to>
                                    </p:set>
                                    <p:animEffect transition="in" filter="wipe(left)">
                                      <p:cBhvr>
                                        <p:cTn id="17" dur="500"/>
                                        <p:tgtEl>
                                          <p:spTgt spid="100356"/>
                                        </p:tgtEl>
                                      </p:cBhvr>
                                    </p:animEffect>
                                  </p:childTnLst>
                                </p:cTn>
                              </p:par>
                            </p:childTnLst>
                          </p:cTn>
                        </p:par>
                        <p:par>
                          <p:cTn id="18" fill="hold">
                            <p:stCondLst>
                              <p:cond delay="500"/>
                            </p:stCondLst>
                            <p:childTnLst>
                              <p:par>
                                <p:cTn id="19" presetID="1" presetClass="entr" presetSubtype="0" fill="hold" nodeType="afterEffect">
                                  <p:stCondLst>
                                    <p:cond delay="0"/>
                                  </p:stCondLst>
                                  <p:childTnLst>
                                    <p:set>
                                      <p:cBhvr>
                                        <p:cTn id="20" dur="1" fill="hold">
                                          <p:stCondLst>
                                            <p:cond delay="499"/>
                                          </p:stCondLst>
                                        </p:cTn>
                                        <p:tgtEl>
                                          <p:spTgt spid="29"/>
                                        </p:tgtEl>
                                        <p:attrNameLst>
                                          <p:attrName>style.visibility</p:attrName>
                                        </p:attrNameLst>
                                      </p:cBhvr>
                                      <p:to>
                                        <p:strVal val="visible"/>
                                      </p:to>
                                    </p:set>
                                  </p:childTnLst>
                                </p:cTn>
                              </p:par>
                            </p:childTnLst>
                          </p:cTn>
                        </p:par>
                        <p:par>
                          <p:cTn id="21" fill="hold">
                            <p:stCondLst>
                              <p:cond delay="1000"/>
                            </p:stCondLst>
                            <p:childTnLst>
                              <p:par>
                                <p:cTn id="22" presetID="1" presetClass="entr" presetSubtype="0" fill="hold" nodeType="afterEffect">
                                  <p:stCondLst>
                                    <p:cond delay="0"/>
                                  </p:stCondLst>
                                  <p:childTnLst>
                                    <p:set>
                                      <p:cBhvr>
                                        <p:cTn id="23" dur="1" fill="hold">
                                          <p:stCondLst>
                                            <p:cond delay="499"/>
                                          </p:stCondLst>
                                        </p:cTn>
                                        <p:tgtEl>
                                          <p:spTgt spid="28"/>
                                        </p:tgtEl>
                                        <p:attrNameLst>
                                          <p:attrName>style.visibility</p:attrName>
                                        </p:attrNameLst>
                                      </p:cBhvr>
                                      <p:to>
                                        <p:strVal val="visible"/>
                                      </p:to>
                                    </p:set>
                                  </p:childTnLst>
                                </p:cTn>
                              </p:par>
                            </p:childTnLst>
                          </p:cTn>
                        </p:par>
                        <p:par>
                          <p:cTn id="24" fill="hold">
                            <p:stCondLst>
                              <p:cond delay="1500"/>
                            </p:stCondLst>
                            <p:childTnLst>
                              <p:par>
                                <p:cTn id="25" presetID="2" presetClass="entr" presetSubtype="8" fill="hold" nodeType="afterEffect">
                                  <p:stCondLst>
                                    <p:cond delay="0"/>
                                  </p:stCondLst>
                                  <p:childTnLst>
                                    <p:set>
                                      <p:cBhvr>
                                        <p:cTn id="26" dur="1" fill="hold">
                                          <p:stCondLst>
                                            <p:cond delay="0"/>
                                          </p:stCondLst>
                                        </p:cTn>
                                        <p:tgtEl>
                                          <p:spTgt spid="30"/>
                                        </p:tgtEl>
                                        <p:attrNameLst>
                                          <p:attrName>style.visibility</p:attrName>
                                        </p:attrNameLst>
                                      </p:cBhvr>
                                      <p:to>
                                        <p:strVal val="visible"/>
                                      </p:to>
                                    </p:set>
                                    <p:anim calcmode="lin" valueType="num">
                                      <p:cBhvr additive="base">
                                        <p:cTn id="27" dur="500" fill="hold"/>
                                        <p:tgtEl>
                                          <p:spTgt spid="30"/>
                                        </p:tgtEl>
                                        <p:attrNameLst>
                                          <p:attrName>ppt_x</p:attrName>
                                        </p:attrNameLst>
                                      </p:cBhvr>
                                      <p:tavLst>
                                        <p:tav tm="0">
                                          <p:val>
                                            <p:strVal val="0-#ppt_w/2"/>
                                          </p:val>
                                        </p:tav>
                                        <p:tav tm="100000">
                                          <p:val>
                                            <p:strVal val="#ppt_x"/>
                                          </p:val>
                                        </p:tav>
                                      </p:tavLst>
                                    </p:anim>
                                    <p:anim calcmode="lin" valueType="num">
                                      <p:cBhvr additive="base">
                                        <p:cTn id="28" dur="500" fill="hold"/>
                                        <p:tgtEl>
                                          <p:spTgt spid="30"/>
                                        </p:tgtEl>
                                        <p:attrNameLst>
                                          <p:attrName>ppt_y</p:attrName>
                                        </p:attrNameLst>
                                      </p:cBhvr>
                                      <p:tavLst>
                                        <p:tav tm="0">
                                          <p:val>
                                            <p:strVal val="#ppt_y"/>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9" presetClass="entr" presetSubtype="0" fill="hold" grpId="0" nodeType="clickEffect">
                                  <p:stCondLst>
                                    <p:cond delay="0"/>
                                  </p:stCondLst>
                                  <p:childTnLst>
                                    <p:set>
                                      <p:cBhvr>
                                        <p:cTn id="32" dur="1" fill="hold">
                                          <p:stCondLst>
                                            <p:cond delay="0"/>
                                          </p:stCondLst>
                                        </p:cTn>
                                        <p:tgtEl>
                                          <p:spTgt spid="101381"/>
                                        </p:tgtEl>
                                        <p:attrNameLst>
                                          <p:attrName>style.visibility</p:attrName>
                                        </p:attrNameLst>
                                      </p:cBhvr>
                                      <p:to>
                                        <p:strVal val="visible"/>
                                      </p:to>
                                    </p:set>
                                    <p:animEffect transition="in" filter="dissolve">
                                      <p:cBhvr>
                                        <p:cTn id="33" dur="500"/>
                                        <p:tgtEl>
                                          <p:spTgt spid="101381"/>
                                        </p:tgtEl>
                                      </p:cBhvr>
                                    </p:animEffect>
                                  </p:childTnLst>
                                </p:cTn>
                              </p:par>
                            </p:childTnLst>
                          </p:cTn>
                        </p:par>
                      </p:childTnLst>
                    </p:cTn>
                  </p:par>
                  <p:par>
                    <p:cTn id="34" fill="hold">
                      <p:stCondLst>
                        <p:cond delay="indefinite"/>
                      </p:stCondLst>
                      <p:childTnLst>
                        <p:par>
                          <p:cTn id="35" fill="hold">
                            <p:stCondLst>
                              <p:cond delay="0"/>
                            </p:stCondLst>
                            <p:childTnLst>
                              <p:par>
                                <p:cTn id="36" presetID="14" presetClass="entr" presetSubtype="10" fill="hold" nodeType="clickEffect">
                                  <p:stCondLst>
                                    <p:cond delay="0"/>
                                  </p:stCondLst>
                                  <p:childTnLst>
                                    <p:set>
                                      <p:cBhvr>
                                        <p:cTn id="37" dur="1" fill="hold">
                                          <p:stCondLst>
                                            <p:cond delay="0"/>
                                          </p:stCondLst>
                                        </p:cTn>
                                        <p:tgtEl>
                                          <p:spTgt spid="101378"/>
                                        </p:tgtEl>
                                        <p:attrNameLst>
                                          <p:attrName>style.visibility</p:attrName>
                                        </p:attrNameLst>
                                      </p:cBhvr>
                                      <p:to>
                                        <p:strVal val="visible"/>
                                      </p:to>
                                    </p:set>
                                    <p:animEffect transition="in" filter="randombar(horizontal)">
                                      <p:cBhvr>
                                        <p:cTn id="38" dur="500"/>
                                        <p:tgtEl>
                                          <p:spTgt spid="101378"/>
                                        </p:tgtEl>
                                      </p:cBhvr>
                                    </p:animEffect>
                                  </p:childTnLst>
                                </p:cTn>
                              </p:par>
                            </p:childTnLst>
                          </p:cTn>
                        </p:par>
                      </p:childTnLst>
                    </p:cTn>
                  </p:par>
                  <p:par>
                    <p:cTn id="39" fill="hold">
                      <p:stCondLst>
                        <p:cond delay="indefinite"/>
                      </p:stCondLst>
                      <p:childTnLst>
                        <p:par>
                          <p:cTn id="40" fill="hold">
                            <p:stCondLst>
                              <p:cond delay="0"/>
                            </p:stCondLst>
                            <p:childTnLst>
                              <p:par>
                                <p:cTn id="41" presetID="22" presetClass="entr" presetSubtype="8" fill="hold" grpId="0" nodeType="clickEffect">
                                  <p:stCondLst>
                                    <p:cond delay="0"/>
                                  </p:stCondLst>
                                  <p:childTnLst>
                                    <p:set>
                                      <p:cBhvr>
                                        <p:cTn id="42" dur="1" fill="hold">
                                          <p:stCondLst>
                                            <p:cond delay="0"/>
                                          </p:stCondLst>
                                        </p:cTn>
                                        <p:tgtEl>
                                          <p:spTgt spid="2"/>
                                        </p:tgtEl>
                                        <p:attrNameLst>
                                          <p:attrName>style.visibility</p:attrName>
                                        </p:attrNameLst>
                                      </p:cBhvr>
                                      <p:to>
                                        <p:strVal val="visible"/>
                                      </p:to>
                                    </p:set>
                                    <p:animEffect transition="in" filter="wipe(left)">
                                      <p:cBhvr>
                                        <p:cTn id="43" dur="500"/>
                                        <p:tgtEl>
                                          <p:spTgt spid="2"/>
                                        </p:tgtEl>
                                      </p:cBhvr>
                                    </p:animEffect>
                                  </p:childTnLst>
                                </p:cTn>
                              </p:par>
                            </p:childTnLst>
                          </p:cTn>
                        </p:par>
                      </p:childTnLst>
                    </p:cTn>
                  </p:par>
                  <p:par>
                    <p:cTn id="44" fill="hold">
                      <p:stCondLst>
                        <p:cond delay="indefinite"/>
                      </p:stCondLst>
                      <p:childTnLst>
                        <p:par>
                          <p:cTn id="45" fill="hold">
                            <p:stCondLst>
                              <p:cond delay="0"/>
                            </p:stCondLst>
                            <p:childTnLst>
                              <p:par>
                                <p:cTn id="46" presetID="9" presetClass="entr" presetSubtype="0" fill="hold" grpId="0" nodeType="clickEffect">
                                  <p:stCondLst>
                                    <p:cond delay="0"/>
                                  </p:stCondLst>
                                  <p:childTnLst>
                                    <p:set>
                                      <p:cBhvr>
                                        <p:cTn id="47" dur="1" fill="hold">
                                          <p:stCondLst>
                                            <p:cond delay="0"/>
                                          </p:stCondLst>
                                        </p:cTn>
                                        <p:tgtEl>
                                          <p:spTgt spid="101383"/>
                                        </p:tgtEl>
                                        <p:attrNameLst>
                                          <p:attrName>style.visibility</p:attrName>
                                        </p:attrNameLst>
                                      </p:cBhvr>
                                      <p:to>
                                        <p:strVal val="visible"/>
                                      </p:to>
                                    </p:set>
                                    <p:animEffect transition="in" filter="dissolve">
                                      <p:cBhvr>
                                        <p:cTn id="48" dur="500"/>
                                        <p:tgtEl>
                                          <p:spTgt spid="101383"/>
                                        </p:tgtEl>
                                      </p:cBhvr>
                                    </p:animEffect>
                                  </p:childTnLst>
                                </p:cTn>
                              </p:par>
                            </p:childTnLst>
                          </p:cTn>
                        </p:par>
                      </p:childTnLst>
                    </p:cTn>
                  </p:par>
                  <p:par>
                    <p:cTn id="49" fill="hold">
                      <p:stCondLst>
                        <p:cond delay="indefinite"/>
                      </p:stCondLst>
                      <p:childTnLst>
                        <p:par>
                          <p:cTn id="50" fill="hold">
                            <p:stCondLst>
                              <p:cond delay="0"/>
                            </p:stCondLst>
                            <p:childTnLst>
                              <p:par>
                                <p:cTn id="51" presetID="22" presetClass="entr" presetSubtype="8" fill="hold" nodeType="clickEffect">
                                  <p:stCondLst>
                                    <p:cond delay="0"/>
                                  </p:stCondLst>
                                  <p:childTnLst>
                                    <p:set>
                                      <p:cBhvr>
                                        <p:cTn id="52" dur="1" fill="hold">
                                          <p:stCondLst>
                                            <p:cond delay="0"/>
                                          </p:stCondLst>
                                        </p:cTn>
                                        <p:tgtEl>
                                          <p:spTgt spid="3"/>
                                        </p:tgtEl>
                                        <p:attrNameLst>
                                          <p:attrName>style.visibility</p:attrName>
                                        </p:attrNameLst>
                                      </p:cBhvr>
                                      <p:to>
                                        <p:strVal val="visible"/>
                                      </p:to>
                                    </p:set>
                                    <p:animEffect transition="in" filter="wipe(left)">
                                      <p:cBhvr>
                                        <p:cTn id="53" dur="500"/>
                                        <p:tgtEl>
                                          <p:spTgt spid="3"/>
                                        </p:tgtEl>
                                      </p:cBhvr>
                                    </p:animEffect>
                                  </p:childTnLst>
                                </p:cTn>
                              </p:par>
                            </p:childTnLst>
                          </p:cTn>
                        </p:par>
                      </p:childTnLst>
                    </p:cTn>
                  </p:par>
                  <p:par>
                    <p:cTn id="54" fill="hold">
                      <p:stCondLst>
                        <p:cond delay="indefinite"/>
                      </p:stCondLst>
                      <p:childTnLst>
                        <p:par>
                          <p:cTn id="55" fill="hold">
                            <p:stCondLst>
                              <p:cond delay="0"/>
                            </p:stCondLst>
                            <p:childTnLst>
                              <p:par>
                                <p:cTn id="56" presetID="22" presetClass="entr" presetSubtype="8" fill="hold" nodeType="clickEffect">
                                  <p:stCondLst>
                                    <p:cond delay="0"/>
                                  </p:stCondLst>
                                  <p:childTnLst>
                                    <p:set>
                                      <p:cBhvr>
                                        <p:cTn id="57" dur="1" fill="hold">
                                          <p:stCondLst>
                                            <p:cond delay="0"/>
                                          </p:stCondLst>
                                        </p:cTn>
                                        <p:tgtEl>
                                          <p:spTgt spid="4"/>
                                        </p:tgtEl>
                                        <p:attrNameLst>
                                          <p:attrName>style.visibility</p:attrName>
                                        </p:attrNameLst>
                                      </p:cBhvr>
                                      <p:to>
                                        <p:strVal val="visible"/>
                                      </p:to>
                                    </p:set>
                                    <p:animEffect transition="in" filter="wipe(left)">
                                      <p:cBhvr>
                                        <p:cTn id="58"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0354" grpId="0" bldLvl="0" animBg="1"/>
      <p:bldP spid="100356" grpId="0"/>
      <p:bldP spid="100357" grpId="0"/>
      <p:bldP spid="101381" grpId="0" bldLvl="0" animBg="1"/>
      <p:bldP spid="101383" grpId="0" bldLvl="0" animBg="1"/>
      <p:bldP spid="2" grpId="0"/>
    </p:bld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0354" name="Rectangle 2"/>
          <p:cNvSpPr>
            <a:spLocks noChangeArrowheads="1"/>
          </p:cNvSpPr>
          <p:nvPr/>
        </p:nvSpPr>
        <p:spPr bwMode="auto">
          <a:xfrm>
            <a:off x="614680" y="3134995"/>
            <a:ext cx="8743315" cy="645160"/>
          </a:xfrm>
          <a:prstGeom prst="rect">
            <a:avLst/>
          </a:prstGeom>
          <a:noFill/>
          <a:ln>
            <a:noFill/>
          </a:ln>
          <a:effectLst/>
          <a:extLst>
            <a:ext uri="{909E8E84-426E-40DD-AFC4-6F175D3DCCD1}">
              <a14:hiddenFill xmlns:a14="http://schemas.microsoft.com/office/drawing/2010/main">
                <a:gradFill rotWithShape="0">
                  <a:gsLst>
                    <a:gs pos="0">
                      <a:schemeClr val="accent1"/>
                    </a:gs>
                    <a:gs pos="100000">
                      <a:schemeClr val="accent1">
                        <a:gamma/>
                        <a:shade val="46275"/>
                        <a:invGamma/>
                      </a:schemeClr>
                    </a:gs>
                  </a:gsLst>
                  <a:path path="shape">
                    <a:fillToRect l="50000" t="50000" r="50000" b="50000"/>
                  </a:path>
                </a:gra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lvl1pPr marL="457200" indent="-457200">
              <a:defRPr kumimoji="1" sz="2400">
                <a:solidFill>
                  <a:schemeClr val="tx1"/>
                </a:solidFill>
                <a:latin typeface="Times New Roman" panose="02020603050405020304" pitchFamily="18" charset="0"/>
                <a:ea typeface="宋体" panose="02010600030101010101" pitchFamily="2" charset="-122"/>
              </a:defRPr>
            </a:lvl1pPr>
            <a:lvl2pPr marL="914400" indent="-457200">
              <a:defRPr kumimoji="1" sz="2400">
                <a:solidFill>
                  <a:schemeClr val="tx1"/>
                </a:solidFill>
                <a:latin typeface="Times New Roman" panose="02020603050405020304" pitchFamily="18" charset="0"/>
                <a:ea typeface="宋体" panose="02010600030101010101" pitchFamily="2" charset="-122"/>
              </a:defRPr>
            </a:lvl2pPr>
            <a:lvl3pPr marL="1371600" indent="-457200">
              <a:defRPr kumimoji="1" sz="2400">
                <a:solidFill>
                  <a:schemeClr val="tx1"/>
                </a:solidFill>
                <a:latin typeface="Times New Roman" panose="02020603050405020304" pitchFamily="18" charset="0"/>
                <a:ea typeface="宋体" panose="02010600030101010101" pitchFamily="2" charset="-122"/>
              </a:defRPr>
            </a:lvl3pPr>
            <a:lvl4pPr marL="1828800" indent="-457200">
              <a:defRPr kumimoji="1" sz="2400">
                <a:solidFill>
                  <a:schemeClr val="tx1"/>
                </a:solidFill>
                <a:latin typeface="Times New Roman" panose="02020603050405020304" pitchFamily="18" charset="0"/>
                <a:ea typeface="宋体" panose="02010600030101010101" pitchFamily="2" charset="-122"/>
              </a:defRPr>
            </a:lvl4pPr>
            <a:lvl5pPr marL="2286000" indent="-457200">
              <a:defRPr kumimoji="1" sz="2400">
                <a:solidFill>
                  <a:schemeClr val="tx1"/>
                </a:solidFill>
                <a:latin typeface="Times New Roman" panose="02020603050405020304" pitchFamily="18" charset="0"/>
                <a:ea typeface="宋体" panose="02010600030101010101" pitchFamily="2" charset="-122"/>
              </a:defRPr>
            </a:lvl5pPr>
            <a:lvl6pPr marL="2743200" indent="-4572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indent="-4572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indent="-4572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indent="-4572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457200" marR="0" lvl="0" indent="-457200" algn="l" defTabSz="914400" rtl="0" eaLnBrk="0" latinLnBrk="0" hangingPunct="0">
              <a:lnSpc>
                <a:spcPct val="150000"/>
              </a:lnSpc>
              <a:spcBef>
                <a:spcPct val="0"/>
              </a:spcBef>
              <a:spcAft>
                <a:spcPct val="0"/>
              </a:spcAft>
              <a:buClrTx/>
              <a:buSzTx/>
              <a:buFontTx/>
              <a:buNone/>
              <a:defRPr/>
            </a:pPr>
            <a:r>
              <a:rPr kumimoji="1" lang="zh-CN" altLang="en-US" b="0" i="0" u="none" strike="noStrike" kern="1200" cap="none" spc="0" normalizeH="0" baseline="0" noProof="0" smtClean="0">
                <a:ln>
                  <a:noFill/>
                </a:ln>
                <a:solidFill>
                  <a:srgbClr val="CC0000"/>
                </a:solidFill>
                <a:effectLst/>
                <a:uLnTx/>
                <a:uFillTx/>
                <a:latin typeface="黑体" panose="02010609060101010101" pitchFamily="49" charset="-122"/>
                <a:ea typeface="黑体" panose="02010609060101010101" pitchFamily="49" charset="-122"/>
                <a:cs typeface="黑体" panose="02010609060101010101" pitchFamily="49" charset="-122"/>
              </a:rPr>
              <a:t>第三种情况</a:t>
            </a:r>
            <a:r>
              <a:rPr kumimoji="1" lang="zh-CN" altLang="en-US" b="0" i="0" u="none" strike="noStrike" kern="1200" cap="none" spc="0" normalizeH="0" baseline="0" noProof="0" smtClean="0">
                <a:ln>
                  <a:noFill/>
                </a:ln>
                <a:solidFill>
                  <a:srgbClr val="000000"/>
                </a:solidFill>
                <a:effectLst>
                  <a:outerShdw blurRad="38100" dist="38100" dir="2700000" algn="tl">
                    <a:srgbClr val="FFFFFF"/>
                  </a:outerShdw>
                </a:effectLst>
                <a:uLnTx/>
                <a:uFillTx/>
                <a:latin typeface="黑体" panose="02010609060101010101" pitchFamily="49" charset="-122"/>
                <a:ea typeface="黑体" panose="02010609060101010101" pitchFamily="49" charset="-122"/>
                <a:cs typeface="黑体" panose="02010609060101010101" pitchFamily="49" charset="-122"/>
              </a:rPr>
              <a:t>：</a:t>
            </a:r>
            <a:r>
              <a:rPr kumimoji="1" lang="en-US" altLang="zh-CN" b="0" i="0" u="none" strike="noStrike" kern="1200" cap="none" spc="0" normalizeH="0" baseline="0" noProof="0" smtClean="0">
                <a:ln>
                  <a:noFill/>
                </a:ln>
                <a:solidFill>
                  <a:srgbClr val="000000"/>
                </a:solidFill>
                <a:effectLst>
                  <a:outerShdw blurRad="38100" dist="38100" dir="2700000" algn="tl">
                    <a:srgbClr val="FFFFFF"/>
                  </a:outerShdw>
                </a:effectLst>
                <a:uLnTx/>
                <a:uFillTx/>
                <a:latin typeface="黑体" panose="02010609060101010101" pitchFamily="49" charset="-122"/>
                <a:ea typeface="黑体" panose="02010609060101010101" pitchFamily="49" charset="-122"/>
                <a:cs typeface="黑体" panose="02010609060101010101" pitchFamily="49" charset="-122"/>
              </a:rPr>
              <a:t>Fa+F</a:t>
            </a:r>
            <a:r>
              <a:rPr kumimoji="1" lang="en-US" altLang="zh-CN" b="0" i="0" u="none" strike="noStrike" kern="1200" cap="none" spc="0" normalizeH="0" baseline="-25000" noProof="0" smtClean="0">
                <a:ln>
                  <a:noFill/>
                </a:ln>
                <a:solidFill>
                  <a:srgbClr val="000000"/>
                </a:solidFill>
                <a:effectLst>
                  <a:outerShdw blurRad="38100" dist="38100" dir="2700000" algn="tl">
                    <a:srgbClr val="FFFFFF"/>
                  </a:outerShdw>
                </a:effectLst>
                <a:uLnTx/>
                <a:uFillTx/>
                <a:latin typeface="黑体" panose="02010609060101010101" pitchFamily="49" charset="-122"/>
                <a:ea typeface="黑体" panose="02010609060101010101" pitchFamily="49" charset="-122"/>
                <a:cs typeface="黑体" panose="02010609060101010101" pitchFamily="49" charset="-122"/>
              </a:rPr>
              <a:t>S1 </a:t>
            </a:r>
            <a:r>
              <a:rPr kumimoji="1" lang="en-US" altLang="zh-CN" b="0" i="0" u="none" strike="noStrike" kern="1200" cap="none" spc="0" normalizeH="0" baseline="0" noProof="0" smtClean="0">
                <a:ln>
                  <a:noFill/>
                </a:ln>
                <a:solidFill>
                  <a:srgbClr val="000000"/>
                </a:solidFill>
                <a:effectLst>
                  <a:outerShdw blurRad="38100" dist="38100" dir="2700000" algn="tl">
                    <a:srgbClr val="FFFFFF"/>
                  </a:outerShdw>
                </a:effectLst>
                <a:uLnTx/>
                <a:uFillTx/>
                <a:latin typeface="黑体" panose="02010609060101010101" pitchFamily="49" charset="-122"/>
                <a:ea typeface="黑体" panose="02010609060101010101" pitchFamily="49" charset="-122"/>
                <a:cs typeface="黑体" panose="02010609060101010101" pitchFamily="49" charset="-122"/>
              </a:rPr>
              <a:t>= F</a:t>
            </a:r>
            <a:r>
              <a:rPr kumimoji="1" lang="en-US" altLang="zh-CN" b="0" i="0" u="none" strike="noStrike" kern="1200" cap="none" spc="0" normalizeH="0" baseline="-25000" noProof="0" smtClean="0">
                <a:ln>
                  <a:noFill/>
                </a:ln>
                <a:solidFill>
                  <a:srgbClr val="000000"/>
                </a:solidFill>
                <a:effectLst>
                  <a:outerShdw blurRad="38100" dist="38100" dir="2700000" algn="tl">
                    <a:srgbClr val="FFFFFF"/>
                  </a:outerShdw>
                </a:effectLst>
                <a:uLnTx/>
                <a:uFillTx/>
                <a:latin typeface="黑体" panose="02010609060101010101" pitchFamily="49" charset="-122"/>
                <a:ea typeface="黑体" panose="02010609060101010101" pitchFamily="49" charset="-122"/>
                <a:cs typeface="黑体" panose="02010609060101010101" pitchFamily="49" charset="-122"/>
              </a:rPr>
              <a:t>S2</a:t>
            </a:r>
            <a:r>
              <a:rPr kumimoji="1" lang="zh-CN" altLang="en-US" b="0" i="0" u="none" strike="noStrike" kern="1200" cap="none" spc="0" normalizeH="0" baseline="0" noProof="0" smtClean="0">
                <a:ln>
                  <a:noFill/>
                </a:ln>
                <a:solidFill>
                  <a:srgbClr val="000000"/>
                </a:solidFill>
                <a:effectLst>
                  <a:outerShdw blurRad="38100" dist="38100" dir="2700000" algn="tl">
                    <a:srgbClr val="FFFFFF"/>
                  </a:outerShdw>
                </a:effectLst>
                <a:uLnTx/>
                <a:uFillTx/>
                <a:latin typeface="黑体" panose="02010609060101010101" pitchFamily="49" charset="-122"/>
                <a:ea typeface="黑体" panose="02010609060101010101" pitchFamily="49" charset="-122"/>
                <a:cs typeface="黑体" panose="02010609060101010101" pitchFamily="49" charset="-122"/>
              </a:rPr>
              <a:t>，</a:t>
            </a:r>
            <a:endParaRPr kumimoji="1" lang="zh-CN" altLang="en-US" b="0" i="0" u="none" strike="noStrike" kern="1200" cap="none" spc="0" normalizeH="0" baseline="0" noProof="0" smtClean="0">
              <a:ln>
                <a:noFill/>
              </a:ln>
              <a:solidFill>
                <a:srgbClr val="000000"/>
              </a:solidFill>
              <a:effectLst>
                <a:outerShdw blurRad="38100" dist="38100" dir="2700000" algn="tl">
                  <a:srgbClr val="FFFFFF"/>
                </a:outerShdw>
              </a:effectLst>
              <a:uLnTx/>
              <a:uFillTx/>
              <a:latin typeface="黑体" panose="02010609060101010101" pitchFamily="49" charset="-122"/>
              <a:ea typeface="黑体" panose="02010609060101010101" pitchFamily="49" charset="-122"/>
              <a:cs typeface="黑体" panose="02010609060101010101" pitchFamily="49" charset="-122"/>
            </a:endParaRPr>
          </a:p>
        </p:txBody>
      </p:sp>
      <p:grpSp>
        <p:nvGrpSpPr>
          <p:cNvPr id="100360" name="Group 8"/>
          <p:cNvGrpSpPr/>
          <p:nvPr/>
        </p:nvGrpSpPr>
        <p:grpSpPr>
          <a:xfrm>
            <a:off x="2589213" y="1854200"/>
            <a:ext cx="4408487" cy="500063"/>
            <a:chOff x="3054" y="1519"/>
            <a:chExt cx="2064" cy="227"/>
          </a:xfrm>
        </p:grpSpPr>
        <p:sp>
          <p:nvSpPr>
            <p:cNvPr id="58393" name="Line 9"/>
            <p:cNvSpPr/>
            <p:nvPr/>
          </p:nvSpPr>
          <p:spPr>
            <a:xfrm>
              <a:off x="3054" y="1636"/>
              <a:ext cx="2064" cy="0"/>
            </a:xfrm>
            <a:prstGeom prst="line">
              <a:avLst/>
            </a:prstGeom>
            <a:ln w="57150" cap="flat" cmpd="sng">
              <a:solidFill>
                <a:srgbClr val="000000"/>
              </a:solidFill>
              <a:prstDash val="solid"/>
              <a:headEnd type="none" w="med" len="med"/>
              <a:tailEnd type="none" w="med" len="med"/>
            </a:ln>
          </p:spPr>
        </p:sp>
        <p:sp>
          <p:nvSpPr>
            <p:cNvPr id="100362" name="Rectangle 10"/>
            <p:cNvSpPr>
              <a:spLocks noChangeArrowheads="1"/>
            </p:cNvSpPr>
            <p:nvPr/>
          </p:nvSpPr>
          <p:spPr bwMode="auto">
            <a:xfrm rot="620913">
              <a:off x="3088" y="1687"/>
              <a:ext cx="163" cy="47"/>
            </a:xfrm>
            <a:prstGeom prst="rect">
              <a:avLst/>
            </a:prstGeom>
            <a:gradFill rotWithShape="0">
              <a:gsLst>
                <a:gs pos="0">
                  <a:schemeClr val="accent1"/>
                </a:gs>
                <a:gs pos="100000">
                  <a:schemeClr val="accent1">
                    <a:gamma/>
                    <a:shade val="46275"/>
                    <a:invGamma/>
                  </a:schemeClr>
                </a:gs>
              </a:gsLst>
              <a:path path="shape">
                <a:fillToRect l="50000" t="50000" r="50000" b="50000"/>
              </a:path>
            </a:gradFill>
            <a:ln w="28575">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en-US" sz="2000" b="0" i="0" u="none" strike="noStrike" kern="1200" cap="none" spc="0" normalizeH="0" baseline="0" noProof="0">
                <a:ln>
                  <a:noFill/>
                </a:ln>
                <a:solidFill>
                  <a:srgbClr val="000099"/>
                </a:solidFill>
                <a:effectLst/>
                <a:uLnTx/>
                <a:uFillTx/>
                <a:latin typeface="Times New Roman" panose="02020603050405020304" pitchFamily="18" charset="0"/>
                <a:ea typeface="华文中宋" panose="02010600040101010101" pitchFamily="2" charset="-122"/>
                <a:cs typeface="+mn-cs"/>
              </a:endParaRPr>
            </a:p>
          </p:txBody>
        </p:sp>
        <p:sp>
          <p:nvSpPr>
            <p:cNvPr id="100363" name="Rectangle 11"/>
            <p:cNvSpPr>
              <a:spLocks noChangeArrowheads="1"/>
            </p:cNvSpPr>
            <p:nvPr/>
          </p:nvSpPr>
          <p:spPr bwMode="auto">
            <a:xfrm rot="-952181">
              <a:off x="3094" y="1519"/>
              <a:ext cx="163" cy="47"/>
            </a:xfrm>
            <a:prstGeom prst="rect">
              <a:avLst/>
            </a:prstGeom>
            <a:gradFill rotWithShape="0">
              <a:gsLst>
                <a:gs pos="0">
                  <a:schemeClr val="accent1"/>
                </a:gs>
                <a:gs pos="100000">
                  <a:schemeClr val="accent1">
                    <a:gamma/>
                    <a:shade val="46275"/>
                    <a:invGamma/>
                  </a:schemeClr>
                </a:gs>
              </a:gsLst>
              <a:path path="shape">
                <a:fillToRect l="50000" t="50000" r="50000" b="50000"/>
              </a:path>
            </a:gradFill>
            <a:ln w="28575">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en-US" sz="2000" b="0" i="0" u="none" strike="noStrike" kern="1200" cap="none" spc="0" normalizeH="0" baseline="0" noProof="0">
                <a:ln>
                  <a:noFill/>
                </a:ln>
                <a:solidFill>
                  <a:srgbClr val="000099"/>
                </a:solidFill>
                <a:effectLst/>
                <a:uLnTx/>
                <a:uFillTx/>
                <a:latin typeface="Times New Roman" panose="02020603050405020304" pitchFamily="18" charset="0"/>
                <a:ea typeface="华文中宋" panose="02010600040101010101" pitchFamily="2" charset="-122"/>
                <a:cs typeface="+mn-cs"/>
              </a:endParaRPr>
            </a:p>
          </p:txBody>
        </p:sp>
        <p:sp>
          <p:nvSpPr>
            <p:cNvPr id="100364" name="Rectangle 12"/>
            <p:cNvSpPr>
              <a:spLocks noChangeArrowheads="1"/>
            </p:cNvSpPr>
            <p:nvPr/>
          </p:nvSpPr>
          <p:spPr bwMode="auto">
            <a:xfrm rot="620913">
              <a:off x="4888" y="1525"/>
              <a:ext cx="163" cy="48"/>
            </a:xfrm>
            <a:prstGeom prst="rect">
              <a:avLst/>
            </a:prstGeom>
            <a:gradFill rotWithShape="0">
              <a:gsLst>
                <a:gs pos="0">
                  <a:schemeClr val="accent1"/>
                </a:gs>
                <a:gs pos="100000">
                  <a:schemeClr val="accent1">
                    <a:gamma/>
                    <a:shade val="46275"/>
                    <a:invGamma/>
                  </a:schemeClr>
                </a:gs>
              </a:gsLst>
              <a:path path="shape">
                <a:fillToRect l="50000" t="50000" r="50000" b="50000"/>
              </a:path>
            </a:gradFill>
            <a:ln w="28575">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en-US" sz="2000" b="0" i="0" u="none" strike="noStrike" kern="1200" cap="none" spc="0" normalizeH="0" baseline="0" noProof="0">
                <a:ln>
                  <a:noFill/>
                </a:ln>
                <a:solidFill>
                  <a:srgbClr val="000099"/>
                </a:solidFill>
                <a:effectLst/>
                <a:uLnTx/>
                <a:uFillTx/>
                <a:latin typeface="Times New Roman" panose="02020603050405020304" pitchFamily="18" charset="0"/>
                <a:ea typeface="华文中宋" panose="02010600040101010101" pitchFamily="2" charset="-122"/>
                <a:cs typeface="+mn-cs"/>
              </a:endParaRPr>
            </a:p>
          </p:txBody>
        </p:sp>
        <p:sp>
          <p:nvSpPr>
            <p:cNvPr id="100365" name="Rectangle 13"/>
            <p:cNvSpPr>
              <a:spLocks noChangeArrowheads="1"/>
            </p:cNvSpPr>
            <p:nvPr/>
          </p:nvSpPr>
          <p:spPr bwMode="auto">
            <a:xfrm rot="-952181">
              <a:off x="3100" y="1525"/>
              <a:ext cx="163" cy="48"/>
            </a:xfrm>
            <a:prstGeom prst="rect">
              <a:avLst/>
            </a:prstGeom>
            <a:gradFill rotWithShape="0">
              <a:gsLst>
                <a:gs pos="0">
                  <a:schemeClr val="accent1"/>
                </a:gs>
                <a:gs pos="100000">
                  <a:schemeClr val="accent1">
                    <a:gamma/>
                    <a:shade val="46275"/>
                    <a:invGamma/>
                  </a:schemeClr>
                </a:gs>
              </a:gsLst>
              <a:path path="shape">
                <a:fillToRect l="50000" t="50000" r="50000" b="50000"/>
              </a:path>
            </a:gradFill>
            <a:ln w="28575">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en-US" sz="2000" b="0" i="0" u="none" strike="noStrike" kern="1200" cap="none" spc="0" normalizeH="0" baseline="0" noProof="0">
                <a:ln>
                  <a:noFill/>
                </a:ln>
                <a:solidFill>
                  <a:srgbClr val="000099"/>
                </a:solidFill>
                <a:effectLst/>
                <a:uLnTx/>
                <a:uFillTx/>
                <a:latin typeface="Times New Roman" panose="02020603050405020304" pitchFamily="18" charset="0"/>
                <a:ea typeface="华文中宋" panose="02010600040101010101" pitchFamily="2" charset="-122"/>
                <a:cs typeface="+mn-cs"/>
              </a:endParaRPr>
            </a:p>
          </p:txBody>
        </p:sp>
        <p:sp>
          <p:nvSpPr>
            <p:cNvPr id="100366" name="Rectangle 14"/>
            <p:cNvSpPr>
              <a:spLocks noChangeArrowheads="1"/>
            </p:cNvSpPr>
            <p:nvPr/>
          </p:nvSpPr>
          <p:spPr bwMode="auto">
            <a:xfrm rot="-952181">
              <a:off x="4888" y="1699"/>
              <a:ext cx="163" cy="47"/>
            </a:xfrm>
            <a:prstGeom prst="rect">
              <a:avLst/>
            </a:prstGeom>
            <a:gradFill rotWithShape="0">
              <a:gsLst>
                <a:gs pos="0">
                  <a:schemeClr val="accent1"/>
                </a:gs>
                <a:gs pos="100000">
                  <a:schemeClr val="accent1">
                    <a:gamma/>
                    <a:shade val="46275"/>
                    <a:invGamma/>
                  </a:schemeClr>
                </a:gs>
              </a:gsLst>
              <a:path path="shape">
                <a:fillToRect l="50000" t="50000" r="50000" b="50000"/>
              </a:path>
            </a:gradFill>
            <a:ln w="28575">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en-US" sz="2000" b="0" i="0" u="none" strike="noStrike" kern="1200" cap="none" spc="0" normalizeH="0" baseline="0" noProof="0">
                <a:ln>
                  <a:noFill/>
                </a:ln>
                <a:solidFill>
                  <a:srgbClr val="000099"/>
                </a:solidFill>
                <a:effectLst/>
                <a:uLnTx/>
                <a:uFillTx/>
                <a:latin typeface="Times New Roman" panose="02020603050405020304" pitchFamily="18" charset="0"/>
                <a:ea typeface="华文中宋" panose="02010600040101010101" pitchFamily="2" charset="-122"/>
                <a:cs typeface="+mn-cs"/>
              </a:endParaRPr>
            </a:p>
          </p:txBody>
        </p:sp>
      </p:grpSp>
      <p:sp>
        <p:nvSpPr>
          <p:cNvPr id="100367" name="AutoShape 15"/>
          <p:cNvSpPr/>
          <p:nvPr/>
        </p:nvSpPr>
        <p:spPr>
          <a:xfrm>
            <a:off x="2744788" y="2244725"/>
            <a:ext cx="101600" cy="542925"/>
          </a:xfrm>
          <a:prstGeom prst="upArrow">
            <a:avLst>
              <a:gd name="adj1" fmla="val 50000"/>
              <a:gd name="adj2" fmla="val 133593"/>
            </a:avLst>
          </a:prstGeom>
          <a:solidFill>
            <a:srgbClr val="FF0000"/>
          </a:solidFill>
          <a:ln w="9525" cap="flat" cmpd="sng">
            <a:solidFill>
              <a:srgbClr val="FF0000"/>
            </a:solidFill>
            <a:prstDash val="solid"/>
            <a:miter/>
            <a:headEnd type="none" w="med" len="med"/>
            <a:tailEnd type="none" w="med" len="med"/>
          </a:ln>
        </p:spPr>
        <p:txBody>
          <a:bodyPr wrap="none" anchor="ctr" anchorCtr="0"/>
          <a:p>
            <a:endParaRPr lang="zh-CN" altLang="en-US" dirty="0">
              <a:latin typeface="Times New Roman" panose="02020603050405020304" pitchFamily="18" charset="0"/>
            </a:endParaRPr>
          </a:p>
        </p:txBody>
      </p:sp>
      <p:sp>
        <p:nvSpPr>
          <p:cNvPr id="100368" name="AutoShape 16"/>
          <p:cNvSpPr/>
          <p:nvPr/>
        </p:nvSpPr>
        <p:spPr>
          <a:xfrm>
            <a:off x="6654800" y="2284413"/>
            <a:ext cx="100013" cy="542925"/>
          </a:xfrm>
          <a:prstGeom prst="upArrow">
            <a:avLst>
              <a:gd name="adj1" fmla="val 50000"/>
              <a:gd name="adj2" fmla="val 135713"/>
            </a:avLst>
          </a:prstGeom>
          <a:solidFill>
            <a:srgbClr val="FF0000"/>
          </a:solidFill>
          <a:ln w="9525" cap="flat" cmpd="sng">
            <a:solidFill>
              <a:srgbClr val="FF0000"/>
            </a:solidFill>
            <a:prstDash val="solid"/>
            <a:miter/>
            <a:headEnd type="none" w="med" len="med"/>
            <a:tailEnd type="none" w="med" len="med"/>
          </a:ln>
        </p:spPr>
        <p:txBody>
          <a:bodyPr wrap="none" anchor="ctr" anchorCtr="0"/>
          <a:p>
            <a:endParaRPr lang="zh-CN" altLang="en-US" dirty="0">
              <a:latin typeface="Times New Roman" panose="02020603050405020304" pitchFamily="18" charset="0"/>
            </a:endParaRPr>
          </a:p>
        </p:txBody>
      </p:sp>
      <p:sp>
        <p:nvSpPr>
          <p:cNvPr id="100369" name="AutoShape 17"/>
          <p:cNvSpPr/>
          <p:nvPr/>
        </p:nvSpPr>
        <p:spPr>
          <a:xfrm rot="10800000">
            <a:off x="4344988" y="1939925"/>
            <a:ext cx="641350" cy="104775"/>
          </a:xfrm>
          <a:prstGeom prst="leftArrow">
            <a:avLst>
              <a:gd name="adj1" fmla="val 50000"/>
              <a:gd name="adj2" fmla="val 153030"/>
            </a:avLst>
          </a:prstGeom>
          <a:solidFill>
            <a:srgbClr val="FF0000"/>
          </a:solidFill>
          <a:ln w="9525" cap="flat" cmpd="sng">
            <a:solidFill>
              <a:srgbClr val="FF0000"/>
            </a:solidFill>
            <a:prstDash val="solid"/>
            <a:miter/>
            <a:headEnd type="none" w="med" len="med"/>
            <a:tailEnd type="none" w="med" len="med"/>
          </a:ln>
        </p:spPr>
        <p:txBody>
          <a:bodyPr wrap="none" anchor="ctr" anchorCtr="0"/>
          <a:p>
            <a:pPr algn="ctr"/>
            <a:endParaRPr lang="zh-CN" altLang="zh-CN" sz="4800" dirty="0">
              <a:solidFill>
                <a:srgbClr val="FF0000"/>
              </a:solidFill>
              <a:latin typeface="Times New Roman" panose="02020603050405020304" pitchFamily="18" charset="0"/>
              <a:ea typeface="黑体" panose="02010609060101010101" pitchFamily="49" charset="-122"/>
            </a:endParaRPr>
          </a:p>
        </p:txBody>
      </p:sp>
      <p:sp>
        <p:nvSpPr>
          <p:cNvPr id="100370" name="AutoShape 18"/>
          <p:cNvSpPr/>
          <p:nvPr/>
        </p:nvSpPr>
        <p:spPr>
          <a:xfrm>
            <a:off x="3000375" y="1970088"/>
            <a:ext cx="563563" cy="103187"/>
          </a:xfrm>
          <a:prstGeom prst="rightArrow">
            <a:avLst>
              <a:gd name="adj1" fmla="val 50000"/>
              <a:gd name="adj2" fmla="val 136539"/>
            </a:avLst>
          </a:prstGeom>
          <a:solidFill>
            <a:srgbClr val="FF6600"/>
          </a:solidFill>
          <a:ln w="9525">
            <a:noFill/>
          </a:ln>
        </p:spPr>
        <p:txBody>
          <a:bodyPr wrap="none" anchor="ctr" anchorCtr="0"/>
          <a:p>
            <a:endParaRPr lang="zh-CN" altLang="en-US" dirty="0">
              <a:latin typeface="Times New Roman" panose="02020603050405020304" pitchFamily="18" charset="0"/>
            </a:endParaRPr>
          </a:p>
        </p:txBody>
      </p:sp>
      <p:sp>
        <p:nvSpPr>
          <p:cNvPr id="100371" name="AutoShape 19"/>
          <p:cNvSpPr/>
          <p:nvPr/>
        </p:nvSpPr>
        <p:spPr>
          <a:xfrm>
            <a:off x="5946775" y="1970088"/>
            <a:ext cx="525463" cy="103187"/>
          </a:xfrm>
          <a:prstGeom prst="leftArrow">
            <a:avLst>
              <a:gd name="adj1" fmla="val 50000"/>
              <a:gd name="adj2" fmla="val 127308"/>
            </a:avLst>
          </a:prstGeom>
          <a:solidFill>
            <a:srgbClr val="FF6600"/>
          </a:solidFill>
          <a:ln w="9525">
            <a:noFill/>
          </a:ln>
        </p:spPr>
        <p:txBody>
          <a:bodyPr wrap="none" anchor="ctr" anchorCtr="0"/>
          <a:p>
            <a:endParaRPr lang="zh-CN" altLang="en-US" dirty="0">
              <a:latin typeface="Times New Roman" panose="02020603050405020304" pitchFamily="18" charset="0"/>
            </a:endParaRPr>
          </a:p>
        </p:txBody>
      </p:sp>
      <p:sp>
        <p:nvSpPr>
          <p:cNvPr id="100372" name="Rectangle 20"/>
          <p:cNvSpPr/>
          <p:nvPr/>
        </p:nvSpPr>
        <p:spPr>
          <a:xfrm>
            <a:off x="5920264" y="1191895"/>
            <a:ext cx="561975" cy="534035"/>
          </a:xfrm>
          <a:prstGeom prst="rect">
            <a:avLst/>
          </a:prstGeom>
          <a:noFill/>
          <a:ln w="9525">
            <a:noFill/>
          </a:ln>
        </p:spPr>
        <p:txBody>
          <a:bodyPr wrap="none" anchor="ctr" anchorCtr="0">
            <a:spAutoFit/>
          </a:bodyPr>
          <a:p>
            <a:pPr indent="0" algn="ctr">
              <a:buNone/>
            </a:pPr>
            <a:r>
              <a:rPr lang="en-US" altLang="zh-CN" sz="2400" dirty="0">
                <a:solidFill>
                  <a:srgbClr val="FF6600"/>
                </a:solidFill>
                <a:latin typeface="Times New Roman" panose="02020603050405020304" pitchFamily="18" charset="0"/>
                <a:ea typeface="黑体" panose="02010609060101010101" pitchFamily="49" charset="-122"/>
              </a:rPr>
              <a:t>F</a:t>
            </a:r>
            <a:r>
              <a:rPr lang="en-US" altLang="zh-CN" sz="2400" baseline="-25000" dirty="0">
                <a:solidFill>
                  <a:srgbClr val="FF6600"/>
                </a:solidFill>
                <a:latin typeface="Times New Roman" panose="02020603050405020304" pitchFamily="18" charset="0"/>
                <a:ea typeface="黑体" panose="02010609060101010101" pitchFamily="49" charset="-122"/>
              </a:rPr>
              <a:t>S2</a:t>
            </a:r>
            <a:endParaRPr lang="en-US" altLang="zh-CN" sz="2400" baseline="-25000" dirty="0">
              <a:solidFill>
                <a:srgbClr val="FF6600"/>
              </a:solidFill>
              <a:latin typeface="Times New Roman" panose="02020603050405020304" pitchFamily="18" charset="0"/>
              <a:ea typeface="黑体" panose="02010609060101010101" pitchFamily="49" charset="-122"/>
            </a:endParaRPr>
          </a:p>
        </p:txBody>
      </p:sp>
      <p:sp>
        <p:nvSpPr>
          <p:cNvPr id="100373" name="Rectangle 21"/>
          <p:cNvSpPr/>
          <p:nvPr/>
        </p:nvSpPr>
        <p:spPr>
          <a:xfrm>
            <a:off x="3423444" y="1687195"/>
            <a:ext cx="561975" cy="534035"/>
          </a:xfrm>
          <a:prstGeom prst="rect">
            <a:avLst/>
          </a:prstGeom>
          <a:noFill/>
          <a:ln w="9525">
            <a:noFill/>
          </a:ln>
        </p:spPr>
        <p:txBody>
          <a:bodyPr wrap="none" anchor="ctr" anchorCtr="0">
            <a:spAutoFit/>
          </a:bodyPr>
          <a:p>
            <a:pPr indent="0" algn="ctr">
              <a:buNone/>
            </a:pPr>
            <a:r>
              <a:rPr lang="en-US" altLang="zh-CN" sz="2400" dirty="0">
                <a:solidFill>
                  <a:srgbClr val="FF6600"/>
                </a:solidFill>
                <a:latin typeface="Times New Roman" panose="02020603050405020304" pitchFamily="18" charset="0"/>
                <a:ea typeface="黑体" panose="02010609060101010101" pitchFamily="49" charset="-122"/>
              </a:rPr>
              <a:t>F</a:t>
            </a:r>
            <a:r>
              <a:rPr lang="en-US" altLang="zh-CN" sz="2400" baseline="-25000" dirty="0">
                <a:solidFill>
                  <a:srgbClr val="FF6600"/>
                </a:solidFill>
                <a:latin typeface="Times New Roman" panose="02020603050405020304" pitchFamily="18" charset="0"/>
                <a:ea typeface="黑体" panose="02010609060101010101" pitchFamily="49" charset="-122"/>
              </a:rPr>
              <a:t>S1</a:t>
            </a:r>
            <a:endParaRPr lang="en-US" altLang="zh-CN" sz="2400" baseline="-25000" dirty="0">
              <a:solidFill>
                <a:srgbClr val="FF6600"/>
              </a:solidFill>
              <a:latin typeface="Times New Roman" panose="02020603050405020304" pitchFamily="18" charset="0"/>
              <a:ea typeface="黑体" panose="02010609060101010101" pitchFamily="49" charset="-122"/>
            </a:endParaRPr>
          </a:p>
        </p:txBody>
      </p:sp>
      <p:sp>
        <p:nvSpPr>
          <p:cNvPr id="100374" name="Rectangle 22"/>
          <p:cNvSpPr/>
          <p:nvPr/>
        </p:nvSpPr>
        <p:spPr>
          <a:xfrm>
            <a:off x="4432935" y="1398270"/>
            <a:ext cx="522605" cy="467360"/>
          </a:xfrm>
          <a:prstGeom prst="rect">
            <a:avLst/>
          </a:prstGeom>
          <a:noFill/>
          <a:ln w="9525">
            <a:noFill/>
          </a:ln>
        </p:spPr>
        <p:txBody>
          <a:bodyPr wrap="none" anchor="ctr" anchorCtr="0">
            <a:noAutofit/>
          </a:bodyPr>
          <a:p>
            <a:pPr indent="0" algn="ctr">
              <a:buNone/>
            </a:pPr>
            <a:r>
              <a:rPr lang="en-US" altLang="zh-CN" sz="2400" dirty="0">
                <a:solidFill>
                  <a:srgbClr val="FF0000"/>
                </a:solidFill>
                <a:latin typeface="Times New Roman" panose="02020603050405020304" pitchFamily="18" charset="0"/>
                <a:ea typeface="黑体" panose="02010609060101010101" pitchFamily="49" charset="-122"/>
              </a:rPr>
              <a:t>Fa</a:t>
            </a:r>
            <a:endParaRPr lang="en-US" altLang="zh-CN" sz="2400" dirty="0">
              <a:solidFill>
                <a:srgbClr val="000000"/>
              </a:solidFill>
              <a:latin typeface="Times New Roman" panose="02020603050405020304" pitchFamily="18" charset="0"/>
              <a:ea typeface="黑体" panose="02010609060101010101" pitchFamily="49" charset="-122"/>
            </a:endParaRPr>
          </a:p>
        </p:txBody>
      </p:sp>
      <p:sp>
        <p:nvSpPr>
          <p:cNvPr id="100375" name="Rectangle 23"/>
          <p:cNvSpPr/>
          <p:nvPr/>
        </p:nvSpPr>
        <p:spPr>
          <a:xfrm>
            <a:off x="2847975" y="2441575"/>
            <a:ext cx="585788" cy="457200"/>
          </a:xfrm>
          <a:prstGeom prst="rect">
            <a:avLst/>
          </a:prstGeom>
          <a:noFill/>
          <a:ln w="9525">
            <a:noFill/>
          </a:ln>
        </p:spPr>
        <p:txBody>
          <a:bodyPr wrap="none" anchor="ctr" anchorCtr="0">
            <a:spAutoFit/>
          </a:bodyPr>
          <a:p>
            <a:pPr indent="0" algn="ctr">
              <a:buNone/>
            </a:pPr>
            <a:r>
              <a:rPr lang="en-US" altLang="zh-CN" sz="2400" dirty="0">
                <a:solidFill>
                  <a:srgbClr val="000000"/>
                </a:solidFill>
                <a:latin typeface="Times New Roman" panose="02020603050405020304" pitchFamily="18" charset="0"/>
                <a:ea typeface="黑体" panose="02010609060101010101" pitchFamily="49" charset="-122"/>
              </a:rPr>
              <a:t>F</a:t>
            </a:r>
            <a:r>
              <a:rPr lang="en-US" altLang="zh-CN" sz="1800" dirty="0">
                <a:solidFill>
                  <a:srgbClr val="000000"/>
                </a:solidFill>
                <a:latin typeface="Times New Roman" panose="02020603050405020304" pitchFamily="18" charset="0"/>
                <a:ea typeface="黑体" panose="02010609060101010101" pitchFamily="49" charset="-122"/>
              </a:rPr>
              <a:t>r1</a:t>
            </a:r>
            <a:endParaRPr lang="en-US" altLang="zh-CN" sz="2400" dirty="0">
              <a:solidFill>
                <a:srgbClr val="000000"/>
              </a:solidFill>
              <a:latin typeface="Times New Roman" panose="02020603050405020304" pitchFamily="18" charset="0"/>
              <a:ea typeface="黑体" panose="02010609060101010101" pitchFamily="49" charset="-122"/>
            </a:endParaRPr>
          </a:p>
        </p:txBody>
      </p:sp>
      <p:sp>
        <p:nvSpPr>
          <p:cNvPr id="100376" name="Rectangle 24"/>
          <p:cNvSpPr/>
          <p:nvPr/>
        </p:nvSpPr>
        <p:spPr>
          <a:xfrm>
            <a:off x="6103938" y="2401888"/>
            <a:ext cx="585787" cy="457200"/>
          </a:xfrm>
          <a:prstGeom prst="rect">
            <a:avLst/>
          </a:prstGeom>
          <a:noFill/>
          <a:ln w="9525">
            <a:noFill/>
          </a:ln>
        </p:spPr>
        <p:txBody>
          <a:bodyPr wrap="none" anchor="ctr" anchorCtr="0">
            <a:spAutoFit/>
          </a:bodyPr>
          <a:p>
            <a:pPr indent="0" algn="ctr">
              <a:buNone/>
            </a:pPr>
            <a:r>
              <a:rPr lang="en-US" altLang="zh-CN" sz="2400" dirty="0">
                <a:solidFill>
                  <a:srgbClr val="000000"/>
                </a:solidFill>
                <a:latin typeface="Times New Roman" panose="02020603050405020304" pitchFamily="18" charset="0"/>
                <a:ea typeface="黑体" panose="02010609060101010101" pitchFamily="49" charset="-122"/>
              </a:rPr>
              <a:t>F</a:t>
            </a:r>
            <a:r>
              <a:rPr lang="en-US" altLang="zh-CN" sz="1800" dirty="0">
                <a:solidFill>
                  <a:srgbClr val="000000"/>
                </a:solidFill>
                <a:latin typeface="Times New Roman" panose="02020603050405020304" pitchFamily="18" charset="0"/>
                <a:ea typeface="黑体" panose="02010609060101010101" pitchFamily="49" charset="-122"/>
              </a:rPr>
              <a:t>r2</a:t>
            </a:r>
            <a:endParaRPr lang="en-US" altLang="zh-CN" sz="2400" dirty="0">
              <a:solidFill>
                <a:srgbClr val="000000"/>
              </a:solidFill>
              <a:latin typeface="Times New Roman" panose="02020603050405020304" pitchFamily="18" charset="0"/>
              <a:ea typeface="黑体" panose="02010609060101010101" pitchFamily="49" charset="-122"/>
            </a:endParaRPr>
          </a:p>
        </p:txBody>
      </p:sp>
      <p:sp>
        <p:nvSpPr>
          <p:cNvPr id="100377" name="Text Box 25"/>
          <p:cNvSpPr txBox="1"/>
          <p:nvPr/>
        </p:nvSpPr>
        <p:spPr>
          <a:xfrm>
            <a:off x="2038350" y="1831975"/>
            <a:ext cx="487363" cy="641350"/>
          </a:xfrm>
          <a:prstGeom prst="rect">
            <a:avLst/>
          </a:prstGeom>
          <a:noFill/>
          <a:ln w="9525">
            <a:noFill/>
          </a:ln>
        </p:spPr>
        <p:txBody>
          <a:bodyPr anchor="ctr" anchorCtr="0">
            <a:spAutoFit/>
          </a:bodyPr>
          <a:p>
            <a:pPr indent="0" algn="ctr">
              <a:spcBef>
                <a:spcPct val="50000"/>
              </a:spcBef>
              <a:buNone/>
            </a:pPr>
            <a:r>
              <a:rPr lang="en-US" altLang="zh-CN" sz="3600" dirty="0">
                <a:solidFill>
                  <a:srgbClr val="0000FF"/>
                </a:solidFill>
                <a:latin typeface="Times New Roman" panose="02020603050405020304" pitchFamily="18" charset="0"/>
                <a:ea typeface="黑体" panose="02010609060101010101" pitchFamily="49" charset="-122"/>
              </a:rPr>
              <a:t>1</a:t>
            </a:r>
            <a:endParaRPr lang="en-US" altLang="zh-CN" sz="4800" dirty="0">
              <a:solidFill>
                <a:srgbClr val="0000FF"/>
              </a:solidFill>
              <a:latin typeface="Times New Roman" panose="02020603050405020304" pitchFamily="18" charset="0"/>
              <a:ea typeface="黑体" panose="02010609060101010101" pitchFamily="49" charset="-122"/>
            </a:endParaRPr>
          </a:p>
        </p:txBody>
      </p:sp>
      <p:sp>
        <p:nvSpPr>
          <p:cNvPr id="100378" name="Rectangle 26"/>
          <p:cNvSpPr/>
          <p:nvPr/>
        </p:nvSpPr>
        <p:spPr>
          <a:xfrm>
            <a:off x="6985000" y="1819275"/>
            <a:ext cx="412750" cy="641350"/>
          </a:xfrm>
          <a:prstGeom prst="rect">
            <a:avLst/>
          </a:prstGeom>
          <a:noFill/>
          <a:ln w="9525">
            <a:noFill/>
          </a:ln>
        </p:spPr>
        <p:txBody>
          <a:bodyPr wrap="none" anchor="ctr" anchorCtr="0">
            <a:spAutoFit/>
          </a:bodyPr>
          <a:p>
            <a:pPr indent="0" algn="ctr">
              <a:buNone/>
            </a:pPr>
            <a:r>
              <a:rPr lang="en-US" altLang="zh-CN" sz="3600" dirty="0">
                <a:solidFill>
                  <a:srgbClr val="0000FF"/>
                </a:solidFill>
                <a:latin typeface="Times New Roman" panose="02020603050405020304" pitchFamily="18" charset="0"/>
                <a:ea typeface="黑体" panose="02010609060101010101" pitchFamily="49" charset="-122"/>
              </a:rPr>
              <a:t>2</a:t>
            </a:r>
            <a:endParaRPr lang="en-US" altLang="zh-CN" sz="3600" dirty="0">
              <a:solidFill>
                <a:srgbClr val="0000FF"/>
              </a:solidFill>
              <a:latin typeface="Times New Roman" panose="02020603050405020304" pitchFamily="18" charset="0"/>
              <a:ea typeface="黑体" panose="02010609060101010101" pitchFamily="49" charset="-122"/>
            </a:endParaRPr>
          </a:p>
        </p:txBody>
      </p:sp>
      <p:pic>
        <p:nvPicPr>
          <p:cNvPr id="28" name="Picture 148" descr="back1">
            <a:hlinkClick r:id="" action="ppaction://hlinkshowjump?jump=previousslide"/>
          </p:cNvPr>
          <p:cNvPicPr>
            <a:picLocks noChangeAspect="1"/>
          </p:cNvPicPr>
          <p:nvPr/>
        </p:nvPicPr>
        <p:blipFill>
          <a:blip r:embed="rId1"/>
          <a:stretch>
            <a:fillRect/>
          </a:stretch>
        </p:blipFill>
        <p:spPr>
          <a:xfrm>
            <a:off x="8324850" y="6551613"/>
            <a:ext cx="306388" cy="306387"/>
          </a:xfrm>
          <a:prstGeom prst="rect">
            <a:avLst/>
          </a:prstGeom>
          <a:noFill/>
          <a:ln w="9525">
            <a:noFill/>
          </a:ln>
        </p:spPr>
      </p:pic>
      <p:pic>
        <p:nvPicPr>
          <p:cNvPr id="29" name="Picture 149" descr="NEXT1">
            <a:hlinkClick r:id="" action="ppaction://hlinkshowjump?jump=nextslide"/>
          </p:cNvPr>
          <p:cNvPicPr>
            <a:picLocks noChangeAspect="1"/>
          </p:cNvPicPr>
          <p:nvPr/>
        </p:nvPicPr>
        <p:blipFill>
          <a:blip r:embed="rId2"/>
          <a:stretch>
            <a:fillRect/>
          </a:stretch>
        </p:blipFill>
        <p:spPr>
          <a:xfrm>
            <a:off x="8745538" y="6551613"/>
            <a:ext cx="306387" cy="306387"/>
          </a:xfrm>
          <a:prstGeom prst="rect">
            <a:avLst/>
          </a:prstGeom>
          <a:noFill/>
          <a:ln w="9525">
            <a:noFill/>
          </a:ln>
        </p:spPr>
      </p:pic>
      <p:pic>
        <p:nvPicPr>
          <p:cNvPr id="30" name="Picture 150" descr="rewind1">
            <a:hlinkClick r:id="" action="ppaction://hlinkshowjump?jump=firstslide"/>
          </p:cNvPr>
          <p:cNvPicPr>
            <a:picLocks noChangeAspect="1"/>
          </p:cNvPicPr>
          <p:nvPr/>
        </p:nvPicPr>
        <p:blipFill>
          <a:blip r:embed="rId3"/>
          <a:stretch>
            <a:fillRect/>
          </a:stretch>
        </p:blipFill>
        <p:spPr>
          <a:xfrm>
            <a:off x="7875588" y="6551613"/>
            <a:ext cx="306387" cy="306387"/>
          </a:xfrm>
          <a:prstGeom prst="rect">
            <a:avLst/>
          </a:prstGeom>
          <a:noFill/>
          <a:ln w="9525">
            <a:noFill/>
          </a:ln>
        </p:spPr>
      </p:pic>
      <p:sp>
        <p:nvSpPr>
          <p:cNvPr id="4132" name="直接连接符 6"/>
          <p:cNvSpPr>
            <a:spLocks noChangeShapeType="1"/>
          </p:cNvSpPr>
          <p:nvPr/>
        </p:nvSpPr>
        <p:spPr bwMode="auto">
          <a:xfrm>
            <a:off x="0" y="685662"/>
            <a:ext cx="9144000" cy="0"/>
          </a:xfrm>
          <a:prstGeom prst="line">
            <a:avLst/>
          </a:prstGeom>
          <a:noFill/>
          <a:ln w="28575">
            <a:solidFill>
              <a:srgbClr val="CC3300"/>
            </a:solidFill>
            <a:miter lim="800000"/>
          </a:ln>
          <a:extLst>
            <a:ext uri="{909E8E84-426E-40DD-AFC4-6F175D3DCCD1}">
              <a14:hiddenFill xmlns:a14="http://schemas.microsoft.com/office/drawing/2010/main">
                <a:noFill/>
              </a14:hiddenFill>
            </a:ext>
          </a:extLst>
        </p:spPr>
        <p:txBody>
          <a:bodyPr/>
          <a:lstStyle/>
          <a:p>
            <a:endParaRPr lang="zh-CN" altLang="en-US"/>
          </a:p>
        </p:txBody>
      </p:sp>
      <p:sp>
        <p:nvSpPr>
          <p:cNvPr id="14339" name="Rectangle 34"/>
          <p:cNvSpPr>
            <a:spLocks noChangeArrowheads="1"/>
          </p:cNvSpPr>
          <p:nvPr/>
        </p:nvSpPr>
        <p:spPr bwMode="auto">
          <a:xfrm>
            <a:off x="3687417" y="228600"/>
            <a:ext cx="4846983" cy="533400"/>
          </a:xfrm>
          <a:prstGeom prst="rect">
            <a:avLst/>
          </a:prstGeom>
          <a:noFill/>
          <a:ln>
            <a:noFill/>
          </a:ln>
          <a:effectLst/>
          <a:extLst>
            <a:ext uri="{909E8E84-426E-40DD-AFC4-6F175D3DCCD1}">
              <a14:hiddenFill xmlns:a14="http://schemas.microsoft.com/office/drawing/2010/main">
                <a:gradFill rotWithShape="0">
                  <a:gsLst>
                    <a:gs pos="0">
                      <a:srgbClr val="E5DCB5"/>
                    </a:gs>
                    <a:gs pos="100000">
                      <a:srgbClr val="FDFBF1"/>
                    </a:gs>
                  </a:gsLst>
                  <a:lin ang="0" scaled="1"/>
                </a:gradFill>
              </a14:hiddenFill>
            </a:ext>
            <a:ext uri="{91240B29-F687-4F45-9708-019B960494DF}">
              <a14:hiddenLine xmlns:a14="http://schemas.microsoft.com/office/drawing/2010/main" w="9525">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tIns="36000" bIns="72000" anchor="ctr" anchorCtr="1"/>
          <a:lstStyle>
            <a:lvl1pPr>
              <a:lnSpc>
                <a:spcPct val="120000"/>
              </a:lnSpc>
              <a:buChar char="•"/>
              <a:defRPr kumimoji="1" sz="2000">
                <a:solidFill>
                  <a:srgbClr val="000099"/>
                </a:solidFill>
                <a:latin typeface="Times New Roman" panose="02020603050405020304" pitchFamily="18" charset="0"/>
                <a:ea typeface="华文中宋" panose="02010600040101010101" pitchFamily="2" charset="-122"/>
              </a:defRPr>
            </a:lvl1pPr>
            <a:lvl2pPr marL="742950" indent="-285750">
              <a:lnSpc>
                <a:spcPct val="120000"/>
              </a:lnSpc>
              <a:buChar char="•"/>
              <a:defRPr kumimoji="1" sz="2000">
                <a:solidFill>
                  <a:srgbClr val="000099"/>
                </a:solidFill>
                <a:latin typeface="Times New Roman" panose="02020603050405020304" pitchFamily="18" charset="0"/>
                <a:ea typeface="华文中宋" panose="02010600040101010101" pitchFamily="2" charset="-122"/>
              </a:defRPr>
            </a:lvl2pPr>
            <a:lvl3pPr marL="1143000" indent="-228600">
              <a:lnSpc>
                <a:spcPct val="120000"/>
              </a:lnSpc>
              <a:buChar char="•"/>
              <a:defRPr kumimoji="1" sz="2000">
                <a:solidFill>
                  <a:srgbClr val="000099"/>
                </a:solidFill>
                <a:latin typeface="Times New Roman" panose="02020603050405020304" pitchFamily="18" charset="0"/>
                <a:ea typeface="华文中宋" panose="02010600040101010101" pitchFamily="2" charset="-122"/>
              </a:defRPr>
            </a:lvl3pPr>
            <a:lvl4pPr marL="1600200" indent="-228600">
              <a:lnSpc>
                <a:spcPct val="120000"/>
              </a:lnSpc>
              <a:buChar char="•"/>
              <a:defRPr kumimoji="1" sz="2000">
                <a:solidFill>
                  <a:srgbClr val="000099"/>
                </a:solidFill>
                <a:latin typeface="Times New Roman" panose="02020603050405020304" pitchFamily="18" charset="0"/>
                <a:ea typeface="华文中宋" panose="02010600040101010101" pitchFamily="2" charset="-122"/>
              </a:defRPr>
            </a:lvl4pPr>
            <a:lvl5pPr marL="2057400" indent="-228600">
              <a:lnSpc>
                <a:spcPct val="120000"/>
              </a:lnSpc>
              <a:buChar char="•"/>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lnSpc>
                <a:spcPct val="100000"/>
              </a:lnSpc>
              <a:buFontTx/>
              <a:buNone/>
            </a:pPr>
            <a:r>
              <a:rPr lang="en-US" altLang="zh-CN" sz="3000" dirty="0" smtClean="0">
                <a:solidFill>
                  <a:srgbClr val="CC3300"/>
                </a:solidFill>
                <a:latin typeface="黑体" panose="02010609060101010101" pitchFamily="49" charset="-122"/>
                <a:ea typeface="黑体" panose="02010609060101010101" pitchFamily="49" charset="-122"/>
              </a:rPr>
              <a:t>3.6-5 </a:t>
            </a:r>
            <a:r>
              <a:rPr lang="zh-CN" altLang="en-US" sz="3000" dirty="0" smtClean="0">
                <a:solidFill>
                  <a:srgbClr val="CC3300"/>
                </a:solidFill>
                <a:latin typeface="黑体" panose="02010609060101010101" pitchFamily="49" charset="-122"/>
                <a:ea typeface="黑体" panose="02010609060101010101" pitchFamily="49" charset="-122"/>
              </a:rPr>
              <a:t>滚动轴承的寿命计算</a:t>
            </a:r>
            <a:endParaRPr lang="en-US" altLang="zh-CN" sz="3000" dirty="0">
              <a:solidFill>
                <a:srgbClr val="CC3300"/>
              </a:solidFill>
              <a:latin typeface="黑体" panose="02010609060101010101" pitchFamily="49" charset="-122"/>
              <a:ea typeface="黑体" panose="02010609060101010101" pitchFamily="49" charset="-122"/>
            </a:endParaRPr>
          </a:p>
        </p:txBody>
      </p:sp>
      <p:sp>
        <p:nvSpPr>
          <p:cNvPr id="3" name="文本框 2"/>
          <p:cNvSpPr txBox="1"/>
          <p:nvPr/>
        </p:nvSpPr>
        <p:spPr>
          <a:xfrm>
            <a:off x="1001395" y="4074160"/>
            <a:ext cx="5494020" cy="460375"/>
          </a:xfrm>
          <a:prstGeom prst="rect">
            <a:avLst/>
          </a:prstGeom>
          <a:noFill/>
        </p:spPr>
        <p:txBody>
          <a:bodyPr wrap="square" rtlCol="0">
            <a:spAutoFit/>
          </a:bodyPr>
          <a:p>
            <a:pPr indent="0">
              <a:buNone/>
            </a:pPr>
            <a:r>
              <a:rPr lang="zh-CN" altLang="en-US"/>
              <a:t>两轴承的轴向载荷为各自的派生轴向力，即</a:t>
            </a:r>
            <a:endParaRPr lang="zh-CN" altLang="en-US"/>
          </a:p>
        </p:txBody>
      </p:sp>
      <p:graphicFrame>
        <p:nvGraphicFramePr>
          <p:cNvPr id="4" name="对象 3">
            <a:hlinkClick r:id="" action="ppaction://ole?verb="/>
          </p:cNvPr>
          <p:cNvGraphicFramePr>
            <a:graphicFrameLocks noChangeAspect="1"/>
          </p:cNvGraphicFramePr>
          <p:nvPr/>
        </p:nvGraphicFramePr>
        <p:xfrm>
          <a:off x="1986915" y="4896168"/>
          <a:ext cx="1128395" cy="475615"/>
        </p:xfrm>
        <a:graphic>
          <a:graphicData uri="http://schemas.openxmlformats.org/presentationml/2006/ole">
            <mc:AlternateContent xmlns:mc="http://schemas.openxmlformats.org/markup-compatibility/2006">
              <mc:Choice xmlns:v="urn:schemas-microsoft-com:vml" Requires="v">
                <p:oleObj spid="_x0000_s5" name="" r:id="rId4" imgW="545465" imgH="228600" progId="Equation.KSEE3">
                  <p:embed/>
                </p:oleObj>
              </mc:Choice>
              <mc:Fallback>
                <p:oleObj name="" r:id="rId4" imgW="545465" imgH="228600" progId="Equation.KSEE3">
                  <p:embed/>
                  <p:pic>
                    <p:nvPicPr>
                      <p:cNvPr id="0" name="图片 1024"/>
                      <p:cNvPicPr/>
                      <p:nvPr/>
                    </p:nvPicPr>
                    <p:blipFill>
                      <a:blip r:embed="rId5"/>
                      <a:stretch>
                        <a:fillRect/>
                      </a:stretch>
                    </p:blipFill>
                    <p:spPr>
                      <a:xfrm>
                        <a:off x="1986915" y="4896168"/>
                        <a:ext cx="1128395" cy="475615"/>
                      </a:xfrm>
                      <a:prstGeom prst="rect">
                        <a:avLst/>
                      </a:prstGeom>
                    </p:spPr>
                  </p:pic>
                </p:oleObj>
              </mc:Fallback>
            </mc:AlternateContent>
          </a:graphicData>
        </a:graphic>
      </p:graphicFrame>
      <p:graphicFrame>
        <p:nvGraphicFramePr>
          <p:cNvPr id="6" name="对象 5">
            <a:hlinkClick r:id="" action="ppaction://ole?verb="/>
          </p:cNvPr>
          <p:cNvGraphicFramePr>
            <a:graphicFrameLocks noChangeAspect="1"/>
          </p:cNvGraphicFramePr>
          <p:nvPr/>
        </p:nvGraphicFramePr>
        <p:xfrm>
          <a:off x="3777298" y="4896168"/>
          <a:ext cx="1209040" cy="475615"/>
        </p:xfrm>
        <a:graphic>
          <a:graphicData uri="http://schemas.openxmlformats.org/presentationml/2006/ole">
            <mc:AlternateContent xmlns:mc="http://schemas.openxmlformats.org/markup-compatibility/2006">
              <mc:Choice xmlns:v="urn:schemas-microsoft-com:vml" Requires="v">
                <p:oleObj spid="_x0000_s7" name="" r:id="rId6" imgW="584200" imgH="228600" progId="Equation.KSEE3">
                  <p:embed/>
                </p:oleObj>
              </mc:Choice>
              <mc:Fallback>
                <p:oleObj name="" r:id="rId6" imgW="584200" imgH="228600" progId="Equation.KSEE3">
                  <p:embed/>
                  <p:pic>
                    <p:nvPicPr>
                      <p:cNvPr id="0" name="图片 1024"/>
                      <p:cNvPicPr/>
                      <p:nvPr/>
                    </p:nvPicPr>
                    <p:blipFill>
                      <a:blip r:embed="rId7"/>
                      <a:stretch>
                        <a:fillRect/>
                      </a:stretch>
                    </p:blipFill>
                    <p:spPr>
                      <a:xfrm>
                        <a:off x="3777298" y="4896168"/>
                        <a:ext cx="1209040" cy="475615"/>
                      </a:xfrm>
                      <a:prstGeom prst="rect">
                        <a:avLst/>
                      </a:prstGeom>
                    </p:spPr>
                  </p:pic>
                </p:oleObj>
              </mc:Fallback>
            </mc:AlternateContent>
          </a:graphicData>
        </a:graphic>
      </p:graphicFrame>
    </p:spTree>
  </p:cSld>
  <p:clrMapOvr>
    <a:masterClrMapping/>
  </p:clrMapOvr>
  <p:transition>
    <p:wipe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5" fill="hold" nodeType="clickEffect">
                                  <p:stCondLst>
                                    <p:cond delay="0"/>
                                  </p:stCondLst>
                                  <p:childTnLst>
                                    <p:set>
                                      <p:cBhvr>
                                        <p:cTn id="6" dur="1" fill="hold">
                                          <p:stCondLst>
                                            <p:cond delay="0"/>
                                          </p:stCondLst>
                                        </p:cTn>
                                        <p:tgtEl>
                                          <p:spTgt spid="100360"/>
                                        </p:tgtEl>
                                        <p:attrNameLst>
                                          <p:attrName>style.visibility</p:attrName>
                                        </p:attrNameLst>
                                      </p:cBhvr>
                                      <p:to>
                                        <p:strVal val="visible"/>
                                      </p:to>
                                    </p:set>
                                    <p:animEffect transition="in" filter="blinds(vertical)">
                                      <p:cBhvr>
                                        <p:cTn id="7" dur="500"/>
                                        <p:tgtEl>
                                          <p:spTgt spid="100360"/>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00377"/>
                                        </p:tgtEl>
                                        <p:attrNameLst>
                                          <p:attrName>style.visibility</p:attrName>
                                        </p:attrNameLst>
                                      </p:cBhvr>
                                      <p:to>
                                        <p:strVal val="visible"/>
                                      </p:to>
                                    </p:set>
                                    <p:animEffect transition="in" filter="wipe(left)">
                                      <p:cBhvr>
                                        <p:cTn id="12" dur="500"/>
                                        <p:tgtEl>
                                          <p:spTgt spid="100377"/>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00378"/>
                                        </p:tgtEl>
                                        <p:attrNameLst>
                                          <p:attrName>style.visibility</p:attrName>
                                        </p:attrNameLst>
                                      </p:cBhvr>
                                      <p:to>
                                        <p:strVal val="visible"/>
                                      </p:to>
                                    </p:set>
                                    <p:animEffect transition="in" filter="wipe(left)">
                                      <p:cBhvr>
                                        <p:cTn id="17" dur="500"/>
                                        <p:tgtEl>
                                          <p:spTgt spid="100378"/>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nodeType="clickEffect">
                                  <p:stCondLst>
                                    <p:cond delay="0"/>
                                  </p:stCondLst>
                                  <p:childTnLst>
                                    <p:set>
                                      <p:cBhvr>
                                        <p:cTn id="21" dur="1" fill="hold">
                                          <p:stCondLst>
                                            <p:cond delay="0"/>
                                          </p:stCondLst>
                                        </p:cTn>
                                        <p:tgtEl>
                                          <p:spTgt spid="100367"/>
                                        </p:tgtEl>
                                        <p:attrNameLst>
                                          <p:attrName>style.visibility</p:attrName>
                                        </p:attrNameLst>
                                      </p:cBhvr>
                                      <p:to>
                                        <p:strVal val="visible"/>
                                      </p:to>
                                    </p:set>
                                    <p:animEffect transition="in" filter="wipe(down)">
                                      <p:cBhvr>
                                        <p:cTn id="22" dur="500"/>
                                        <p:tgtEl>
                                          <p:spTgt spid="100367"/>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100375"/>
                                        </p:tgtEl>
                                        <p:attrNameLst>
                                          <p:attrName>style.visibility</p:attrName>
                                        </p:attrNameLst>
                                      </p:cBhvr>
                                      <p:to>
                                        <p:strVal val="visible"/>
                                      </p:to>
                                    </p:set>
                                    <p:animEffect transition="in" filter="wipe(left)">
                                      <p:cBhvr>
                                        <p:cTn id="27" dur="500"/>
                                        <p:tgtEl>
                                          <p:spTgt spid="100375"/>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4" fill="hold" nodeType="clickEffect">
                                  <p:stCondLst>
                                    <p:cond delay="0"/>
                                  </p:stCondLst>
                                  <p:childTnLst>
                                    <p:set>
                                      <p:cBhvr>
                                        <p:cTn id="31" dur="1" fill="hold">
                                          <p:stCondLst>
                                            <p:cond delay="0"/>
                                          </p:stCondLst>
                                        </p:cTn>
                                        <p:tgtEl>
                                          <p:spTgt spid="100368"/>
                                        </p:tgtEl>
                                        <p:attrNameLst>
                                          <p:attrName>style.visibility</p:attrName>
                                        </p:attrNameLst>
                                      </p:cBhvr>
                                      <p:to>
                                        <p:strVal val="visible"/>
                                      </p:to>
                                    </p:set>
                                    <p:animEffect transition="in" filter="wipe(down)">
                                      <p:cBhvr>
                                        <p:cTn id="32" dur="500"/>
                                        <p:tgtEl>
                                          <p:spTgt spid="100368"/>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100376"/>
                                        </p:tgtEl>
                                        <p:attrNameLst>
                                          <p:attrName>style.visibility</p:attrName>
                                        </p:attrNameLst>
                                      </p:cBhvr>
                                      <p:to>
                                        <p:strVal val="visible"/>
                                      </p:to>
                                    </p:set>
                                    <p:animEffect transition="in" filter="wipe(left)">
                                      <p:cBhvr>
                                        <p:cTn id="37" dur="500"/>
                                        <p:tgtEl>
                                          <p:spTgt spid="100376"/>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nodeType="clickEffect">
                                  <p:stCondLst>
                                    <p:cond delay="0"/>
                                  </p:stCondLst>
                                  <p:childTnLst>
                                    <p:set>
                                      <p:cBhvr>
                                        <p:cTn id="41" dur="1" fill="hold">
                                          <p:stCondLst>
                                            <p:cond delay="0"/>
                                          </p:stCondLst>
                                        </p:cTn>
                                        <p:tgtEl>
                                          <p:spTgt spid="100370"/>
                                        </p:tgtEl>
                                        <p:attrNameLst>
                                          <p:attrName>style.visibility</p:attrName>
                                        </p:attrNameLst>
                                      </p:cBhvr>
                                      <p:to>
                                        <p:strVal val="visible"/>
                                      </p:to>
                                    </p:set>
                                    <p:animEffect transition="in" filter="wipe(left)">
                                      <p:cBhvr>
                                        <p:cTn id="42" dur="500"/>
                                        <p:tgtEl>
                                          <p:spTgt spid="100370"/>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grpId="0" nodeType="clickEffect">
                                  <p:stCondLst>
                                    <p:cond delay="0"/>
                                  </p:stCondLst>
                                  <p:childTnLst>
                                    <p:set>
                                      <p:cBhvr>
                                        <p:cTn id="46" dur="1" fill="hold">
                                          <p:stCondLst>
                                            <p:cond delay="0"/>
                                          </p:stCondLst>
                                        </p:cTn>
                                        <p:tgtEl>
                                          <p:spTgt spid="100373"/>
                                        </p:tgtEl>
                                        <p:attrNameLst>
                                          <p:attrName>style.visibility</p:attrName>
                                        </p:attrNameLst>
                                      </p:cBhvr>
                                      <p:to>
                                        <p:strVal val="visible"/>
                                      </p:to>
                                    </p:set>
                                    <p:animEffect transition="in" filter="wipe(left)">
                                      <p:cBhvr>
                                        <p:cTn id="47" dur="500"/>
                                        <p:tgtEl>
                                          <p:spTgt spid="100373"/>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2" fill="hold" nodeType="clickEffect">
                                  <p:stCondLst>
                                    <p:cond delay="0"/>
                                  </p:stCondLst>
                                  <p:childTnLst>
                                    <p:set>
                                      <p:cBhvr>
                                        <p:cTn id="51" dur="1" fill="hold">
                                          <p:stCondLst>
                                            <p:cond delay="0"/>
                                          </p:stCondLst>
                                        </p:cTn>
                                        <p:tgtEl>
                                          <p:spTgt spid="100371"/>
                                        </p:tgtEl>
                                        <p:attrNameLst>
                                          <p:attrName>style.visibility</p:attrName>
                                        </p:attrNameLst>
                                      </p:cBhvr>
                                      <p:to>
                                        <p:strVal val="visible"/>
                                      </p:to>
                                    </p:set>
                                    <p:animEffect transition="in" filter="wipe(right)">
                                      <p:cBhvr>
                                        <p:cTn id="52" dur="500"/>
                                        <p:tgtEl>
                                          <p:spTgt spid="100371"/>
                                        </p:tgtEl>
                                      </p:cBhvr>
                                    </p:animEffect>
                                  </p:childTnLst>
                                </p:cTn>
                              </p:par>
                            </p:childTnLst>
                          </p:cTn>
                        </p:par>
                      </p:childTnLst>
                    </p:cTn>
                  </p:par>
                  <p:par>
                    <p:cTn id="53" fill="hold">
                      <p:stCondLst>
                        <p:cond delay="indefinite"/>
                      </p:stCondLst>
                      <p:childTnLst>
                        <p:par>
                          <p:cTn id="54" fill="hold">
                            <p:stCondLst>
                              <p:cond delay="0"/>
                            </p:stCondLst>
                            <p:childTnLst>
                              <p:par>
                                <p:cTn id="55" presetID="22" presetClass="entr" presetSubtype="8" fill="hold" grpId="0" nodeType="clickEffect">
                                  <p:stCondLst>
                                    <p:cond delay="0"/>
                                  </p:stCondLst>
                                  <p:childTnLst>
                                    <p:set>
                                      <p:cBhvr>
                                        <p:cTn id="56" dur="1" fill="hold">
                                          <p:stCondLst>
                                            <p:cond delay="0"/>
                                          </p:stCondLst>
                                        </p:cTn>
                                        <p:tgtEl>
                                          <p:spTgt spid="100372"/>
                                        </p:tgtEl>
                                        <p:attrNameLst>
                                          <p:attrName>style.visibility</p:attrName>
                                        </p:attrNameLst>
                                      </p:cBhvr>
                                      <p:to>
                                        <p:strVal val="visible"/>
                                      </p:to>
                                    </p:set>
                                    <p:animEffect transition="in" filter="wipe(left)">
                                      <p:cBhvr>
                                        <p:cTn id="57" dur="500"/>
                                        <p:tgtEl>
                                          <p:spTgt spid="100372"/>
                                        </p:tgtEl>
                                      </p:cBhvr>
                                    </p:animEffect>
                                  </p:childTnLst>
                                </p:cTn>
                              </p:par>
                            </p:childTnLst>
                          </p:cTn>
                        </p:par>
                      </p:childTnLst>
                    </p:cTn>
                  </p:par>
                  <p:par>
                    <p:cTn id="58" fill="hold">
                      <p:stCondLst>
                        <p:cond delay="indefinite"/>
                      </p:stCondLst>
                      <p:childTnLst>
                        <p:par>
                          <p:cTn id="59" fill="hold">
                            <p:stCondLst>
                              <p:cond delay="0"/>
                            </p:stCondLst>
                            <p:childTnLst>
                              <p:par>
                                <p:cTn id="60" presetID="22" presetClass="entr" presetSubtype="2" fill="hold" grpId="0" nodeType="clickEffect">
                                  <p:stCondLst>
                                    <p:cond delay="0"/>
                                  </p:stCondLst>
                                  <p:childTnLst>
                                    <p:set>
                                      <p:cBhvr>
                                        <p:cTn id="61" dur="1" fill="hold">
                                          <p:stCondLst>
                                            <p:cond delay="0"/>
                                          </p:stCondLst>
                                        </p:cTn>
                                        <p:tgtEl>
                                          <p:spTgt spid="100369"/>
                                        </p:tgtEl>
                                        <p:attrNameLst>
                                          <p:attrName>style.visibility</p:attrName>
                                        </p:attrNameLst>
                                      </p:cBhvr>
                                      <p:to>
                                        <p:strVal val="visible"/>
                                      </p:to>
                                    </p:set>
                                    <p:animEffect transition="in" filter="wipe(right)">
                                      <p:cBhvr>
                                        <p:cTn id="62" dur="500"/>
                                        <p:tgtEl>
                                          <p:spTgt spid="100369"/>
                                        </p:tgtEl>
                                      </p:cBhvr>
                                    </p:animEffect>
                                  </p:childTnLst>
                                </p:cTn>
                              </p:par>
                            </p:childTnLst>
                          </p:cTn>
                        </p:par>
                      </p:childTnLst>
                    </p:cTn>
                  </p:par>
                  <p:par>
                    <p:cTn id="63" fill="hold">
                      <p:stCondLst>
                        <p:cond delay="indefinite"/>
                      </p:stCondLst>
                      <p:childTnLst>
                        <p:par>
                          <p:cTn id="64" fill="hold">
                            <p:stCondLst>
                              <p:cond delay="0"/>
                            </p:stCondLst>
                            <p:childTnLst>
                              <p:par>
                                <p:cTn id="65" presetID="22" presetClass="entr" presetSubtype="8" fill="hold" grpId="0" nodeType="clickEffect">
                                  <p:stCondLst>
                                    <p:cond delay="0"/>
                                  </p:stCondLst>
                                  <p:childTnLst>
                                    <p:set>
                                      <p:cBhvr>
                                        <p:cTn id="66" dur="1" fill="hold">
                                          <p:stCondLst>
                                            <p:cond delay="0"/>
                                          </p:stCondLst>
                                        </p:cTn>
                                        <p:tgtEl>
                                          <p:spTgt spid="100374"/>
                                        </p:tgtEl>
                                        <p:attrNameLst>
                                          <p:attrName>style.visibility</p:attrName>
                                        </p:attrNameLst>
                                      </p:cBhvr>
                                      <p:to>
                                        <p:strVal val="visible"/>
                                      </p:to>
                                    </p:set>
                                    <p:animEffect transition="in" filter="wipe(left)">
                                      <p:cBhvr>
                                        <p:cTn id="67" dur="500"/>
                                        <p:tgtEl>
                                          <p:spTgt spid="100374"/>
                                        </p:tgtEl>
                                      </p:cBhvr>
                                    </p:animEffect>
                                  </p:childTnLst>
                                </p:cTn>
                              </p:par>
                            </p:childTnLst>
                          </p:cTn>
                        </p:par>
                      </p:childTnLst>
                    </p:cTn>
                  </p:par>
                  <p:par>
                    <p:cTn id="68" fill="hold">
                      <p:stCondLst>
                        <p:cond delay="indefinite"/>
                      </p:stCondLst>
                      <p:childTnLst>
                        <p:par>
                          <p:cTn id="69" fill="hold">
                            <p:stCondLst>
                              <p:cond delay="0"/>
                            </p:stCondLst>
                            <p:childTnLst>
                              <p:par>
                                <p:cTn id="70" presetID="22" presetClass="entr" presetSubtype="8" fill="hold" grpId="0" nodeType="clickEffect">
                                  <p:stCondLst>
                                    <p:cond delay="0"/>
                                  </p:stCondLst>
                                  <p:childTnLst>
                                    <p:set>
                                      <p:cBhvr>
                                        <p:cTn id="71" dur="1" fill="hold">
                                          <p:stCondLst>
                                            <p:cond delay="0"/>
                                          </p:stCondLst>
                                        </p:cTn>
                                        <p:tgtEl>
                                          <p:spTgt spid="100354"/>
                                        </p:tgtEl>
                                        <p:attrNameLst>
                                          <p:attrName>style.visibility</p:attrName>
                                        </p:attrNameLst>
                                      </p:cBhvr>
                                      <p:to>
                                        <p:strVal val="visible"/>
                                      </p:to>
                                    </p:set>
                                    <p:animEffect transition="in" filter="wipe(left)">
                                      <p:cBhvr>
                                        <p:cTn id="72" dur="500"/>
                                        <p:tgtEl>
                                          <p:spTgt spid="100354"/>
                                        </p:tgtEl>
                                      </p:cBhvr>
                                    </p:animEffect>
                                  </p:childTnLst>
                                </p:cTn>
                              </p:par>
                            </p:childTnLst>
                          </p:cTn>
                        </p:par>
                        <p:par>
                          <p:cTn id="73" fill="hold">
                            <p:stCondLst>
                              <p:cond delay="500"/>
                            </p:stCondLst>
                            <p:childTnLst>
                              <p:par>
                                <p:cTn id="74" presetID="1" presetClass="entr" presetSubtype="0" fill="hold" nodeType="afterEffect">
                                  <p:stCondLst>
                                    <p:cond delay="0"/>
                                  </p:stCondLst>
                                  <p:childTnLst>
                                    <p:set>
                                      <p:cBhvr>
                                        <p:cTn id="75" dur="1" fill="hold">
                                          <p:stCondLst>
                                            <p:cond delay="499"/>
                                          </p:stCondLst>
                                        </p:cTn>
                                        <p:tgtEl>
                                          <p:spTgt spid="29"/>
                                        </p:tgtEl>
                                        <p:attrNameLst>
                                          <p:attrName>style.visibility</p:attrName>
                                        </p:attrNameLst>
                                      </p:cBhvr>
                                      <p:to>
                                        <p:strVal val="visible"/>
                                      </p:to>
                                    </p:set>
                                  </p:childTnLst>
                                </p:cTn>
                              </p:par>
                            </p:childTnLst>
                          </p:cTn>
                        </p:par>
                        <p:par>
                          <p:cTn id="76" fill="hold">
                            <p:stCondLst>
                              <p:cond delay="1000"/>
                            </p:stCondLst>
                            <p:childTnLst>
                              <p:par>
                                <p:cTn id="77" presetID="1" presetClass="entr" presetSubtype="0" fill="hold" nodeType="afterEffect">
                                  <p:stCondLst>
                                    <p:cond delay="0"/>
                                  </p:stCondLst>
                                  <p:childTnLst>
                                    <p:set>
                                      <p:cBhvr>
                                        <p:cTn id="78" dur="1" fill="hold">
                                          <p:stCondLst>
                                            <p:cond delay="499"/>
                                          </p:stCondLst>
                                        </p:cTn>
                                        <p:tgtEl>
                                          <p:spTgt spid="28"/>
                                        </p:tgtEl>
                                        <p:attrNameLst>
                                          <p:attrName>style.visibility</p:attrName>
                                        </p:attrNameLst>
                                      </p:cBhvr>
                                      <p:to>
                                        <p:strVal val="visible"/>
                                      </p:to>
                                    </p:set>
                                  </p:childTnLst>
                                </p:cTn>
                              </p:par>
                            </p:childTnLst>
                          </p:cTn>
                        </p:par>
                        <p:par>
                          <p:cTn id="79" fill="hold">
                            <p:stCondLst>
                              <p:cond delay="1500"/>
                            </p:stCondLst>
                            <p:childTnLst>
                              <p:par>
                                <p:cTn id="80" presetID="2" presetClass="entr" presetSubtype="8" fill="hold" nodeType="afterEffect">
                                  <p:stCondLst>
                                    <p:cond delay="0"/>
                                  </p:stCondLst>
                                  <p:childTnLst>
                                    <p:set>
                                      <p:cBhvr>
                                        <p:cTn id="81" dur="1" fill="hold">
                                          <p:stCondLst>
                                            <p:cond delay="0"/>
                                          </p:stCondLst>
                                        </p:cTn>
                                        <p:tgtEl>
                                          <p:spTgt spid="30"/>
                                        </p:tgtEl>
                                        <p:attrNameLst>
                                          <p:attrName>style.visibility</p:attrName>
                                        </p:attrNameLst>
                                      </p:cBhvr>
                                      <p:to>
                                        <p:strVal val="visible"/>
                                      </p:to>
                                    </p:set>
                                    <p:anim calcmode="lin" valueType="num">
                                      <p:cBhvr additive="base">
                                        <p:cTn id="82" dur="500" fill="hold"/>
                                        <p:tgtEl>
                                          <p:spTgt spid="30"/>
                                        </p:tgtEl>
                                        <p:attrNameLst>
                                          <p:attrName>ppt_x</p:attrName>
                                        </p:attrNameLst>
                                      </p:cBhvr>
                                      <p:tavLst>
                                        <p:tav tm="0">
                                          <p:val>
                                            <p:strVal val="0-#ppt_w/2"/>
                                          </p:val>
                                        </p:tav>
                                        <p:tav tm="100000">
                                          <p:val>
                                            <p:strVal val="#ppt_x"/>
                                          </p:val>
                                        </p:tav>
                                      </p:tavLst>
                                    </p:anim>
                                    <p:anim calcmode="lin" valueType="num">
                                      <p:cBhvr additive="base">
                                        <p:cTn id="83" dur="500" fill="hold"/>
                                        <p:tgtEl>
                                          <p:spTgt spid="30"/>
                                        </p:tgtEl>
                                        <p:attrNameLst>
                                          <p:attrName>ppt_y</p:attrName>
                                        </p:attrNameLst>
                                      </p:cBhvr>
                                      <p:tavLst>
                                        <p:tav tm="0">
                                          <p:val>
                                            <p:strVal val="#ppt_y"/>
                                          </p:val>
                                        </p:tav>
                                        <p:tav tm="100000">
                                          <p:val>
                                            <p:strVal val="#ppt_y"/>
                                          </p:val>
                                        </p:tav>
                                      </p:tavLst>
                                    </p:anim>
                                  </p:childTnLst>
                                </p:cTn>
                              </p:par>
                            </p:childTnLst>
                          </p:cTn>
                        </p:par>
                      </p:childTnLst>
                    </p:cTn>
                  </p:par>
                  <p:par>
                    <p:cTn id="84" fill="hold">
                      <p:stCondLst>
                        <p:cond delay="indefinite"/>
                      </p:stCondLst>
                      <p:childTnLst>
                        <p:par>
                          <p:cTn id="85" fill="hold">
                            <p:stCondLst>
                              <p:cond delay="0"/>
                            </p:stCondLst>
                            <p:childTnLst>
                              <p:par>
                                <p:cTn id="86" presetID="22" presetClass="entr" presetSubtype="8" fill="hold" grpId="0" nodeType="clickEffect">
                                  <p:stCondLst>
                                    <p:cond delay="0"/>
                                  </p:stCondLst>
                                  <p:childTnLst>
                                    <p:set>
                                      <p:cBhvr>
                                        <p:cTn id="87" dur="1" fill="hold">
                                          <p:stCondLst>
                                            <p:cond delay="0"/>
                                          </p:stCondLst>
                                        </p:cTn>
                                        <p:tgtEl>
                                          <p:spTgt spid="3"/>
                                        </p:tgtEl>
                                        <p:attrNameLst>
                                          <p:attrName>style.visibility</p:attrName>
                                        </p:attrNameLst>
                                      </p:cBhvr>
                                      <p:to>
                                        <p:strVal val="visible"/>
                                      </p:to>
                                    </p:set>
                                    <p:animEffect transition="in" filter="wipe(left)">
                                      <p:cBhvr>
                                        <p:cTn id="88" dur="500"/>
                                        <p:tgtEl>
                                          <p:spTgt spid="3"/>
                                        </p:tgtEl>
                                      </p:cBhvr>
                                    </p:animEffect>
                                  </p:childTnLst>
                                </p:cTn>
                              </p:par>
                            </p:childTnLst>
                          </p:cTn>
                        </p:par>
                      </p:childTnLst>
                    </p:cTn>
                  </p:par>
                  <p:par>
                    <p:cTn id="89" fill="hold">
                      <p:stCondLst>
                        <p:cond delay="indefinite"/>
                      </p:stCondLst>
                      <p:childTnLst>
                        <p:par>
                          <p:cTn id="90" fill="hold">
                            <p:stCondLst>
                              <p:cond delay="0"/>
                            </p:stCondLst>
                            <p:childTnLst>
                              <p:par>
                                <p:cTn id="91" presetID="22" presetClass="entr" presetSubtype="8" fill="hold" nodeType="clickEffect">
                                  <p:stCondLst>
                                    <p:cond delay="0"/>
                                  </p:stCondLst>
                                  <p:childTnLst>
                                    <p:set>
                                      <p:cBhvr>
                                        <p:cTn id="92" dur="1" fill="hold">
                                          <p:stCondLst>
                                            <p:cond delay="0"/>
                                          </p:stCondLst>
                                        </p:cTn>
                                        <p:tgtEl>
                                          <p:spTgt spid="4"/>
                                        </p:tgtEl>
                                        <p:attrNameLst>
                                          <p:attrName>style.visibility</p:attrName>
                                        </p:attrNameLst>
                                      </p:cBhvr>
                                      <p:to>
                                        <p:strVal val="visible"/>
                                      </p:to>
                                    </p:set>
                                    <p:animEffect transition="in" filter="wipe(left)">
                                      <p:cBhvr>
                                        <p:cTn id="93" dur="500"/>
                                        <p:tgtEl>
                                          <p:spTgt spid="4"/>
                                        </p:tgtEl>
                                      </p:cBhvr>
                                    </p:animEffect>
                                  </p:childTnLst>
                                </p:cTn>
                              </p:par>
                            </p:childTnLst>
                          </p:cTn>
                        </p:par>
                      </p:childTnLst>
                    </p:cTn>
                  </p:par>
                  <p:par>
                    <p:cTn id="94" fill="hold">
                      <p:stCondLst>
                        <p:cond delay="indefinite"/>
                      </p:stCondLst>
                      <p:childTnLst>
                        <p:par>
                          <p:cTn id="95" fill="hold">
                            <p:stCondLst>
                              <p:cond delay="0"/>
                            </p:stCondLst>
                            <p:childTnLst>
                              <p:par>
                                <p:cTn id="96" presetID="22" presetClass="entr" presetSubtype="8" fill="hold" nodeType="clickEffect">
                                  <p:stCondLst>
                                    <p:cond delay="0"/>
                                  </p:stCondLst>
                                  <p:childTnLst>
                                    <p:set>
                                      <p:cBhvr>
                                        <p:cTn id="97" dur="1" fill="hold">
                                          <p:stCondLst>
                                            <p:cond delay="0"/>
                                          </p:stCondLst>
                                        </p:cTn>
                                        <p:tgtEl>
                                          <p:spTgt spid="6"/>
                                        </p:tgtEl>
                                        <p:attrNameLst>
                                          <p:attrName>style.visibility</p:attrName>
                                        </p:attrNameLst>
                                      </p:cBhvr>
                                      <p:to>
                                        <p:strVal val="visible"/>
                                      </p:to>
                                    </p:set>
                                    <p:animEffect transition="in" filter="wipe(left)">
                                      <p:cBhvr>
                                        <p:cTn id="98"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0354" grpId="0" bldLvl="0" animBg="1"/>
      <p:bldP spid="100369" grpId="0" bldLvl="0" animBg="1"/>
      <p:bldP spid="100372" grpId="0"/>
      <p:bldP spid="100373" grpId="0"/>
      <p:bldP spid="100374" grpId="0"/>
      <p:bldP spid="100375" grpId="0"/>
      <p:bldP spid="100376" grpId="0"/>
      <p:bldP spid="100377" grpId="0"/>
      <p:bldP spid="100378" grpId="0"/>
      <p:bldP spid="3" grpId="0"/>
    </p:bld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2402" name="Rectangle 2"/>
          <p:cNvSpPr>
            <a:spLocks noGrp="1" noChangeArrowheads="1"/>
          </p:cNvSpPr>
          <p:nvPr>
            <p:ph type="title" idx="4294967295"/>
          </p:nvPr>
        </p:nvSpPr>
        <p:spPr>
          <a:xfrm>
            <a:off x="316230" y="507365"/>
            <a:ext cx="7772400" cy="575945"/>
          </a:xfrm>
        </p:spPr>
        <p:txBody>
          <a:bodyPr/>
          <a:lstStyle/>
          <a:p>
            <a:pPr marL="0" marR="0" lvl="0" indent="0" algn="l" defTabSz="914400" rtl="0" eaLnBrk="0" fontAlgn="base" latinLnBrk="0" hangingPunct="0">
              <a:lnSpc>
                <a:spcPct val="100000"/>
              </a:lnSpc>
              <a:spcBef>
                <a:spcPct val="0"/>
              </a:spcBef>
              <a:spcAft>
                <a:spcPct val="0"/>
              </a:spcAft>
              <a:buClrTx/>
              <a:buSzTx/>
              <a:buFontTx/>
              <a:buNone/>
              <a:defRPr/>
            </a:pPr>
            <a:r>
              <a:rPr kumimoji="1" lang="zh-CN" altLang="en-US" sz="2800" i="0" u="none" strike="noStrike" kern="1200" cap="none" spc="0" normalizeH="0" baseline="0" noProof="0" dirty="0">
                <a:ln>
                  <a:noFill/>
                </a:ln>
                <a:solidFill>
                  <a:srgbClr val="FF0000"/>
                </a:solidFill>
                <a:effectLst/>
                <a:uLnTx/>
                <a:uFillTx/>
                <a:latin typeface="黑体" panose="02010609060101010101" pitchFamily="49" charset="-122"/>
                <a:ea typeface="黑体" panose="02010609060101010101" pitchFamily="49" charset="-122"/>
                <a:cs typeface="+mj-cs"/>
              </a:rPr>
              <a:t>角接触轴承轴向力计算：</a:t>
            </a:r>
            <a:endParaRPr kumimoji="1" lang="zh-CN" altLang="en-US" sz="2800" i="0" u="none" strike="noStrike" kern="1200" cap="none" spc="0" normalizeH="0" baseline="0" noProof="0" dirty="0">
              <a:ln>
                <a:noFill/>
              </a:ln>
              <a:solidFill>
                <a:srgbClr val="FF0000"/>
              </a:solidFill>
              <a:effectLst/>
              <a:uLnTx/>
              <a:uFillTx/>
              <a:latin typeface="黑体" panose="02010609060101010101" pitchFamily="49" charset="-122"/>
              <a:ea typeface="黑体" panose="02010609060101010101" pitchFamily="49" charset="-122"/>
              <a:cs typeface="+mj-cs"/>
            </a:endParaRPr>
          </a:p>
        </p:txBody>
      </p:sp>
      <p:pic>
        <p:nvPicPr>
          <p:cNvPr id="20" name="Picture 148" descr="back1">
            <a:hlinkClick r:id="" action="ppaction://hlinkshowjump?jump=previousslide"/>
          </p:cNvPr>
          <p:cNvPicPr>
            <a:picLocks noChangeAspect="1"/>
          </p:cNvPicPr>
          <p:nvPr/>
        </p:nvPicPr>
        <p:blipFill>
          <a:blip r:embed="rId1"/>
          <a:stretch>
            <a:fillRect/>
          </a:stretch>
        </p:blipFill>
        <p:spPr>
          <a:xfrm>
            <a:off x="8324850" y="6551613"/>
            <a:ext cx="306388" cy="306387"/>
          </a:xfrm>
          <a:prstGeom prst="rect">
            <a:avLst/>
          </a:prstGeom>
          <a:noFill/>
          <a:ln w="9525">
            <a:noFill/>
          </a:ln>
        </p:spPr>
      </p:pic>
      <p:pic>
        <p:nvPicPr>
          <p:cNvPr id="21" name="Picture 149" descr="NEXT1">
            <a:hlinkClick r:id="" action="ppaction://hlinkshowjump?jump=nextslide"/>
          </p:cNvPr>
          <p:cNvPicPr>
            <a:picLocks noChangeAspect="1"/>
          </p:cNvPicPr>
          <p:nvPr/>
        </p:nvPicPr>
        <p:blipFill>
          <a:blip r:embed="rId2"/>
          <a:stretch>
            <a:fillRect/>
          </a:stretch>
        </p:blipFill>
        <p:spPr>
          <a:xfrm>
            <a:off x="8745538" y="6551613"/>
            <a:ext cx="306387" cy="306387"/>
          </a:xfrm>
          <a:prstGeom prst="rect">
            <a:avLst/>
          </a:prstGeom>
          <a:noFill/>
          <a:ln w="9525">
            <a:noFill/>
          </a:ln>
        </p:spPr>
      </p:pic>
      <p:pic>
        <p:nvPicPr>
          <p:cNvPr id="22" name="Picture 150" descr="rewind1">
            <a:hlinkClick r:id="" action="ppaction://hlinkshowjump?jump=firstslide"/>
          </p:cNvPr>
          <p:cNvPicPr>
            <a:picLocks noChangeAspect="1"/>
          </p:cNvPicPr>
          <p:nvPr/>
        </p:nvPicPr>
        <p:blipFill>
          <a:blip r:embed="rId3"/>
          <a:stretch>
            <a:fillRect/>
          </a:stretch>
        </p:blipFill>
        <p:spPr>
          <a:xfrm>
            <a:off x="7875588" y="6551613"/>
            <a:ext cx="306387" cy="306387"/>
          </a:xfrm>
          <a:prstGeom prst="rect">
            <a:avLst/>
          </a:prstGeom>
          <a:noFill/>
          <a:ln w="9525">
            <a:noFill/>
          </a:ln>
        </p:spPr>
      </p:pic>
      <p:sp>
        <p:nvSpPr>
          <p:cNvPr id="2" name="文本框 1"/>
          <p:cNvSpPr txBox="1"/>
          <p:nvPr/>
        </p:nvSpPr>
        <p:spPr>
          <a:xfrm>
            <a:off x="1633855" y="1145540"/>
            <a:ext cx="2907030" cy="460375"/>
          </a:xfrm>
          <a:prstGeom prst="rect">
            <a:avLst/>
          </a:prstGeom>
          <a:noFill/>
        </p:spPr>
        <p:txBody>
          <a:bodyPr wrap="square" rtlCol="0" anchor="t">
            <a:spAutoFit/>
          </a:bodyPr>
          <a:p>
            <a:pPr marL="0" marR="0" lvl="0" indent="0" algn="l" defTabSz="914400" rtl="0" eaLnBrk="0" fontAlgn="base" latinLnBrk="0" hangingPunct="0">
              <a:lnSpc>
                <a:spcPct val="100000"/>
              </a:lnSpc>
              <a:spcBef>
                <a:spcPct val="0"/>
              </a:spcBef>
              <a:spcAft>
                <a:spcPct val="0"/>
              </a:spcAft>
              <a:buClrTx/>
              <a:buSzTx/>
              <a:buFontTx/>
              <a:buNone/>
              <a:defRPr/>
            </a:pPr>
            <a:r>
              <a:rPr lang="en-US" altLang="zh-CN" sz="2400" noProof="0" dirty="0">
                <a:ln>
                  <a:noFill/>
                </a:ln>
                <a:solidFill>
                  <a:srgbClr val="0000FF"/>
                </a:solidFill>
                <a:effectLst>
                  <a:outerShdw blurRad="38100" dist="38100" dir="2700000" algn="tl">
                    <a:srgbClr val="FFFFFF"/>
                  </a:outerShdw>
                </a:effectLst>
                <a:uLnTx/>
                <a:uFillTx/>
                <a:latin typeface="华文中宋" panose="02010600040101010101" pitchFamily="2" charset="-122"/>
                <a:sym typeface="+mn-ea"/>
              </a:rPr>
              <a:t>F</a:t>
            </a:r>
            <a:r>
              <a:rPr lang="en-US" altLang="zh-CN" sz="2400" baseline="-25000" noProof="0" dirty="0">
                <a:ln>
                  <a:noFill/>
                </a:ln>
                <a:solidFill>
                  <a:srgbClr val="0000FF"/>
                </a:solidFill>
                <a:effectLst>
                  <a:outerShdw blurRad="38100" dist="38100" dir="2700000" algn="tl">
                    <a:srgbClr val="FFFFFF"/>
                  </a:outerShdw>
                </a:effectLst>
                <a:uLnTx/>
                <a:uFillTx/>
                <a:latin typeface="华文中宋" panose="02010600040101010101" pitchFamily="2" charset="-122"/>
                <a:sym typeface="+mn-ea"/>
              </a:rPr>
              <a:t>a</a:t>
            </a:r>
            <a:r>
              <a:rPr lang="en-US" altLang="zh-CN" sz="2400" noProof="0" dirty="0">
                <a:ln>
                  <a:noFill/>
                </a:ln>
                <a:solidFill>
                  <a:srgbClr val="0000FF"/>
                </a:solidFill>
                <a:effectLst>
                  <a:outerShdw blurRad="38100" dist="38100" dir="2700000" algn="tl">
                    <a:srgbClr val="FFFFFF"/>
                  </a:outerShdw>
                </a:effectLst>
                <a:uLnTx/>
                <a:uFillTx/>
                <a:latin typeface="华文中宋" panose="02010600040101010101" pitchFamily="2" charset="-122"/>
                <a:sym typeface="+mn-ea"/>
              </a:rPr>
              <a:t>+F</a:t>
            </a:r>
            <a:r>
              <a:rPr lang="en-US" altLang="zh-CN" sz="2400" baseline="-25000" noProof="0" dirty="0">
                <a:ln>
                  <a:noFill/>
                </a:ln>
                <a:solidFill>
                  <a:srgbClr val="0000FF"/>
                </a:solidFill>
                <a:effectLst>
                  <a:outerShdw blurRad="38100" dist="38100" dir="2700000" algn="tl">
                    <a:srgbClr val="FFFFFF"/>
                  </a:outerShdw>
                </a:effectLst>
                <a:uLnTx/>
                <a:uFillTx/>
                <a:latin typeface="华文中宋" panose="02010600040101010101" pitchFamily="2" charset="-122"/>
                <a:sym typeface="+mn-ea"/>
              </a:rPr>
              <a:t>S1</a:t>
            </a:r>
            <a:r>
              <a:rPr lang="en-US" altLang="zh-CN" sz="2400" noProof="0" dirty="0">
                <a:ln>
                  <a:noFill/>
                </a:ln>
                <a:solidFill>
                  <a:srgbClr val="0000FF"/>
                </a:solidFill>
                <a:effectLst>
                  <a:outerShdw blurRad="38100" dist="38100" dir="2700000" algn="tl">
                    <a:srgbClr val="FFFFFF"/>
                  </a:outerShdw>
                </a:effectLst>
                <a:uLnTx/>
                <a:uFillTx/>
                <a:latin typeface="华文中宋" panose="02010600040101010101" pitchFamily="2" charset="-122"/>
                <a:sym typeface="+mn-ea"/>
              </a:rPr>
              <a:t>&gt;F</a:t>
            </a:r>
            <a:r>
              <a:rPr lang="en-US" altLang="zh-CN" sz="2400" baseline="-25000" noProof="0" dirty="0">
                <a:ln>
                  <a:noFill/>
                </a:ln>
                <a:solidFill>
                  <a:srgbClr val="0000FF"/>
                </a:solidFill>
                <a:effectLst>
                  <a:outerShdw blurRad="38100" dist="38100" dir="2700000" algn="tl">
                    <a:srgbClr val="FFFFFF"/>
                  </a:outerShdw>
                </a:effectLst>
                <a:uLnTx/>
                <a:uFillTx/>
                <a:latin typeface="华文中宋" panose="02010600040101010101" pitchFamily="2" charset="-122"/>
                <a:sym typeface="+mn-ea"/>
              </a:rPr>
              <a:t>S2</a:t>
            </a:r>
            <a:endParaRPr lang="en-US" altLang="zh-CN" sz="2400" baseline="-25000" noProof="0" dirty="0">
              <a:ln>
                <a:noFill/>
              </a:ln>
              <a:solidFill>
                <a:srgbClr val="0000FF"/>
              </a:solidFill>
              <a:effectLst>
                <a:outerShdw blurRad="38100" dist="38100" dir="2700000" algn="tl">
                  <a:srgbClr val="FFFFFF"/>
                </a:outerShdw>
              </a:effectLst>
              <a:uLnTx/>
              <a:uFillTx/>
              <a:latin typeface="华文中宋" panose="02010600040101010101" pitchFamily="2" charset="-122"/>
              <a:sym typeface="+mn-ea"/>
            </a:endParaRPr>
          </a:p>
        </p:txBody>
      </p:sp>
      <p:sp>
        <p:nvSpPr>
          <p:cNvPr id="3" name="文本框 2"/>
          <p:cNvSpPr txBox="1"/>
          <p:nvPr/>
        </p:nvSpPr>
        <p:spPr>
          <a:xfrm>
            <a:off x="4646930" y="1139825"/>
            <a:ext cx="3927475" cy="460375"/>
          </a:xfrm>
          <a:prstGeom prst="rect">
            <a:avLst/>
          </a:prstGeom>
          <a:noFill/>
        </p:spPr>
        <p:txBody>
          <a:bodyPr wrap="square" rtlCol="0" anchor="t">
            <a:spAutoFit/>
          </a:bodyPr>
          <a:p>
            <a:pPr marL="0" marR="0" lvl="0" indent="0" algn="l" defTabSz="914400" rtl="0" eaLnBrk="0" fontAlgn="base" latinLnBrk="0" hangingPunct="0">
              <a:lnSpc>
                <a:spcPct val="100000"/>
              </a:lnSpc>
              <a:spcBef>
                <a:spcPct val="0"/>
              </a:spcBef>
              <a:spcAft>
                <a:spcPct val="0"/>
              </a:spcAft>
              <a:buClrTx/>
              <a:buSzTx/>
              <a:buFontTx/>
              <a:buNone/>
              <a:defRPr/>
            </a:pPr>
            <a:r>
              <a:rPr lang="en-US" altLang="zh-CN" sz="2400" noProof="0" dirty="0">
                <a:ln>
                  <a:noFill/>
                </a:ln>
                <a:solidFill>
                  <a:srgbClr val="0000FF"/>
                </a:solidFill>
                <a:effectLst>
                  <a:outerShdw blurRad="38100" dist="38100" dir="2700000" algn="tl">
                    <a:srgbClr val="FFFFFF"/>
                  </a:outerShdw>
                </a:effectLst>
                <a:uLnTx/>
                <a:uFillTx/>
                <a:latin typeface="华文中宋" panose="02010600040101010101" pitchFamily="2" charset="-122"/>
                <a:sym typeface="+mn-ea"/>
              </a:rPr>
              <a:t>F</a:t>
            </a:r>
            <a:r>
              <a:rPr lang="en-US" altLang="zh-CN" sz="2400" baseline="-25000" noProof="0" dirty="0">
                <a:ln>
                  <a:noFill/>
                </a:ln>
                <a:solidFill>
                  <a:srgbClr val="0000FF"/>
                </a:solidFill>
                <a:effectLst>
                  <a:outerShdw blurRad="38100" dist="38100" dir="2700000" algn="tl">
                    <a:srgbClr val="FFFFFF"/>
                  </a:outerShdw>
                </a:effectLst>
                <a:uLnTx/>
                <a:uFillTx/>
                <a:latin typeface="华文中宋" panose="02010600040101010101" pitchFamily="2" charset="-122"/>
                <a:sym typeface="+mn-ea"/>
              </a:rPr>
              <a:t>a</a:t>
            </a:r>
            <a:r>
              <a:rPr lang="en-US" altLang="zh-CN" sz="2400" noProof="0" dirty="0">
                <a:ln>
                  <a:noFill/>
                </a:ln>
                <a:solidFill>
                  <a:srgbClr val="0000FF"/>
                </a:solidFill>
                <a:effectLst>
                  <a:outerShdw blurRad="38100" dist="38100" dir="2700000" algn="tl">
                    <a:srgbClr val="FFFFFF"/>
                  </a:outerShdw>
                </a:effectLst>
                <a:uLnTx/>
                <a:uFillTx/>
                <a:latin typeface="华文中宋" panose="02010600040101010101" pitchFamily="2" charset="-122"/>
                <a:sym typeface="+mn-ea"/>
              </a:rPr>
              <a:t>+F</a:t>
            </a:r>
            <a:r>
              <a:rPr lang="en-US" altLang="zh-CN" sz="2400" baseline="-25000" noProof="0" dirty="0">
                <a:ln>
                  <a:noFill/>
                </a:ln>
                <a:solidFill>
                  <a:srgbClr val="0000FF"/>
                </a:solidFill>
                <a:effectLst>
                  <a:outerShdw blurRad="38100" dist="38100" dir="2700000" algn="tl">
                    <a:srgbClr val="FFFFFF"/>
                  </a:outerShdw>
                </a:effectLst>
                <a:uLnTx/>
                <a:uFillTx/>
                <a:latin typeface="华文中宋" panose="02010600040101010101" pitchFamily="2" charset="-122"/>
                <a:sym typeface="+mn-ea"/>
              </a:rPr>
              <a:t>S1</a:t>
            </a:r>
            <a:r>
              <a:rPr lang="en-US" altLang="zh-CN" sz="2400" noProof="0" dirty="0">
                <a:ln>
                  <a:noFill/>
                </a:ln>
                <a:solidFill>
                  <a:srgbClr val="0000FF"/>
                </a:solidFill>
                <a:effectLst>
                  <a:outerShdw blurRad="38100" dist="38100" dir="2700000" algn="tl">
                    <a:srgbClr val="FFFFFF"/>
                  </a:outerShdw>
                </a:effectLst>
                <a:uLnTx/>
                <a:uFillTx/>
                <a:latin typeface="华文中宋" panose="02010600040101010101" pitchFamily="2" charset="-122"/>
                <a:sym typeface="+mn-ea"/>
              </a:rPr>
              <a:t>&lt;F</a:t>
            </a:r>
            <a:r>
              <a:rPr lang="en-US" altLang="zh-CN" sz="2400" baseline="-25000" noProof="0" dirty="0">
                <a:ln>
                  <a:noFill/>
                </a:ln>
                <a:solidFill>
                  <a:srgbClr val="0000FF"/>
                </a:solidFill>
                <a:effectLst>
                  <a:outerShdw blurRad="38100" dist="38100" dir="2700000" algn="tl">
                    <a:srgbClr val="FFFFFF"/>
                  </a:outerShdw>
                </a:effectLst>
                <a:uLnTx/>
                <a:uFillTx/>
                <a:latin typeface="华文中宋" panose="02010600040101010101" pitchFamily="2" charset="-122"/>
                <a:sym typeface="+mn-ea"/>
              </a:rPr>
              <a:t>S2</a:t>
            </a:r>
            <a:endParaRPr lang="en-US" altLang="zh-CN" sz="2400" baseline="-25000" noProof="0" dirty="0">
              <a:ln>
                <a:noFill/>
              </a:ln>
              <a:solidFill>
                <a:srgbClr val="0000FF"/>
              </a:solidFill>
              <a:effectLst>
                <a:outerShdw blurRad="38100" dist="38100" dir="2700000" algn="tl">
                  <a:srgbClr val="FFFFFF"/>
                </a:outerShdw>
              </a:effectLst>
              <a:uLnTx/>
              <a:uFillTx/>
              <a:latin typeface="华文中宋" panose="02010600040101010101" pitchFamily="2" charset="-122"/>
              <a:sym typeface="+mn-ea"/>
            </a:endParaRPr>
          </a:p>
        </p:txBody>
      </p:sp>
      <p:cxnSp>
        <p:nvCxnSpPr>
          <p:cNvPr id="4" name="直接连接符 3"/>
          <p:cNvCxnSpPr/>
          <p:nvPr/>
        </p:nvCxnSpPr>
        <p:spPr>
          <a:xfrm>
            <a:off x="958850" y="1625600"/>
            <a:ext cx="6916420" cy="0"/>
          </a:xfrm>
          <a:prstGeom prst="line">
            <a:avLst/>
          </a:prstGeom>
          <a:noFill/>
          <a:ln w="9525" cap="flat" cmpd="sng" algn="ctr">
            <a:solidFill>
              <a:srgbClr val="FF0000"/>
            </a:solidFill>
            <a:prstDash val="solid"/>
            <a:round/>
            <a:headEnd type="none" w="med" len="med"/>
            <a:tailEnd type="none" w="med" len="med"/>
          </a:ln>
        </p:spPr>
      </p:cxnSp>
      <p:sp>
        <p:nvSpPr>
          <p:cNvPr id="5" name="文本框 4"/>
          <p:cNvSpPr txBox="1"/>
          <p:nvPr/>
        </p:nvSpPr>
        <p:spPr>
          <a:xfrm>
            <a:off x="884555" y="1658620"/>
            <a:ext cx="3223895" cy="534035"/>
          </a:xfrm>
          <a:prstGeom prst="rect">
            <a:avLst/>
          </a:prstGeom>
          <a:noFill/>
        </p:spPr>
        <p:txBody>
          <a:bodyPr wrap="square" rtlCol="0">
            <a:spAutoFit/>
          </a:bodyPr>
          <a:p>
            <a:pPr indent="0">
              <a:buNone/>
            </a:pPr>
            <a:r>
              <a:rPr lang="zh-CN" altLang="en-US" sz="2400">
                <a:solidFill>
                  <a:srgbClr val="FF0000"/>
                </a:solidFill>
                <a:latin typeface="黑体" panose="02010609060101010101" pitchFamily="49" charset="-122"/>
                <a:ea typeface="黑体" panose="02010609060101010101" pitchFamily="49" charset="-122"/>
                <a:cs typeface="黑体" panose="02010609060101010101" pitchFamily="49" charset="-122"/>
              </a:rPr>
              <a:t>轴承</a:t>
            </a:r>
            <a:r>
              <a:rPr lang="en-US" altLang="zh-CN" sz="2400">
                <a:solidFill>
                  <a:srgbClr val="FF0000"/>
                </a:solidFill>
                <a:latin typeface="黑体" panose="02010609060101010101" pitchFamily="49" charset="-122"/>
                <a:ea typeface="黑体" panose="02010609060101010101" pitchFamily="49" charset="-122"/>
                <a:cs typeface="黑体" panose="02010609060101010101" pitchFamily="49" charset="-122"/>
              </a:rPr>
              <a:t>2</a:t>
            </a:r>
            <a:r>
              <a:rPr lang="zh-CN" altLang="en-US" sz="2400">
                <a:latin typeface="黑体" panose="02010609060101010101" pitchFamily="49" charset="-122"/>
                <a:ea typeface="黑体" panose="02010609060101010101" pitchFamily="49" charset="-122"/>
                <a:cs typeface="黑体" panose="02010609060101010101" pitchFamily="49" charset="-122"/>
              </a:rPr>
              <a:t>被压紧，为紧端</a:t>
            </a:r>
            <a:endParaRPr lang="zh-CN" altLang="en-US" sz="2400">
              <a:latin typeface="黑体" panose="02010609060101010101" pitchFamily="49" charset="-122"/>
              <a:ea typeface="黑体" panose="02010609060101010101" pitchFamily="49" charset="-122"/>
              <a:cs typeface="黑体" panose="02010609060101010101" pitchFamily="49" charset="-122"/>
            </a:endParaRPr>
          </a:p>
        </p:txBody>
      </p:sp>
      <p:sp>
        <p:nvSpPr>
          <p:cNvPr id="6" name="文本框 5"/>
          <p:cNvSpPr txBox="1"/>
          <p:nvPr/>
        </p:nvSpPr>
        <p:spPr>
          <a:xfrm>
            <a:off x="4498975" y="1729740"/>
            <a:ext cx="4138295" cy="534035"/>
          </a:xfrm>
          <a:prstGeom prst="rect">
            <a:avLst/>
          </a:prstGeom>
          <a:noFill/>
        </p:spPr>
        <p:txBody>
          <a:bodyPr wrap="square" rtlCol="0">
            <a:spAutoFit/>
          </a:bodyPr>
          <a:p>
            <a:pPr indent="0">
              <a:buNone/>
            </a:pPr>
            <a:r>
              <a:rPr lang="en-US" altLang="zh-CN" sz="2400">
                <a:solidFill>
                  <a:srgbClr val="FF0000"/>
                </a:solidFill>
                <a:latin typeface="黑体" panose="02010609060101010101" pitchFamily="49" charset="-122"/>
                <a:ea typeface="黑体" panose="02010609060101010101" pitchFamily="49" charset="-122"/>
                <a:cs typeface="黑体" panose="02010609060101010101" pitchFamily="49" charset="-122"/>
              </a:rPr>
              <a:t>轴承1</a:t>
            </a:r>
            <a:r>
              <a:rPr lang="en-US" altLang="zh-CN" sz="2400">
                <a:latin typeface="黑体" panose="02010609060101010101" pitchFamily="49" charset="-122"/>
                <a:ea typeface="黑体" panose="02010609060101010101" pitchFamily="49" charset="-122"/>
                <a:cs typeface="黑体" panose="02010609060101010101" pitchFamily="49" charset="-122"/>
              </a:rPr>
              <a:t>被压紧，为紧端</a:t>
            </a:r>
            <a:endParaRPr lang="en-US" altLang="zh-CN" sz="2400">
              <a:latin typeface="黑体" panose="02010609060101010101" pitchFamily="49" charset="-122"/>
              <a:ea typeface="黑体" panose="02010609060101010101" pitchFamily="49" charset="-122"/>
              <a:cs typeface="黑体" panose="02010609060101010101" pitchFamily="49" charset="-122"/>
            </a:endParaRPr>
          </a:p>
        </p:txBody>
      </p:sp>
      <p:sp>
        <p:nvSpPr>
          <p:cNvPr id="8" name="文本框 7"/>
          <p:cNvSpPr txBox="1"/>
          <p:nvPr/>
        </p:nvSpPr>
        <p:spPr>
          <a:xfrm>
            <a:off x="1230630" y="2176780"/>
            <a:ext cx="2661285" cy="534035"/>
          </a:xfrm>
          <a:prstGeom prst="rect">
            <a:avLst/>
          </a:prstGeom>
          <a:noFill/>
        </p:spPr>
        <p:txBody>
          <a:bodyPr wrap="square" rtlCol="0">
            <a:spAutoFit/>
          </a:bodyPr>
          <a:p>
            <a:pPr indent="0">
              <a:buNone/>
            </a:pPr>
            <a:r>
              <a:rPr lang="en-US" altLang="zh-CN" sz="2400">
                <a:solidFill>
                  <a:schemeClr val="tx2">
                    <a:lumMod val="60000"/>
                    <a:lumOff val="40000"/>
                  </a:schemeClr>
                </a:solidFill>
                <a:latin typeface="黑体" panose="02010609060101010101" pitchFamily="49" charset="-122"/>
                <a:ea typeface="黑体" panose="02010609060101010101" pitchFamily="49" charset="-122"/>
                <a:cs typeface="黑体" panose="02010609060101010101" pitchFamily="49" charset="-122"/>
              </a:rPr>
              <a:t>轴承1</a:t>
            </a:r>
            <a:r>
              <a:rPr lang="en-US" altLang="zh-CN" sz="2400">
                <a:latin typeface="黑体" panose="02010609060101010101" pitchFamily="49" charset="-122"/>
                <a:ea typeface="黑体" panose="02010609060101010101" pitchFamily="49" charset="-122"/>
                <a:cs typeface="黑体" panose="02010609060101010101" pitchFamily="49" charset="-122"/>
              </a:rPr>
              <a:t>为松端</a:t>
            </a:r>
            <a:endParaRPr lang="en-US" altLang="zh-CN" sz="2400">
              <a:latin typeface="黑体" panose="02010609060101010101" pitchFamily="49" charset="-122"/>
              <a:ea typeface="黑体" panose="02010609060101010101" pitchFamily="49" charset="-122"/>
              <a:cs typeface="黑体" panose="02010609060101010101" pitchFamily="49" charset="-122"/>
            </a:endParaRPr>
          </a:p>
        </p:txBody>
      </p:sp>
      <p:sp>
        <p:nvSpPr>
          <p:cNvPr id="9" name="文本框 8"/>
          <p:cNvSpPr txBox="1"/>
          <p:nvPr/>
        </p:nvSpPr>
        <p:spPr>
          <a:xfrm>
            <a:off x="4617085" y="2176780"/>
            <a:ext cx="2661285" cy="534035"/>
          </a:xfrm>
          <a:prstGeom prst="rect">
            <a:avLst/>
          </a:prstGeom>
          <a:noFill/>
        </p:spPr>
        <p:txBody>
          <a:bodyPr wrap="square" rtlCol="0">
            <a:spAutoFit/>
          </a:bodyPr>
          <a:p>
            <a:pPr indent="0">
              <a:buNone/>
            </a:pPr>
            <a:r>
              <a:rPr lang="en-US" altLang="zh-CN" sz="2400">
                <a:solidFill>
                  <a:schemeClr val="tx2">
                    <a:lumMod val="60000"/>
                    <a:lumOff val="40000"/>
                  </a:schemeClr>
                </a:solidFill>
                <a:latin typeface="黑体" panose="02010609060101010101" pitchFamily="49" charset="-122"/>
                <a:ea typeface="黑体" panose="02010609060101010101" pitchFamily="49" charset="-122"/>
                <a:cs typeface="黑体" panose="02010609060101010101" pitchFamily="49" charset="-122"/>
              </a:rPr>
              <a:t>轴承2</a:t>
            </a:r>
            <a:r>
              <a:rPr lang="en-US" altLang="zh-CN" sz="2400">
                <a:latin typeface="黑体" panose="02010609060101010101" pitchFamily="49" charset="-122"/>
                <a:ea typeface="黑体" panose="02010609060101010101" pitchFamily="49" charset="-122"/>
                <a:cs typeface="黑体" panose="02010609060101010101" pitchFamily="49" charset="-122"/>
              </a:rPr>
              <a:t>为松端</a:t>
            </a:r>
            <a:endParaRPr lang="en-US" altLang="zh-CN" sz="2400">
              <a:latin typeface="黑体" panose="02010609060101010101" pitchFamily="49" charset="-122"/>
              <a:ea typeface="黑体" panose="02010609060101010101" pitchFamily="49" charset="-122"/>
              <a:cs typeface="黑体" panose="02010609060101010101" pitchFamily="49" charset="-122"/>
            </a:endParaRPr>
          </a:p>
        </p:txBody>
      </p:sp>
      <p:graphicFrame>
        <p:nvGraphicFramePr>
          <p:cNvPr id="10" name="对象 9">
            <a:hlinkClick r:id="" action="ppaction://ole?verb="/>
          </p:cNvPr>
          <p:cNvGraphicFramePr>
            <a:graphicFrameLocks noChangeAspect="1"/>
          </p:cNvGraphicFramePr>
          <p:nvPr/>
        </p:nvGraphicFramePr>
        <p:xfrm>
          <a:off x="1514475" y="2912428"/>
          <a:ext cx="1758315" cy="475615"/>
        </p:xfrm>
        <a:graphic>
          <a:graphicData uri="http://schemas.openxmlformats.org/presentationml/2006/ole">
            <mc:AlternateContent xmlns:mc="http://schemas.openxmlformats.org/markup-compatibility/2006">
              <mc:Choice xmlns:v="urn:schemas-microsoft-com:vml" Requires="v">
                <p:oleObj spid="_x0000_s1025" name="" r:id="rId4" imgW="850900" imgH="228600" progId="Equation.KSEE3">
                  <p:embed/>
                </p:oleObj>
              </mc:Choice>
              <mc:Fallback>
                <p:oleObj name="" r:id="rId4" imgW="850900" imgH="228600" progId="Equation.KSEE3">
                  <p:embed/>
                  <p:pic>
                    <p:nvPicPr>
                      <p:cNvPr id="0" name="图片 1024"/>
                      <p:cNvPicPr/>
                      <p:nvPr/>
                    </p:nvPicPr>
                    <p:blipFill>
                      <a:blip r:embed="rId5"/>
                      <a:stretch>
                        <a:fillRect/>
                      </a:stretch>
                    </p:blipFill>
                    <p:spPr>
                      <a:xfrm>
                        <a:off x="1514475" y="2912428"/>
                        <a:ext cx="1758315" cy="475615"/>
                      </a:xfrm>
                      <a:prstGeom prst="rect">
                        <a:avLst/>
                      </a:prstGeom>
                    </p:spPr>
                  </p:pic>
                </p:oleObj>
              </mc:Fallback>
            </mc:AlternateContent>
          </a:graphicData>
        </a:graphic>
      </p:graphicFrame>
      <p:cxnSp>
        <p:nvCxnSpPr>
          <p:cNvPr id="11" name="直接连接符 10"/>
          <p:cNvCxnSpPr/>
          <p:nvPr/>
        </p:nvCxnSpPr>
        <p:spPr>
          <a:xfrm>
            <a:off x="806450" y="2816860"/>
            <a:ext cx="7010400" cy="0"/>
          </a:xfrm>
          <a:prstGeom prst="line">
            <a:avLst/>
          </a:prstGeom>
          <a:noFill/>
          <a:ln w="9525" cap="flat" cmpd="sng" algn="ctr">
            <a:solidFill>
              <a:srgbClr val="FF0000"/>
            </a:solidFill>
            <a:prstDash val="solid"/>
            <a:round/>
            <a:headEnd type="none" w="med" len="med"/>
            <a:tailEnd type="none" w="med" len="med"/>
          </a:ln>
        </p:spPr>
      </p:cxnSp>
      <p:graphicFrame>
        <p:nvGraphicFramePr>
          <p:cNvPr id="12" name="对象 11">
            <a:hlinkClick r:id="" action="ppaction://ole?verb="/>
          </p:cNvPr>
          <p:cNvGraphicFramePr>
            <a:graphicFrameLocks noChangeAspect="1"/>
          </p:cNvGraphicFramePr>
          <p:nvPr>
            <p:custDataLst>
              <p:tags r:id="rId6"/>
            </p:custDataLst>
          </p:nvPr>
        </p:nvGraphicFramePr>
        <p:xfrm>
          <a:off x="1554480" y="3303588"/>
          <a:ext cx="1128395" cy="475615"/>
        </p:xfrm>
        <a:graphic>
          <a:graphicData uri="http://schemas.openxmlformats.org/presentationml/2006/ole">
            <mc:AlternateContent xmlns:mc="http://schemas.openxmlformats.org/markup-compatibility/2006">
              <mc:Choice xmlns:v="urn:schemas-microsoft-com:vml" Requires="v">
                <p:oleObj spid="_x0000_s13" name="" r:id="rId7" imgW="545465" imgH="228600" progId="Equation.KSEE3">
                  <p:embed/>
                </p:oleObj>
              </mc:Choice>
              <mc:Fallback>
                <p:oleObj name="" r:id="rId7" imgW="545465" imgH="228600" progId="Equation.KSEE3">
                  <p:embed/>
                  <p:pic>
                    <p:nvPicPr>
                      <p:cNvPr id="0" name="图片 1024"/>
                      <p:cNvPicPr/>
                      <p:nvPr/>
                    </p:nvPicPr>
                    <p:blipFill>
                      <a:blip r:embed="rId8"/>
                      <a:stretch>
                        <a:fillRect/>
                      </a:stretch>
                    </p:blipFill>
                    <p:spPr>
                      <a:xfrm>
                        <a:off x="1554480" y="3303588"/>
                        <a:ext cx="1128395" cy="475615"/>
                      </a:xfrm>
                      <a:prstGeom prst="rect">
                        <a:avLst/>
                      </a:prstGeom>
                    </p:spPr>
                  </p:pic>
                </p:oleObj>
              </mc:Fallback>
            </mc:AlternateContent>
          </a:graphicData>
        </a:graphic>
      </p:graphicFrame>
      <p:graphicFrame>
        <p:nvGraphicFramePr>
          <p:cNvPr id="15" name="对象 14">
            <a:hlinkClick r:id="" action="ppaction://ole?verb="/>
          </p:cNvPr>
          <p:cNvGraphicFramePr>
            <a:graphicFrameLocks noChangeAspect="1"/>
          </p:cNvGraphicFramePr>
          <p:nvPr>
            <p:custDataLst>
              <p:tags r:id="rId9"/>
            </p:custDataLst>
          </p:nvPr>
        </p:nvGraphicFramePr>
        <p:xfrm>
          <a:off x="4722495" y="2890838"/>
          <a:ext cx="1680845" cy="475615"/>
        </p:xfrm>
        <a:graphic>
          <a:graphicData uri="http://schemas.openxmlformats.org/presentationml/2006/ole">
            <mc:AlternateContent xmlns:mc="http://schemas.openxmlformats.org/markup-compatibility/2006">
              <mc:Choice xmlns:v="urn:schemas-microsoft-com:vml" Requires="v">
                <p:oleObj spid="_x0000_s16" name="" r:id="rId10" imgW="812800" imgH="228600" progId="Equation.KSEE3">
                  <p:embed/>
                </p:oleObj>
              </mc:Choice>
              <mc:Fallback>
                <p:oleObj name="" r:id="rId10" imgW="812800" imgH="228600" progId="Equation.KSEE3">
                  <p:embed/>
                  <p:pic>
                    <p:nvPicPr>
                      <p:cNvPr id="0" name="图片 1024"/>
                      <p:cNvPicPr/>
                      <p:nvPr/>
                    </p:nvPicPr>
                    <p:blipFill>
                      <a:blip r:embed="rId11"/>
                      <a:stretch>
                        <a:fillRect/>
                      </a:stretch>
                    </p:blipFill>
                    <p:spPr>
                      <a:xfrm>
                        <a:off x="4722495" y="2890838"/>
                        <a:ext cx="1680845" cy="475615"/>
                      </a:xfrm>
                      <a:prstGeom prst="rect">
                        <a:avLst/>
                      </a:prstGeom>
                      <a:ln w="19050">
                        <a:noFill/>
                      </a:ln>
                    </p:spPr>
                  </p:pic>
                </p:oleObj>
              </mc:Fallback>
            </mc:AlternateContent>
          </a:graphicData>
        </a:graphic>
      </p:graphicFrame>
      <p:graphicFrame>
        <p:nvGraphicFramePr>
          <p:cNvPr id="17" name="对象 16">
            <a:hlinkClick r:id="" action="ppaction://ole?verb="/>
          </p:cNvPr>
          <p:cNvGraphicFramePr>
            <a:graphicFrameLocks noChangeAspect="1"/>
          </p:cNvGraphicFramePr>
          <p:nvPr>
            <p:custDataLst>
              <p:tags r:id="rId12"/>
            </p:custDataLst>
          </p:nvPr>
        </p:nvGraphicFramePr>
        <p:xfrm>
          <a:off x="4817428" y="3341688"/>
          <a:ext cx="1209040" cy="475615"/>
        </p:xfrm>
        <a:graphic>
          <a:graphicData uri="http://schemas.openxmlformats.org/presentationml/2006/ole">
            <mc:AlternateContent xmlns:mc="http://schemas.openxmlformats.org/markup-compatibility/2006">
              <mc:Choice xmlns:v="urn:schemas-microsoft-com:vml" Requires="v">
                <p:oleObj spid="_x0000_s18" name="" r:id="rId13" imgW="584200" imgH="228600" progId="Equation.KSEE3">
                  <p:embed/>
                </p:oleObj>
              </mc:Choice>
              <mc:Fallback>
                <p:oleObj name="" r:id="rId13" imgW="584200" imgH="228600" progId="Equation.KSEE3">
                  <p:embed/>
                  <p:pic>
                    <p:nvPicPr>
                      <p:cNvPr id="0" name="图片 1024"/>
                      <p:cNvPicPr/>
                      <p:nvPr/>
                    </p:nvPicPr>
                    <p:blipFill>
                      <a:blip r:embed="rId14"/>
                      <a:stretch>
                        <a:fillRect/>
                      </a:stretch>
                    </p:blipFill>
                    <p:spPr>
                      <a:xfrm>
                        <a:off x="4817428" y="3341688"/>
                        <a:ext cx="1209040" cy="475615"/>
                      </a:xfrm>
                      <a:prstGeom prst="rect">
                        <a:avLst/>
                      </a:prstGeom>
                      <a:ln w="19050">
                        <a:noFill/>
                      </a:ln>
                    </p:spPr>
                  </p:pic>
                </p:oleObj>
              </mc:Fallback>
            </mc:AlternateContent>
          </a:graphicData>
        </a:graphic>
      </p:graphicFrame>
      <p:cxnSp>
        <p:nvCxnSpPr>
          <p:cNvPr id="23" name="直接连接符 22"/>
          <p:cNvCxnSpPr/>
          <p:nvPr/>
        </p:nvCxnSpPr>
        <p:spPr>
          <a:xfrm>
            <a:off x="4076700" y="855345"/>
            <a:ext cx="0" cy="2942590"/>
          </a:xfrm>
          <a:prstGeom prst="line">
            <a:avLst/>
          </a:prstGeom>
          <a:noFill/>
          <a:ln w="9525" cap="flat" cmpd="sng" algn="ctr">
            <a:solidFill>
              <a:srgbClr val="FF0000"/>
            </a:solidFill>
            <a:prstDash val="solid"/>
            <a:round/>
            <a:headEnd type="none" w="med" len="med"/>
            <a:tailEnd type="none" w="med" len="med"/>
          </a:ln>
        </p:spPr>
      </p:cxnSp>
      <p:sp>
        <p:nvSpPr>
          <p:cNvPr id="24" name="Rectangle 3"/>
          <p:cNvSpPr>
            <a:spLocks noGrp="1"/>
          </p:cNvSpPr>
          <p:nvPr/>
        </p:nvSpPr>
        <p:spPr>
          <a:xfrm>
            <a:off x="-52070" y="4578350"/>
            <a:ext cx="9639300" cy="1701800"/>
          </a:xfrm>
          <a:prstGeom prst="rect">
            <a:avLst/>
          </a:prstGeom>
          <a:noFill/>
          <a:ln>
            <a:noFill/>
          </a:ln>
        </p:spPr>
        <p:txBody>
          <a:bodyPr/>
          <a:lstStyle>
            <a:lvl1pPr marL="342900" indent="-342900" algn="l" rtl="0" eaLnBrk="0" fontAlgn="base" hangingPunct="0">
              <a:spcBef>
                <a:spcPct val="20000"/>
              </a:spcBef>
              <a:spcAft>
                <a:spcPct val="0"/>
              </a:spcAft>
              <a:buClr>
                <a:schemeClr val="hlink"/>
              </a:buClr>
              <a:buSzPct val="110000"/>
              <a:buFont typeface="Wingdings" panose="05000000000000000000" pitchFamily="2" charset="2"/>
              <a:buBlip>
                <a:blip r:embed="rId15"/>
              </a:buBlip>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SzPct val="60000"/>
              <a:buFont typeface="Wingdings" panose="05000000000000000000" pitchFamily="2" charset="2"/>
              <a:buChar char="n"/>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95000"/>
              <a:buFont typeface="Wingdings" panose="05000000000000000000" pitchFamily="2" charset="2"/>
              <a:buChar char="w"/>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tx1"/>
              </a:buClr>
              <a:buSzPct val="65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60000"/>
              <a:buFont typeface="Wingdings" panose="05000000000000000000" pitchFamily="2" charset="2"/>
              <a:buChar char="n"/>
              <a:defRPr kumimoji="1" sz="2000">
                <a:solidFill>
                  <a:schemeClr val="tx1"/>
                </a:solidFill>
                <a:latin typeface="+mn-lt"/>
                <a:ea typeface="+mn-ea"/>
              </a:defRPr>
            </a:lvl5pPr>
            <a:lvl6pPr marL="2514600" indent="-228600" algn="l" rtl="0" fontAlgn="base">
              <a:spcBef>
                <a:spcPct val="20000"/>
              </a:spcBef>
              <a:spcAft>
                <a:spcPct val="0"/>
              </a:spcAft>
              <a:buClr>
                <a:schemeClr val="hlink"/>
              </a:buClr>
              <a:buSzPct val="60000"/>
              <a:buFont typeface="Wingdings" panose="05000000000000000000" pitchFamily="2" charset="2"/>
              <a:buChar char="n"/>
              <a:defRPr kumimoji="1" sz="2000">
                <a:solidFill>
                  <a:schemeClr val="tx1"/>
                </a:solidFill>
                <a:latin typeface="+mn-lt"/>
                <a:ea typeface="+mn-ea"/>
              </a:defRPr>
            </a:lvl6pPr>
            <a:lvl7pPr marL="2971800" indent="-228600" algn="l" rtl="0" fontAlgn="base">
              <a:spcBef>
                <a:spcPct val="20000"/>
              </a:spcBef>
              <a:spcAft>
                <a:spcPct val="0"/>
              </a:spcAft>
              <a:buClr>
                <a:schemeClr val="hlink"/>
              </a:buClr>
              <a:buSzPct val="60000"/>
              <a:buFont typeface="Wingdings" panose="05000000000000000000" pitchFamily="2" charset="2"/>
              <a:buChar char="n"/>
              <a:defRPr kumimoji="1" sz="2000">
                <a:solidFill>
                  <a:schemeClr val="tx1"/>
                </a:solidFill>
                <a:latin typeface="+mn-lt"/>
                <a:ea typeface="+mn-ea"/>
              </a:defRPr>
            </a:lvl7pPr>
            <a:lvl8pPr marL="3429000" indent="-228600" algn="l" rtl="0" fontAlgn="base">
              <a:spcBef>
                <a:spcPct val="20000"/>
              </a:spcBef>
              <a:spcAft>
                <a:spcPct val="0"/>
              </a:spcAft>
              <a:buClr>
                <a:schemeClr val="hlink"/>
              </a:buClr>
              <a:buSzPct val="60000"/>
              <a:buFont typeface="Wingdings" panose="05000000000000000000" pitchFamily="2" charset="2"/>
              <a:buChar char="n"/>
              <a:defRPr kumimoji="1" sz="2000">
                <a:solidFill>
                  <a:schemeClr val="tx1"/>
                </a:solidFill>
                <a:latin typeface="+mn-lt"/>
                <a:ea typeface="+mn-ea"/>
              </a:defRPr>
            </a:lvl8pPr>
            <a:lvl9pPr marL="3886200" indent="-228600" algn="l" rtl="0" fontAlgn="base">
              <a:spcBef>
                <a:spcPct val="20000"/>
              </a:spcBef>
              <a:spcAft>
                <a:spcPct val="0"/>
              </a:spcAft>
              <a:buClr>
                <a:schemeClr val="hlink"/>
              </a:buClr>
              <a:buSzPct val="60000"/>
              <a:buFont typeface="Wingdings" panose="05000000000000000000" pitchFamily="2" charset="2"/>
              <a:buChar char="n"/>
              <a:defRPr kumimoji="1" sz="2000">
                <a:solidFill>
                  <a:schemeClr val="tx1"/>
                </a:solidFill>
                <a:latin typeface="+mn-lt"/>
                <a:ea typeface="+mn-ea"/>
              </a:defRPr>
            </a:lvl9pPr>
          </a:lstStyle>
          <a:p>
            <a:pPr indent="0" latinLnBrk="0">
              <a:lnSpc>
                <a:spcPct val="150000"/>
              </a:lnSpc>
              <a:spcBef>
                <a:spcPts val="0"/>
              </a:spcBef>
              <a:buFontTx/>
              <a:buNone/>
            </a:pPr>
            <a:r>
              <a:rPr lang="zh-CN" altLang="en-US" sz="2400" b="1" dirty="0">
                <a:solidFill>
                  <a:srgbClr val="C00000"/>
                </a:solidFill>
                <a:latin typeface="黑体" panose="02010609060101010101" pitchFamily="49" charset="-122"/>
                <a:ea typeface="黑体" panose="02010609060101010101" pitchFamily="49" charset="-122"/>
              </a:rPr>
              <a:t>结论：</a:t>
            </a:r>
            <a:endParaRPr lang="zh-CN" altLang="en-US" sz="2400" b="1" dirty="0">
              <a:solidFill>
                <a:srgbClr val="C00000"/>
              </a:solidFill>
              <a:latin typeface="仿宋_GB2312" pitchFamily="49" charset="-122"/>
              <a:ea typeface="仿宋_GB2312" pitchFamily="49" charset="-122"/>
            </a:endParaRPr>
          </a:p>
          <a:p>
            <a:pPr indent="0" latinLnBrk="0">
              <a:lnSpc>
                <a:spcPct val="150000"/>
              </a:lnSpc>
              <a:spcBef>
                <a:spcPts val="0"/>
              </a:spcBef>
              <a:buFontTx/>
              <a:buNone/>
            </a:pPr>
            <a:r>
              <a:rPr lang="en-US" altLang="zh-CN" sz="2000" dirty="0">
                <a:solidFill>
                  <a:srgbClr val="000000"/>
                </a:solidFill>
                <a:latin typeface="黑体" panose="02010609060101010101" pitchFamily="49" charset="-122"/>
                <a:ea typeface="黑体" panose="02010609060101010101" pitchFamily="49" charset="-122"/>
                <a:cs typeface="黑体" panose="02010609060101010101" pitchFamily="49" charset="-122"/>
              </a:rPr>
              <a:t>  1</a:t>
            </a:r>
            <a:r>
              <a:rPr lang="zh-CN" altLang="en-US" sz="2000" dirty="0">
                <a:solidFill>
                  <a:srgbClr val="000000"/>
                </a:solidFill>
                <a:latin typeface="黑体" panose="02010609060101010101" pitchFamily="49" charset="-122"/>
                <a:ea typeface="黑体" panose="02010609060101010101" pitchFamily="49" charset="-122"/>
                <a:cs typeface="黑体" panose="02010609060101010101" pitchFamily="49" charset="-122"/>
              </a:rPr>
              <a:t>）根据轴向外载荷和派生轴向力合力的指向，判断松、紧端。</a:t>
            </a:r>
            <a:endParaRPr lang="zh-CN" altLang="en-US" sz="2000" dirty="0">
              <a:solidFill>
                <a:srgbClr val="000000"/>
              </a:solidFill>
              <a:latin typeface="黑体" panose="02010609060101010101" pitchFamily="49" charset="-122"/>
              <a:ea typeface="黑体" panose="02010609060101010101" pitchFamily="49" charset="-122"/>
              <a:cs typeface="黑体" panose="02010609060101010101" pitchFamily="49" charset="-122"/>
            </a:endParaRPr>
          </a:p>
          <a:p>
            <a:pPr indent="0" latinLnBrk="0">
              <a:lnSpc>
                <a:spcPct val="150000"/>
              </a:lnSpc>
              <a:spcBef>
                <a:spcPts val="0"/>
              </a:spcBef>
              <a:buFontTx/>
              <a:buChar char=" "/>
            </a:pPr>
            <a:r>
              <a:rPr lang="zh-CN" altLang="en-US" sz="2000" dirty="0">
                <a:solidFill>
                  <a:srgbClr val="0000FF"/>
                </a:solidFill>
                <a:latin typeface="黑体" panose="02010609060101010101" pitchFamily="49" charset="-122"/>
                <a:ea typeface="黑体" panose="02010609060101010101" pitchFamily="49" charset="-122"/>
                <a:cs typeface="黑体" panose="02010609060101010101" pitchFamily="49" charset="-122"/>
              </a:rPr>
              <a:t> </a:t>
            </a:r>
            <a:r>
              <a:rPr lang="en-US" altLang="zh-CN" sz="2000" dirty="0">
                <a:solidFill>
                  <a:srgbClr val="0000FF"/>
                </a:solidFill>
                <a:latin typeface="黑体" panose="02010609060101010101" pitchFamily="49" charset="-122"/>
                <a:ea typeface="黑体" panose="02010609060101010101" pitchFamily="49" charset="-122"/>
                <a:cs typeface="黑体" panose="02010609060101010101" pitchFamily="49" charset="-122"/>
              </a:rPr>
              <a:t>2</a:t>
            </a:r>
            <a:r>
              <a:rPr lang="zh-CN" altLang="en-US" sz="2000" dirty="0">
                <a:solidFill>
                  <a:srgbClr val="0000FF"/>
                </a:solidFill>
                <a:latin typeface="黑体" panose="02010609060101010101" pitchFamily="49" charset="-122"/>
                <a:ea typeface="黑体" panose="02010609060101010101" pitchFamily="49" charset="-122"/>
                <a:cs typeface="黑体" panose="02010609060101010101" pitchFamily="49" charset="-122"/>
              </a:rPr>
              <a:t>）松端所受的轴向力为其自身的派生轴向力。</a:t>
            </a:r>
            <a:endParaRPr lang="zh-CN" altLang="en-US" sz="2000" dirty="0">
              <a:solidFill>
                <a:srgbClr val="0000FF"/>
              </a:solidFill>
              <a:latin typeface="黑体" panose="02010609060101010101" pitchFamily="49" charset="-122"/>
              <a:ea typeface="黑体" panose="02010609060101010101" pitchFamily="49" charset="-122"/>
              <a:cs typeface="黑体" panose="02010609060101010101" pitchFamily="49" charset="-122"/>
            </a:endParaRPr>
          </a:p>
          <a:p>
            <a:pPr indent="0" latinLnBrk="0">
              <a:lnSpc>
                <a:spcPct val="150000"/>
              </a:lnSpc>
              <a:spcBef>
                <a:spcPts val="0"/>
              </a:spcBef>
              <a:buFontTx/>
              <a:buChar char=" "/>
            </a:pPr>
            <a:r>
              <a:rPr lang="zh-CN" altLang="en-US" sz="2000" dirty="0">
                <a:solidFill>
                  <a:srgbClr val="0000FF"/>
                </a:solidFill>
                <a:latin typeface="黑体" panose="02010609060101010101" pitchFamily="49" charset="-122"/>
                <a:ea typeface="黑体" panose="02010609060101010101" pitchFamily="49" charset="-122"/>
                <a:cs typeface="黑体" panose="02010609060101010101" pitchFamily="49" charset="-122"/>
              </a:rPr>
              <a:t> </a:t>
            </a:r>
            <a:r>
              <a:rPr lang="en-US" altLang="zh-CN" sz="2000" dirty="0">
                <a:solidFill>
                  <a:srgbClr val="0000FF"/>
                </a:solidFill>
                <a:latin typeface="黑体" panose="02010609060101010101" pitchFamily="49" charset="-122"/>
                <a:ea typeface="黑体" panose="02010609060101010101" pitchFamily="49" charset="-122"/>
                <a:cs typeface="黑体" panose="02010609060101010101" pitchFamily="49" charset="-122"/>
              </a:rPr>
              <a:t>3</a:t>
            </a:r>
            <a:r>
              <a:rPr lang="zh-CN" altLang="en-US" sz="2000" dirty="0">
                <a:solidFill>
                  <a:srgbClr val="0000FF"/>
                </a:solidFill>
                <a:latin typeface="黑体" panose="02010609060101010101" pitchFamily="49" charset="-122"/>
                <a:ea typeface="黑体" panose="02010609060101010101" pitchFamily="49" charset="-122"/>
                <a:cs typeface="黑体" panose="02010609060101010101" pitchFamily="49" charset="-122"/>
              </a:rPr>
              <a:t>）</a:t>
            </a:r>
            <a:r>
              <a:rPr lang="zh-CN" altLang="en-US" sz="2000" dirty="0">
                <a:solidFill>
                  <a:srgbClr val="FF0000"/>
                </a:solidFill>
                <a:latin typeface="黑体" panose="02010609060101010101" pitchFamily="49" charset="-122"/>
                <a:ea typeface="黑体" panose="02010609060101010101" pitchFamily="49" charset="-122"/>
                <a:cs typeface="黑体" panose="02010609060101010101" pitchFamily="49" charset="-122"/>
              </a:rPr>
              <a:t>紧端所受的轴向力</a:t>
            </a:r>
            <a:r>
              <a:rPr lang="en-US" altLang="zh-CN" sz="2000" dirty="0">
                <a:solidFill>
                  <a:srgbClr val="FF0000"/>
                </a:solidFill>
                <a:latin typeface="黑体" panose="02010609060101010101" pitchFamily="49" charset="-122"/>
                <a:ea typeface="黑体" panose="02010609060101010101" pitchFamily="49" charset="-122"/>
                <a:cs typeface="黑体" panose="02010609060101010101" pitchFamily="49" charset="-122"/>
              </a:rPr>
              <a:t> = </a:t>
            </a:r>
            <a:r>
              <a:rPr lang="zh-CN" altLang="en-US" sz="2000" dirty="0">
                <a:solidFill>
                  <a:srgbClr val="FF0000"/>
                </a:solidFill>
                <a:latin typeface="黑体" panose="02010609060101010101" pitchFamily="49" charset="-122"/>
                <a:ea typeface="黑体" panose="02010609060101010101" pitchFamily="49" charset="-122"/>
                <a:cs typeface="黑体" panose="02010609060101010101" pitchFamily="49" charset="-122"/>
              </a:rPr>
              <a:t>松端派生轴向力和轴向外载荷的代数和。</a:t>
            </a:r>
            <a:endParaRPr lang="zh-CN" altLang="en-US" sz="2000" dirty="0">
              <a:latin typeface="黑体" panose="02010609060101010101" pitchFamily="49" charset="-122"/>
              <a:ea typeface="黑体" panose="02010609060101010101" pitchFamily="49" charset="-122"/>
              <a:cs typeface="黑体" panose="02010609060101010101" pitchFamily="49" charset="-122"/>
            </a:endParaRPr>
          </a:p>
        </p:txBody>
      </p:sp>
      <p:graphicFrame>
        <p:nvGraphicFramePr>
          <p:cNvPr id="23620" name="Object 68"/>
          <p:cNvGraphicFramePr>
            <a:graphicFrameLocks noChangeAspect="1"/>
          </p:cNvGraphicFramePr>
          <p:nvPr>
            <p:custDataLst>
              <p:tags r:id="rId16"/>
            </p:custDataLst>
          </p:nvPr>
        </p:nvGraphicFramePr>
        <p:xfrm>
          <a:off x="1133158" y="4244658"/>
          <a:ext cx="3415665" cy="475615"/>
        </p:xfrm>
        <a:graphic>
          <a:graphicData uri="http://schemas.openxmlformats.org/presentationml/2006/ole">
            <mc:AlternateContent xmlns:mc="http://schemas.openxmlformats.org/markup-compatibility/2006">
              <mc:Choice xmlns:v="urn:schemas-microsoft-com:vml" Requires="v">
                <p:oleObj spid="_x0000_s4216" name="Equation" r:id="rId17" imgW="1651000" imgH="228600" progId="Equation.3">
                  <p:embed/>
                </p:oleObj>
              </mc:Choice>
              <mc:Fallback>
                <p:oleObj name="Equation" r:id="rId17" imgW="1651000" imgH="228600" progId="Equation.3">
                  <p:embed/>
                  <p:pic>
                    <p:nvPicPr>
                      <p:cNvPr id="0" name="Object 68"/>
                      <p:cNvPicPr>
                        <a:picLocks noChangeAspect="1" noChangeArrowheads="1"/>
                      </p:cNvPicPr>
                      <p:nvPr/>
                    </p:nvPicPr>
                    <p:blipFill>
                      <a:blip r:embed="rId18"/>
                      <a:srcRect/>
                      <a:stretch>
                        <a:fillRect/>
                      </a:stretch>
                    </p:blipFill>
                    <p:spPr bwMode="auto">
                      <a:xfrm>
                        <a:off x="1133158" y="4244658"/>
                        <a:ext cx="3415665" cy="475615"/>
                      </a:xfrm>
                      <a:prstGeom prst="rect">
                        <a:avLst/>
                      </a:prstGeom>
                      <a:noFill/>
                      <a:ln>
                        <a:noFill/>
                      </a:ln>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57150">
                            <a:solidFill>
                              <a:srgbClr val="FF3300"/>
                            </a:solidFill>
                            <a:miter lim="800000"/>
                            <a:headEnd/>
                            <a:tailEnd/>
                          </a14:hiddenLine>
                        </a:ext>
                      </a:extLst>
                    </p:spPr>
                  </p:pic>
                </p:oleObj>
              </mc:Fallback>
            </mc:AlternateContent>
          </a:graphicData>
        </a:graphic>
      </p:graphicFrame>
      <p:graphicFrame>
        <p:nvGraphicFramePr>
          <p:cNvPr id="25" name="Object 68"/>
          <p:cNvGraphicFramePr>
            <a:graphicFrameLocks noChangeAspect="1"/>
          </p:cNvGraphicFramePr>
          <p:nvPr>
            <p:custDataLst>
              <p:tags r:id="rId19"/>
            </p:custDataLst>
          </p:nvPr>
        </p:nvGraphicFramePr>
        <p:xfrm>
          <a:off x="4912678" y="4220528"/>
          <a:ext cx="3258185" cy="475615"/>
        </p:xfrm>
        <a:graphic>
          <a:graphicData uri="http://schemas.openxmlformats.org/presentationml/2006/ole">
            <mc:AlternateContent xmlns:mc="http://schemas.openxmlformats.org/markup-compatibility/2006">
              <mc:Choice xmlns:v="urn:schemas-microsoft-com:vml" Requires="v">
                <p:oleObj spid="_x0000_s26" name="Equation" r:id="rId20" imgW="1574800" imgH="228600" progId="Equation.3">
                  <p:embed/>
                </p:oleObj>
              </mc:Choice>
              <mc:Fallback>
                <p:oleObj name="Equation" r:id="rId20" imgW="1574800" imgH="228600" progId="Equation.3">
                  <p:embed/>
                  <p:pic>
                    <p:nvPicPr>
                      <p:cNvPr id="0" name="Object 68"/>
                      <p:cNvPicPr>
                        <a:picLocks noChangeAspect="1" noChangeArrowheads="1"/>
                      </p:cNvPicPr>
                      <p:nvPr/>
                    </p:nvPicPr>
                    <p:blipFill>
                      <a:blip r:embed="rId21"/>
                      <a:srcRect/>
                      <a:stretch>
                        <a:fillRect/>
                      </a:stretch>
                    </p:blipFill>
                    <p:spPr bwMode="auto">
                      <a:xfrm>
                        <a:off x="4912678" y="4220528"/>
                        <a:ext cx="3258185" cy="475615"/>
                      </a:xfrm>
                      <a:prstGeom prst="rect">
                        <a:avLst/>
                      </a:prstGeom>
                      <a:noFill/>
                      <a:ln>
                        <a:noFill/>
                      </a:ln>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57150">
                            <a:solidFill>
                              <a:srgbClr val="FF3300"/>
                            </a:solidFill>
                            <a:miter lim="800000"/>
                            <a:headEnd/>
                            <a:tailEnd/>
                          </a14:hiddenLine>
                        </a:ext>
                      </a:extLst>
                    </p:spPr>
                  </p:pic>
                </p:oleObj>
              </mc:Fallback>
            </mc:AlternateContent>
          </a:graphicData>
        </a:graphic>
      </p:graphicFrame>
      <p:sp>
        <p:nvSpPr>
          <p:cNvPr id="27" name="文本框 26"/>
          <p:cNvSpPr txBox="1"/>
          <p:nvPr>
            <p:custDataLst>
              <p:tags r:id="rId22"/>
            </p:custDataLst>
          </p:nvPr>
        </p:nvSpPr>
        <p:spPr>
          <a:xfrm>
            <a:off x="354330" y="3768090"/>
            <a:ext cx="3200400" cy="534035"/>
          </a:xfrm>
          <a:prstGeom prst="rect">
            <a:avLst/>
          </a:prstGeom>
          <a:noFill/>
        </p:spPr>
        <p:txBody>
          <a:bodyPr wrap="square" rtlCol="0">
            <a:spAutoFit/>
          </a:bodyPr>
          <a:p>
            <a:pPr indent="0">
              <a:buNone/>
            </a:pPr>
            <a:r>
              <a:rPr lang="zh-CN" altLang="en-US" sz="2400">
                <a:solidFill>
                  <a:srgbClr val="FF0000"/>
                </a:solidFill>
                <a:latin typeface="黑体" panose="02010609060101010101" pitchFamily="49" charset="-122"/>
                <a:ea typeface="黑体" panose="02010609060101010101" pitchFamily="49" charset="-122"/>
              </a:rPr>
              <a:t>轴承的当量动载荷为：</a:t>
            </a:r>
            <a:endParaRPr lang="zh-CN" altLang="en-US" sz="2400">
              <a:solidFill>
                <a:srgbClr val="FF0000"/>
              </a:solidFill>
              <a:latin typeface="黑体" panose="02010609060101010101" pitchFamily="49" charset="-122"/>
              <a:ea typeface="黑体" panose="02010609060101010101" pitchFamily="49" charset="-122"/>
            </a:endParaRPr>
          </a:p>
        </p:txBody>
      </p:sp>
    </p:spTree>
  </p:cSld>
  <p:clrMapOvr>
    <a:masterClrMapping/>
  </p:clrMapOvr>
  <p:transition>
    <p:wipe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wipe(left)">
                                      <p:cBhvr>
                                        <p:cTn id="12" dur="500"/>
                                        <p:tgtEl>
                                          <p:spTgt spid="3"/>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wipe(left)">
                                      <p:cBhvr>
                                        <p:cTn id="17" dur="500"/>
                                        <p:tgtEl>
                                          <p:spTgt spid="4"/>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nodeType="clickEffect">
                                  <p:stCondLst>
                                    <p:cond delay="0"/>
                                  </p:stCondLst>
                                  <p:childTnLst>
                                    <p:set>
                                      <p:cBhvr>
                                        <p:cTn id="21" dur="1" fill="hold">
                                          <p:stCondLst>
                                            <p:cond delay="0"/>
                                          </p:stCondLst>
                                        </p:cTn>
                                        <p:tgtEl>
                                          <p:spTgt spid="23"/>
                                        </p:tgtEl>
                                        <p:attrNameLst>
                                          <p:attrName>style.visibility</p:attrName>
                                        </p:attrNameLst>
                                      </p:cBhvr>
                                      <p:to>
                                        <p:strVal val="visible"/>
                                      </p:to>
                                    </p:set>
                                    <p:animEffect transition="in" filter="wipe(up)">
                                      <p:cBhvr>
                                        <p:cTn id="22" dur="500"/>
                                        <p:tgtEl>
                                          <p:spTgt spid="23"/>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5"/>
                                        </p:tgtEl>
                                        <p:attrNameLst>
                                          <p:attrName>style.visibility</p:attrName>
                                        </p:attrNameLst>
                                      </p:cBhvr>
                                      <p:to>
                                        <p:strVal val="visible"/>
                                      </p:to>
                                    </p:set>
                                    <p:animEffect transition="in" filter="wipe(left)">
                                      <p:cBhvr>
                                        <p:cTn id="27" dur="500"/>
                                        <p:tgtEl>
                                          <p:spTgt spid="5"/>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8"/>
                                        </p:tgtEl>
                                        <p:attrNameLst>
                                          <p:attrName>style.visibility</p:attrName>
                                        </p:attrNameLst>
                                      </p:cBhvr>
                                      <p:to>
                                        <p:strVal val="visible"/>
                                      </p:to>
                                    </p:set>
                                    <p:animEffect transition="in" filter="wipe(left)">
                                      <p:cBhvr>
                                        <p:cTn id="32" dur="500"/>
                                        <p:tgtEl>
                                          <p:spTgt spid="8"/>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nodeType="clickEffect">
                                  <p:stCondLst>
                                    <p:cond delay="0"/>
                                  </p:stCondLst>
                                  <p:childTnLst>
                                    <p:set>
                                      <p:cBhvr>
                                        <p:cTn id="36" dur="1" fill="hold">
                                          <p:stCondLst>
                                            <p:cond delay="0"/>
                                          </p:stCondLst>
                                        </p:cTn>
                                        <p:tgtEl>
                                          <p:spTgt spid="11"/>
                                        </p:tgtEl>
                                        <p:attrNameLst>
                                          <p:attrName>style.visibility</p:attrName>
                                        </p:attrNameLst>
                                      </p:cBhvr>
                                      <p:to>
                                        <p:strVal val="visible"/>
                                      </p:to>
                                    </p:set>
                                    <p:animEffect transition="in" filter="wipe(left)">
                                      <p:cBhvr>
                                        <p:cTn id="37" dur="500"/>
                                        <p:tgtEl>
                                          <p:spTgt spid="11"/>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nodeType="clickEffect">
                                  <p:stCondLst>
                                    <p:cond delay="0"/>
                                  </p:stCondLst>
                                  <p:childTnLst>
                                    <p:set>
                                      <p:cBhvr>
                                        <p:cTn id="41" dur="1" fill="hold">
                                          <p:stCondLst>
                                            <p:cond delay="0"/>
                                          </p:stCondLst>
                                        </p:cTn>
                                        <p:tgtEl>
                                          <p:spTgt spid="10"/>
                                        </p:tgtEl>
                                        <p:attrNameLst>
                                          <p:attrName>style.visibility</p:attrName>
                                        </p:attrNameLst>
                                      </p:cBhvr>
                                      <p:to>
                                        <p:strVal val="visible"/>
                                      </p:to>
                                    </p:set>
                                    <p:animEffect transition="in" filter="wipe(left)">
                                      <p:cBhvr>
                                        <p:cTn id="42" dur="500"/>
                                        <p:tgtEl>
                                          <p:spTgt spid="10"/>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nodeType="clickEffect">
                                  <p:stCondLst>
                                    <p:cond delay="0"/>
                                  </p:stCondLst>
                                  <p:childTnLst>
                                    <p:set>
                                      <p:cBhvr>
                                        <p:cTn id="46" dur="1" fill="hold">
                                          <p:stCondLst>
                                            <p:cond delay="0"/>
                                          </p:stCondLst>
                                        </p:cTn>
                                        <p:tgtEl>
                                          <p:spTgt spid="12"/>
                                        </p:tgtEl>
                                        <p:attrNameLst>
                                          <p:attrName>style.visibility</p:attrName>
                                        </p:attrNameLst>
                                      </p:cBhvr>
                                      <p:to>
                                        <p:strVal val="visible"/>
                                      </p:to>
                                    </p:set>
                                    <p:animEffect transition="in" filter="wipe(left)">
                                      <p:cBhvr>
                                        <p:cTn id="47" dur="500"/>
                                        <p:tgtEl>
                                          <p:spTgt spid="12"/>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8" fill="hold" grpId="0" nodeType="clickEffect">
                                  <p:stCondLst>
                                    <p:cond delay="0"/>
                                  </p:stCondLst>
                                  <p:childTnLst>
                                    <p:set>
                                      <p:cBhvr>
                                        <p:cTn id="51" dur="1" fill="hold">
                                          <p:stCondLst>
                                            <p:cond delay="0"/>
                                          </p:stCondLst>
                                        </p:cTn>
                                        <p:tgtEl>
                                          <p:spTgt spid="6"/>
                                        </p:tgtEl>
                                        <p:attrNameLst>
                                          <p:attrName>style.visibility</p:attrName>
                                        </p:attrNameLst>
                                      </p:cBhvr>
                                      <p:to>
                                        <p:strVal val="visible"/>
                                      </p:to>
                                    </p:set>
                                    <p:animEffect transition="in" filter="wipe(left)">
                                      <p:cBhvr>
                                        <p:cTn id="52" dur="500"/>
                                        <p:tgtEl>
                                          <p:spTgt spid="6"/>
                                        </p:tgtEl>
                                      </p:cBhvr>
                                    </p:animEffect>
                                  </p:childTnLst>
                                </p:cTn>
                              </p:par>
                            </p:childTnLst>
                          </p:cTn>
                        </p:par>
                      </p:childTnLst>
                    </p:cTn>
                  </p:par>
                  <p:par>
                    <p:cTn id="53" fill="hold">
                      <p:stCondLst>
                        <p:cond delay="indefinite"/>
                      </p:stCondLst>
                      <p:childTnLst>
                        <p:par>
                          <p:cTn id="54" fill="hold">
                            <p:stCondLst>
                              <p:cond delay="0"/>
                            </p:stCondLst>
                            <p:childTnLst>
                              <p:par>
                                <p:cTn id="55" presetID="22" presetClass="entr" presetSubtype="8" fill="hold" grpId="0" nodeType="clickEffect">
                                  <p:stCondLst>
                                    <p:cond delay="0"/>
                                  </p:stCondLst>
                                  <p:childTnLst>
                                    <p:set>
                                      <p:cBhvr>
                                        <p:cTn id="56" dur="1" fill="hold">
                                          <p:stCondLst>
                                            <p:cond delay="0"/>
                                          </p:stCondLst>
                                        </p:cTn>
                                        <p:tgtEl>
                                          <p:spTgt spid="9"/>
                                        </p:tgtEl>
                                        <p:attrNameLst>
                                          <p:attrName>style.visibility</p:attrName>
                                        </p:attrNameLst>
                                      </p:cBhvr>
                                      <p:to>
                                        <p:strVal val="visible"/>
                                      </p:to>
                                    </p:set>
                                    <p:animEffect transition="in" filter="wipe(left)">
                                      <p:cBhvr>
                                        <p:cTn id="57" dur="500"/>
                                        <p:tgtEl>
                                          <p:spTgt spid="9"/>
                                        </p:tgtEl>
                                      </p:cBhvr>
                                    </p:animEffect>
                                  </p:childTnLst>
                                </p:cTn>
                              </p:par>
                            </p:childTnLst>
                          </p:cTn>
                        </p:par>
                      </p:childTnLst>
                    </p:cTn>
                  </p:par>
                  <p:par>
                    <p:cTn id="58" fill="hold">
                      <p:stCondLst>
                        <p:cond delay="indefinite"/>
                      </p:stCondLst>
                      <p:childTnLst>
                        <p:par>
                          <p:cTn id="59" fill="hold">
                            <p:stCondLst>
                              <p:cond delay="0"/>
                            </p:stCondLst>
                            <p:childTnLst>
                              <p:par>
                                <p:cTn id="60" presetID="22" presetClass="entr" presetSubtype="8" fill="hold" nodeType="clickEffect">
                                  <p:stCondLst>
                                    <p:cond delay="0"/>
                                  </p:stCondLst>
                                  <p:childTnLst>
                                    <p:set>
                                      <p:cBhvr>
                                        <p:cTn id="61" dur="1" fill="hold">
                                          <p:stCondLst>
                                            <p:cond delay="0"/>
                                          </p:stCondLst>
                                        </p:cTn>
                                        <p:tgtEl>
                                          <p:spTgt spid="15"/>
                                        </p:tgtEl>
                                        <p:attrNameLst>
                                          <p:attrName>style.visibility</p:attrName>
                                        </p:attrNameLst>
                                      </p:cBhvr>
                                      <p:to>
                                        <p:strVal val="visible"/>
                                      </p:to>
                                    </p:set>
                                    <p:animEffect transition="in" filter="wipe(left)">
                                      <p:cBhvr>
                                        <p:cTn id="62" dur="500"/>
                                        <p:tgtEl>
                                          <p:spTgt spid="15"/>
                                        </p:tgtEl>
                                      </p:cBhvr>
                                    </p:animEffect>
                                  </p:childTnLst>
                                </p:cTn>
                              </p:par>
                            </p:childTnLst>
                          </p:cTn>
                        </p:par>
                      </p:childTnLst>
                    </p:cTn>
                  </p:par>
                  <p:par>
                    <p:cTn id="63" fill="hold">
                      <p:stCondLst>
                        <p:cond delay="indefinite"/>
                      </p:stCondLst>
                      <p:childTnLst>
                        <p:par>
                          <p:cTn id="64" fill="hold">
                            <p:stCondLst>
                              <p:cond delay="0"/>
                            </p:stCondLst>
                            <p:childTnLst>
                              <p:par>
                                <p:cTn id="65" presetID="22" presetClass="entr" presetSubtype="8" fill="hold" nodeType="clickEffect">
                                  <p:stCondLst>
                                    <p:cond delay="0"/>
                                  </p:stCondLst>
                                  <p:childTnLst>
                                    <p:set>
                                      <p:cBhvr>
                                        <p:cTn id="66" dur="1" fill="hold">
                                          <p:stCondLst>
                                            <p:cond delay="0"/>
                                          </p:stCondLst>
                                        </p:cTn>
                                        <p:tgtEl>
                                          <p:spTgt spid="17"/>
                                        </p:tgtEl>
                                        <p:attrNameLst>
                                          <p:attrName>style.visibility</p:attrName>
                                        </p:attrNameLst>
                                      </p:cBhvr>
                                      <p:to>
                                        <p:strVal val="visible"/>
                                      </p:to>
                                    </p:set>
                                    <p:animEffect transition="in" filter="wipe(left)">
                                      <p:cBhvr>
                                        <p:cTn id="67" dur="500"/>
                                        <p:tgtEl>
                                          <p:spTgt spid="17"/>
                                        </p:tgtEl>
                                      </p:cBhvr>
                                    </p:animEffect>
                                  </p:childTnLst>
                                </p:cTn>
                              </p:par>
                            </p:childTnLst>
                          </p:cTn>
                        </p:par>
                      </p:childTnLst>
                    </p:cTn>
                  </p:par>
                  <p:par>
                    <p:cTn id="68" fill="hold">
                      <p:stCondLst>
                        <p:cond delay="indefinite"/>
                      </p:stCondLst>
                      <p:childTnLst>
                        <p:par>
                          <p:cTn id="69" fill="hold">
                            <p:stCondLst>
                              <p:cond delay="0"/>
                            </p:stCondLst>
                            <p:childTnLst>
                              <p:par>
                                <p:cTn id="70" presetID="22" presetClass="entr" presetSubtype="8" fill="hold" nodeType="clickEffect">
                                  <p:stCondLst>
                                    <p:cond delay="0"/>
                                  </p:stCondLst>
                                  <p:childTnLst>
                                    <p:set>
                                      <p:cBhvr>
                                        <p:cTn id="71" dur="1" fill="hold">
                                          <p:stCondLst>
                                            <p:cond delay="0"/>
                                          </p:stCondLst>
                                        </p:cTn>
                                        <p:tgtEl>
                                          <p:spTgt spid="27">
                                            <p:txEl>
                                              <p:pRg st="0" end="0"/>
                                            </p:txEl>
                                          </p:spTgt>
                                        </p:tgtEl>
                                        <p:attrNameLst>
                                          <p:attrName>style.visibility</p:attrName>
                                        </p:attrNameLst>
                                      </p:cBhvr>
                                      <p:to>
                                        <p:strVal val="visible"/>
                                      </p:to>
                                    </p:set>
                                    <p:animEffect transition="in" filter="wipe(left)">
                                      <p:cBhvr>
                                        <p:cTn id="72" dur="500"/>
                                        <p:tgtEl>
                                          <p:spTgt spid="27">
                                            <p:txEl>
                                              <p:pRg st="0" end="0"/>
                                            </p:txEl>
                                          </p:spTgt>
                                        </p:tgtEl>
                                      </p:cBhvr>
                                    </p:animEffect>
                                  </p:childTnLst>
                                </p:cTn>
                              </p:par>
                            </p:childTnLst>
                          </p:cTn>
                        </p:par>
                        <p:par>
                          <p:cTn id="73" fill="hold">
                            <p:stCondLst>
                              <p:cond delay="500"/>
                            </p:stCondLst>
                            <p:childTnLst>
                              <p:par>
                                <p:cTn id="74" presetID="3" presetClass="entr" presetSubtype="10" fill="hold" nodeType="afterEffect">
                                  <p:stCondLst>
                                    <p:cond delay="0"/>
                                  </p:stCondLst>
                                  <p:childTnLst>
                                    <p:set>
                                      <p:cBhvr>
                                        <p:cTn id="75" dur="1" fill="hold">
                                          <p:stCondLst>
                                            <p:cond delay="0"/>
                                          </p:stCondLst>
                                        </p:cTn>
                                        <p:tgtEl>
                                          <p:spTgt spid="23620"/>
                                        </p:tgtEl>
                                        <p:attrNameLst>
                                          <p:attrName>style.visibility</p:attrName>
                                        </p:attrNameLst>
                                      </p:cBhvr>
                                      <p:to>
                                        <p:strVal val="visible"/>
                                      </p:to>
                                    </p:set>
                                    <p:animEffect transition="in" filter="blinds(horizontal)">
                                      <p:cBhvr>
                                        <p:cTn id="76" dur="500"/>
                                        <p:tgtEl>
                                          <p:spTgt spid="23620"/>
                                        </p:tgtEl>
                                      </p:cBhvr>
                                    </p:animEffect>
                                  </p:childTnLst>
                                </p:cTn>
                              </p:par>
                            </p:childTnLst>
                          </p:cTn>
                        </p:par>
                        <p:par>
                          <p:cTn id="77" fill="hold">
                            <p:stCondLst>
                              <p:cond delay="1000"/>
                            </p:stCondLst>
                            <p:childTnLst>
                              <p:par>
                                <p:cTn id="78" presetID="3" presetClass="entr" presetSubtype="10" fill="hold" nodeType="afterEffect">
                                  <p:stCondLst>
                                    <p:cond delay="0"/>
                                  </p:stCondLst>
                                  <p:childTnLst>
                                    <p:set>
                                      <p:cBhvr>
                                        <p:cTn id="79" dur="1" fill="hold">
                                          <p:stCondLst>
                                            <p:cond delay="0"/>
                                          </p:stCondLst>
                                        </p:cTn>
                                        <p:tgtEl>
                                          <p:spTgt spid="25"/>
                                        </p:tgtEl>
                                        <p:attrNameLst>
                                          <p:attrName>style.visibility</p:attrName>
                                        </p:attrNameLst>
                                      </p:cBhvr>
                                      <p:to>
                                        <p:strVal val="visible"/>
                                      </p:to>
                                    </p:set>
                                    <p:animEffect transition="in" filter="blinds(horizontal)">
                                      <p:cBhvr>
                                        <p:cTn id="80" dur="500"/>
                                        <p:tgtEl>
                                          <p:spTgt spid="25"/>
                                        </p:tgtEl>
                                      </p:cBhvr>
                                    </p:animEffect>
                                  </p:childTnLst>
                                </p:cTn>
                              </p:par>
                            </p:childTnLst>
                          </p:cTn>
                        </p:par>
                      </p:childTnLst>
                    </p:cTn>
                  </p:par>
                  <p:par>
                    <p:cTn id="81" fill="hold">
                      <p:stCondLst>
                        <p:cond delay="indefinite"/>
                      </p:stCondLst>
                      <p:childTnLst>
                        <p:par>
                          <p:cTn id="82" fill="hold">
                            <p:stCondLst>
                              <p:cond delay="0"/>
                            </p:stCondLst>
                            <p:childTnLst>
                              <p:par>
                                <p:cTn id="83" presetID="18" presetClass="entr" presetSubtype="6" fill="hold" grpId="0" nodeType="clickEffect">
                                  <p:stCondLst>
                                    <p:cond delay="0"/>
                                  </p:stCondLst>
                                  <p:childTnLst>
                                    <p:set>
                                      <p:cBhvr>
                                        <p:cTn id="84" dur="1" fill="hold">
                                          <p:stCondLst>
                                            <p:cond delay="0"/>
                                          </p:stCondLst>
                                        </p:cTn>
                                        <p:tgtEl>
                                          <p:spTgt spid="24">
                                            <p:txEl>
                                              <p:charRg st="0" end="8"/>
                                            </p:txEl>
                                          </p:spTgt>
                                        </p:tgtEl>
                                        <p:attrNameLst>
                                          <p:attrName>style.visibility</p:attrName>
                                        </p:attrNameLst>
                                      </p:cBhvr>
                                      <p:to>
                                        <p:strVal val="visible"/>
                                      </p:to>
                                    </p:set>
                                    <p:animEffect transition="in" filter="strips(downRight)">
                                      <p:cBhvr>
                                        <p:cTn id="85" dur="500"/>
                                        <p:tgtEl>
                                          <p:spTgt spid="24">
                                            <p:txEl>
                                              <p:charRg st="0" end="8"/>
                                            </p:txEl>
                                          </p:spTgt>
                                        </p:tgtEl>
                                      </p:cBhvr>
                                    </p:animEffect>
                                  </p:childTnLst>
                                </p:cTn>
                              </p:par>
                            </p:childTnLst>
                          </p:cTn>
                        </p:par>
                      </p:childTnLst>
                    </p:cTn>
                  </p:par>
                  <p:par>
                    <p:cTn id="86" fill="hold">
                      <p:stCondLst>
                        <p:cond delay="indefinite"/>
                      </p:stCondLst>
                      <p:childTnLst>
                        <p:par>
                          <p:cTn id="87" fill="hold">
                            <p:stCondLst>
                              <p:cond delay="0"/>
                            </p:stCondLst>
                            <p:childTnLst>
                              <p:par>
                                <p:cTn id="88" presetID="22" presetClass="entr" presetSubtype="4" fill="hold" nodeType="clickEffect">
                                  <p:stCondLst>
                                    <p:cond delay="0"/>
                                  </p:stCondLst>
                                  <p:childTnLst>
                                    <p:set>
                                      <p:cBhvr>
                                        <p:cTn id="89" dur="1" fill="hold">
                                          <p:stCondLst>
                                            <p:cond delay="0"/>
                                          </p:stCondLst>
                                        </p:cTn>
                                        <p:tgtEl>
                                          <p:spTgt spid="24">
                                            <p:txEl>
                                              <p:pRg st="2" end="2"/>
                                            </p:txEl>
                                          </p:spTgt>
                                        </p:tgtEl>
                                        <p:attrNameLst>
                                          <p:attrName>style.visibility</p:attrName>
                                        </p:attrNameLst>
                                      </p:cBhvr>
                                      <p:to>
                                        <p:strVal val="visible"/>
                                      </p:to>
                                    </p:set>
                                    <p:animEffect transition="in" filter="wipe(down)">
                                      <p:cBhvr>
                                        <p:cTn id="90" dur="500"/>
                                        <p:tgtEl>
                                          <p:spTgt spid="24">
                                            <p:txEl>
                                              <p:pRg st="2" end="2"/>
                                            </p:txEl>
                                          </p:spTgt>
                                        </p:tgtEl>
                                      </p:cBhvr>
                                    </p:animEffect>
                                  </p:childTnLst>
                                </p:cTn>
                              </p:par>
                              <p:par>
                                <p:cTn id="91" presetID="22" presetClass="entr" presetSubtype="4" fill="hold" nodeType="withEffect">
                                  <p:stCondLst>
                                    <p:cond delay="0"/>
                                  </p:stCondLst>
                                  <p:childTnLst>
                                    <p:set>
                                      <p:cBhvr>
                                        <p:cTn id="92" dur="1" fill="hold">
                                          <p:stCondLst>
                                            <p:cond delay="0"/>
                                          </p:stCondLst>
                                        </p:cTn>
                                        <p:tgtEl>
                                          <p:spTgt spid="24">
                                            <p:txEl>
                                              <p:pRg st="3" end="3"/>
                                            </p:txEl>
                                          </p:spTgt>
                                        </p:tgtEl>
                                        <p:attrNameLst>
                                          <p:attrName>style.visibility</p:attrName>
                                        </p:attrNameLst>
                                      </p:cBhvr>
                                      <p:to>
                                        <p:strVal val="visible"/>
                                      </p:to>
                                    </p:set>
                                    <p:animEffect transition="in" filter="wipe(down)">
                                      <p:cBhvr>
                                        <p:cTn id="93" dur="500"/>
                                        <p:tgtEl>
                                          <p:spTgt spid="24">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8" grpId="0"/>
      <p:bldP spid="6" grpId="0"/>
      <p:bldP spid="9" grpId="0"/>
      <p:bldP spid="24" grpId="0" uiExpand="1" build="p"/>
      <p:bldP spid="5" grpId="0"/>
    </p:bld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6" name="图片 5"/>
          <p:cNvPicPr>
            <a:picLocks noChangeAspect="1"/>
          </p:cNvPicPr>
          <p:nvPr>
            <p:custDataLst>
              <p:tags r:id="rId1"/>
            </p:custDataLst>
          </p:nvPr>
        </p:nvPicPr>
        <p:blipFill>
          <a:blip r:embed="rId2">
            <a:clrChange>
              <a:clrFrom>
                <a:srgbClr val="E6F9FF">
                  <a:alpha val="100000"/>
                </a:srgbClr>
              </a:clrFrom>
              <a:clrTo>
                <a:srgbClr val="E6F9FF">
                  <a:alpha val="100000"/>
                  <a:alpha val="0"/>
                </a:srgbClr>
              </a:clrTo>
            </a:clrChange>
            <a:lum contrast="6000"/>
          </a:blip>
          <a:srcRect r="35934" b="25176"/>
          <a:stretch>
            <a:fillRect/>
          </a:stretch>
        </p:blipFill>
        <p:spPr>
          <a:xfrm>
            <a:off x="304800" y="598805"/>
            <a:ext cx="4341495" cy="2920365"/>
          </a:xfrm>
          <a:prstGeom prst="rect">
            <a:avLst/>
          </a:prstGeom>
        </p:spPr>
      </p:pic>
      <p:pic>
        <p:nvPicPr>
          <p:cNvPr id="8" name="图片 7"/>
          <p:cNvPicPr>
            <a:picLocks noChangeAspect="1"/>
          </p:cNvPicPr>
          <p:nvPr>
            <p:custDataLst>
              <p:tags r:id="rId3"/>
            </p:custDataLst>
          </p:nvPr>
        </p:nvPicPr>
        <p:blipFill>
          <a:blip r:embed="rId4"/>
          <a:stretch>
            <a:fillRect/>
          </a:stretch>
        </p:blipFill>
        <p:spPr>
          <a:xfrm>
            <a:off x="377190" y="5382260"/>
            <a:ext cx="8389620" cy="1043940"/>
          </a:xfrm>
          <a:prstGeom prst="rect">
            <a:avLst/>
          </a:prstGeom>
        </p:spPr>
      </p:pic>
      <p:pic>
        <p:nvPicPr>
          <p:cNvPr id="9" name="图片 8"/>
          <p:cNvPicPr>
            <a:picLocks noChangeAspect="1"/>
          </p:cNvPicPr>
          <p:nvPr>
            <p:custDataLst>
              <p:tags r:id="rId5"/>
            </p:custDataLst>
          </p:nvPr>
        </p:nvPicPr>
        <p:blipFill>
          <a:blip r:embed="rId6"/>
          <a:stretch>
            <a:fillRect/>
          </a:stretch>
        </p:blipFill>
        <p:spPr>
          <a:xfrm>
            <a:off x="4786630" y="553085"/>
            <a:ext cx="4129405" cy="2914015"/>
          </a:xfrm>
          <a:prstGeom prst="rect">
            <a:avLst/>
          </a:prstGeom>
        </p:spPr>
      </p:pic>
      <p:pic>
        <p:nvPicPr>
          <p:cNvPr id="10" name="图片 9"/>
          <p:cNvPicPr>
            <a:picLocks noChangeAspect="1"/>
          </p:cNvPicPr>
          <p:nvPr/>
        </p:nvPicPr>
        <p:blipFill>
          <a:blip r:embed="rId7"/>
          <a:stretch>
            <a:fillRect/>
          </a:stretch>
        </p:blipFill>
        <p:spPr>
          <a:xfrm>
            <a:off x="2797175" y="3187065"/>
            <a:ext cx="3470910" cy="2131060"/>
          </a:xfrm>
          <a:prstGeom prst="rect">
            <a:avLst/>
          </a:prstGeom>
        </p:spPr>
      </p:pic>
      <p:sp>
        <p:nvSpPr>
          <p:cNvPr id="100377" name="Text Box 25"/>
          <p:cNvSpPr txBox="1"/>
          <p:nvPr>
            <p:custDataLst>
              <p:tags r:id="rId8"/>
            </p:custDataLst>
          </p:nvPr>
        </p:nvSpPr>
        <p:spPr>
          <a:xfrm>
            <a:off x="5478780" y="3371533"/>
            <a:ext cx="487363" cy="607695"/>
          </a:xfrm>
          <a:prstGeom prst="rect">
            <a:avLst/>
          </a:prstGeom>
          <a:noFill/>
          <a:ln w="9525">
            <a:noFill/>
          </a:ln>
        </p:spPr>
        <p:txBody>
          <a:bodyPr anchor="ctr" anchorCtr="0">
            <a:spAutoFit/>
          </a:bodyPr>
          <a:p>
            <a:pPr indent="0" algn="ctr">
              <a:spcBef>
                <a:spcPct val="50000"/>
              </a:spcBef>
              <a:buNone/>
            </a:pPr>
            <a:r>
              <a:rPr lang="en-US" altLang="zh-CN" sz="2800" dirty="0">
                <a:solidFill>
                  <a:srgbClr val="FF0000"/>
                </a:solidFill>
                <a:latin typeface="Times New Roman" panose="02020603050405020304" pitchFamily="18" charset="0"/>
                <a:ea typeface="黑体" panose="02010609060101010101" pitchFamily="49" charset="-122"/>
              </a:rPr>
              <a:t>1</a:t>
            </a:r>
            <a:endParaRPr lang="en-US" altLang="zh-CN" sz="2800" dirty="0">
              <a:solidFill>
                <a:srgbClr val="FF0000"/>
              </a:solidFill>
              <a:latin typeface="Times New Roman" panose="02020603050405020304" pitchFamily="18" charset="0"/>
              <a:ea typeface="黑体" panose="02010609060101010101" pitchFamily="49" charset="-122"/>
            </a:endParaRPr>
          </a:p>
        </p:txBody>
      </p:sp>
      <p:sp>
        <p:nvSpPr>
          <p:cNvPr id="100378" name="Rectangle 26"/>
          <p:cNvSpPr/>
          <p:nvPr>
            <p:custDataLst>
              <p:tags r:id="rId9"/>
            </p:custDataLst>
          </p:nvPr>
        </p:nvSpPr>
        <p:spPr>
          <a:xfrm>
            <a:off x="3977640" y="3371533"/>
            <a:ext cx="360680" cy="607695"/>
          </a:xfrm>
          <a:prstGeom prst="rect">
            <a:avLst/>
          </a:prstGeom>
          <a:noFill/>
          <a:ln w="9525">
            <a:noFill/>
          </a:ln>
        </p:spPr>
        <p:txBody>
          <a:bodyPr wrap="none" anchor="ctr" anchorCtr="0">
            <a:spAutoFit/>
          </a:bodyPr>
          <a:p>
            <a:pPr indent="0" algn="ctr">
              <a:buNone/>
            </a:pPr>
            <a:r>
              <a:rPr lang="en-US" altLang="zh-CN" sz="2800" dirty="0">
                <a:solidFill>
                  <a:srgbClr val="FF0000"/>
                </a:solidFill>
                <a:latin typeface="Times New Roman" panose="02020603050405020304" pitchFamily="18" charset="0"/>
                <a:ea typeface="黑体" panose="02010609060101010101" pitchFamily="49" charset="-122"/>
              </a:rPr>
              <a:t>2</a:t>
            </a:r>
            <a:endParaRPr lang="en-US" altLang="zh-CN" sz="2800" dirty="0">
              <a:solidFill>
                <a:srgbClr val="FF0000"/>
              </a:solidFill>
              <a:latin typeface="Times New Roman" panose="02020603050405020304" pitchFamily="18" charset="0"/>
              <a:ea typeface="黑体" panose="02010609060101010101" pitchFamily="49" charset="-122"/>
            </a:endParaRPr>
          </a:p>
        </p:txBody>
      </p:sp>
      <p:sp>
        <p:nvSpPr>
          <p:cNvPr id="100367" name="AutoShape 15"/>
          <p:cNvSpPr/>
          <p:nvPr>
            <p:custDataLst>
              <p:tags r:id="rId10"/>
            </p:custDataLst>
          </p:nvPr>
        </p:nvSpPr>
        <p:spPr>
          <a:xfrm>
            <a:off x="5809933" y="4418330"/>
            <a:ext cx="101600" cy="542925"/>
          </a:xfrm>
          <a:prstGeom prst="upArrow">
            <a:avLst>
              <a:gd name="adj1" fmla="val 50000"/>
              <a:gd name="adj2" fmla="val 133593"/>
            </a:avLst>
          </a:prstGeom>
          <a:solidFill>
            <a:srgbClr val="FF0000"/>
          </a:solidFill>
          <a:ln w="9525" cap="flat" cmpd="sng">
            <a:solidFill>
              <a:srgbClr val="FF0000"/>
            </a:solidFill>
            <a:prstDash val="solid"/>
            <a:miter/>
            <a:headEnd type="none" w="med" len="med"/>
            <a:tailEnd type="none" w="med" len="med"/>
          </a:ln>
        </p:spPr>
        <p:txBody>
          <a:bodyPr wrap="none" anchor="ctr" anchorCtr="0"/>
          <a:p>
            <a:endParaRPr lang="zh-CN" altLang="en-US" dirty="0">
              <a:latin typeface="Times New Roman" panose="02020603050405020304" pitchFamily="18" charset="0"/>
            </a:endParaRPr>
          </a:p>
        </p:txBody>
      </p:sp>
      <p:sp>
        <p:nvSpPr>
          <p:cNvPr id="100375" name="Rectangle 23"/>
          <p:cNvSpPr/>
          <p:nvPr>
            <p:custDataLst>
              <p:tags r:id="rId11"/>
            </p:custDataLst>
          </p:nvPr>
        </p:nvSpPr>
        <p:spPr>
          <a:xfrm>
            <a:off x="6058535" y="4860925"/>
            <a:ext cx="585788" cy="457200"/>
          </a:xfrm>
          <a:prstGeom prst="rect">
            <a:avLst/>
          </a:prstGeom>
          <a:noFill/>
          <a:ln w="9525">
            <a:noFill/>
          </a:ln>
        </p:spPr>
        <p:txBody>
          <a:bodyPr wrap="none" anchor="ctr" anchorCtr="0">
            <a:spAutoFit/>
          </a:bodyPr>
          <a:p>
            <a:pPr indent="0" algn="ctr">
              <a:buNone/>
            </a:pPr>
            <a:r>
              <a:rPr lang="en-US" altLang="zh-CN" sz="2400" dirty="0">
                <a:solidFill>
                  <a:srgbClr val="FF0000"/>
                </a:solidFill>
                <a:latin typeface="Times New Roman" panose="02020603050405020304" pitchFamily="18" charset="0"/>
                <a:ea typeface="黑体" panose="02010609060101010101" pitchFamily="49" charset="-122"/>
              </a:rPr>
              <a:t>F</a:t>
            </a:r>
            <a:r>
              <a:rPr lang="en-US" altLang="zh-CN" sz="1800" dirty="0">
                <a:solidFill>
                  <a:srgbClr val="FF0000"/>
                </a:solidFill>
                <a:latin typeface="Times New Roman" panose="02020603050405020304" pitchFamily="18" charset="0"/>
                <a:ea typeface="黑体" panose="02010609060101010101" pitchFamily="49" charset="-122"/>
              </a:rPr>
              <a:t>r1</a:t>
            </a:r>
            <a:endParaRPr lang="en-US" altLang="zh-CN" sz="1800" dirty="0">
              <a:solidFill>
                <a:srgbClr val="FF0000"/>
              </a:solidFill>
              <a:latin typeface="Times New Roman" panose="02020603050405020304" pitchFamily="18" charset="0"/>
              <a:ea typeface="黑体" panose="02010609060101010101" pitchFamily="49" charset="-122"/>
            </a:endParaRPr>
          </a:p>
        </p:txBody>
      </p:sp>
      <p:sp>
        <p:nvSpPr>
          <p:cNvPr id="100368" name="AutoShape 16"/>
          <p:cNvSpPr/>
          <p:nvPr>
            <p:custDataLst>
              <p:tags r:id="rId12"/>
            </p:custDataLst>
          </p:nvPr>
        </p:nvSpPr>
        <p:spPr>
          <a:xfrm>
            <a:off x="4036695" y="4458018"/>
            <a:ext cx="100013" cy="542925"/>
          </a:xfrm>
          <a:prstGeom prst="upArrow">
            <a:avLst>
              <a:gd name="adj1" fmla="val 50000"/>
              <a:gd name="adj2" fmla="val 135713"/>
            </a:avLst>
          </a:prstGeom>
          <a:solidFill>
            <a:srgbClr val="FF0000"/>
          </a:solidFill>
          <a:ln w="9525" cap="flat" cmpd="sng">
            <a:solidFill>
              <a:srgbClr val="FF0000"/>
            </a:solidFill>
            <a:prstDash val="solid"/>
            <a:miter/>
            <a:headEnd type="none" w="med" len="med"/>
            <a:tailEnd type="none" w="med" len="med"/>
          </a:ln>
        </p:spPr>
        <p:txBody>
          <a:bodyPr wrap="none" anchor="ctr" anchorCtr="0"/>
          <a:p>
            <a:endParaRPr lang="zh-CN" altLang="en-US" dirty="0">
              <a:latin typeface="Times New Roman" panose="02020603050405020304" pitchFamily="18" charset="0"/>
            </a:endParaRPr>
          </a:p>
        </p:txBody>
      </p:sp>
      <p:sp>
        <p:nvSpPr>
          <p:cNvPr id="100376" name="Rectangle 24"/>
          <p:cNvSpPr/>
          <p:nvPr>
            <p:custDataLst>
              <p:tags r:id="rId13"/>
            </p:custDataLst>
          </p:nvPr>
        </p:nvSpPr>
        <p:spPr>
          <a:xfrm>
            <a:off x="3629343" y="4924743"/>
            <a:ext cx="585787" cy="457200"/>
          </a:xfrm>
          <a:prstGeom prst="rect">
            <a:avLst/>
          </a:prstGeom>
          <a:noFill/>
          <a:ln w="9525">
            <a:noFill/>
          </a:ln>
        </p:spPr>
        <p:txBody>
          <a:bodyPr wrap="none" anchor="ctr" anchorCtr="0">
            <a:spAutoFit/>
          </a:bodyPr>
          <a:p>
            <a:pPr indent="0" algn="ctr">
              <a:buNone/>
            </a:pPr>
            <a:r>
              <a:rPr lang="en-US" altLang="zh-CN" sz="2400" dirty="0">
                <a:solidFill>
                  <a:srgbClr val="FF0000"/>
                </a:solidFill>
                <a:latin typeface="Times New Roman" panose="02020603050405020304" pitchFamily="18" charset="0"/>
                <a:ea typeface="黑体" panose="02010609060101010101" pitchFamily="49" charset="-122"/>
              </a:rPr>
              <a:t>F</a:t>
            </a:r>
            <a:r>
              <a:rPr lang="en-US" altLang="zh-CN" sz="1800" dirty="0">
                <a:solidFill>
                  <a:srgbClr val="FF0000"/>
                </a:solidFill>
                <a:latin typeface="Times New Roman" panose="02020603050405020304" pitchFamily="18" charset="0"/>
                <a:ea typeface="黑体" panose="02010609060101010101" pitchFamily="49" charset="-122"/>
              </a:rPr>
              <a:t>r2</a:t>
            </a:r>
            <a:endParaRPr lang="en-US" altLang="zh-CN" sz="1800" dirty="0">
              <a:solidFill>
                <a:srgbClr val="FF0000"/>
              </a:solidFill>
              <a:latin typeface="Times New Roman" panose="02020603050405020304" pitchFamily="18" charset="0"/>
              <a:ea typeface="黑体" panose="02010609060101010101" pitchFamily="49" charset="-122"/>
            </a:endParaRPr>
          </a:p>
        </p:txBody>
      </p:sp>
      <p:sp>
        <p:nvSpPr>
          <p:cNvPr id="100370" name="AutoShape 18"/>
          <p:cNvSpPr/>
          <p:nvPr>
            <p:custDataLst>
              <p:tags r:id="rId14"/>
            </p:custDataLst>
          </p:nvPr>
        </p:nvSpPr>
        <p:spPr>
          <a:xfrm>
            <a:off x="5848985" y="4315143"/>
            <a:ext cx="563563" cy="103187"/>
          </a:xfrm>
          <a:prstGeom prst="rightArrow">
            <a:avLst>
              <a:gd name="adj1" fmla="val 50000"/>
              <a:gd name="adj2" fmla="val 136539"/>
            </a:avLst>
          </a:prstGeom>
          <a:solidFill>
            <a:srgbClr val="FF6600"/>
          </a:solidFill>
          <a:ln w="9525">
            <a:noFill/>
          </a:ln>
        </p:spPr>
        <p:txBody>
          <a:bodyPr wrap="none" anchor="ctr" anchorCtr="0"/>
          <a:p>
            <a:endParaRPr lang="zh-CN" altLang="en-US" dirty="0">
              <a:latin typeface="Times New Roman" panose="02020603050405020304" pitchFamily="18" charset="0"/>
            </a:endParaRPr>
          </a:p>
        </p:txBody>
      </p:sp>
      <p:sp>
        <p:nvSpPr>
          <p:cNvPr id="100373" name="Rectangle 21"/>
          <p:cNvSpPr/>
          <p:nvPr>
            <p:custDataLst>
              <p:tags r:id="rId15"/>
            </p:custDataLst>
          </p:nvPr>
        </p:nvSpPr>
        <p:spPr>
          <a:xfrm>
            <a:off x="5830094" y="3835400"/>
            <a:ext cx="561975" cy="534035"/>
          </a:xfrm>
          <a:prstGeom prst="rect">
            <a:avLst/>
          </a:prstGeom>
          <a:noFill/>
          <a:ln w="9525">
            <a:noFill/>
          </a:ln>
        </p:spPr>
        <p:txBody>
          <a:bodyPr wrap="none" anchor="ctr" anchorCtr="0">
            <a:spAutoFit/>
          </a:bodyPr>
          <a:p>
            <a:pPr indent="0" algn="ctr">
              <a:buNone/>
            </a:pPr>
            <a:r>
              <a:rPr lang="en-US" altLang="zh-CN" sz="2400" dirty="0">
                <a:solidFill>
                  <a:srgbClr val="FF6600"/>
                </a:solidFill>
                <a:latin typeface="Times New Roman" panose="02020603050405020304" pitchFamily="18" charset="0"/>
                <a:ea typeface="黑体" panose="02010609060101010101" pitchFamily="49" charset="-122"/>
              </a:rPr>
              <a:t>F</a:t>
            </a:r>
            <a:r>
              <a:rPr lang="en-US" altLang="zh-CN" sz="2400" baseline="-25000" dirty="0">
                <a:solidFill>
                  <a:srgbClr val="FF6600"/>
                </a:solidFill>
                <a:latin typeface="Times New Roman" panose="02020603050405020304" pitchFamily="18" charset="0"/>
                <a:ea typeface="黑体" panose="02010609060101010101" pitchFamily="49" charset="-122"/>
              </a:rPr>
              <a:t>S1</a:t>
            </a:r>
            <a:endParaRPr lang="en-US" altLang="zh-CN" sz="2400" baseline="-25000" dirty="0">
              <a:solidFill>
                <a:srgbClr val="FF6600"/>
              </a:solidFill>
              <a:latin typeface="Times New Roman" panose="02020603050405020304" pitchFamily="18" charset="0"/>
              <a:ea typeface="黑体" panose="02010609060101010101" pitchFamily="49" charset="-122"/>
            </a:endParaRPr>
          </a:p>
        </p:txBody>
      </p:sp>
      <p:sp>
        <p:nvSpPr>
          <p:cNvPr id="100372" name="Rectangle 20"/>
          <p:cNvSpPr/>
          <p:nvPr>
            <p:custDataLst>
              <p:tags r:id="rId16"/>
            </p:custDataLst>
          </p:nvPr>
        </p:nvSpPr>
        <p:spPr>
          <a:xfrm>
            <a:off x="3474879" y="3803650"/>
            <a:ext cx="561975" cy="534035"/>
          </a:xfrm>
          <a:prstGeom prst="rect">
            <a:avLst/>
          </a:prstGeom>
          <a:noFill/>
          <a:ln w="9525">
            <a:noFill/>
          </a:ln>
        </p:spPr>
        <p:txBody>
          <a:bodyPr wrap="none" anchor="ctr" anchorCtr="0">
            <a:spAutoFit/>
          </a:bodyPr>
          <a:p>
            <a:pPr indent="0" algn="ctr">
              <a:buNone/>
            </a:pPr>
            <a:r>
              <a:rPr lang="en-US" altLang="zh-CN" sz="2400" dirty="0">
                <a:solidFill>
                  <a:srgbClr val="FF6600"/>
                </a:solidFill>
                <a:latin typeface="Times New Roman" panose="02020603050405020304" pitchFamily="18" charset="0"/>
                <a:ea typeface="黑体" panose="02010609060101010101" pitchFamily="49" charset="-122"/>
              </a:rPr>
              <a:t>F</a:t>
            </a:r>
            <a:r>
              <a:rPr lang="en-US" altLang="zh-CN" sz="2400" baseline="-25000" dirty="0">
                <a:solidFill>
                  <a:srgbClr val="FF6600"/>
                </a:solidFill>
                <a:latin typeface="Times New Roman" panose="02020603050405020304" pitchFamily="18" charset="0"/>
                <a:ea typeface="黑体" panose="02010609060101010101" pitchFamily="49" charset="-122"/>
              </a:rPr>
              <a:t>S2</a:t>
            </a:r>
            <a:endParaRPr lang="en-US" altLang="zh-CN" sz="2400" baseline="-25000" dirty="0">
              <a:solidFill>
                <a:srgbClr val="FF6600"/>
              </a:solidFill>
              <a:latin typeface="Times New Roman" panose="02020603050405020304" pitchFamily="18" charset="0"/>
              <a:ea typeface="黑体" panose="02010609060101010101" pitchFamily="49" charset="-122"/>
            </a:endParaRPr>
          </a:p>
        </p:txBody>
      </p:sp>
      <p:sp>
        <p:nvSpPr>
          <p:cNvPr id="100371" name="AutoShape 19"/>
          <p:cNvSpPr/>
          <p:nvPr>
            <p:custDataLst>
              <p:tags r:id="rId17"/>
            </p:custDataLst>
          </p:nvPr>
        </p:nvSpPr>
        <p:spPr>
          <a:xfrm>
            <a:off x="3549015" y="4355148"/>
            <a:ext cx="525463" cy="103187"/>
          </a:xfrm>
          <a:prstGeom prst="leftArrow">
            <a:avLst>
              <a:gd name="adj1" fmla="val 50000"/>
              <a:gd name="adj2" fmla="val 127308"/>
            </a:avLst>
          </a:prstGeom>
          <a:solidFill>
            <a:srgbClr val="FF6600"/>
          </a:solidFill>
          <a:ln w="9525">
            <a:noFill/>
          </a:ln>
        </p:spPr>
        <p:txBody>
          <a:bodyPr wrap="none" anchor="ctr" anchorCtr="0"/>
          <a:p>
            <a:endParaRPr lang="zh-CN" altLang="en-US" dirty="0">
              <a:latin typeface="Times New Roman" panose="02020603050405020304" pitchFamily="18" charset="0"/>
            </a:endParaRPr>
          </a:p>
        </p:txBody>
      </p:sp>
      <p:sp>
        <p:nvSpPr>
          <p:cNvPr id="100369" name="AutoShape 17"/>
          <p:cNvSpPr/>
          <p:nvPr>
            <p:custDataLst>
              <p:tags r:id="rId18"/>
            </p:custDataLst>
          </p:nvPr>
        </p:nvSpPr>
        <p:spPr>
          <a:xfrm rot="10800000">
            <a:off x="2494598" y="4355465"/>
            <a:ext cx="641350" cy="104775"/>
          </a:xfrm>
          <a:prstGeom prst="leftArrow">
            <a:avLst>
              <a:gd name="adj1" fmla="val 50000"/>
              <a:gd name="adj2" fmla="val 153030"/>
            </a:avLst>
          </a:prstGeom>
          <a:solidFill>
            <a:srgbClr val="FF0000"/>
          </a:solidFill>
          <a:ln w="9525" cap="flat" cmpd="sng">
            <a:solidFill>
              <a:srgbClr val="FF0000">
                <a:alpha val="97000"/>
              </a:srgbClr>
            </a:solidFill>
            <a:prstDash val="solid"/>
            <a:miter/>
            <a:headEnd type="none" w="med" len="med"/>
            <a:tailEnd type="none" w="med" len="med"/>
          </a:ln>
        </p:spPr>
        <p:txBody>
          <a:bodyPr wrap="none" anchor="ctr" anchorCtr="0"/>
          <a:p>
            <a:pPr algn="ctr"/>
            <a:endParaRPr lang="zh-CN" altLang="zh-CN" sz="4800" dirty="0">
              <a:solidFill>
                <a:srgbClr val="FF0000"/>
              </a:solidFill>
              <a:latin typeface="Times New Roman" panose="02020603050405020304" pitchFamily="18" charset="0"/>
              <a:ea typeface="黑体" panose="02010609060101010101" pitchFamily="49" charset="-122"/>
            </a:endParaRPr>
          </a:p>
        </p:txBody>
      </p:sp>
      <p:sp>
        <p:nvSpPr>
          <p:cNvPr id="100374" name="Rectangle 22"/>
          <p:cNvSpPr/>
          <p:nvPr>
            <p:custDataLst>
              <p:tags r:id="rId19"/>
            </p:custDataLst>
          </p:nvPr>
        </p:nvSpPr>
        <p:spPr>
          <a:xfrm>
            <a:off x="2613660" y="4000818"/>
            <a:ext cx="522288" cy="457200"/>
          </a:xfrm>
          <a:prstGeom prst="rect">
            <a:avLst/>
          </a:prstGeom>
          <a:noFill/>
          <a:ln w="9525">
            <a:noFill/>
          </a:ln>
        </p:spPr>
        <p:txBody>
          <a:bodyPr wrap="none" anchor="ctr" anchorCtr="0">
            <a:spAutoFit/>
          </a:bodyPr>
          <a:p>
            <a:pPr indent="0" algn="ctr">
              <a:buNone/>
            </a:pPr>
            <a:r>
              <a:rPr lang="en-US" altLang="zh-CN" sz="2400" dirty="0">
                <a:solidFill>
                  <a:srgbClr val="FF0000"/>
                </a:solidFill>
                <a:latin typeface="Times New Roman" panose="02020603050405020304" pitchFamily="18" charset="0"/>
                <a:ea typeface="黑体" panose="02010609060101010101" pitchFamily="49" charset="-122"/>
              </a:rPr>
              <a:t>Fa</a:t>
            </a:r>
            <a:endParaRPr lang="en-US" altLang="zh-CN" sz="2400" dirty="0">
              <a:solidFill>
                <a:srgbClr val="000000"/>
              </a:solidFill>
              <a:latin typeface="Times New Roman" panose="02020603050405020304" pitchFamily="18" charset="0"/>
              <a:ea typeface="黑体" panose="02010609060101010101" pitchFamily="49" charset="-122"/>
            </a:endParaRPr>
          </a:p>
        </p:txBody>
      </p:sp>
      <p:sp>
        <p:nvSpPr>
          <p:cNvPr id="98334" name="Rectangle 30"/>
          <p:cNvSpPr>
            <a:spLocks noChangeArrowheads="1"/>
          </p:cNvSpPr>
          <p:nvPr/>
        </p:nvSpPr>
        <p:spPr bwMode="auto">
          <a:xfrm>
            <a:off x="271780" y="301625"/>
            <a:ext cx="3877945" cy="460375"/>
          </a:xfrm>
          <a:prstGeom prst="rect">
            <a:avLst/>
          </a:prstGeom>
          <a:noFill/>
          <a:ln>
            <a:noFill/>
          </a:ln>
          <a:effectLst/>
          <a:extLst>
            <a:ext uri="{909E8E84-426E-40DD-AFC4-6F175D3DCCD1}">
              <a14:hiddenFill xmlns:a14="http://schemas.microsoft.com/office/drawing/2010/main">
                <a:gradFill rotWithShape="0">
                  <a:gsLst>
                    <a:gs pos="0">
                      <a:schemeClr val="accent1"/>
                    </a:gs>
                    <a:gs pos="100000">
                      <a:schemeClr val="accent1">
                        <a:gamma/>
                        <a:shade val="46275"/>
                        <a:invGamma/>
                      </a:schemeClr>
                    </a:gs>
                  </a:gsLst>
                  <a:path path="shape">
                    <a:fillToRect l="50000" t="50000" r="50000" b="50000"/>
                  </a:path>
                </a:gra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p>
            <a:pPr marL="0" marR="0" lvl="0" indent="0" algn="ctr" defTabSz="914400" rtl="0" eaLnBrk="0" fontAlgn="base" latinLnBrk="0" hangingPunct="0">
              <a:lnSpc>
                <a:spcPct val="100000"/>
              </a:lnSpc>
              <a:spcBef>
                <a:spcPct val="0"/>
              </a:spcBef>
              <a:spcAft>
                <a:spcPct val="0"/>
              </a:spcAft>
              <a:buClrTx/>
              <a:buSzTx/>
              <a:buFontTx/>
              <a:buNone/>
              <a:defRPr/>
            </a:pPr>
            <a:r>
              <a:rPr kumimoji="1" lang="zh-CN" altLang="en-US" sz="2400" i="0" u="none" strike="noStrike" kern="1200" cap="none" spc="0" normalizeH="0" baseline="0" noProof="0" dirty="0">
                <a:ln>
                  <a:noFill/>
                </a:ln>
                <a:solidFill>
                  <a:schemeClr val="tx1"/>
                </a:solidFill>
                <a:effectLst>
                  <a:outerShdw blurRad="38100" dist="38100" dir="2700000" algn="tl">
                    <a:srgbClr val="FFFFFF"/>
                  </a:outerShdw>
                </a:effectLst>
                <a:uLnTx/>
                <a:uFillTx/>
                <a:latin typeface="黑体" panose="02010609060101010101" pitchFamily="49" charset="-122"/>
                <a:ea typeface="黑体" panose="02010609060101010101" pitchFamily="49" charset="-122"/>
                <a:cs typeface="+mn-cs"/>
              </a:rPr>
              <a:t>轴承轴向力计算（</a:t>
            </a:r>
            <a:r>
              <a:rPr kumimoji="1" lang="zh-CN" altLang="en-US" sz="2400" i="0" u="none" strike="noStrike" kern="1200" cap="none" spc="0" normalizeH="0" baseline="0" noProof="0" dirty="0">
                <a:ln>
                  <a:noFill/>
                </a:ln>
                <a:solidFill>
                  <a:schemeClr val="tx1"/>
                </a:solidFill>
                <a:effectLst>
                  <a:outerShdw blurRad="38100" dist="38100" dir="2700000" algn="tl">
                    <a:srgbClr val="FFFFFF"/>
                  </a:outerShdw>
                </a:effectLst>
                <a:uLnTx/>
                <a:uFillTx/>
                <a:latin typeface="黑体" panose="02010609060101010101" pitchFamily="49" charset="-122"/>
                <a:ea typeface="黑体" panose="02010609060101010101" pitchFamily="49" charset="-122"/>
                <a:cs typeface="+mn-cs"/>
              </a:rPr>
              <a:t>反装）</a:t>
            </a:r>
            <a:endParaRPr kumimoji="1" lang="zh-CN" altLang="en-US" sz="2400" i="0" u="none" strike="noStrike" kern="1200" cap="none" spc="0" normalizeH="0" baseline="0" noProof="0" dirty="0">
              <a:ln>
                <a:noFill/>
              </a:ln>
              <a:solidFill>
                <a:schemeClr val="tx1"/>
              </a:solidFill>
              <a:effectLst>
                <a:outerShdw blurRad="38100" dist="38100" dir="2700000" algn="tl">
                  <a:srgbClr val="FFFFFF"/>
                </a:outerShdw>
              </a:effectLst>
              <a:uLnTx/>
              <a:uFillTx/>
              <a:latin typeface="黑体" panose="02010609060101010101" pitchFamily="49" charset="-122"/>
              <a:ea typeface="黑体" panose="02010609060101010101" pitchFamily="49" charset="-122"/>
              <a:cs typeface="+mn-cs"/>
            </a:endParaRPr>
          </a:p>
        </p:txBody>
      </p:sp>
    </p:spTree>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wipe(left)">
                                      <p:cBhvr>
                                        <p:cTn id="7" dur="50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100367"/>
                                        </p:tgtEl>
                                        <p:attrNameLst>
                                          <p:attrName>style.visibility</p:attrName>
                                        </p:attrNameLst>
                                      </p:cBhvr>
                                      <p:to>
                                        <p:strVal val="visible"/>
                                      </p:to>
                                    </p:set>
                                    <p:animEffect transition="in" filter="wipe(down)">
                                      <p:cBhvr>
                                        <p:cTn id="12" dur="500"/>
                                        <p:tgtEl>
                                          <p:spTgt spid="100367"/>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00375"/>
                                        </p:tgtEl>
                                        <p:attrNameLst>
                                          <p:attrName>style.visibility</p:attrName>
                                        </p:attrNameLst>
                                      </p:cBhvr>
                                      <p:to>
                                        <p:strVal val="visible"/>
                                      </p:to>
                                    </p:set>
                                    <p:animEffect transition="in" filter="wipe(left)">
                                      <p:cBhvr>
                                        <p:cTn id="17" dur="500"/>
                                        <p:tgtEl>
                                          <p:spTgt spid="100375"/>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nodeType="clickEffect">
                                  <p:stCondLst>
                                    <p:cond delay="0"/>
                                  </p:stCondLst>
                                  <p:childTnLst>
                                    <p:set>
                                      <p:cBhvr>
                                        <p:cTn id="21" dur="1" fill="hold">
                                          <p:stCondLst>
                                            <p:cond delay="0"/>
                                          </p:stCondLst>
                                        </p:cTn>
                                        <p:tgtEl>
                                          <p:spTgt spid="100368"/>
                                        </p:tgtEl>
                                        <p:attrNameLst>
                                          <p:attrName>style.visibility</p:attrName>
                                        </p:attrNameLst>
                                      </p:cBhvr>
                                      <p:to>
                                        <p:strVal val="visible"/>
                                      </p:to>
                                    </p:set>
                                    <p:animEffect transition="in" filter="wipe(down)">
                                      <p:cBhvr>
                                        <p:cTn id="22" dur="500"/>
                                        <p:tgtEl>
                                          <p:spTgt spid="100368"/>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100376"/>
                                        </p:tgtEl>
                                        <p:attrNameLst>
                                          <p:attrName>style.visibility</p:attrName>
                                        </p:attrNameLst>
                                      </p:cBhvr>
                                      <p:to>
                                        <p:strVal val="visible"/>
                                      </p:to>
                                    </p:set>
                                    <p:animEffect transition="in" filter="wipe(left)">
                                      <p:cBhvr>
                                        <p:cTn id="27" dur="500"/>
                                        <p:tgtEl>
                                          <p:spTgt spid="100376"/>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100370"/>
                                        </p:tgtEl>
                                        <p:attrNameLst>
                                          <p:attrName>style.visibility</p:attrName>
                                        </p:attrNameLst>
                                      </p:cBhvr>
                                      <p:to>
                                        <p:strVal val="visible"/>
                                      </p:to>
                                    </p:set>
                                    <p:animEffect transition="in" filter="wipe(left)">
                                      <p:cBhvr>
                                        <p:cTn id="32" dur="500"/>
                                        <p:tgtEl>
                                          <p:spTgt spid="100370"/>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100373"/>
                                        </p:tgtEl>
                                        <p:attrNameLst>
                                          <p:attrName>style.visibility</p:attrName>
                                        </p:attrNameLst>
                                      </p:cBhvr>
                                      <p:to>
                                        <p:strVal val="visible"/>
                                      </p:to>
                                    </p:set>
                                    <p:animEffect transition="in" filter="wipe(left)">
                                      <p:cBhvr>
                                        <p:cTn id="37" dur="500"/>
                                        <p:tgtEl>
                                          <p:spTgt spid="100373"/>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2" fill="hold" nodeType="clickEffect">
                                  <p:stCondLst>
                                    <p:cond delay="0"/>
                                  </p:stCondLst>
                                  <p:childTnLst>
                                    <p:set>
                                      <p:cBhvr>
                                        <p:cTn id="41" dur="1" fill="hold">
                                          <p:stCondLst>
                                            <p:cond delay="0"/>
                                          </p:stCondLst>
                                        </p:cTn>
                                        <p:tgtEl>
                                          <p:spTgt spid="100371"/>
                                        </p:tgtEl>
                                        <p:attrNameLst>
                                          <p:attrName>style.visibility</p:attrName>
                                        </p:attrNameLst>
                                      </p:cBhvr>
                                      <p:to>
                                        <p:strVal val="visible"/>
                                      </p:to>
                                    </p:set>
                                    <p:animEffect transition="in" filter="wipe(right)">
                                      <p:cBhvr>
                                        <p:cTn id="42" dur="500"/>
                                        <p:tgtEl>
                                          <p:spTgt spid="100371"/>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grpId="0" nodeType="clickEffect">
                                  <p:stCondLst>
                                    <p:cond delay="0"/>
                                  </p:stCondLst>
                                  <p:childTnLst>
                                    <p:set>
                                      <p:cBhvr>
                                        <p:cTn id="46" dur="1" fill="hold">
                                          <p:stCondLst>
                                            <p:cond delay="0"/>
                                          </p:stCondLst>
                                        </p:cTn>
                                        <p:tgtEl>
                                          <p:spTgt spid="100372"/>
                                        </p:tgtEl>
                                        <p:attrNameLst>
                                          <p:attrName>style.visibility</p:attrName>
                                        </p:attrNameLst>
                                      </p:cBhvr>
                                      <p:to>
                                        <p:strVal val="visible"/>
                                      </p:to>
                                    </p:set>
                                    <p:animEffect transition="in" filter="wipe(left)">
                                      <p:cBhvr>
                                        <p:cTn id="47" dur="500"/>
                                        <p:tgtEl>
                                          <p:spTgt spid="100372"/>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8" fill="hold" grpId="0" nodeType="clickEffect">
                                  <p:stCondLst>
                                    <p:cond delay="0"/>
                                  </p:stCondLst>
                                  <p:childTnLst>
                                    <p:set>
                                      <p:cBhvr>
                                        <p:cTn id="51" dur="1" fill="hold">
                                          <p:stCondLst>
                                            <p:cond delay="0"/>
                                          </p:stCondLst>
                                        </p:cTn>
                                        <p:tgtEl>
                                          <p:spTgt spid="100369"/>
                                        </p:tgtEl>
                                        <p:attrNameLst>
                                          <p:attrName>style.visibility</p:attrName>
                                        </p:attrNameLst>
                                      </p:cBhvr>
                                      <p:to>
                                        <p:strVal val="visible"/>
                                      </p:to>
                                    </p:set>
                                    <p:animEffect transition="in" filter="wipe(left)">
                                      <p:cBhvr>
                                        <p:cTn id="52" dur="500"/>
                                        <p:tgtEl>
                                          <p:spTgt spid="100369"/>
                                        </p:tgtEl>
                                      </p:cBhvr>
                                    </p:animEffect>
                                  </p:childTnLst>
                                </p:cTn>
                              </p:par>
                            </p:childTnLst>
                          </p:cTn>
                        </p:par>
                      </p:childTnLst>
                    </p:cTn>
                  </p:par>
                  <p:par>
                    <p:cTn id="53" fill="hold">
                      <p:stCondLst>
                        <p:cond delay="indefinite"/>
                      </p:stCondLst>
                      <p:childTnLst>
                        <p:par>
                          <p:cTn id="54" fill="hold">
                            <p:stCondLst>
                              <p:cond delay="0"/>
                            </p:stCondLst>
                            <p:childTnLst>
                              <p:par>
                                <p:cTn id="55" presetID="22" presetClass="entr" presetSubtype="8" fill="hold" grpId="0" nodeType="clickEffect">
                                  <p:stCondLst>
                                    <p:cond delay="0"/>
                                  </p:stCondLst>
                                  <p:childTnLst>
                                    <p:set>
                                      <p:cBhvr>
                                        <p:cTn id="56" dur="1" fill="hold">
                                          <p:stCondLst>
                                            <p:cond delay="0"/>
                                          </p:stCondLst>
                                        </p:cTn>
                                        <p:tgtEl>
                                          <p:spTgt spid="100374"/>
                                        </p:tgtEl>
                                        <p:attrNameLst>
                                          <p:attrName>style.visibility</p:attrName>
                                        </p:attrNameLst>
                                      </p:cBhvr>
                                      <p:to>
                                        <p:strVal val="visible"/>
                                      </p:to>
                                    </p:set>
                                    <p:animEffect transition="in" filter="wipe(left)">
                                      <p:cBhvr>
                                        <p:cTn id="57" dur="500"/>
                                        <p:tgtEl>
                                          <p:spTgt spid="100374"/>
                                        </p:tgtEl>
                                      </p:cBhvr>
                                    </p:animEffect>
                                  </p:childTnLst>
                                </p:cTn>
                              </p:par>
                            </p:childTnLst>
                          </p:cTn>
                        </p:par>
                      </p:childTnLst>
                    </p:cTn>
                  </p:par>
                  <p:par>
                    <p:cTn id="58" fill="hold">
                      <p:stCondLst>
                        <p:cond delay="indefinite"/>
                      </p:stCondLst>
                      <p:childTnLst>
                        <p:par>
                          <p:cTn id="59" fill="hold">
                            <p:stCondLst>
                              <p:cond delay="0"/>
                            </p:stCondLst>
                            <p:childTnLst>
                              <p:par>
                                <p:cTn id="60" presetID="22" presetClass="entr" presetSubtype="8" fill="hold" grpId="0" nodeType="clickEffect">
                                  <p:stCondLst>
                                    <p:cond delay="0"/>
                                  </p:stCondLst>
                                  <p:childTnLst>
                                    <p:set>
                                      <p:cBhvr>
                                        <p:cTn id="61" dur="1" fill="hold">
                                          <p:stCondLst>
                                            <p:cond delay="0"/>
                                          </p:stCondLst>
                                        </p:cTn>
                                        <p:tgtEl>
                                          <p:spTgt spid="100377"/>
                                        </p:tgtEl>
                                        <p:attrNameLst>
                                          <p:attrName>style.visibility</p:attrName>
                                        </p:attrNameLst>
                                      </p:cBhvr>
                                      <p:to>
                                        <p:strVal val="visible"/>
                                      </p:to>
                                    </p:set>
                                    <p:animEffect transition="in" filter="wipe(left)">
                                      <p:cBhvr>
                                        <p:cTn id="62" dur="500"/>
                                        <p:tgtEl>
                                          <p:spTgt spid="100377"/>
                                        </p:tgtEl>
                                      </p:cBhvr>
                                    </p:animEffect>
                                  </p:childTnLst>
                                </p:cTn>
                              </p:par>
                            </p:childTnLst>
                          </p:cTn>
                        </p:par>
                      </p:childTnLst>
                    </p:cTn>
                  </p:par>
                  <p:par>
                    <p:cTn id="63" fill="hold">
                      <p:stCondLst>
                        <p:cond delay="indefinite"/>
                      </p:stCondLst>
                      <p:childTnLst>
                        <p:par>
                          <p:cTn id="64" fill="hold">
                            <p:stCondLst>
                              <p:cond delay="0"/>
                            </p:stCondLst>
                            <p:childTnLst>
                              <p:par>
                                <p:cTn id="65" presetID="22" presetClass="entr" presetSubtype="8" fill="hold" grpId="0" nodeType="clickEffect">
                                  <p:stCondLst>
                                    <p:cond delay="0"/>
                                  </p:stCondLst>
                                  <p:childTnLst>
                                    <p:set>
                                      <p:cBhvr>
                                        <p:cTn id="66" dur="1" fill="hold">
                                          <p:stCondLst>
                                            <p:cond delay="0"/>
                                          </p:stCondLst>
                                        </p:cTn>
                                        <p:tgtEl>
                                          <p:spTgt spid="100378"/>
                                        </p:tgtEl>
                                        <p:attrNameLst>
                                          <p:attrName>style.visibility</p:attrName>
                                        </p:attrNameLst>
                                      </p:cBhvr>
                                      <p:to>
                                        <p:strVal val="visible"/>
                                      </p:to>
                                    </p:set>
                                    <p:animEffect transition="in" filter="wipe(left)">
                                      <p:cBhvr>
                                        <p:cTn id="67" dur="500"/>
                                        <p:tgtEl>
                                          <p:spTgt spid="10037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0377" grpId="0"/>
      <p:bldP spid="100378" grpId="0"/>
      <p:bldP spid="100375" grpId="0"/>
      <p:bldP spid="100376" grpId="0"/>
      <p:bldP spid="100373" grpId="0"/>
      <p:bldP spid="100372" grpId="0"/>
      <p:bldP spid="100369" grpId="0" bldLvl="0" animBg="1"/>
      <p:bldP spid="100374" grpId="0"/>
    </p:bld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3"/>
          <p:cNvSpPr>
            <a:spLocks noChangeArrowheads="1"/>
          </p:cNvSpPr>
          <p:nvPr>
            <p:custDataLst>
              <p:tags r:id="rId1"/>
            </p:custDataLst>
          </p:nvPr>
        </p:nvSpPr>
        <p:spPr bwMode="auto">
          <a:xfrm>
            <a:off x="429895" y="1713230"/>
            <a:ext cx="8033385" cy="891540"/>
          </a:xfrm>
          <a:prstGeom prst="rect">
            <a:avLst/>
          </a:prstGeom>
          <a:noFill/>
          <a:ln>
            <a:noFill/>
          </a:ln>
          <a:effectLst/>
          <a:extLst>
            <a:ext uri="{909E8E84-426E-40DD-AFC4-6F175D3DCCD1}">
              <a14:hiddenFill xmlns:a14="http://schemas.microsoft.com/office/drawing/2010/main">
                <a:gradFill rotWithShape="0">
                  <a:gsLst>
                    <a:gs pos="0">
                      <a:schemeClr val="accent1"/>
                    </a:gs>
                    <a:gs pos="100000">
                      <a:schemeClr val="accent1">
                        <a:gamma/>
                        <a:shade val="46275"/>
                        <a:invGamma/>
                      </a:schemeClr>
                    </a:gs>
                  </a:gsLst>
                  <a:path path="shape">
                    <a:fillToRect l="50000" t="50000" r="50000" b="50000"/>
                  </a:path>
                </a:gra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p>
            <a:pPr marL="0" marR="0" lvl="0" indent="0" algn="l" defTabSz="914400" rtl="0" eaLnBrk="0" fontAlgn="base" latinLnBrk="0" hangingPunct="0">
              <a:lnSpc>
                <a:spcPct val="100000"/>
              </a:lnSpc>
              <a:spcBef>
                <a:spcPct val="0"/>
              </a:spcBef>
              <a:spcAft>
                <a:spcPct val="0"/>
              </a:spcAft>
              <a:buClrTx/>
              <a:buSzTx/>
              <a:buFontTx/>
              <a:buNone/>
              <a:defRPr/>
            </a:pPr>
            <a:r>
              <a:rPr kumimoji="1" lang="zh-CN" altLang="en-US" sz="2400" b="0" i="0" u="none" strike="noStrike" kern="1200" cap="none" spc="0" normalizeH="0" baseline="0" noProof="0" dirty="0">
                <a:ln>
                  <a:noFill/>
                </a:ln>
                <a:solidFill>
                  <a:srgbClr val="CC0000"/>
                </a:solidFill>
                <a:effectLst/>
                <a:uLnTx/>
                <a:uFillTx/>
                <a:latin typeface="黑体" panose="02010609060101010101" pitchFamily="49" charset="-122"/>
                <a:ea typeface="黑体" panose="02010609060101010101" pitchFamily="49" charset="-122"/>
                <a:cs typeface="+mn-cs"/>
              </a:rPr>
              <a:t>第一种情况</a:t>
            </a:r>
            <a:r>
              <a:rPr kumimoji="1" lang="zh-CN" altLang="en-US" sz="3200" b="0" i="0" u="none" strike="noStrike" kern="1200" cap="none" spc="0" normalizeH="0" baseline="0" noProof="0" dirty="0">
                <a:ln>
                  <a:noFill/>
                </a:ln>
                <a:solidFill>
                  <a:srgbClr val="000000"/>
                </a:solidFill>
                <a:effectLst>
                  <a:outerShdw blurRad="38100" dist="38100" dir="2700000" algn="tl">
                    <a:srgbClr val="FFFFFF"/>
                  </a:outerShdw>
                </a:effectLst>
                <a:uLnTx/>
                <a:uFillTx/>
                <a:latin typeface="仿宋_GB2312" pitchFamily="49" charset="-122"/>
                <a:ea typeface="仿宋_GB2312" pitchFamily="49" charset="-122"/>
                <a:cs typeface="+mn-cs"/>
              </a:rPr>
              <a:t>：</a:t>
            </a:r>
            <a:r>
              <a:rPr kumimoji="1" lang="en-US" altLang="zh-CN" sz="2400" b="0" i="0" u="none" strike="noStrike" kern="1200" cap="none" spc="0" normalizeH="0" baseline="0" noProof="0" dirty="0">
                <a:ln>
                  <a:noFill/>
                </a:ln>
                <a:solidFill>
                  <a:schemeClr val="tx1"/>
                </a:solidFill>
                <a:effectLst>
                  <a:outerShdw blurRad="38100" dist="38100" dir="2700000" algn="tl">
                    <a:srgbClr val="FFFFFF"/>
                  </a:outerShdw>
                </a:effectLst>
                <a:uLnTx/>
                <a:uFillTx/>
                <a:latin typeface="华文中宋" panose="02010600040101010101" pitchFamily="2" charset="-122"/>
                <a:ea typeface="华文中宋" panose="02010600040101010101" pitchFamily="2" charset="-122"/>
                <a:cs typeface="+mn-cs"/>
              </a:rPr>
              <a:t>F</a:t>
            </a:r>
            <a:r>
              <a:rPr kumimoji="1" lang="en-US" altLang="zh-CN" sz="2400" b="0" i="0" u="none" strike="noStrike" kern="1200" cap="none" spc="0" normalizeH="0" baseline="-25000" noProof="0" dirty="0">
                <a:ln>
                  <a:noFill/>
                </a:ln>
                <a:solidFill>
                  <a:schemeClr val="tx1"/>
                </a:solidFill>
                <a:effectLst>
                  <a:outerShdw blurRad="38100" dist="38100" dir="2700000" algn="tl">
                    <a:srgbClr val="FFFFFF"/>
                  </a:outerShdw>
                </a:effectLst>
                <a:uLnTx/>
                <a:uFillTx/>
                <a:latin typeface="华文中宋" panose="02010600040101010101" pitchFamily="2" charset="-122"/>
                <a:ea typeface="华文中宋" panose="02010600040101010101" pitchFamily="2" charset="-122"/>
                <a:cs typeface="+mn-cs"/>
              </a:rPr>
              <a:t>a</a:t>
            </a:r>
            <a:r>
              <a:rPr kumimoji="1" lang="en-US" altLang="zh-CN" sz="2400" b="0" i="0" u="none" strike="noStrike" kern="1200" cap="none" spc="0" normalizeH="0" baseline="0" noProof="0" dirty="0">
                <a:ln>
                  <a:noFill/>
                </a:ln>
                <a:solidFill>
                  <a:schemeClr val="tx1"/>
                </a:solidFill>
                <a:effectLst>
                  <a:outerShdw blurRad="38100" dist="38100" dir="2700000" algn="tl">
                    <a:srgbClr val="FFFFFF"/>
                  </a:outerShdw>
                </a:effectLst>
                <a:uLnTx/>
                <a:uFillTx/>
                <a:latin typeface="华文中宋" panose="02010600040101010101" pitchFamily="2" charset="-122"/>
                <a:ea typeface="华文中宋" panose="02010600040101010101" pitchFamily="2" charset="-122"/>
                <a:cs typeface="+mn-cs"/>
              </a:rPr>
              <a:t>+F</a:t>
            </a:r>
            <a:r>
              <a:rPr kumimoji="1" lang="en-US" altLang="zh-CN" sz="2400" b="0" i="0" u="none" strike="noStrike" kern="1200" cap="none" spc="0" normalizeH="0" baseline="-25000" noProof="0" dirty="0">
                <a:ln>
                  <a:noFill/>
                </a:ln>
                <a:solidFill>
                  <a:schemeClr val="tx1"/>
                </a:solidFill>
                <a:effectLst>
                  <a:outerShdw blurRad="38100" dist="38100" dir="2700000" algn="tl">
                    <a:srgbClr val="FFFFFF"/>
                  </a:outerShdw>
                </a:effectLst>
                <a:uLnTx/>
                <a:uFillTx/>
                <a:latin typeface="华文中宋" panose="02010600040101010101" pitchFamily="2" charset="-122"/>
                <a:ea typeface="华文中宋" panose="02010600040101010101" pitchFamily="2" charset="-122"/>
                <a:cs typeface="+mn-cs"/>
              </a:rPr>
              <a:t>S1</a:t>
            </a:r>
            <a:r>
              <a:rPr kumimoji="1" lang="en-US" altLang="zh-CN" sz="2400" b="0" i="0" u="none" strike="noStrike" kern="1200" cap="none" spc="0" normalizeH="0" baseline="0" noProof="0" dirty="0">
                <a:ln>
                  <a:noFill/>
                </a:ln>
                <a:solidFill>
                  <a:schemeClr val="tx1"/>
                </a:solidFill>
                <a:effectLst>
                  <a:outerShdw blurRad="38100" dist="38100" dir="2700000" algn="tl">
                    <a:srgbClr val="FFFFFF"/>
                  </a:outerShdw>
                </a:effectLst>
                <a:uLnTx/>
                <a:uFillTx/>
                <a:latin typeface="华文中宋" panose="02010600040101010101" pitchFamily="2" charset="-122"/>
                <a:ea typeface="华文中宋" panose="02010600040101010101" pitchFamily="2" charset="-122"/>
                <a:cs typeface="+mn-cs"/>
              </a:rPr>
              <a:t>&gt;F</a:t>
            </a:r>
            <a:r>
              <a:rPr kumimoji="1" lang="en-US" altLang="zh-CN" sz="2400" b="0" i="0" u="none" strike="noStrike" kern="1200" cap="none" spc="0" normalizeH="0" baseline="-25000" noProof="0" dirty="0">
                <a:ln>
                  <a:noFill/>
                </a:ln>
                <a:solidFill>
                  <a:schemeClr val="tx1"/>
                </a:solidFill>
                <a:effectLst>
                  <a:outerShdw blurRad="38100" dist="38100" dir="2700000" algn="tl">
                    <a:srgbClr val="FFFFFF"/>
                  </a:outerShdw>
                </a:effectLst>
                <a:uLnTx/>
                <a:uFillTx/>
                <a:latin typeface="华文中宋" panose="02010600040101010101" pitchFamily="2" charset="-122"/>
                <a:ea typeface="华文中宋" panose="02010600040101010101" pitchFamily="2" charset="-122"/>
                <a:cs typeface="+mn-cs"/>
              </a:rPr>
              <a:t>S2</a:t>
            </a:r>
            <a:r>
              <a:rPr kumimoji="1" lang="zh-CN" altLang="en-US" sz="2400" b="0" i="0" u="none" strike="noStrike" kern="1200" cap="none" spc="0" normalizeH="0" baseline="0" noProof="0" dirty="0">
                <a:ln>
                  <a:noFill/>
                </a:ln>
                <a:solidFill>
                  <a:schemeClr val="tx1"/>
                </a:solidFill>
                <a:effectLst>
                  <a:outerShdw blurRad="38100" dist="38100" dir="2700000" algn="tl">
                    <a:srgbClr val="FFFFFF"/>
                  </a:outerShdw>
                </a:effectLst>
                <a:uLnTx/>
                <a:uFillTx/>
                <a:latin typeface="华文中宋" panose="02010600040101010101" pitchFamily="2" charset="-122"/>
                <a:ea typeface="华文中宋" panose="02010600040101010101" pitchFamily="2" charset="-122"/>
                <a:cs typeface="+mn-cs"/>
              </a:rPr>
              <a:t>，</a:t>
            </a:r>
            <a:endParaRPr kumimoji="1" lang="zh-CN" altLang="en-US" sz="2000" b="0" i="0" u="none" strike="noStrike" kern="1200" cap="none" spc="0" normalizeH="0" baseline="0" noProof="0" dirty="0">
              <a:ln>
                <a:noFill/>
              </a:ln>
              <a:solidFill>
                <a:schemeClr val="tx1"/>
              </a:solidFill>
              <a:effectLst>
                <a:outerShdw blurRad="38100" dist="38100" dir="2700000" algn="tl">
                  <a:srgbClr val="FFFFFF"/>
                </a:outerShdw>
              </a:effectLst>
              <a:uLnTx/>
              <a:uFillTx/>
              <a:latin typeface="华文中宋" panose="02010600040101010101" pitchFamily="2" charset="-122"/>
              <a:ea typeface="华文中宋" panose="02010600040101010101" pitchFamily="2" charset="-122"/>
              <a:cs typeface="+mn-cs"/>
            </a:endParaRPr>
          </a:p>
          <a:p>
            <a:pPr marL="0" marR="0" lvl="0" indent="0" algn="l" defTabSz="914400" rtl="0" eaLnBrk="0" fontAlgn="base" latinLnBrk="0" hangingPunct="0">
              <a:lnSpc>
                <a:spcPct val="100000"/>
              </a:lnSpc>
              <a:spcBef>
                <a:spcPct val="0"/>
              </a:spcBef>
              <a:spcAft>
                <a:spcPct val="0"/>
              </a:spcAft>
              <a:buClrTx/>
              <a:buSzTx/>
              <a:buFontTx/>
              <a:buNone/>
              <a:defRPr/>
            </a:pPr>
            <a:r>
              <a:rPr kumimoji="1" lang="zh-CN" altLang="en-US" sz="2000" b="0" i="0" u="none" strike="noStrike" kern="1200" cap="none" spc="0" normalizeH="0" baseline="0" noProof="0" dirty="0">
                <a:ln>
                  <a:noFill/>
                </a:ln>
                <a:solidFill>
                  <a:srgbClr val="000000"/>
                </a:solidFill>
                <a:effectLst>
                  <a:outerShdw blurRad="38100" dist="38100" dir="2700000" algn="tl">
                    <a:srgbClr val="FFFFFF"/>
                  </a:outerShdw>
                </a:effectLst>
                <a:uLnTx/>
                <a:uFillTx/>
                <a:latin typeface="华文中宋" panose="02010600040101010101" pitchFamily="2" charset="-122"/>
                <a:ea typeface="华文中宋" panose="02010600040101010101" pitchFamily="2" charset="-122"/>
                <a:cs typeface="+mn-cs"/>
              </a:rPr>
              <a:t>     </a:t>
            </a:r>
            <a:r>
              <a:rPr kumimoji="1" lang="zh-CN" altLang="en-US" b="0" i="0" u="none" strike="noStrike" kern="1200" cap="none" spc="0" normalizeH="0" baseline="0" noProof="0" dirty="0">
                <a:ln>
                  <a:noFill/>
                </a:ln>
                <a:solidFill>
                  <a:schemeClr val="tx1"/>
                </a:solidFill>
                <a:effectLst>
                  <a:outerShdw blurRad="38100" dist="38100" dir="2700000" algn="tl">
                    <a:srgbClr val="FFFFFF"/>
                  </a:outerShdw>
                </a:effectLst>
                <a:uLnTx/>
                <a:uFillTx/>
                <a:latin typeface="黑体" panose="02010609060101010101" pitchFamily="49" charset="-122"/>
                <a:ea typeface="黑体" panose="02010609060101010101" pitchFamily="49" charset="-122"/>
                <a:cs typeface="黑体" panose="02010609060101010101" pitchFamily="49" charset="-122"/>
              </a:rPr>
              <a:t>轴承</a:t>
            </a:r>
            <a:r>
              <a:rPr kumimoji="1" lang="en-US" altLang="zh-CN" b="0" i="0" u="none" strike="noStrike" kern="1200" cap="none" spc="0" normalizeH="0" baseline="0" noProof="0" dirty="0">
                <a:ln>
                  <a:noFill/>
                </a:ln>
                <a:solidFill>
                  <a:schemeClr val="tx1"/>
                </a:solidFill>
                <a:effectLst>
                  <a:outerShdw blurRad="38100" dist="38100" dir="2700000" algn="tl">
                    <a:srgbClr val="FFFFFF"/>
                  </a:outerShdw>
                </a:effectLst>
                <a:uLnTx/>
                <a:uFillTx/>
                <a:latin typeface="黑体" panose="02010609060101010101" pitchFamily="49" charset="-122"/>
                <a:ea typeface="黑体" panose="02010609060101010101" pitchFamily="49" charset="-122"/>
                <a:cs typeface="黑体" panose="02010609060101010101" pitchFamily="49" charset="-122"/>
              </a:rPr>
              <a:t>2</a:t>
            </a:r>
            <a:r>
              <a:rPr kumimoji="1" lang="zh-CN" altLang="en-US" b="0" i="0" u="none" strike="noStrike" kern="1200" cap="none" spc="0" normalizeH="0" baseline="0" noProof="0" dirty="0">
                <a:ln>
                  <a:noFill/>
                </a:ln>
                <a:solidFill>
                  <a:schemeClr val="tx1"/>
                </a:solidFill>
                <a:effectLst>
                  <a:outerShdw blurRad="38100" dist="38100" dir="2700000" algn="tl">
                    <a:srgbClr val="FFFFFF"/>
                  </a:outerShdw>
                </a:effectLst>
                <a:uLnTx/>
                <a:uFillTx/>
                <a:latin typeface="黑体" panose="02010609060101010101" pitchFamily="49" charset="-122"/>
                <a:ea typeface="黑体" panose="02010609060101010101" pitchFamily="49" charset="-122"/>
                <a:cs typeface="黑体" panose="02010609060101010101" pitchFamily="49" charset="-122"/>
              </a:rPr>
              <a:t>被压紧，为紧端</a:t>
            </a:r>
            <a:r>
              <a:rPr kumimoji="1" lang="en-US" altLang="zh-CN" b="0" i="0" u="none" strike="noStrike" kern="1200" cap="none" spc="0" normalizeH="0" baseline="0" noProof="0" dirty="0">
                <a:ln>
                  <a:noFill/>
                </a:ln>
                <a:solidFill>
                  <a:schemeClr val="accent4">
                    <a:lumMod val="50000"/>
                  </a:schemeClr>
                </a:solidFill>
                <a:effectLst>
                  <a:outerShdw blurRad="38100" dist="38100" dir="2700000" algn="tl">
                    <a:srgbClr val="FFFFFF"/>
                  </a:outerShdw>
                </a:effectLst>
                <a:uLnTx/>
                <a:uFillTx/>
                <a:latin typeface="黑体" panose="02010609060101010101" pitchFamily="49" charset="-122"/>
                <a:ea typeface="黑体" panose="02010609060101010101" pitchFamily="49" charset="-122"/>
                <a:cs typeface="黑体" panose="02010609060101010101" pitchFamily="49" charset="-122"/>
              </a:rPr>
              <a:t> </a:t>
            </a:r>
            <a:r>
              <a:rPr kumimoji="1" lang="zh-CN" altLang="en-US" b="0" i="0" u="none" strike="noStrike" kern="1200" cap="none" spc="0" normalizeH="0" baseline="0" noProof="0" dirty="0">
                <a:ln>
                  <a:noFill/>
                </a:ln>
                <a:solidFill>
                  <a:schemeClr val="tx1"/>
                </a:solidFill>
                <a:effectLst>
                  <a:outerShdw blurRad="38100" dist="38100" dir="2700000" algn="tl">
                    <a:srgbClr val="FFFFFF"/>
                  </a:outerShdw>
                </a:effectLst>
                <a:uLnTx/>
                <a:uFillTx/>
                <a:latin typeface="黑体" panose="02010609060101010101" pitchFamily="49" charset="-122"/>
                <a:ea typeface="黑体" panose="02010609060101010101" pitchFamily="49" charset="-122"/>
                <a:cs typeface="黑体" panose="02010609060101010101" pitchFamily="49" charset="-122"/>
              </a:rPr>
              <a:t>，轴承</a:t>
            </a:r>
            <a:r>
              <a:rPr kumimoji="1" lang="en-US" altLang="zh-CN" b="0" i="0" u="none" strike="noStrike" kern="1200" cap="none" spc="0" normalizeH="0" baseline="0" noProof="0" dirty="0">
                <a:ln>
                  <a:noFill/>
                </a:ln>
                <a:solidFill>
                  <a:schemeClr val="tx1"/>
                </a:solidFill>
                <a:effectLst>
                  <a:outerShdw blurRad="38100" dist="38100" dir="2700000" algn="tl">
                    <a:srgbClr val="FFFFFF"/>
                  </a:outerShdw>
                </a:effectLst>
                <a:uLnTx/>
                <a:uFillTx/>
                <a:latin typeface="黑体" panose="02010609060101010101" pitchFamily="49" charset="-122"/>
                <a:ea typeface="黑体" panose="02010609060101010101" pitchFamily="49" charset="-122"/>
                <a:cs typeface="黑体" panose="02010609060101010101" pitchFamily="49" charset="-122"/>
              </a:rPr>
              <a:t>1</a:t>
            </a:r>
            <a:r>
              <a:rPr kumimoji="1" lang="zh-CN" altLang="en-US" b="0" i="0" u="none" strike="noStrike" kern="1200" cap="none" spc="0" normalizeH="0" baseline="0" noProof="0" dirty="0">
                <a:ln>
                  <a:noFill/>
                </a:ln>
                <a:solidFill>
                  <a:schemeClr val="tx1"/>
                </a:solidFill>
                <a:effectLst>
                  <a:outerShdw blurRad="38100" dist="38100" dir="2700000" algn="tl">
                    <a:srgbClr val="FFFFFF"/>
                  </a:outerShdw>
                </a:effectLst>
                <a:uLnTx/>
                <a:uFillTx/>
                <a:latin typeface="黑体" panose="02010609060101010101" pitchFamily="49" charset="-122"/>
                <a:ea typeface="黑体" panose="02010609060101010101" pitchFamily="49" charset="-122"/>
                <a:cs typeface="黑体" panose="02010609060101010101" pitchFamily="49" charset="-122"/>
              </a:rPr>
              <a:t>为松端。</a:t>
            </a:r>
            <a:endParaRPr kumimoji="1" lang="zh-CN" altLang="en-US" b="0" i="0" u="none" strike="noStrike" kern="1200" cap="none" spc="0" normalizeH="0" baseline="0" noProof="0" dirty="0">
              <a:ln>
                <a:noFill/>
              </a:ln>
              <a:solidFill>
                <a:schemeClr val="tx1"/>
              </a:solidFill>
              <a:effectLst>
                <a:outerShdw blurRad="38100" dist="38100" dir="2700000" algn="tl">
                  <a:srgbClr val="FFFFFF"/>
                </a:outerShdw>
              </a:effectLst>
              <a:uLnTx/>
              <a:uFillTx/>
              <a:latin typeface="黑体" panose="02010609060101010101" pitchFamily="49" charset="-122"/>
              <a:ea typeface="黑体" panose="02010609060101010101" pitchFamily="49" charset="-122"/>
              <a:cs typeface="黑体" panose="02010609060101010101" pitchFamily="49" charset="-122"/>
            </a:endParaRPr>
          </a:p>
        </p:txBody>
      </p:sp>
      <p:sp>
        <p:nvSpPr>
          <p:cNvPr id="100354" name="Rectangle 2"/>
          <p:cNvSpPr>
            <a:spLocks noChangeArrowheads="1"/>
          </p:cNvSpPr>
          <p:nvPr>
            <p:custDataLst>
              <p:tags r:id="rId2"/>
            </p:custDataLst>
          </p:nvPr>
        </p:nvSpPr>
        <p:spPr bwMode="auto">
          <a:xfrm>
            <a:off x="400685" y="3124835"/>
            <a:ext cx="8743315" cy="1198880"/>
          </a:xfrm>
          <a:prstGeom prst="rect">
            <a:avLst/>
          </a:prstGeom>
          <a:noFill/>
          <a:ln>
            <a:noFill/>
          </a:ln>
          <a:effectLst/>
          <a:extLst>
            <a:ext uri="{909E8E84-426E-40DD-AFC4-6F175D3DCCD1}">
              <a14:hiddenFill xmlns:a14="http://schemas.microsoft.com/office/drawing/2010/main">
                <a:gradFill rotWithShape="0">
                  <a:gsLst>
                    <a:gs pos="0">
                      <a:schemeClr val="accent1"/>
                    </a:gs>
                    <a:gs pos="100000">
                      <a:schemeClr val="accent1">
                        <a:gamma/>
                        <a:shade val="46275"/>
                        <a:invGamma/>
                      </a:schemeClr>
                    </a:gs>
                  </a:gsLst>
                  <a:path path="shape">
                    <a:fillToRect l="50000" t="50000" r="50000" b="50000"/>
                  </a:path>
                </a:gra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lvl1pPr marL="457200" indent="-457200">
              <a:defRPr kumimoji="1" sz="2400">
                <a:solidFill>
                  <a:schemeClr val="tx1"/>
                </a:solidFill>
                <a:latin typeface="Times New Roman" panose="02020603050405020304" pitchFamily="18" charset="0"/>
                <a:ea typeface="宋体" panose="02010600030101010101" pitchFamily="2" charset="-122"/>
              </a:defRPr>
            </a:lvl1pPr>
            <a:lvl2pPr marL="914400" indent="-457200">
              <a:defRPr kumimoji="1" sz="2400">
                <a:solidFill>
                  <a:schemeClr val="tx1"/>
                </a:solidFill>
                <a:latin typeface="Times New Roman" panose="02020603050405020304" pitchFamily="18" charset="0"/>
                <a:ea typeface="宋体" panose="02010600030101010101" pitchFamily="2" charset="-122"/>
              </a:defRPr>
            </a:lvl2pPr>
            <a:lvl3pPr marL="1371600" indent="-457200">
              <a:defRPr kumimoji="1" sz="2400">
                <a:solidFill>
                  <a:schemeClr val="tx1"/>
                </a:solidFill>
                <a:latin typeface="Times New Roman" panose="02020603050405020304" pitchFamily="18" charset="0"/>
                <a:ea typeface="宋体" panose="02010600030101010101" pitchFamily="2" charset="-122"/>
              </a:defRPr>
            </a:lvl3pPr>
            <a:lvl4pPr marL="1828800" indent="-457200">
              <a:defRPr kumimoji="1" sz="2400">
                <a:solidFill>
                  <a:schemeClr val="tx1"/>
                </a:solidFill>
                <a:latin typeface="Times New Roman" panose="02020603050405020304" pitchFamily="18" charset="0"/>
                <a:ea typeface="宋体" panose="02010600030101010101" pitchFamily="2" charset="-122"/>
              </a:defRPr>
            </a:lvl4pPr>
            <a:lvl5pPr marL="2286000" indent="-457200">
              <a:defRPr kumimoji="1" sz="2400">
                <a:solidFill>
                  <a:schemeClr val="tx1"/>
                </a:solidFill>
                <a:latin typeface="Times New Roman" panose="02020603050405020304" pitchFamily="18" charset="0"/>
                <a:ea typeface="宋体" panose="02010600030101010101" pitchFamily="2" charset="-122"/>
              </a:defRPr>
            </a:lvl5pPr>
            <a:lvl6pPr marL="2743200" indent="-4572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indent="-4572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indent="-4572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indent="-4572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457200" marR="0" lvl="0" indent="-457200" algn="l" defTabSz="914400" rtl="0" eaLnBrk="0" latinLnBrk="0" hangingPunct="0">
              <a:lnSpc>
                <a:spcPct val="150000"/>
              </a:lnSpc>
              <a:spcBef>
                <a:spcPct val="0"/>
              </a:spcBef>
              <a:spcAft>
                <a:spcPct val="0"/>
              </a:spcAft>
              <a:buClrTx/>
              <a:buSzTx/>
              <a:buFontTx/>
              <a:buNone/>
              <a:defRPr/>
            </a:pPr>
            <a:r>
              <a:rPr kumimoji="1" lang="zh-CN" altLang="en-US" b="0" i="0" u="none" strike="noStrike" kern="1200" cap="none" spc="0" normalizeH="0" baseline="0" noProof="0" smtClean="0">
                <a:ln>
                  <a:noFill/>
                </a:ln>
                <a:solidFill>
                  <a:srgbClr val="CC0000"/>
                </a:solidFill>
                <a:effectLst/>
                <a:uLnTx/>
                <a:uFillTx/>
                <a:latin typeface="黑体" panose="02010609060101010101" pitchFamily="49" charset="-122"/>
                <a:ea typeface="黑体" panose="02010609060101010101" pitchFamily="49" charset="-122"/>
                <a:cs typeface="黑体" panose="02010609060101010101" pitchFamily="49" charset="-122"/>
              </a:rPr>
              <a:t>第二种情况</a:t>
            </a:r>
            <a:r>
              <a:rPr kumimoji="1" lang="zh-CN" altLang="en-US" b="0" i="0" u="none" strike="noStrike" kern="1200" cap="none" spc="0" normalizeH="0" baseline="0" noProof="0" smtClean="0">
                <a:ln>
                  <a:noFill/>
                </a:ln>
                <a:solidFill>
                  <a:srgbClr val="000000"/>
                </a:solidFill>
                <a:effectLst>
                  <a:outerShdw blurRad="38100" dist="38100" dir="2700000" algn="tl">
                    <a:srgbClr val="FFFFFF"/>
                  </a:outerShdw>
                </a:effectLst>
                <a:uLnTx/>
                <a:uFillTx/>
                <a:latin typeface="黑体" panose="02010609060101010101" pitchFamily="49" charset="-122"/>
                <a:ea typeface="黑体" panose="02010609060101010101" pitchFamily="49" charset="-122"/>
                <a:cs typeface="黑体" panose="02010609060101010101" pitchFamily="49" charset="-122"/>
              </a:rPr>
              <a:t>：</a:t>
            </a:r>
            <a:r>
              <a:rPr kumimoji="1" lang="en-US" altLang="zh-CN" b="0" i="0" u="none" strike="noStrike" kern="1200" cap="none" spc="0" normalizeH="0" baseline="0" noProof="0" smtClean="0">
                <a:ln>
                  <a:noFill/>
                </a:ln>
                <a:solidFill>
                  <a:srgbClr val="000000"/>
                </a:solidFill>
                <a:effectLst>
                  <a:outerShdw blurRad="38100" dist="38100" dir="2700000" algn="tl">
                    <a:srgbClr val="FFFFFF"/>
                  </a:outerShdw>
                </a:effectLst>
                <a:uLnTx/>
                <a:uFillTx/>
                <a:latin typeface="黑体" panose="02010609060101010101" pitchFamily="49" charset="-122"/>
                <a:ea typeface="黑体" panose="02010609060101010101" pitchFamily="49" charset="-122"/>
                <a:cs typeface="黑体" panose="02010609060101010101" pitchFamily="49" charset="-122"/>
              </a:rPr>
              <a:t>Fa+F</a:t>
            </a:r>
            <a:r>
              <a:rPr kumimoji="1" lang="en-US" altLang="zh-CN" b="0" i="0" u="none" strike="noStrike" kern="1200" cap="none" spc="0" normalizeH="0" baseline="-25000" noProof="0" smtClean="0">
                <a:ln>
                  <a:noFill/>
                </a:ln>
                <a:solidFill>
                  <a:srgbClr val="000000"/>
                </a:solidFill>
                <a:effectLst>
                  <a:outerShdw blurRad="38100" dist="38100" dir="2700000" algn="tl">
                    <a:srgbClr val="FFFFFF"/>
                  </a:outerShdw>
                </a:effectLst>
                <a:uLnTx/>
                <a:uFillTx/>
                <a:latin typeface="黑体" panose="02010609060101010101" pitchFamily="49" charset="-122"/>
                <a:ea typeface="黑体" panose="02010609060101010101" pitchFamily="49" charset="-122"/>
                <a:cs typeface="黑体" panose="02010609060101010101" pitchFamily="49" charset="-122"/>
              </a:rPr>
              <a:t>S1 </a:t>
            </a:r>
            <a:r>
              <a:rPr kumimoji="1" lang="en-US" altLang="zh-CN" b="0" i="0" u="none" strike="noStrike" kern="1200" cap="none" spc="0" normalizeH="0" baseline="0" noProof="0" smtClean="0">
                <a:ln>
                  <a:noFill/>
                </a:ln>
                <a:solidFill>
                  <a:srgbClr val="000000"/>
                </a:solidFill>
                <a:effectLst>
                  <a:outerShdw blurRad="38100" dist="38100" dir="2700000" algn="tl">
                    <a:srgbClr val="FFFFFF"/>
                  </a:outerShdw>
                </a:effectLst>
                <a:uLnTx/>
                <a:uFillTx/>
                <a:latin typeface="黑体" panose="02010609060101010101" pitchFamily="49" charset="-122"/>
                <a:ea typeface="黑体" panose="02010609060101010101" pitchFamily="49" charset="-122"/>
                <a:cs typeface="黑体" panose="02010609060101010101" pitchFamily="49" charset="-122"/>
              </a:rPr>
              <a:t>&lt; F</a:t>
            </a:r>
            <a:r>
              <a:rPr kumimoji="1" lang="en-US" altLang="zh-CN" b="0" i="0" u="none" strike="noStrike" kern="1200" cap="none" spc="0" normalizeH="0" baseline="-25000" noProof="0" smtClean="0">
                <a:ln>
                  <a:noFill/>
                </a:ln>
                <a:solidFill>
                  <a:srgbClr val="000000"/>
                </a:solidFill>
                <a:effectLst>
                  <a:outerShdw blurRad="38100" dist="38100" dir="2700000" algn="tl">
                    <a:srgbClr val="FFFFFF"/>
                  </a:outerShdw>
                </a:effectLst>
                <a:uLnTx/>
                <a:uFillTx/>
                <a:latin typeface="黑体" panose="02010609060101010101" pitchFamily="49" charset="-122"/>
                <a:ea typeface="黑体" panose="02010609060101010101" pitchFamily="49" charset="-122"/>
                <a:cs typeface="黑体" panose="02010609060101010101" pitchFamily="49" charset="-122"/>
              </a:rPr>
              <a:t>S2</a:t>
            </a:r>
            <a:r>
              <a:rPr kumimoji="1" lang="zh-CN" altLang="en-US" b="0" i="0" u="none" strike="noStrike" kern="1200" cap="none" spc="0" normalizeH="0" baseline="0" noProof="0" smtClean="0">
                <a:ln>
                  <a:noFill/>
                </a:ln>
                <a:solidFill>
                  <a:srgbClr val="000000"/>
                </a:solidFill>
                <a:effectLst>
                  <a:outerShdw blurRad="38100" dist="38100" dir="2700000" algn="tl">
                    <a:srgbClr val="FFFFFF"/>
                  </a:outerShdw>
                </a:effectLst>
                <a:uLnTx/>
                <a:uFillTx/>
                <a:latin typeface="黑体" panose="02010609060101010101" pitchFamily="49" charset="-122"/>
                <a:ea typeface="黑体" panose="02010609060101010101" pitchFamily="49" charset="-122"/>
                <a:cs typeface="黑体" panose="02010609060101010101" pitchFamily="49" charset="-122"/>
              </a:rPr>
              <a:t>，</a:t>
            </a:r>
            <a:endParaRPr kumimoji="1" lang="zh-CN" altLang="en-US" b="0" i="0" u="none" strike="noStrike" kern="1200" cap="none" spc="0" normalizeH="0" baseline="0" noProof="0" smtClean="0">
              <a:ln>
                <a:noFill/>
              </a:ln>
              <a:solidFill>
                <a:srgbClr val="000000"/>
              </a:solidFill>
              <a:effectLst>
                <a:outerShdw blurRad="38100" dist="38100" dir="2700000" algn="tl">
                  <a:srgbClr val="FFFFFF"/>
                </a:outerShdw>
              </a:effectLst>
              <a:uLnTx/>
              <a:uFillTx/>
              <a:latin typeface="黑体" panose="02010609060101010101" pitchFamily="49" charset="-122"/>
              <a:ea typeface="黑体" panose="02010609060101010101" pitchFamily="49" charset="-122"/>
              <a:cs typeface="黑体" panose="02010609060101010101" pitchFamily="49" charset="-122"/>
            </a:endParaRPr>
          </a:p>
          <a:p>
            <a:pPr marL="457200" marR="0" lvl="0" indent="-457200" algn="l" defTabSz="914400" rtl="0" eaLnBrk="0" latinLnBrk="0" hangingPunct="0">
              <a:lnSpc>
                <a:spcPct val="150000"/>
              </a:lnSpc>
              <a:spcBef>
                <a:spcPct val="0"/>
              </a:spcBef>
              <a:spcAft>
                <a:spcPct val="0"/>
              </a:spcAft>
              <a:buClrTx/>
              <a:buSzTx/>
              <a:buFontTx/>
              <a:buNone/>
              <a:defRPr/>
            </a:pPr>
            <a:r>
              <a:rPr kumimoji="1" lang="zh-CN" altLang="en-US" sz="2000" b="0" i="0" u="none" strike="noStrike" kern="1200" cap="none" spc="0" normalizeH="0" baseline="0" noProof="0" smtClean="0">
                <a:ln>
                  <a:noFill/>
                </a:ln>
                <a:solidFill>
                  <a:srgbClr val="000000"/>
                </a:solidFill>
                <a:effectLst>
                  <a:outerShdw blurRad="38100" dist="38100" dir="2700000" algn="tl">
                    <a:srgbClr val="FFFFFF"/>
                  </a:outerShdw>
                </a:effectLst>
                <a:uLnTx/>
                <a:uFillTx/>
                <a:latin typeface="黑体" panose="02010609060101010101" pitchFamily="49" charset="-122"/>
                <a:ea typeface="黑体" panose="02010609060101010101" pitchFamily="49" charset="-122"/>
                <a:cs typeface="黑体" panose="02010609060101010101" pitchFamily="49" charset="-122"/>
              </a:rPr>
              <a:t>轴承</a:t>
            </a:r>
            <a:r>
              <a:rPr kumimoji="1" lang="en-US" altLang="zh-CN" sz="2000" b="0" i="0" u="none" strike="noStrike" kern="1200" cap="none" spc="0" normalizeH="0" baseline="0" noProof="0" smtClean="0">
                <a:ln>
                  <a:noFill/>
                </a:ln>
                <a:solidFill>
                  <a:srgbClr val="000000"/>
                </a:solidFill>
                <a:effectLst>
                  <a:outerShdw blurRad="38100" dist="38100" dir="2700000" algn="tl">
                    <a:srgbClr val="FFFFFF"/>
                  </a:outerShdw>
                </a:effectLst>
                <a:uLnTx/>
                <a:uFillTx/>
                <a:latin typeface="黑体" panose="02010609060101010101" pitchFamily="49" charset="-122"/>
                <a:ea typeface="黑体" panose="02010609060101010101" pitchFamily="49" charset="-122"/>
                <a:cs typeface="黑体" panose="02010609060101010101" pitchFamily="49" charset="-122"/>
              </a:rPr>
              <a:t>1</a:t>
            </a:r>
            <a:r>
              <a:rPr kumimoji="1" lang="zh-CN" altLang="en-US" sz="2000" b="0" i="0" u="none" strike="noStrike" kern="1200" cap="none" spc="0" normalizeH="0" baseline="0" noProof="0" smtClean="0">
                <a:ln>
                  <a:noFill/>
                </a:ln>
                <a:solidFill>
                  <a:srgbClr val="000000"/>
                </a:solidFill>
                <a:effectLst>
                  <a:outerShdw blurRad="38100" dist="38100" dir="2700000" algn="tl">
                    <a:srgbClr val="FFFFFF"/>
                  </a:outerShdw>
                </a:effectLst>
                <a:uLnTx/>
                <a:uFillTx/>
                <a:latin typeface="黑体" panose="02010609060101010101" pitchFamily="49" charset="-122"/>
                <a:ea typeface="黑体" panose="02010609060101010101" pitchFamily="49" charset="-122"/>
                <a:cs typeface="黑体" panose="02010609060101010101" pitchFamily="49" charset="-122"/>
              </a:rPr>
              <a:t>被压紧，为</a:t>
            </a:r>
            <a:r>
              <a:rPr kumimoji="1" lang="zh-CN" altLang="en-US" sz="2000" b="0" i="0" u="none" strike="noStrike" kern="1200" cap="none" spc="0" normalizeH="0" baseline="0" noProof="0" smtClean="0">
                <a:ln>
                  <a:noFill/>
                </a:ln>
                <a:solidFill>
                  <a:srgbClr val="FF0000"/>
                </a:solidFill>
                <a:effectLst>
                  <a:outerShdw blurRad="38100" dist="38100" dir="2700000" algn="tl">
                    <a:srgbClr val="000000"/>
                  </a:outerShdw>
                </a:effectLst>
                <a:uLnTx/>
                <a:uFillTx/>
                <a:latin typeface="黑体" panose="02010609060101010101" pitchFamily="49" charset="-122"/>
                <a:ea typeface="黑体" panose="02010609060101010101" pitchFamily="49" charset="-122"/>
                <a:cs typeface="黑体" panose="02010609060101010101" pitchFamily="49" charset="-122"/>
              </a:rPr>
              <a:t>紧端；</a:t>
            </a:r>
            <a:r>
              <a:rPr kumimoji="1" lang="zh-CN" altLang="en-US" sz="2000" b="0" i="0" u="none" strike="noStrike" kern="1200" cap="none" spc="0" normalizeH="0" baseline="0" noProof="0" smtClean="0">
                <a:ln>
                  <a:noFill/>
                </a:ln>
                <a:solidFill>
                  <a:srgbClr val="000000"/>
                </a:solidFill>
                <a:effectLst>
                  <a:outerShdw blurRad="38100" dist="38100" dir="2700000" algn="tl">
                    <a:srgbClr val="FFFFFF"/>
                  </a:outerShdw>
                </a:effectLst>
                <a:uLnTx/>
                <a:uFillTx/>
                <a:latin typeface="黑体" panose="02010609060101010101" pitchFamily="49" charset="-122"/>
                <a:ea typeface="黑体" panose="02010609060101010101" pitchFamily="49" charset="-122"/>
                <a:cs typeface="黑体" panose="02010609060101010101" pitchFamily="49" charset="-122"/>
              </a:rPr>
              <a:t>轴承</a:t>
            </a:r>
            <a:r>
              <a:rPr kumimoji="1" lang="en-US" altLang="zh-CN" sz="2000" b="0" i="0" u="none" strike="noStrike" kern="1200" cap="none" spc="0" normalizeH="0" baseline="0" noProof="0" smtClean="0">
                <a:ln>
                  <a:noFill/>
                </a:ln>
                <a:solidFill>
                  <a:srgbClr val="000000"/>
                </a:solidFill>
                <a:effectLst>
                  <a:outerShdw blurRad="38100" dist="38100" dir="2700000" algn="tl">
                    <a:srgbClr val="FFFFFF"/>
                  </a:outerShdw>
                </a:effectLst>
                <a:uLnTx/>
                <a:uFillTx/>
                <a:latin typeface="黑体" panose="02010609060101010101" pitchFamily="49" charset="-122"/>
                <a:ea typeface="黑体" panose="02010609060101010101" pitchFamily="49" charset="-122"/>
                <a:cs typeface="黑体" panose="02010609060101010101" pitchFamily="49" charset="-122"/>
              </a:rPr>
              <a:t>2</a:t>
            </a:r>
            <a:r>
              <a:rPr kumimoji="1" lang="zh-CN" altLang="en-US" sz="2000" b="0" i="0" u="none" strike="noStrike" kern="1200" cap="none" spc="0" normalizeH="0" baseline="0" noProof="0" smtClean="0">
                <a:ln>
                  <a:noFill/>
                </a:ln>
                <a:solidFill>
                  <a:srgbClr val="000000"/>
                </a:solidFill>
                <a:effectLst>
                  <a:outerShdw blurRad="38100" dist="38100" dir="2700000" algn="tl">
                    <a:srgbClr val="FFFFFF"/>
                  </a:outerShdw>
                </a:effectLst>
                <a:uLnTx/>
                <a:uFillTx/>
                <a:latin typeface="黑体" panose="02010609060101010101" pitchFamily="49" charset="-122"/>
                <a:ea typeface="黑体" panose="02010609060101010101" pitchFamily="49" charset="-122"/>
                <a:cs typeface="黑体" panose="02010609060101010101" pitchFamily="49" charset="-122"/>
              </a:rPr>
              <a:t>为</a:t>
            </a:r>
            <a:r>
              <a:rPr kumimoji="1" lang="zh-CN" altLang="en-US" sz="2000" b="0" i="0" u="none" strike="noStrike" kern="1200" cap="none" spc="0" normalizeH="0" baseline="0" noProof="0" smtClean="0">
                <a:ln>
                  <a:noFill/>
                </a:ln>
                <a:solidFill>
                  <a:srgbClr val="0000FF"/>
                </a:solidFill>
                <a:effectLst>
                  <a:outerShdw blurRad="38100" dist="38100" dir="2700000" algn="tl">
                    <a:srgbClr val="000000">
                      <a:alpha val="43137"/>
                    </a:srgbClr>
                  </a:outerShdw>
                </a:effectLst>
                <a:uLnTx/>
                <a:uFillTx/>
                <a:latin typeface="黑体" panose="02010609060101010101" pitchFamily="49" charset="-122"/>
                <a:ea typeface="黑体" panose="02010609060101010101" pitchFamily="49" charset="-122"/>
                <a:cs typeface="黑体" panose="02010609060101010101" pitchFamily="49" charset="-122"/>
              </a:rPr>
              <a:t>松</a:t>
            </a:r>
            <a:r>
              <a:rPr kumimoji="1" lang="zh-CN" altLang="en-US" sz="2000" b="0" i="0" u="none" strike="noStrike" kern="1200" cap="none" spc="0" normalizeH="0" baseline="0" noProof="0" smtClean="0">
                <a:ln>
                  <a:noFill/>
                </a:ln>
                <a:solidFill>
                  <a:srgbClr val="0000FF"/>
                </a:solidFill>
                <a:effectLst>
                  <a:outerShdw blurRad="38100" dist="38100" dir="2700000" algn="tl">
                    <a:srgbClr val="000000"/>
                  </a:outerShdw>
                </a:effectLst>
                <a:uLnTx/>
                <a:uFillTx/>
                <a:latin typeface="黑体" panose="02010609060101010101" pitchFamily="49" charset="-122"/>
                <a:ea typeface="黑体" panose="02010609060101010101" pitchFamily="49" charset="-122"/>
                <a:cs typeface="黑体" panose="02010609060101010101" pitchFamily="49" charset="-122"/>
              </a:rPr>
              <a:t>端</a:t>
            </a:r>
            <a:r>
              <a:rPr kumimoji="1" lang="zh-CN" altLang="en-US" sz="2000" b="0" i="0" u="none" strike="noStrike" kern="1200" cap="none" spc="0" normalizeH="0" baseline="0" noProof="0" smtClean="0">
                <a:ln>
                  <a:noFill/>
                </a:ln>
                <a:solidFill>
                  <a:srgbClr val="1C1C1C"/>
                </a:solidFill>
                <a:effectLst>
                  <a:outerShdw blurRad="38100" dist="38100" dir="2700000" algn="tl">
                    <a:srgbClr val="000000"/>
                  </a:outerShdw>
                </a:effectLst>
                <a:uLnTx/>
                <a:uFillTx/>
                <a:latin typeface="黑体" panose="02010609060101010101" pitchFamily="49" charset="-122"/>
                <a:ea typeface="黑体" panose="02010609060101010101" pitchFamily="49" charset="-122"/>
                <a:cs typeface="黑体" panose="02010609060101010101" pitchFamily="49" charset="-122"/>
              </a:rPr>
              <a:t>。</a:t>
            </a:r>
            <a:r>
              <a:rPr kumimoji="1" lang="zh-CN" altLang="en-US" b="0" i="0" u="none" strike="noStrike" kern="1200" cap="none" spc="0" normalizeH="0" baseline="0" noProof="0" smtClean="0">
                <a:ln>
                  <a:noFill/>
                </a:ln>
                <a:solidFill>
                  <a:srgbClr val="000000"/>
                </a:solidFill>
                <a:effectLst>
                  <a:outerShdw blurRad="38100" dist="38100" dir="2700000" algn="tl">
                    <a:srgbClr val="FFFFFF"/>
                  </a:outerShdw>
                </a:effectLst>
                <a:uLnTx/>
                <a:uFillTx/>
                <a:latin typeface="黑体" panose="02010609060101010101" pitchFamily="49" charset="-122"/>
                <a:ea typeface="黑体" panose="02010609060101010101" pitchFamily="49" charset="-122"/>
                <a:cs typeface="黑体" panose="02010609060101010101" pitchFamily="49" charset="-122"/>
              </a:rPr>
              <a:t>　</a:t>
            </a:r>
            <a:endParaRPr kumimoji="1" lang="zh-CN" altLang="en-US" b="0" i="0" u="none" strike="noStrike" kern="1200" cap="none" spc="0" normalizeH="0" baseline="0" noProof="0" smtClean="0">
              <a:ln>
                <a:noFill/>
              </a:ln>
              <a:solidFill>
                <a:srgbClr val="000000"/>
              </a:solidFill>
              <a:effectLst>
                <a:outerShdw blurRad="38100" dist="38100" dir="2700000" algn="tl">
                  <a:srgbClr val="FFFFFF"/>
                </a:outerShdw>
              </a:effectLst>
              <a:uLnTx/>
              <a:uFillTx/>
              <a:latin typeface="黑体" panose="02010609060101010101" pitchFamily="49" charset="-122"/>
              <a:ea typeface="黑体" panose="02010609060101010101" pitchFamily="49" charset="-122"/>
              <a:cs typeface="黑体" panose="02010609060101010101" pitchFamily="49" charset="-122"/>
            </a:endParaRPr>
          </a:p>
        </p:txBody>
      </p:sp>
      <p:graphicFrame>
        <p:nvGraphicFramePr>
          <p:cNvPr id="3" name="对象 2">
            <a:hlinkClick r:id="" action="ppaction://ole?verb="/>
          </p:cNvPr>
          <p:cNvGraphicFramePr>
            <a:graphicFrameLocks noChangeAspect="1"/>
          </p:cNvGraphicFramePr>
          <p:nvPr>
            <p:custDataLst>
              <p:tags r:id="rId3"/>
            </p:custDataLst>
          </p:nvPr>
        </p:nvGraphicFramePr>
        <p:xfrm>
          <a:off x="1173480" y="2651443"/>
          <a:ext cx="1758315" cy="474345"/>
        </p:xfrm>
        <a:graphic>
          <a:graphicData uri="http://schemas.openxmlformats.org/presentationml/2006/ole">
            <mc:AlternateContent xmlns:mc="http://schemas.openxmlformats.org/markup-compatibility/2006">
              <mc:Choice xmlns:v="urn:schemas-microsoft-com:vml" Requires="v">
                <p:oleObj spid="_x0000_s1025" name="" r:id="rId4" imgW="850900" imgH="228600" progId="Equation.KSEE3">
                  <p:embed/>
                </p:oleObj>
              </mc:Choice>
              <mc:Fallback>
                <p:oleObj name="" r:id="rId4" imgW="850900" imgH="228600" progId="Equation.KSEE3">
                  <p:embed/>
                  <p:pic>
                    <p:nvPicPr>
                      <p:cNvPr id="0" name="图片 1024"/>
                      <p:cNvPicPr/>
                      <p:nvPr/>
                    </p:nvPicPr>
                    <p:blipFill>
                      <a:blip r:embed="rId5"/>
                      <a:stretch>
                        <a:fillRect/>
                      </a:stretch>
                    </p:blipFill>
                    <p:spPr>
                      <a:xfrm>
                        <a:off x="1173480" y="2651443"/>
                        <a:ext cx="1758315" cy="474345"/>
                      </a:xfrm>
                      <a:prstGeom prst="rect">
                        <a:avLst/>
                      </a:prstGeom>
                    </p:spPr>
                  </p:pic>
                </p:oleObj>
              </mc:Fallback>
            </mc:AlternateContent>
          </a:graphicData>
        </a:graphic>
      </p:graphicFrame>
      <p:graphicFrame>
        <p:nvGraphicFramePr>
          <p:cNvPr id="4" name="对象 3">
            <a:hlinkClick r:id="" action="ppaction://ole?verb="/>
          </p:cNvPr>
          <p:cNvGraphicFramePr>
            <a:graphicFrameLocks noChangeAspect="1"/>
          </p:cNvGraphicFramePr>
          <p:nvPr>
            <p:custDataLst>
              <p:tags r:id="rId6"/>
            </p:custDataLst>
          </p:nvPr>
        </p:nvGraphicFramePr>
        <p:xfrm>
          <a:off x="4208145" y="2650173"/>
          <a:ext cx="1128395" cy="475615"/>
        </p:xfrm>
        <a:graphic>
          <a:graphicData uri="http://schemas.openxmlformats.org/presentationml/2006/ole">
            <mc:AlternateContent xmlns:mc="http://schemas.openxmlformats.org/markup-compatibility/2006">
              <mc:Choice xmlns:v="urn:schemas-microsoft-com:vml" Requires="v">
                <p:oleObj spid="_x0000_s5" name="" r:id="rId7" imgW="545465" imgH="228600" progId="Equation.KSEE3">
                  <p:embed/>
                </p:oleObj>
              </mc:Choice>
              <mc:Fallback>
                <p:oleObj name="" r:id="rId7" imgW="545465" imgH="228600" progId="Equation.KSEE3">
                  <p:embed/>
                  <p:pic>
                    <p:nvPicPr>
                      <p:cNvPr id="0" name="图片 1024"/>
                      <p:cNvPicPr/>
                      <p:nvPr/>
                    </p:nvPicPr>
                    <p:blipFill>
                      <a:blip r:embed="rId8"/>
                      <a:stretch>
                        <a:fillRect/>
                      </a:stretch>
                    </p:blipFill>
                    <p:spPr>
                      <a:xfrm>
                        <a:off x="4208145" y="2650173"/>
                        <a:ext cx="1128395" cy="475615"/>
                      </a:xfrm>
                      <a:prstGeom prst="rect">
                        <a:avLst/>
                      </a:prstGeom>
                    </p:spPr>
                  </p:pic>
                </p:oleObj>
              </mc:Fallback>
            </mc:AlternateContent>
          </a:graphicData>
        </a:graphic>
      </p:graphicFrame>
      <p:graphicFrame>
        <p:nvGraphicFramePr>
          <p:cNvPr id="6" name="对象 5">
            <a:hlinkClick r:id="" action="ppaction://ole?verb="/>
          </p:cNvPr>
          <p:cNvGraphicFramePr>
            <a:graphicFrameLocks noChangeAspect="1"/>
          </p:cNvGraphicFramePr>
          <p:nvPr>
            <p:custDataLst>
              <p:tags r:id="rId9"/>
            </p:custDataLst>
          </p:nvPr>
        </p:nvGraphicFramePr>
        <p:xfrm>
          <a:off x="1870710" y="4412933"/>
          <a:ext cx="1680845" cy="475615"/>
        </p:xfrm>
        <a:graphic>
          <a:graphicData uri="http://schemas.openxmlformats.org/presentationml/2006/ole">
            <mc:AlternateContent xmlns:mc="http://schemas.openxmlformats.org/markup-compatibility/2006">
              <mc:Choice xmlns:v="urn:schemas-microsoft-com:vml" Requires="v">
                <p:oleObj spid="_x0000_s7" name="" r:id="rId10" imgW="812800" imgH="228600" progId="Equation.KSEE3">
                  <p:embed/>
                </p:oleObj>
              </mc:Choice>
              <mc:Fallback>
                <p:oleObj name="" r:id="rId10" imgW="812800" imgH="228600" progId="Equation.KSEE3">
                  <p:embed/>
                  <p:pic>
                    <p:nvPicPr>
                      <p:cNvPr id="0" name="图片 1024"/>
                      <p:cNvPicPr/>
                      <p:nvPr/>
                    </p:nvPicPr>
                    <p:blipFill>
                      <a:blip r:embed="rId11"/>
                      <a:stretch>
                        <a:fillRect/>
                      </a:stretch>
                    </p:blipFill>
                    <p:spPr>
                      <a:xfrm>
                        <a:off x="1870710" y="4412933"/>
                        <a:ext cx="1680845" cy="475615"/>
                      </a:xfrm>
                      <a:prstGeom prst="rect">
                        <a:avLst/>
                      </a:prstGeom>
                      <a:ln w="19050">
                        <a:solidFill>
                          <a:srgbClr val="FF0000"/>
                        </a:solidFill>
                      </a:ln>
                    </p:spPr>
                  </p:pic>
                </p:oleObj>
              </mc:Fallback>
            </mc:AlternateContent>
          </a:graphicData>
        </a:graphic>
      </p:graphicFrame>
      <p:graphicFrame>
        <p:nvGraphicFramePr>
          <p:cNvPr id="8" name="对象 7">
            <a:hlinkClick r:id="" action="ppaction://ole?verb="/>
          </p:cNvPr>
          <p:cNvGraphicFramePr>
            <a:graphicFrameLocks noChangeAspect="1"/>
          </p:cNvGraphicFramePr>
          <p:nvPr>
            <p:custDataLst>
              <p:tags r:id="rId12"/>
            </p:custDataLst>
          </p:nvPr>
        </p:nvGraphicFramePr>
        <p:xfrm>
          <a:off x="4507548" y="4470083"/>
          <a:ext cx="1209040" cy="475615"/>
        </p:xfrm>
        <a:graphic>
          <a:graphicData uri="http://schemas.openxmlformats.org/presentationml/2006/ole">
            <mc:AlternateContent xmlns:mc="http://schemas.openxmlformats.org/markup-compatibility/2006">
              <mc:Choice xmlns:v="urn:schemas-microsoft-com:vml" Requires="v">
                <p:oleObj spid="_x0000_s9" name="" r:id="rId13" imgW="584200" imgH="228600" progId="Equation.KSEE3">
                  <p:embed/>
                </p:oleObj>
              </mc:Choice>
              <mc:Fallback>
                <p:oleObj name="" r:id="rId13" imgW="584200" imgH="228600" progId="Equation.KSEE3">
                  <p:embed/>
                  <p:pic>
                    <p:nvPicPr>
                      <p:cNvPr id="0" name="图片 1024"/>
                      <p:cNvPicPr/>
                      <p:nvPr/>
                    </p:nvPicPr>
                    <p:blipFill>
                      <a:blip r:embed="rId14"/>
                      <a:stretch>
                        <a:fillRect/>
                      </a:stretch>
                    </p:blipFill>
                    <p:spPr>
                      <a:xfrm>
                        <a:off x="4507548" y="4470083"/>
                        <a:ext cx="1209040" cy="475615"/>
                      </a:xfrm>
                      <a:prstGeom prst="rect">
                        <a:avLst/>
                      </a:prstGeom>
                      <a:ln w="19050">
                        <a:solidFill>
                          <a:srgbClr val="FF0000"/>
                        </a:solidFill>
                      </a:ln>
                    </p:spPr>
                  </p:pic>
                </p:oleObj>
              </mc:Fallback>
            </mc:AlternateContent>
          </a:graphicData>
        </a:graphic>
      </p:graphicFrame>
      <p:sp>
        <p:nvSpPr>
          <p:cNvPr id="10" name="Rectangle 2"/>
          <p:cNvSpPr>
            <a:spLocks noChangeArrowheads="1"/>
          </p:cNvSpPr>
          <p:nvPr>
            <p:custDataLst>
              <p:tags r:id="rId15"/>
            </p:custDataLst>
          </p:nvPr>
        </p:nvSpPr>
        <p:spPr bwMode="auto">
          <a:xfrm>
            <a:off x="302260" y="4978400"/>
            <a:ext cx="8743315" cy="645160"/>
          </a:xfrm>
          <a:prstGeom prst="rect">
            <a:avLst/>
          </a:prstGeom>
          <a:noFill/>
          <a:ln>
            <a:noFill/>
          </a:ln>
          <a:effectLst/>
          <a:extLst>
            <a:ext uri="{909E8E84-426E-40DD-AFC4-6F175D3DCCD1}">
              <a14:hiddenFill xmlns:a14="http://schemas.microsoft.com/office/drawing/2010/main">
                <a:gradFill rotWithShape="0">
                  <a:gsLst>
                    <a:gs pos="0">
                      <a:schemeClr val="accent1"/>
                    </a:gs>
                    <a:gs pos="100000">
                      <a:schemeClr val="accent1">
                        <a:gamma/>
                        <a:shade val="46275"/>
                        <a:invGamma/>
                      </a:schemeClr>
                    </a:gs>
                  </a:gsLst>
                  <a:path path="shape">
                    <a:fillToRect l="50000" t="50000" r="50000" b="50000"/>
                  </a:path>
                </a:gra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lvl1pPr marL="457200" indent="-457200">
              <a:defRPr kumimoji="1" sz="2400">
                <a:solidFill>
                  <a:schemeClr val="tx1"/>
                </a:solidFill>
                <a:latin typeface="Times New Roman" panose="02020603050405020304" pitchFamily="18" charset="0"/>
                <a:ea typeface="宋体" panose="02010600030101010101" pitchFamily="2" charset="-122"/>
              </a:defRPr>
            </a:lvl1pPr>
            <a:lvl2pPr marL="914400" indent="-457200">
              <a:defRPr kumimoji="1" sz="2400">
                <a:solidFill>
                  <a:schemeClr val="tx1"/>
                </a:solidFill>
                <a:latin typeface="Times New Roman" panose="02020603050405020304" pitchFamily="18" charset="0"/>
                <a:ea typeface="宋体" panose="02010600030101010101" pitchFamily="2" charset="-122"/>
              </a:defRPr>
            </a:lvl2pPr>
            <a:lvl3pPr marL="1371600" indent="-457200">
              <a:defRPr kumimoji="1" sz="2400">
                <a:solidFill>
                  <a:schemeClr val="tx1"/>
                </a:solidFill>
                <a:latin typeface="Times New Roman" panose="02020603050405020304" pitchFamily="18" charset="0"/>
                <a:ea typeface="宋体" panose="02010600030101010101" pitchFamily="2" charset="-122"/>
              </a:defRPr>
            </a:lvl3pPr>
            <a:lvl4pPr marL="1828800" indent="-457200">
              <a:defRPr kumimoji="1" sz="2400">
                <a:solidFill>
                  <a:schemeClr val="tx1"/>
                </a:solidFill>
                <a:latin typeface="Times New Roman" panose="02020603050405020304" pitchFamily="18" charset="0"/>
                <a:ea typeface="宋体" panose="02010600030101010101" pitchFamily="2" charset="-122"/>
              </a:defRPr>
            </a:lvl4pPr>
            <a:lvl5pPr marL="2286000" indent="-457200">
              <a:defRPr kumimoji="1" sz="2400">
                <a:solidFill>
                  <a:schemeClr val="tx1"/>
                </a:solidFill>
                <a:latin typeface="Times New Roman" panose="02020603050405020304" pitchFamily="18" charset="0"/>
                <a:ea typeface="宋体" panose="02010600030101010101" pitchFamily="2" charset="-122"/>
              </a:defRPr>
            </a:lvl5pPr>
            <a:lvl6pPr marL="2743200" indent="-4572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indent="-4572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indent="-4572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indent="-4572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457200" marR="0" lvl="0" indent="-457200" algn="l" defTabSz="914400" rtl="0" eaLnBrk="0" latinLnBrk="0" hangingPunct="0">
              <a:lnSpc>
                <a:spcPct val="150000"/>
              </a:lnSpc>
              <a:spcBef>
                <a:spcPct val="0"/>
              </a:spcBef>
              <a:spcAft>
                <a:spcPct val="0"/>
              </a:spcAft>
              <a:buClrTx/>
              <a:buSzTx/>
              <a:buFontTx/>
              <a:buNone/>
              <a:defRPr/>
            </a:pPr>
            <a:r>
              <a:rPr kumimoji="1" lang="zh-CN" altLang="en-US" b="0" i="0" u="none" strike="noStrike" kern="1200" cap="none" spc="0" normalizeH="0" baseline="0" noProof="0" smtClean="0">
                <a:ln>
                  <a:noFill/>
                </a:ln>
                <a:solidFill>
                  <a:srgbClr val="CC0000"/>
                </a:solidFill>
                <a:effectLst/>
                <a:uLnTx/>
                <a:uFillTx/>
                <a:latin typeface="黑体" panose="02010609060101010101" pitchFamily="49" charset="-122"/>
                <a:ea typeface="黑体" panose="02010609060101010101" pitchFamily="49" charset="-122"/>
                <a:cs typeface="黑体" panose="02010609060101010101" pitchFamily="49" charset="-122"/>
              </a:rPr>
              <a:t>第三种情况</a:t>
            </a:r>
            <a:r>
              <a:rPr kumimoji="1" lang="zh-CN" altLang="en-US" b="0" i="0" u="none" strike="noStrike" kern="1200" cap="none" spc="0" normalizeH="0" baseline="0" noProof="0" smtClean="0">
                <a:ln>
                  <a:noFill/>
                </a:ln>
                <a:solidFill>
                  <a:srgbClr val="000000"/>
                </a:solidFill>
                <a:effectLst>
                  <a:outerShdw blurRad="38100" dist="38100" dir="2700000" algn="tl">
                    <a:srgbClr val="FFFFFF"/>
                  </a:outerShdw>
                </a:effectLst>
                <a:uLnTx/>
                <a:uFillTx/>
                <a:latin typeface="黑体" panose="02010609060101010101" pitchFamily="49" charset="-122"/>
                <a:ea typeface="黑体" panose="02010609060101010101" pitchFamily="49" charset="-122"/>
                <a:cs typeface="黑体" panose="02010609060101010101" pitchFamily="49" charset="-122"/>
              </a:rPr>
              <a:t>：</a:t>
            </a:r>
            <a:r>
              <a:rPr kumimoji="1" lang="en-US" altLang="zh-CN" b="0" i="0" u="none" strike="noStrike" kern="1200" cap="none" spc="0" normalizeH="0" baseline="0" noProof="0" smtClean="0">
                <a:ln>
                  <a:noFill/>
                </a:ln>
                <a:solidFill>
                  <a:srgbClr val="000000"/>
                </a:solidFill>
                <a:effectLst>
                  <a:outerShdw blurRad="38100" dist="38100" dir="2700000" algn="tl">
                    <a:srgbClr val="FFFFFF"/>
                  </a:outerShdw>
                </a:effectLst>
                <a:uLnTx/>
                <a:uFillTx/>
                <a:latin typeface="黑体" panose="02010609060101010101" pitchFamily="49" charset="-122"/>
                <a:ea typeface="黑体" panose="02010609060101010101" pitchFamily="49" charset="-122"/>
                <a:cs typeface="黑体" panose="02010609060101010101" pitchFamily="49" charset="-122"/>
              </a:rPr>
              <a:t>Fa+F</a:t>
            </a:r>
            <a:r>
              <a:rPr kumimoji="1" lang="en-US" altLang="zh-CN" b="0" i="0" u="none" strike="noStrike" kern="1200" cap="none" spc="0" normalizeH="0" baseline="-25000" noProof="0" smtClean="0">
                <a:ln>
                  <a:noFill/>
                </a:ln>
                <a:solidFill>
                  <a:srgbClr val="000000"/>
                </a:solidFill>
                <a:effectLst>
                  <a:outerShdw blurRad="38100" dist="38100" dir="2700000" algn="tl">
                    <a:srgbClr val="FFFFFF"/>
                  </a:outerShdw>
                </a:effectLst>
                <a:uLnTx/>
                <a:uFillTx/>
                <a:latin typeface="黑体" panose="02010609060101010101" pitchFamily="49" charset="-122"/>
                <a:ea typeface="黑体" panose="02010609060101010101" pitchFamily="49" charset="-122"/>
                <a:cs typeface="黑体" panose="02010609060101010101" pitchFamily="49" charset="-122"/>
              </a:rPr>
              <a:t>S1 </a:t>
            </a:r>
            <a:r>
              <a:rPr kumimoji="1" lang="en-US" altLang="zh-CN" b="0" i="0" u="none" strike="noStrike" kern="1200" cap="none" spc="0" normalizeH="0" baseline="0" noProof="0" smtClean="0">
                <a:ln>
                  <a:noFill/>
                </a:ln>
                <a:solidFill>
                  <a:srgbClr val="000000"/>
                </a:solidFill>
                <a:effectLst>
                  <a:outerShdw blurRad="38100" dist="38100" dir="2700000" algn="tl">
                    <a:srgbClr val="FFFFFF"/>
                  </a:outerShdw>
                </a:effectLst>
                <a:uLnTx/>
                <a:uFillTx/>
                <a:latin typeface="黑体" panose="02010609060101010101" pitchFamily="49" charset="-122"/>
                <a:ea typeface="黑体" panose="02010609060101010101" pitchFamily="49" charset="-122"/>
                <a:cs typeface="黑体" panose="02010609060101010101" pitchFamily="49" charset="-122"/>
              </a:rPr>
              <a:t>= F</a:t>
            </a:r>
            <a:r>
              <a:rPr kumimoji="1" lang="en-US" altLang="zh-CN" b="0" i="0" u="none" strike="noStrike" kern="1200" cap="none" spc="0" normalizeH="0" baseline="-25000" noProof="0" smtClean="0">
                <a:ln>
                  <a:noFill/>
                </a:ln>
                <a:solidFill>
                  <a:srgbClr val="000000"/>
                </a:solidFill>
                <a:effectLst>
                  <a:outerShdw blurRad="38100" dist="38100" dir="2700000" algn="tl">
                    <a:srgbClr val="FFFFFF"/>
                  </a:outerShdw>
                </a:effectLst>
                <a:uLnTx/>
                <a:uFillTx/>
                <a:latin typeface="黑体" panose="02010609060101010101" pitchFamily="49" charset="-122"/>
                <a:ea typeface="黑体" panose="02010609060101010101" pitchFamily="49" charset="-122"/>
                <a:cs typeface="黑体" panose="02010609060101010101" pitchFamily="49" charset="-122"/>
              </a:rPr>
              <a:t>S2</a:t>
            </a:r>
            <a:r>
              <a:rPr kumimoji="1" lang="zh-CN" altLang="en-US" b="0" i="0" u="none" strike="noStrike" kern="1200" cap="none" spc="0" normalizeH="0" baseline="0" noProof="0" smtClean="0">
                <a:ln>
                  <a:noFill/>
                </a:ln>
                <a:solidFill>
                  <a:srgbClr val="000000"/>
                </a:solidFill>
                <a:effectLst>
                  <a:outerShdw blurRad="38100" dist="38100" dir="2700000" algn="tl">
                    <a:srgbClr val="FFFFFF"/>
                  </a:outerShdw>
                </a:effectLst>
                <a:uLnTx/>
                <a:uFillTx/>
                <a:latin typeface="黑体" panose="02010609060101010101" pitchFamily="49" charset="-122"/>
                <a:ea typeface="黑体" panose="02010609060101010101" pitchFamily="49" charset="-122"/>
                <a:cs typeface="黑体" panose="02010609060101010101" pitchFamily="49" charset="-122"/>
              </a:rPr>
              <a:t>，</a:t>
            </a:r>
            <a:endParaRPr kumimoji="1" lang="zh-CN" altLang="en-US" b="0" i="0" u="none" strike="noStrike" kern="1200" cap="none" spc="0" normalizeH="0" baseline="0" noProof="0" smtClean="0">
              <a:ln>
                <a:noFill/>
              </a:ln>
              <a:solidFill>
                <a:srgbClr val="000000"/>
              </a:solidFill>
              <a:effectLst>
                <a:outerShdw blurRad="38100" dist="38100" dir="2700000" algn="tl">
                  <a:srgbClr val="FFFFFF"/>
                </a:outerShdw>
              </a:effectLst>
              <a:uLnTx/>
              <a:uFillTx/>
              <a:latin typeface="黑体" panose="02010609060101010101" pitchFamily="49" charset="-122"/>
              <a:ea typeface="黑体" panose="02010609060101010101" pitchFamily="49" charset="-122"/>
              <a:cs typeface="黑体" panose="02010609060101010101" pitchFamily="49" charset="-122"/>
            </a:endParaRPr>
          </a:p>
        </p:txBody>
      </p:sp>
      <p:graphicFrame>
        <p:nvGraphicFramePr>
          <p:cNvPr id="11" name="对象 10">
            <a:hlinkClick r:id="" action="ppaction://ole?verb="/>
          </p:cNvPr>
          <p:cNvGraphicFramePr>
            <a:graphicFrameLocks noChangeAspect="1"/>
          </p:cNvGraphicFramePr>
          <p:nvPr>
            <p:custDataLst>
              <p:tags r:id="rId16"/>
            </p:custDataLst>
          </p:nvPr>
        </p:nvGraphicFramePr>
        <p:xfrm>
          <a:off x="1997075" y="5655628"/>
          <a:ext cx="1128395" cy="475615"/>
        </p:xfrm>
        <a:graphic>
          <a:graphicData uri="http://schemas.openxmlformats.org/presentationml/2006/ole">
            <mc:AlternateContent xmlns:mc="http://schemas.openxmlformats.org/markup-compatibility/2006">
              <mc:Choice xmlns:v="urn:schemas-microsoft-com:vml" Requires="v">
                <p:oleObj spid="_x0000_s12" name="" r:id="rId17" imgW="545465" imgH="228600" progId="Equation.KSEE3">
                  <p:embed/>
                </p:oleObj>
              </mc:Choice>
              <mc:Fallback>
                <p:oleObj name="" r:id="rId17" imgW="545465" imgH="228600" progId="Equation.KSEE3">
                  <p:embed/>
                  <p:pic>
                    <p:nvPicPr>
                      <p:cNvPr id="0" name="图片 1024"/>
                      <p:cNvPicPr/>
                      <p:nvPr/>
                    </p:nvPicPr>
                    <p:blipFill>
                      <a:blip r:embed="rId18"/>
                      <a:stretch>
                        <a:fillRect/>
                      </a:stretch>
                    </p:blipFill>
                    <p:spPr>
                      <a:xfrm>
                        <a:off x="1997075" y="5655628"/>
                        <a:ext cx="1128395" cy="475615"/>
                      </a:xfrm>
                      <a:prstGeom prst="rect">
                        <a:avLst/>
                      </a:prstGeom>
                    </p:spPr>
                  </p:pic>
                </p:oleObj>
              </mc:Fallback>
            </mc:AlternateContent>
          </a:graphicData>
        </a:graphic>
      </p:graphicFrame>
      <p:graphicFrame>
        <p:nvGraphicFramePr>
          <p:cNvPr id="13" name="对象 12">
            <a:hlinkClick r:id="" action="ppaction://ole?verb="/>
          </p:cNvPr>
          <p:cNvGraphicFramePr>
            <a:graphicFrameLocks noChangeAspect="1"/>
          </p:cNvGraphicFramePr>
          <p:nvPr>
            <p:custDataLst>
              <p:tags r:id="rId19"/>
            </p:custDataLst>
          </p:nvPr>
        </p:nvGraphicFramePr>
        <p:xfrm>
          <a:off x="4310698" y="5613083"/>
          <a:ext cx="1209040" cy="475615"/>
        </p:xfrm>
        <a:graphic>
          <a:graphicData uri="http://schemas.openxmlformats.org/presentationml/2006/ole">
            <mc:AlternateContent xmlns:mc="http://schemas.openxmlformats.org/markup-compatibility/2006">
              <mc:Choice xmlns:v="urn:schemas-microsoft-com:vml" Requires="v">
                <p:oleObj spid="_x0000_s14" name="" r:id="rId20" imgW="584200" imgH="228600" progId="Equation.KSEE3">
                  <p:embed/>
                </p:oleObj>
              </mc:Choice>
              <mc:Fallback>
                <p:oleObj name="" r:id="rId20" imgW="584200" imgH="228600" progId="Equation.KSEE3">
                  <p:embed/>
                  <p:pic>
                    <p:nvPicPr>
                      <p:cNvPr id="0" name="图片 1024"/>
                      <p:cNvPicPr/>
                      <p:nvPr/>
                    </p:nvPicPr>
                    <p:blipFill>
                      <a:blip r:embed="rId21"/>
                      <a:stretch>
                        <a:fillRect/>
                      </a:stretch>
                    </p:blipFill>
                    <p:spPr>
                      <a:xfrm>
                        <a:off x="4310698" y="5613083"/>
                        <a:ext cx="1209040" cy="475615"/>
                      </a:xfrm>
                      <a:prstGeom prst="rect">
                        <a:avLst/>
                      </a:prstGeom>
                    </p:spPr>
                  </p:pic>
                </p:oleObj>
              </mc:Fallback>
            </mc:AlternateContent>
          </a:graphicData>
        </a:graphic>
      </p:graphicFrame>
      <p:pic>
        <p:nvPicPr>
          <p:cNvPr id="15" name="图片 14"/>
          <p:cNvPicPr>
            <a:picLocks noChangeAspect="1"/>
          </p:cNvPicPr>
          <p:nvPr/>
        </p:nvPicPr>
        <p:blipFill>
          <a:blip r:embed="rId22"/>
          <a:stretch>
            <a:fillRect/>
          </a:stretch>
        </p:blipFill>
        <p:spPr>
          <a:xfrm>
            <a:off x="4877435" y="105410"/>
            <a:ext cx="3470910" cy="2131060"/>
          </a:xfrm>
          <a:prstGeom prst="rect">
            <a:avLst/>
          </a:prstGeom>
        </p:spPr>
      </p:pic>
      <p:sp>
        <p:nvSpPr>
          <p:cNvPr id="100377" name="Text Box 25"/>
          <p:cNvSpPr txBox="1"/>
          <p:nvPr>
            <p:custDataLst>
              <p:tags r:id="rId23"/>
            </p:custDataLst>
          </p:nvPr>
        </p:nvSpPr>
        <p:spPr>
          <a:xfrm>
            <a:off x="7559040" y="289878"/>
            <a:ext cx="487363" cy="607695"/>
          </a:xfrm>
          <a:prstGeom prst="rect">
            <a:avLst/>
          </a:prstGeom>
          <a:noFill/>
          <a:ln w="9525">
            <a:noFill/>
          </a:ln>
        </p:spPr>
        <p:txBody>
          <a:bodyPr anchor="ctr" anchorCtr="0">
            <a:spAutoFit/>
          </a:bodyPr>
          <a:p>
            <a:pPr indent="0" algn="ctr">
              <a:spcBef>
                <a:spcPct val="50000"/>
              </a:spcBef>
              <a:buNone/>
            </a:pPr>
            <a:r>
              <a:rPr lang="en-US" altLang="zh-CN" sz="2800" dirty="0">
                <a:solidFill>
                  <a:srgbClr val="FF0000"/>
                </a:solidFill>
                <a:latin typeface="Times New Roman" panose="02020603050405020304" pitchFamily="18" charset="0"/>
                <a:ea typeface="黑体" panose="02010609060101010101" pitchFamily="49" charset="-122"/>
              </a:rPr>
              <a:t>1</a:t>
            </a:r>
            <a:endParaRPr lang="en-US" altLang="zh-CN" sz="2800" dirty="0">
              <a:solidFill>
                <a:srgbClr val="FF0000"/>
              </a:solidFill>
              <a:latin typeface="Times New Roman" panose="02020603050405020304" pitchFamily="18" charset="0"/>
              <a:ea typeface="黑体" panose="02010609060101010101" pitchFamily="49" charset="-122"/>
            </a:endParaRPr>
          </a:p>
        </p:txBody>
      </p:sp>
      <p:sp>
        <p:nvSpPr>
          <p:cNvPr id="100378" name="Rectangle 26"/>
          <p:cNvSpPr/>
          <p:nvPr>
            <p:custDataLst>
              <p:tags r:id="rId24"/>
            </p:custDataLst>
          </p:nvPr>
        </p:nvSpPr>
        <p:spPr>
          <a:xfrm>
            <a:off x="6057900" y="289878"/>
            <a:ext cx="360680" cy="607695"/>
          </a:xfrm>
          <a:prstGeom prst="rect">
            <a:avLst/>
          </a:prstGeom>
          <a:noFill/>
          <a:ln w="9525">
            <a:noFill/>
          </a:ln>
        </p:spPr>
        <p:txBody>
          <a:bodyPr wrap="none" anchor="ctr" anchorCtr="0">
            <a:spAutoFit/>
          </a:bodyPr>
          <a:p>
            <a:pPr indent="0" algn="ctr">
              <a:buNone/>
            </a:pPr>
            <a:r>
              <a:rPr lang="en-US" altLang="zh-CN" sz="2800" dirty="0">
                <a:solidFill>
                  <a:srgbClr val="FF0000"/>
                </a:solidFill>
                <a:latin typeface="Times New Roman" panose="02020603050405020304" pitchFamily="18" charset="0"/>
                <a:ea typeface="黑体" panose="02010609060101010101" pitchFamily="49" charset="-122"/>
              </a:rPr>
              <a:t>2</a:t>
            </a:r>
            <a:endParaRPr lang="en-US" altLang="zh-CN" sz="2800" dirty="0">
              <a:solidFill>
                <a:srgbClr val="FF0000"/>
              </a:solidFill>
              <a:latin typeface="Times New Roman" panose="02020603050405020304" pitchFamily="18" charset="0"/>
              <a:ea typeface="黑体" panose="02010609060101010101" pitchFamily="49" charset="-122"/>
            </a:endParaRPr>
          </a:p>
        </p:txBody>
      </p:sp>
      <p:sp>
        <p:nvSpPr>
          <p:cNvPr id="100367" name="AutoShape 15"/>
          <p:cNvSpPr/>
          <p:nvPr>
            <p:custDataLst>
              <p:tags r:id="rId25"/>
            </p:custDataLst>
          </p:nvPr>
        </p:nvSpPr>
        <p:spPr>
          <a:xfrm>
            <a:off x="7890193" y="1336675"/>
            <a:ext cx="101600" cy="542925"/>
          </a:xfrm>
          <a:prstGeom prst="upArrow">
            <a:avLst>
              <a:gd name="adj1" fmla="val 50000"/>
              <a:gd name="adj2" fmla="val 133593"/>
            </a:avLst>
          </a:prstGeom>
          <a:solidFill>
            <a:srgbClr val="FF0000"/>
          </a:solidFill>
          <a:ln w="9525" cap="flat" cmpd="sng">
            <a:solidFill>
              <a:srgbClr val="FF0000"/>
            </a:solidFill>
            <a:prstDash val="solid"/>
            <a:miter/>
            <a:headEnd type="none" w="med" len="med"/>
            <a:tailEnd type="none" w="med" len="med"/>
          </a:ln>
        </p:spPr>
        <p:txBody>
          <a:bodyPr wrap="none" anchor="ctr" anchorCtr="0"/>
          <a:p>
            <a:endParaRPr lang="zh-CN" altLang="en-US" dirty="0">
              <a:latin typeface="Times New Roman" panose="02020603050405020304" pitchFamily="18" charset="0"/>
            </a:endParaRPr>
          </a:p>
        </p:txBody>
      </p:sp>
      <p:sp>
        <p:nvSpPr>
          <p:cNvPr id="100375" name="Rectangle 23"/>
          <p:cNvSpPr/>
          <p:nvPr>
            <p:custDataLst>
              <p:tags r:id="rId26"/>
            </p:custDataLst>
          </p:nvPr>
        </p:nvSpPr>
        <p:spPr>
          <a:xfrm>
            <a:off x="8138795" y="1779270"/>
            <a:ext cx="585788" cy="457200"/>
          </a:xfrm>
          <a:prstGeom prst="rect">
            <a:avLst/>
          </a:prstGeom>
          <a:noFill/>
          <a:ln w="9525">
            <a:noFill/>
          </a:ln>
        </p:spPr>
        <p:txBody>
          <a:bodyPr wrap="none" anchor="ctr" anchorCtr="0">
            <a:spAutoFit/>
          </a:bodyPr>
          <a:p>
            <a:pPr indent="0" algn="ctr">
              <a:buNone/>
            </a:pPr>
            <a:r>
              <a:rPr lang="en-US" altLang="zh-CN" sz="2400" dirty="0">
                <a:solidFill>
                  <a:srgbClr val="FF0000"/>
                </a:solidFill>
                <a:latin typeface="Times New Roman" panose="02020603050405020304" pitchFamily="18" charset="0"/>
                <a:ea typeface="黑体" panose="02010609060101010101" pitchFamily="49" charset="-122"/>
              </a:rPr>
              <a:t>F</a:t>
            </a:r>
            <a:r>
              <a:rPr lang="en-US" altLang="zh-CN" sz="1800" dirty="0">
                <a:solidFill>
                  <a:srgbClr val="FF0000"/>
                </a:solidFill>
                <a:latin typeface="Times New Roman" panose="02020603050405020304" pitchFamily="18" charset="0"/>
                <a:ea typeface="黑体" panose="02010609060101010101" pitchFamily="49" charset="-122"/>
              </a:rPr>
              <a:t>r1</a:t>
            </a:r>
            <a:endParaRPr lang="en-US" altLang="zh-CN" sz="1800" dirty="0">
              <a:solidFill>
                <a:srgbClr val="FF0000"/>
              </a:solidFill>
              <a:latin typeface="Times New Roman" panose="02020603050405020304" pitchFamily="18" charset="0"/>
              <a:ea typeface="黑体" panose="02010609060101010101" pitchFamily="49" charset="-122"/>
            </a:endParaRPr>
          </a:p>
        </p:txBody>
      </p:sp>
      <p:sp>
        <p:nvSpPr>
          <p:cNvPr id="100368" name="AutoShape 16"/>
          <p:cNvSpPr/>
          <p:nvPr>
            <p:custDataLst>
              <p:tags r:id="rId27"/>
            </p:custDataLst>
          </p:nvPr>
        </p:nvSpPr>
        <p:spPr>
          <a:xfrm>
            <a:off x="6116955" y="1376363"/>
            <a:ext cx="100013" cy="542925"/>
          </a:xfrm>
          <a:prstGeom prst="upArrow">
            <a:avLst>
              <a:gd name="adj1" fmla="val 50000"/>
              <a:gd name="adj2" fmla="val 135713"/>
            </a:avLst>
          </a:prstGeom>
          <a:solidFill>
            <a:srgbClr val="FF0000"/>
          </a:solidFill>
          <a:ln w="9525" cap="flat" cmpd="sng">
            <a:solidFill>
              <a:srgbClr val="FF0000"/>
            </a:solidFill>
            <a:prstDash val="solid"/>
            <a:miter/>
            <a:headEnd type="none" w="med" len="med"/>
            <a:tailEnd type="none" w="med" len="med"/>
          </a:ln>
        </p:spPr>
        <p:txBody>
          <a:bodyPr wrap="none" anchor="ctr" anchorCtr="0"/>
          <a:p>
            <a:endParaRPr lang="zh-CN" altLang="en-US" dirty="0">
              <a:latin typeface="Times New Roman" panose="02020603050405020304" pitchFamily="18" charset="0"/>
            </a:endParaRPr>
          </a:p>
        </p:txBody>
      </p:sp>
      <p:sp>
        <p:nvSpPr>
          <p:cNvPr id="100376" name="Rectangle 24"/>
          <p:cNvSpPr/>
          <p:nvPr>
            <p:custDataLst>
              <p:tags r:id="rId28"/>
            </p:custDataLst>
          </p:nvPr>
        </p:nvSpPr>
        <p:spPr>
          <a:xfrm>
            <a:off x="5709603" y="1843088"/>
            <a:ext cx="585787" cy="457200"/>
          </a:xfrm>
          <a:prstGeom prst="rect">
            <a:avLst/>
          </a:prstGeom>
          <a:noFill/>
          <a:ln w="9525">
            <a:noFill/>
          </a:ln>
        </p:spPr>
        <p:txBody>
          <a:bodyPr wrap="none" anchor="ctr" anchorCtr="0">
            <a:spAutoFit/>
          </a:bodyPr>
          <a:p>
            <a:pPr indent="0" algn="ctr">
              <a:buNone/>
            </a:pPr>
            <a:r>
              <a:rPr lang="en-US" altLang="zh-CN" sz="2400" dirty="0">
                <a:solidFill>
                  <a:srgbClr val="FF0000"/>
                </a:solidFill>
                <a:latin typeface="Times New Roman" panose="02020603050405020304" pitchFamily="18" charset="0"/>
                <a:ea typeface="黑体" panose="02010609060101010101" pitchFamily="49" charset="-122"/>
              </a:rPr>
              <a:t>F</a:t>
            </a:r>
            <a:r>
              <a:rPr lang="en-US" altLang="zh-CN" sz="1800" dirty="0">
                <a:solidFill>
                  <a:srgbClr val="FF0000"/>
                </a:solidFill>
                <a:latin typeface="Times New Roman" panose="02020603050405020304" pitchFamily="18" charset="0"/>
                <a:ea typeface="黑体" panose="02010609060101010101" pitchFamily="49" charset="-122"/>
              </a:rPr>
              <a:t>r2</a:t>
            </a:r>
            <a:endParaRPr lang="en-US" altLang="zh-CN" sz="1800" dirty="0">
              <a:solidFill>
                <a:srgbClr val="FF0000"/>
              </a:solidFill>
              <a:latin typeface="Times New Roman" panose="02020603050405020304" pitchFamily="18" charset="0"/>
              <a:ea typeface="黑体" panose="02010609060101010101" pitchFamily="49" charset="-122"/>
            </a:endParaRPr>
          </a:p>
        </p:txBody>
      </p:sp>
      <p:sp>
        <p:nvSpPr>
          <p:cNvPr id="100370" name="AutoShape 18"/>
          <p:cNvSpPr/>
          <p:nvPr>
            <p:custDataLst>
              <p:tags r:id="rId29"/>
            </p:custDataLst>
          </p:nvPr>
        </p:nvSpPr>
        <p:spPr>
          <a:xfrm>
            <a:off x="7929245" y="1233488"/>
            <a:ext cx="563563" cy="103187"/>
          </a:xfrm>
          <a:prstGeom prst="rightArrow">
            <a:avLst>
              <a:gd name="adj1" fmla="val 50000"/>
              <a:gd name="adj2" fmla="val 136539"/>
            </a:avLst>
          </a:prstGeom>
          <a:solidFill>
            <a:srgbClr val="FF6600"/>
          </a:solidFill>
          <a:ln w="9525">
            <a:noFill/>
          </a:ln>
        </p:spPr>
        <p:txBody>
          <a:bodyPr wrap="none" anchor="ctr" anchorCtr="0"/>
          <a:p>
            <a:endParaRPr lang="zh-CN" altLang="en-US" dirty="0">
              <a:latin typeface="Times New Roman" panose="02020603050405020304" pitchFamily="18" charset="0"/>
            </a:endParaRPr>
          </a:p>
        </p:txBody>
      </p:sp>
      <p:sp>
        <p:nvSpPr>
          <p:cNvPr id="100373" name="Rectangle 21"/>
          <p:cNvSpPr/>
          <p:nvPr>
            <p:custDataLst>
              <p:tags r:id="rId30"/>
            </p:custDataLst>
          </p:nvPr>
        </p:nvSpPr>
        <p:spPr>
          <a:xfrm>
            <a:off x="7910354" y="753745"/>
            <a:ext cx="561975" cy="534035"/>
          </a:xfrm>
          <a:prstGeom prst="rect">
            <a:avLst/>
          </a:prstGeom>
          <a:noFill/>
          <a:ln w="9525">
            <a:noFill/>
          </a:ln>
        </p:spPr>
        <p:txBody>
          <a:bodyPr wrap="none" anchor="ctr" anchorCtr="0">
            <a:spAutoFit/>
          </a:bodyPr>
          <a:p>
            <a:pPr indent="0" algn="ctr">
              <a:buNone/>
            </a:pPr>
            <a:r>
              <a:rPr lang="en-US" altLang="zh-CN" sz="2400" dirty="0">
                <a:solidFill>
                  <a:srgbClr val="FF6600"/>
                </a:solidFill>
                <a:latin typeface="Times New Roman" panose="02020603050405020304" pitchFamily="18" charset="0"/>
                <a:ea typeface="黑体" panose="02010609060101010101" pitchFamily="49" charset="-122"/>
              </a:rPr>
              <a:t>F</a:t>
            </a:r>
            <a:r>
              <a:rPr lang="en-US" altLang="zh-CN" sz="2400" baseline="-25000" dirty="0">
                <a:solidFill>
                  <a:srgbClr val="FF6600"/>
                </a:solidFill>
                <a:latin typeface="Times New Roman" panose="02020603050405020304" pitchFamily="18" charset="0"/>
                <a:ea typeface="黑体" panose="02010609060101010101" pitchFamily="49" charset="-122"/>
              </a:rPr>
              <a:t>S1</a:t>
            </a:r>
            <a:endParaRPr lang="en-US" altLang="zh-CN" sz="2400" baseline="-25000" dirty="0">
              <a:solidFill>
                <a:srgbClr val="FF6600"/>
              </a:solidFill>
              <a:latin typeface="Times New Roman" panose="02020603050405020304" pitchFamily="18" charset="0"/>
              <a:ea typeface="黑体" panose="02010609060101010101" pitchFamily="49" charset="-122"/>
            </a:endParaRPr>
          </a:p>
        </p:txBody>
      </p:sp>
      <p:sp>
        <p:nvSpPr>
          <p:cNvPr id="100372" name="Rectangle 20"/>
          <p:cNvSpPr/>
          <p:nvPr>
            <p:custDataLst>
              <p:tags r:id="rId31"/>
            </p:custDataLst>
          </p:nvPr>
        </p:nvSpPr>
        <p:spPr>
          <a:xfrm>
            <a:off x="5555139" y="721995"/>
            <a:ext cx="561975" cy="534035"/>
          </a:xfrm>
          <a:prstGeom prst="rect">
            <a:avLst/>
          </a:prstGeom>
          <a:noFill/>
          <a:ln w="9525">
            <a:noFill/>
          </a:ln>
        </p:spPr>
        <p:txBody>
          <a:bodyPr wrap="none" anchor="ctr" anchorCtr="0">
            <a:spAutoFit/>
          </a:bodyPr>
          <a:p>
            <a:pPr indent="0" algn="ctr">
              <a:buNone/>
            </a:pPr>
            <a:r>
              <a:rPr lang="en-US" altLang="zh-CN" sz="2400" dirty="0">
                <a:solidFill>
                  <a:srgbClr val="FF6600"/>
                </a:solidFill>
                <a:latin typeface="Times New Roman" panose="02020603050405020304" pitchFamily="18" charset="0"/>
                <a:ea typeface="黑体" panose="02010609060101010101" pitchFamily="49" charset="-122"/>
              </a:rPr>
              <a:t>F</a:t>
            </a:r>
            <a:r>
              <a:rPr lang="en-US" altLang="zh-CN" sz="2400" baseline="-25000" dirty="0">
                <a:solidFill>
                  <a:srgbClr val="FF6600"/>
                </a:solidFill>
                <a:latin typeface="Times New Roman" panose="02020603050405020304" pitchFamily="18" charset="0"/>
                <a:ea typeface="黑体" panose="02010609060101010101" pitchFamily="49" charset="-122"/>
              </a:rPr>
              <a:t>S2</a:t>
            </a:r>
            <a:endParaRPr lang="en-US" altLang="zh-CN" sz="2400" baseline="-25000" dirty="0">
              <a:solidFill>
                <a:srgbClr val="FF6600"/>
              </a:solidFill>
              <a:latin typeface="Times New Roman" panose="02020603050405020304" pitchFamily="18" charset="0"/>
              <a:ea typeface="黑体" panose="02010609060101010101" pitchFamily="49" charset="-122"/>
            </a:endParaRPr>
          </a:p>
        </p:txBody>
      </p:sp>
      <p:sp>
        <p:nvSpPr>
          <p:cNvPr id="100371" name="AutoShape 19"/>
          <p:cNvSpPr/>
          <p:nvPr>
            <p:custDataLst>
              <p:tags r:id="rId32"/>
            </p:custDataLst>
          </p:nvPr>
        </p:nvSpPr>
        <p:spPr>
          <a:xfrm>
            <a:off x="5629275" y="1273493"/>
            <a:ext cx="525463" cy="103187"/>
          </a:xfrm>
          <a:prstGeom prst="leftArrow">
            <a:avLst>
              <a:gd name="adj1" fmla="val 50000"/>
              <a:gd name="adj2" fmla="val 127308"/>
            </a:avLst>
          </a:prstGeom>
          <a:solidFill>
            <a:srgbClr val="FF6600"/>
          </a:solidFill>
          <a:ln w="9525">
            <a:noFill/>
          </a:ln>
        </p:spPr>
        <p:txBody>
          <a:bodyPr wrap="none" anchor="ctr" anchorCtr="0"/>
          <a:p>
            <a:endParaRPr lang="zh-CN" altLang="en-US" dirty="0">
              <a:latin typeface="Times New Roman" panose="02020603050405020304" pitchFamily="18" charset="0"/>
            </a:endParaRPr>
          </a:p>
        </p:txBody>
      </p:sp>
      <p:sp>
        <p:nvSpPr>
          <p:cNvPr id="100369" name="AutoShape 17"/>
          <p:cNvSpPr/>
          <p:nvPr>
            <p:custDataLst>
              <p:tags r:id="rId33"/>
            </p:custDataLst>
          </p:nvPr>
        </p:nvSpPr>
        <p:spPr>
          <a:xfrm rot="10800000">
            <a:off x="4574858" y="1273810"/>
            <a:ext cx="641350" cy="104775"/>
          </a:xfrm>
          <a:prstGeom prst="leftArrow">
            <a:avLst>
              <a:gd name="adj1" fmla="val 50000"/>
              <a:gd name="adj2" fmla="val 153030"/>
            </a:avLst>
          </a:prstGeom>
          <a:solidFill>
            <a:srgbClr val="FF0000"/>
          </a:solidFill>
          <a:ln w="9525" cap="flat" cmpd="sng">
            <a:solidFill>
              <a:srgbClr val="FF0000">
                <a:alpha val="97000"/>
              </a:srgbClr>
            </a:solidFill>
            <a:prstDash val="solid"/>
            <a:miter/>
            <a:headEnd type="none" w="med" len="med"/>
            <a:tailEnd type="none" w="med" len="med"/>
          </a:ln>
        </p:spPr>
        <p:txBody>
          <a:bodyPr wrap="none" anchor="ctr" anchorCtr="0"/>
          <a:p>
            <a:pPr algn="ctr"/>
            <a:endParaRPr lang="zh-CN" altLang="zh-CN" sz="4800" dirty="0">
              <a:solidFill>
                <a:srgbClr val="FF0000"/>
              </a:solidFill>
              <a:latin typeface="Times New Roman" panose="02020603050405020304" pitchFamily="18" charset="0"/>
              <a:ea typeface="黑体" panose="02010609060101010101" pitchFamily="49" charset="-122"/>
            </a:endParaRPr>
          </a:p>
        </p:txBody>
      </p:sp>
      <p:sp>
        <p:nvSpPr>
          <p:cNvPr id="100374" name="Rectangle 22"/>
          <p:cNvSpPr/>
          <p:nvPr>
            <p:custDataLst>
              <p:tags r:id="rId34"/>
            </p:custDataLst>
          </p:nvPr>
        </p:nvSpPr>
        <p:spPr>
          <a:xfrm>
            <a:off x="4693920" y="919163"/>
            <a:ext cx="522288" cy="457200"/>
          </a:xfrm>
          <a:prstGeom prst="rect">
            <a:avLst/>
          </a:prstGeom>
          <a:noFill/>
          <a:ln w="9525">
            <a:noFill/>
          </a:ln>
        </p:spPr>
        <p:txBody>
          <a:bodyPr wrap="none" anchor="ctr" anchorCtr="0">
            <a:spAutoFit/>
          </a:bodyPr>
          <a:p>
            <a:pPr indent="0" algn="ctr">
              <a:buNone/>
            </a:pPr>
            <a:r>
              <a:rPr lang="en-US" altLang="zh-CN" sz="2400" dirty="0">
                <a:solidFill>
                  <a:srgbClr val="FF0000"/>
                </a:solidFill>
                <a:latin typeface="Times New Roman" panose="02020603050405020304" pitchFamily="18" charset="0"/>
                <a:ea typeface="黑体" panose="02010609060101010101" pitchFamily="49" charset="-122"/>
              </a:rPr>
              <a:t>Fa</a:t>
            </a:r>
            <a:endParaRPr lang="en-US" altLang="zh-CN" sz="2400" dirty="0">
              <a:solidFill>
                <a:srgbClr val="000000"/>
              </a:solidFill>
              <a:latin typeface="Times New Roman" panose="02020603050405020304" pitchFamily="18" charset="0"/>
              <a:ea typeface="黑体" panose="02010609060101010101" pitchFamily="49" charset="-122"/>
            </a:endParaRPr>
          </a:p>
        </p:txBody>
      </p:sp>
    </p:spTree>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wipe(left)">
                                      <p:cBhvr>
                                        <p:cTn id="12" dur="500"/>
                                        <p:tgtEl>
                                          <p:spTgt spid="3"/>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wipe(left)">
                                      <p:cBhvr>
                                        <p:cTn id="17" dur="500"/>
                                        <p:tgtEl>
                                          <p:spTgt spid="4"/>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100354"/>
                                        </p:tgtEl>
                                        <p:attrNameLst>
                                          <p:attrName>style.visibility</p:attrName>
                                        </p:attrNameLst>
                                      </p:cBhvr>
                                      <p:to>
                                        <p:strVal val="visible"/>
                                      </p:to>
                                    </p:set>
                                    <p:animEffect transition="in" filter="wipe(left)">
                                      <p:cBhvr>
                                        <p:cTn id="22" dur="500"/>
                                        <p:tgtEl>
                                          <p:spTgt spid="100354"/>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6"/>
                                        </p:tgtEl>
                                        <p:attrNameLst>
                                          <p:attrName>style.visibility</p:attrName>
                                        </p:attrNameLst>
                                      </p:cBhvr>
                                      <p:to>
                                        <p:strVal val="visible"/>
                                      </p:to>
                                    </p:set>
                                    <p:animEffect transition="in" filter="wipe(left)">
                                      <p:cBhvr>
                                        <p:cTn id="27" dur="500"/>
                                        <p:tgtEl>
                                          <p:spTgt spid="6"/>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8"/>
                                        </p:tgtEl>
                                        <p:attrNameLst>
                                          <p:attrName>style.visibility</p:attrName>
                                        </p:attrNameLst>
                                      </p:cBhvr>
                                      <p:to>
                                        <p:strVal val="visible"/>
                                      </p:to>
                                    </p:set>
                                    <p:animEffect transition="in" filter="wipe(left)">
                                      <p:cBhvr>
                                        <p:cTn id="32" dur="500"/>
                                        <p:tgtEl>
                                          <p:spTgt spid="8"/>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10"/>
                                        </p:tgtEl>
                                        <p:attrNameLst>
                                          <p:attrName>style.visibility</p:attrName>
                                        </p:attrNameLst>
                                      </p:cBhvr>
                                      <p:to>
                                        <p:strVal val="visible"/>
                                      </p:to>
                                    </p:set>
                                    <p:animEffect transition="in" filter="wipe(left)">
                                      <p:cBhvr>
                                        <p:cTn id="37" dur="500"/>
                                        <p:tgtEl>
                                          <p:spTgt spid="10"/>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nodeType="clickEffect">
                                  <p:stCondLst>
                                    <p:cond delay="0"/>
                                  </p:stCondLst>
                                  <p:childTnLst>
                                    <p:set>
                                      <p:cBhvr>
                                        <p:cTn id="41" dur="1" fill="hold">
                                          <p:stCondLst>
                                            <p:cond delay="0"/>
                                          </p:stCondLst>
                                        </p:cTn>
                                        <p:tgtEl>
                                          <p:spTgt spid="11"/>
                                        </p:tgtEl>
                                        <p:attrNameLst>
                                          <p:attrName>style.visibility</p:attrName>
                                        </p:attrNameLst>
                                      </p:cBhvr>
                                      <p:to>
                                        <p:strVal val="visible"/>
                                      </p:to>
                                    </p:set>
                                    <p:animEffect transition="in" filter="wipe(left)">
                                      <p:cBhvr>
                                        <p:cTn id="42" dur="500"/>
                                        <p:tgtEl>
                                          <p:spTgt spid="11"/>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nodeType="clickEffect">
                                  <p:stCondLst>
                                    <p:cond delay="0"/>
                                  </p:stCondLst>
                                  <p:childTnLst>
                                    <p:set>
                                      <p:cBhvr>
                                        <p:cTn id="46" dur="1" fill="hold">
                                          <p:stCondLst>
                                            <p:cond delay="0"/>
                                          </p:stCondLst>
                                        </p:cTn>
                                        <p:tgtEl>
                                          <p:spTgt spid="13"/>
                                        </p:tgtEl>
                                        <p:attrNameLst>
                                          <p:attrName>style.visibility</p:attrName>
                                        </p:attrNameLst>
                                      </p:cBhvr>
                                      <p:to>
                                        <p:strVal val="visible"/>
                                      </p:to>
                                    </p:set>
                                    <p:animEffect transition="in" filter="wipe(left)">
                                      <p:cBhvr>
                                        <p:cTn id="47"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ldLvl="0" animBg="1"/>
      <p:bldP spid="100354" grpId="0" bldLvl="0" animBg="1"/>
      <p:bldP spid="10" grpId="0" bldLvl="0" animBg="1"/>
    </p:bld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3426" name="Rectangle 2"/>
          <p:cNvSpPr>
            <a:spLocks noGrp="1" noChangeArrowheads="1"/>
          </p:cNvSpPr>
          <p:nvPr>
            <p:ph type="title"/>
          </p:nvPr>
        </p:nvSpPr>
        <p:spPr>
          <a:xfrm>
            <a:off x="609600" y="693738"/>
            <a:ext cx="7772400" cy="419100"/>
          </a:xfrm>
        </p:spPr>
        <p:txBody>
          <a:bodyPr/>
          <a:lstStyle/>
          <a:p>
            <a:pPr marL="0" marR="0" lvl="0" indent="0" algn="l" defTabSz="914400" rtl="0" eaLnBrk="0" fontAlgn="base" latinLnBrk="0" hangingPunct="0">
              <a:lnSpc>
                <a:spcPct val="100000"/>
              </a:lnSpc>
              <a:spcBef>
                <a:spcPct val="0"/>
              </a:spcBef>
              <a:spcAft>
                <a:spcPct val="0"/>
              </a:spcAft>
              <a:buClrTx/>
              <a:buSzTx/>
              <a:buFontTx/>
              <a:buNone/>
              <a:defRPr/>
            </a:pPr>
            <a:r>
              <a:rPr kumimoji="1" lang="zh-CN" altLang="en-US" sz="2800" b="1" i="0" u="none" strike="noStrike" kern="1200" cap="none" spc="0" normalizeH="0" baseline="0" noProof="0" dirty="0">
                <a:ln>
                  <a:noFill/>
                </a:ln>
                <a:solidFill>
                  <a:srgbClr val="FF0000"/>
                </a:solidFill>
                <a:effectLst>
                  <a:outerShdw blurRad="38100" dist="38100" dir="2700000" algn="tl">
                    <a:srgbClr val="FFFFFF"/>
                  </a:outerShdw>
                </a:effectLst>
                <a:uLnTx/>
                <a:uFillTx/>
                <a:latin typeface="仿宋_GB2312" pitchFamily="49" charset="-122"/>
                <a:ea typeface="仿宋_GB2312" pitchFamily="49" charset="-122"/>
                <a:cs typeface="+mj-cs"/>
              </a:rPr>
              <a:t>例</a:t>
            </a:r>
            <a:r>
              <a:rPr kumimoji="1" lang="en-US" altLang="zh-CN" sz="2800" b="1" i="0" u="none" strike="noStrike" kern="1200" cap="none" spc="0" normalizeH="0" baseline="0" noProof="0" dirty="0">
                <a:ln>
                  <a:noFill/>
                </a:ln>
                <a:solidFill>
                  <a:srgbClr val="FF0000"/>
                </a:solidFill>
                <a:effectLst>
                  <a:outerShdw blurRad="38100" dist="38100" dir="2700000" algn="tl">
                    <a:srgbClr val="FFFFFF"/>
                  </a:outerShdw>
                </a:effectLst>
                <a:uLnTx/>
                <a:uFillTx/>
                <a:latin typeface="仿宋_GB2312" pitchFamily="49" charset="-122"/>
                <a:ea typeface="仿宋_GB2312" pitchFamily="49" charset="-122"/>
                <a:cs typeface="+mj-cs"/>
              </a:rPr>
              <a:t>5</a:t>
            </a:r>
            <a:r>
              <a:rPr kumimoji="1" lang="en-US" altLang="zh-CN" sz="2800" b="1" i="0" u="none" strike="noStrike" kern="1200" cap="none" spc="0" normalizeH="0" baseline="0" noProof="0" dirty="0">
                <a:ln>
                  <a:noFill/>
                </a:ln>
                <a:solidFill>
                  <a:schemeClr val="tx1"/>
                </a:solidFill>
                <a:effectLst>
                  <a:outerShdw blurRad="38100" dist="38100" dir="2700000" algn="tl">
                    <a:srgbClr val="FFFFFF"/>
                  </a:outerShdw>
                </a:effectLst>
                <a:uLnTx/>
                <a:uFillTx/>
                <a:latin typeface="仿宋_GB2312" pitchFamily="49" charset="-122"/>
                <a:ea typeface="仿宋_GB2312" pitchFamily="49" charset="-122"/>
                <a:cs typeface="+mj-cs"/>
              </a:rPr>
              <a:t>:</a:t>
            </a:r>
            <a:endParaRPr kumimoji="1" lang="en-US" altLang="zh-CN" sz="2800" b="0" i="0" u="none" strike="noStrike" kern="1200" cap="none" spc="0" normalizeH="0" baseline="0" noProof="0" dirty="0">
              <a:ln>
                <a:noFill/>
              </a:ln>
              <a:solidFill>
                <a:schemeClr val="tx1"/>
              </a:solidFill>
              <a:effectLst/>
              <a:uLnTx/>
              <a:uFillTx/>
              <a:latin typeface="楷体_GB2312"/>
              <a:ea typeface="楷体_GB2312"/>
              <a:cs typeface="楷体_GB2312"/>
            </a:endParaRPr>
          </a:p>
        </p:txBody>
      </p:sp>
      <p:sp>
        <p:nvSpPr>
          <p:cNvPr id="103427" name="Rectangle 3"/>
          <p:cNvSpPr>
            <a:spLocks noGrp="1" noChangeArrowheads="1"/>
          </p:cNvSpPr>
          <p:nvPr>
            <p:ph idx="1"/>
          </p:nvPr>
        </p:nvSpPr>
        <p:spPr>
          <a:xfrm>
            <a:off x="766763" y="2327275"/>
            <a:ext cx="3779838" cy="2416175"/>
          </a:xfrm>
        </p:spPr>
        <p:txBody>
          <a:bodyPr/>
          <a:lstStyle/>
          <a:p>
            <a:pPr marL="342900" marR="0" lvl="0" indent="-342900" algn="l" defTabSz="914400" rtl="0" latinLnBrk="0">
              <a:lnSpc>
                <a:spcPct val="150000"/>
              </a:lnSpc>
              <a:spcBef>
                <a:spcPts val="0"/>
              </a:spcBef>
              <a:spcAft>
                <a:spcPct val="0"/>
              </a:spcAft>
              <a:buClr>
                <a:schemeClr val="hlink"/>
              </a:buClr>
              <a:buSzPct val="110000"/>
              <a:buFontTx/>
              <a:buNone/>
              <a:defRPr/>
            </a:pPr>
            <a:r>
              <a:rPr kumimoji="1" lang="zh-CN" altLang="en-US" sz="2400" b="1" i="0" u="none" strike="noStrike" kern="1200" cap="none" spc="0" normalizeH="0" baseline="0" noProof="0" dirty="0">
                <a:ln>
                  <a:noFill/>
                </a:ln>
                <a:solidFill>
                  <a:schemeClr val="tx1"/>
                </a:solidFill>
                <a:effectLst>
                  <a:outerShdw blurRad="38100" dist="38100" dir="2700000" algn="tl">
                    <a:srgbClr val="FFFFFF"/>
                  </a:outerShdw>
                </a:effectLst>
                <a:uLnTx/>
                <a:uFillTx/>
                <a:latin typeface="仿宋_GB2312" pitchFamily="49" charset="-122"/>
                <a:ea typeface="仿宋_GB2312" pitchFamily="49" charset="-122"/>
                <a:cs typeface="+mn-cs"/>
                <a:sym typeface="UniversalMath1 BT" panose="05050102010205020602" pitchFamily="18" charset="2"/>
              </a:rPr>
              <a:t>已知：</a:t>
            </a:r>
            <a:r>
              <a:rPr kumimoji="1" lang="en-US" altLang="zh-CN" sz="2400" b="1" i="0" u="none" strike="noStrike" kern="1200" cap="none" spc="0" normalizeH="0" baseline="0" noProof="0" dirty="0">
                <a:ln>
                  <a:noFill/>
                </a:ln>
                <a:solidFill>
                  <a:schemeClr val="tx1"/>
                </a:solidFill>
                <a:effectLst>
                  <a:outerShdw blurRad="38100" dist="38100" dir="2700000" algn="tl">
                    <a:srgbClr val="FFFFFF"/>
                  </a:outerShdw>
                </a:effectLst>
                <a:uLnTx/>
                <a:uFillTx/>
                <a:latin typeface="仿宋_GB2312" pitchFamily="49" charset="-122"/>
                <a:ea typeface="仿宋_GB2312" pitchFamily="49" charset="-122"/>
                <a:cs typeface="+mn-cs"/>
                <a:sym typeface="UniversalMath1 BT" panose="05050102010205020602" pitchFamily="18" charset="2"/>
              </a:rPr>
              <a:t>Fr2=6000N, </a:t>
            </a:r>
            <a:endParaRPr kumimoji="1" lang="en-US" altLang="zh-CN" sz="2400" b="1" i="0" u="none" strike="noStrike" kern="1200" cap="none" spc="0" normalizeH="0" baseline="0" noProof="0" dirty="0">
              <a:ln>
                <a:noFill/>
              </a:ln>
              <a:solidFill>
                <a:schemeClr val="tx1"/>
              </a:solidFill>
              <a:effectLst>
                <a:outerShdw blurRad="38100" dist="38100" dir="2700000" algn="tl">
                  <a:srgbClr val="FFFFFF"/>
                </a:outerShdw>
              </a:effectLst>
              <a:uLnTx/>
              <a:uFillTx/>
              <a:latin typeface="仿宋_GB2312" pitchFamily="49" charset="-122"/>
              <a:ea typeface="仿宋_GB2312" pitchFamily="49" charset="-122"/>
              <a:cs typeface="+mn-cs"/>
              <a:sym typeface="UniversalMath1 BT" panose="05050102010205020602" pitchFamily="18" charset="2"/>
            </a:endParaRPr>
          </a:p>
          <a:p>
            <a:pPr marL="342900" marR="0" lvl="0" indent="-342900" algn="l" defTabSz="914400" rtl="0" latinLnBrk="0">
              <a:lnSpc>
                <a:spcPct val="150000"/>
              </a:lnSpc>
              <a:spcBef>
                <a:spcPts val="0"/>
              </a:spcBef>
              <a:spcAft>
                <a:spcPct val="0"/>
              </a:spcAft>
              <a:buClr>
                <a:schemeClr val="hlink"/>
              </a:buClr>
              <a:buSzPct val="110000"/>
              <a:buFontTx/>
              <a:buNone/>
              <a:defRPr/>
            </a:pPr>
            <a:r>
              <a:rPr kumimoji="1" lang="en-US" altLang="zh-CN" sz="2400" b="1" i="0" u="none" strike="noStrike" kern="1200" cap="none" spc="0" normalizeH="0" baseline="0" noProof="0" dirty="0">
                <a:ln>
                  <a:noFill/>
                </a:ln>
                <a:solidFill>
                  <a:schemeClr val="tx1"/>
                </a:solidFill>
                <a:effectLst>
                  <a:outerShdw blurRad="38100" dist="38100" dir="2700000" algn="tl">
                    <a:srgbClr val="FFFFFF"/>
                  </a:outerShdw>
                </a:effectLst>
                <a:uLnTx/>
                <a:uFillTx/>
                <a:latin typeface="仿宋_GB2312" pitchFamily="49" charset="-122"/>
                <a:ea typeface="仿宋_GB2312" pitchFamily="49" charset="-122"/>
                <a:cs typeface="+mn-cs"/>
                <a:sym typeface="UniversalMath1 BT" panose="05050102010205020602" pitchFamily="18" charset="2"/>
              </a:rPr>
              <a:t>      Fr1=2000N</a:t>
            </a:r>
            <a:endParaRPr kumimoji="1" lang="en-US" altLang="zh-CN" sz="2400" b="1" i="0" u="none" strike="noStrike" kern="1200" cap="none" spc="0" normalizeH="0" baseline="0" noProof="0" dirty="0">
              <a:ln>
                <a:noFill/>
              </a:ln>
              <a:solidFill>
                <a:schemeClr val="tx1"/>
              </a:solidFill>
              <a:effectLst>
                <a:outerShdw blurRad="38100" dist="38100" dir="2700000" algn="tl">
                  <a:srgbClr val="FFFFFF"/>
                </a:outerShdw>
              </a:effectLst>
              <a:uLnTx/>
              <a:uFillTx/>
              <a:latin typeface="仿宋_GB2312" pitchFamily="49" charset="-122"/>
              <a:ea typeface="仿宋_GB2312" pitchFamily="49" charset="-122"/>
              <a:cs typeface="+mn-cs"/>
              <a:sym typeface="UniversalMath1 BT" panose="05050102010205020602" pitchFamily="18" charset="2"/>
            </a:endParaRPr>
          </a:p>
          <a:p>
            <a:pPr marL="342900" marR="0" lvl="0" indent="-342900" algn="l" defTabSz="914400" rtl="0" latinLnBrk="0">
              <a:lnSpc>
                <a:spcPct val="150000"/>
              </a:lnSpc>
              <a:spcBef>
                <a:spcPts val="0"/>
              </a:spcBef>
              <a:spcAft>
                <a:spcPct val="0"/>
              </a:spcAft>
              <a:buClr>
                <a:schemeClr val="hlink"/>
              </a:buClr>
              <a:buSzPct val="110000"/>
              <a:buFontTx/>
              <a:buNone/>
              <a:defRPr/>
            </a:pPr>
            <a:r>
              <a:rPr kumimoji="1" lang="en-US" altLang="zh-CN" sz="2400" b="1" i="0" u="none" strike="noStrike" kern="1200" cap="none" spc="0" normalizeH="0" baseline="0" noProof="0" dirty="0">
                <a:ln>
                  <a:noFill/>
                </a:ln>
                <a:solidFill>
                  <a:schemeClr val="tx1"/>
                </a:solidFill>
                <a:effectLst>
                  <a:outerShdw blurRad="38100" dist="38100" dir="2700000" algn="tl">
                    <a:srgbClr val="FFFFFF"/>
                  </a:outerShdw>
                </a:effectLst>
                <a:uLnTx/>
                <a:uFillTx/>
                <a:latin typeface="仿宋_GB2312" pitchFamily="49" charset="-122"/>
                <a:ea typeface="仿宋_GB2312" pitchFamily="49" charset="-122"/>
                <a:cs typeface="+mn-cs"/>
                <a:sym typeface="UniversalMath1 BT" panose="05050102010205020602" pitchFamily="18" charset="2"/>
              </a:rPr>
              <a:t>      </a:t>
            </a:r>
            <a:r>
              <a:rPr kumimoji="1" lang="en-US" altLang="zh-CN" sz="2400" b="1" i="0" u="none" strike="noStrike" kern="1200" cap="none" spc="0" normalizeH="0" baseline="0" noProof="0" dirty="0">
                <a:ln>
                  <a:noFill/>
                </a:ln>
                <a:solidFill>
                  <a:srgbClr val="0000FF"/>
                </a:solidFill>
                <a:effectLst>
                  <a:outerShdw blurRad="38100" dist="38100" dir="2700000" algn="tl">
                    <a:srgbClr val="FFFFFF"/>
                  </a:outerShdw>
                </a:effectLst>
                <a:uLnTx/>
                <a:uFillTx/>
                <a:latin typeface="仿宋_GB2312" pitchFamily="49" charset="-122"/>
                <a:ea typeface="仿宋_GB2312" pitchFamily="49" charset="-122"/>
                <a:cs typeface="+mn-cs"/>
                <a:sym typeface="UniversalMath1 BT" panose="05050102010205020602" pitchFamily="18" charset="2"/>
              </a:rPr>
              <a:t>1</a:t>
            </a:r>
            <a:r>
              <a:rPr kumimoji="1" lang="zh-CN" altLang="en-US" sz="2400" b="1" i="0" u="none" strike="noStrike" kern="1200" cap="none" spc="0" normalizeH="0" baseline="0" noProof="0" dirty="0">
                <a:ln>
                  <a:noFill/>
                </a:ln>
                <a:solidFill>
                  <a:srgbClr val="0000FF"/>
                </a:solidFill>
                <a:effectLst>
                  <a:outerShdw blurRad="38100" dist="38100" dir="2700000" algn="tl">
                    <a:srgbClr val="FFFFFF"/>
                  </a:outerShdw>
                </a:effectLst>
                <a:uLnTx/>
                <a:uFillTx/>
                <a:latin typeface="仿宋_GB2312" pitchFamily="49" charset="-122"/>
                <a:ea typeface="仿宋_GB2312" pitchFamily="49" charset="-122"/>
                <a:cs typeface="+mn-cs"/>
                <a:sym typeface="UniversalMath1 BT" panose="05050102010205020602" pitchFamily="18" charset="2"/>
              </a:rPr>
              <a:t>、</a:t>
            </a:r>
            <a:r>
              <a:rPr kumimoji="1" lang="en-US" altLang="zh-CN" sz="2400" b="1" i="0" u="none" strike="noStrike" kern="1200" cap="none" spc="0" normalizeH="0" baseline="0" noProof="0" dirty="0">
                <a:ln>
                  <a:noFill/>
                </a:ln>
                <a:solidFill>
                  <a:srgbClr val="0000FF"/>
                </a:solidFill>
                <a:effectLst>
                  <a:outerShdw blurRad="38100" dist="38100" dir="2700000" algn="tl">
                    <a:srgbClr val="FFFFFF"/>
                  </a:outerShdw>
                </a:effectLst>
                <a:uLnTx/>
                <a:uFillTx/>
                <a:latin typeface="仿宋_GB2312" pitchFamily="49" charset="-122"/>
                <a:ea typeface="仿宋_GB2312" pitchFamily="49" charset="-122"/>
                <a:cs typeface="+mn-cs"/>
                <a:sym typeface="UniversalMath1 BT" panose="05050102010205020602" pitchFamily="18" charset="2"/>
              </a:rPr>
              <a:t>Fa=3000N</a:t>
            </a:r>
            <a:endParaRPr kumimoji="1" lang="en-US" altLang="zh-CN" sz="2400" b="1" i="0" u="none" strike="noStrike" kern="1200" cap="none" spc="0" normalizeH="0" baseline="0" noProof="0" dirty="0">
              <a:ln>
                <a:noFill/>
              </a:ln>
              <a:solidFill>
                <a:srgbClr val="0000FF"/>
              </a:solidFill>
              <a:effectLst>
                <a:outerShdw blurRad="38100" dist="38100" dir="2700000" algn="tl">
                  <a:srgbClr val="FFFFFF"/>
                </a:outerShdw>
              </a:effectLst>
              <a:uLnTx/>
              <a:uFillTx/>
              <a:latin typeface="仿宋_GB2312" pitchFamily="49" charset="-122"/>
              <a:ea typeface="仿宋_GB2312" pitchFamily="49" charset="-122"/>
              <a:cs typeface="+mn-cs"/>
              <a:sym typeface="UniversalMath1 BT" panose="05050102010205020602" pitchFamily="18" charset="2"/>
            </a:endParaRPr>
          </a:p>
          <a:p>
            <a:pPr marL="342900" marR="0" lvl="0" indent="-342900" algn="l" defTabSz="914400" rtl="0" latinLnBrk="0">
              <a:lnSpc>
                <a:spcPct val="150000"/>
              </a:lnSpc>
              <a:spcBef>
                <a:spcPts val="0"/>
              </a:spcBef>
              <a:spcAft>
                <a:spcPct val="0"/>
              </a:spcAft>
              <a:buClr>
                <a:schemeClr val="hlink"/>
              </a:buClr>
              <a:buSzPct val="110000"/>
              <a:buFontTx/>
              <a:buNone/>
              <a:defRPr/>
            </a:pPr>
            <a:r>
              <a:rPr kumimoji="1" lang="en-US" altLang="zh-CN" sz="2400" b="1" i="0" u="none" strike="noStrike" kern="1200" cap="none" spc="0" normalizeH="0" baseline="0" noProof="0" dirty="0">
                <a:ln>
                  <a:noFill/>
                </a:ln>
                <a:solidFill>
                  <a:schemeClr val="tx1"/>
                </a:solidFill>
                <a:effectLst>
                  <a:outerShdw blurRad="38100" dist="38100" dir="2700000" algn="tl">
                    <a:srgbClr val="FFFFFF"/>
                  </a:outerShdw>
                </a:effectLst>
                <a:uLnTx/>
                <a:uFillTx/>
                <a:latin typeface="仿宋_GB2312" pitchFamily="49" charset="-122"/>
                <a:ea typeface="仿宋_GB2312" pitchFamily="49" charset="-122"/>
                <a:cs typeface="+mn-cs"/>
                <a:sym typeface="UniversalMath1 BT" panose="05050102010205020602" pitchFamily="18" charset="2"/>
              </a:rPr>
              <a:t>      </a:t>
            </a:r>
            <a:r>
              <a:rPr kumimoji="1" lang="en-US" altLang="zh-CN" sz="2400" b="1" i="0" u="none" strike="noStrike" kern="1200" cap="none" spc="0" normalizeH="0" baseline="0" noProof="0" dirty="0">
                <a:ln>
                  <a:noFill/>
                </a:ln>
                <a:solidFill>
                  <a:srgbClr val="FF0000"/>
                </a:solidFill>
                <a:effectLst>
                  <a:outerShdw blurRad="38100" dist="38100" dir="2700000" algn="tl">
                    <a:srgbClr val="FFFFFF"/>
                  </a:outerShdw>
                </a:effectLst>
                <a:uLnTx/>
                <a:uFillTx/>
                <a:latin typeface="仿宋_GB2312" pitchFamily="49" charset="-122"/>
                <a:ea typeface="仿宋_GB2312" pitchFamily="49" charset="-122"/>
                <a:cs typeface="+mn-cs"/>
                <a:sym typeface="UniversalMath1 BT" panose="05050102010205020602" pitchFamily="18" charset="2"/>
              </a:rPr>
              <a:t>2</a:t>
            </a:r>
            <a:r>
              <a:rPr kumimoji="1" lang="zh-CN" altLang="en-US" sz="2400" b="1" i="0" u="none" strike="noStrike" kern="1200" cap="none" spc="0" normalizeH="0" baseline="0" noProof="0" dirty="0">
                <a:ln>
                  <a:noFill/>
                </a:ln>
                <a:solidFill>
                  <a:srgbClr val="FF0000"/>
                </a:solidFill>
                <a:effectLst>
                  <a:outerShdw blurRad="38100" dist="38100" dir="2700000" algn="tl">
                    <a:srgbClr val="FFFFFF"/>
                  </a:outerShdw>
                </a:effectLst>
                <a:uLnTx/>
                <a:uFillTx/>
                <a:latin typeface="仿宋_GB2312" pitchFamily="49" charset="-122"/>
                <a:ea typeface="仿宋_GB2312" pitchFamily="49" charset="-122"/>
                <a:cs typeface="+mn-cs"/>
                <a:sym typeface="UniversalMath1 BT" panose="05050102010205020602" pitchFamily="18" charset="2"/>
              </a:rPr>
              <a:t>、</a:t>
            </a:r>
            <a:r>
              <a:rPr kumimoji="1" lang="en-US" altLang="zh-CN" sz="2400" b="1" i="0" u="none" strike="noStrike" kern="1200" cap="none" spc="0" normalizeH="0" baseline="0" noProof="0" dirty="0">
                <a:ln>
                  <a:noFill/>
                </a:ln>
                <a:solidFill>
                  <a:srgbClr val="FF0000"/>
                </a:solidFill>
                <a:effectLst>
                  <a:outerShdw blurRad="38100" dist="38100" dir="2700000" algn="tl">
                    <a:srgbClr val="FFFFFF"/>
                  </a:outerShdw>
                </a:effectLst>
                <a:uLnTx/>
                <a:uFillTx/>
                <a:latin typeface="仿宋_GB2312" pitchFamily="49" charset="-122"/>
                <a:ea typeface="仿宋_GB2312" pitchFamily="49" charset="-122"/>
                <a:cs typeface="+mn-cs"/>
                <a:sym typeface="UniversalMath1 BT" panose="05050102010205020602" pitchFamily="18" charset="2"/>
              </a:rPr>
              <a:t>Fa=2720N</a:t>
            </a:r>
            <a:endParaRPr kumimoji="1" lang="en-US" altLang="zh-CN" sz="2400" b="1" i="0" u="none" strike="noStrike" kern="1200" cap="none" spc="0" normalizeH="0" baseline="0" noProof="0" dirty="0">
              <a:ln>
                <a:noFill/>
              </a:ln>
              <a:solidFill>
                <a:srgbClr val="FF0000"/>
              </a:solidFill>
              <a:effectLst>
                <a:outerShdw blurRad="38100" dist="38100" dir="2700000" algn="tl">
                  <a:srgbClr val="FFFFFF"/>
                </a:outerShdw>
              </a:effectLst>
              <a:uLnTx/>
              <a:uFillTx/>
              <a:latin typeface="仿宋_GB2312" pitchFamily="49" charset="-122"/>
              <a:ea typeface="仿宋_GB2312" pitchFamily="49" charset="-122"/>
              <a:cs typeface="+mn-cs"/>
              <a:sym typeface="UniversalMath1 BT" panose="05050102010205020602" pitchFamily="18" charset="2"/>
            </a:endParaRPr>
          </a:p>
          <a:p>
            <a:pPr marL="342900" marR="0" lvl="0" indent="-342900" algn="l" defTabSz="914400" rtl="0" latinLnBrk="0">
              <a:lnSpc>
                <a:spcPct val="150000"/>
              </a:lnSpc>
              <a:spcBef>
                <a:spcPts val="0"/>
              </a:spcBef>
              <a:spcAft>
                <a:spcPct val="0"/>
              </a:spcAft>
              <a:buClr>
                <a:schemeClr val="hlink"/>
              </a:buClr>
              <a:buSzPct val="110000"/>
              <a:buFontTx/>
              <a:buNone/>
              <a:defRPr/>
            </a:pPr>
            <a:r>
              <a:rPr kumimoji="1" lang="en-US" altLang="zh-CN" sz="2400" b="1" i="0" u="none" strike="noStrike" kern="1200" cap="none" spc="0" normalizeH="0" baseline="0" noProof="0" dirty="0">
                <a:ln>
                  <a:noFill/>
                </a:ln>
                <a:solidFill>
                  <a:schemeClr val="tx1"/>
                </a:solidFill>
                <a:effectLst>
                  <a:outerShdw blurRad="38100" dist="38100" dir="2700000" algn="tl">
                    <a:srgbClr val="FFFFFF"/>
                  </a:outerShdw>
                </a:effectLst>
                <a:uLnTx/>
                <a:uFillTx/>
                <a:latin typeface="仿宋_GB2312" pitchFamily="49" charset="-122"/>
                <a:ea typeface="仿宋_GB2312" pitchFamily="49" charset="-122"/>
                <a:cs typeface="+mn-cs"/>
                <a:sym typeface="UniversalMath1 BT" panose="05050102010205020602" pitchFamily="18" charset="2"/>
              </a:rPr>
              <a:t>      </a:t>
            </a:r>
            <a:r>
              <a:rPr kumimoji="1" lang="en-US" altLang="zh-CN" sz="2400" b="1" i="0" u="none" strike="noStrike" kern="1200" cap="none" spc="0" normalizeH="0" baseline="0" noProof="0" dirty="0">
                <a:ln>
                  <a:noFill/>
                </a:ln>
                <a:gradFill>
                  <a:gsLst>
                    <a:gs pos="0">
                      <a:srgbClr val="007BD3"/>
                    </a:gs>
                    <a:gs pos="100000">
                      <a:srgbClr val="034373"/>
                    </a:gs>
                  </a:gsLst>
                  <a:lin scaled="0"/>
                </a:gradFill>
                <a:effectLst>
                  <a:outerShdw blurRad="38100" dist="38100" dir="2700000" algn="tl">
                    <a:srgbClr val="FFFFFF"/>
                  </a:outerShdw>
                </a:effectLst>
                <a:uLnTx/>
                <a:uFillTx/>
                <a:latin typeface="仿宋_GB2312" pitchFamily="49" charset="-122"/>
                <a:ea typeface="仿宋_GB2312" pitchFamily="49" charset="-122"/>
                <a:cs typeface="+mn-cs"/>
                <a:sym typeface="UniversalMath1 BT" panose="05050102010205020602" pitchFamily="18" charset="2"/>
              </a:rPr>
              <a:t>3</a:t>
            </a:r>
            <a:r>
              <a:rPr kumimoji="1" lang="zh-CN" altLang="en-US" sz="2400" b="1" i="0" u="none" strike="noStrike" kern="1200" cap="none" spc="0" normalizeH="0" baseline="0" noProof="0" dirty="0">
                <a:ln>
                  <a:noFill/>
                </a:ln>
                <a:gradFill>
                  <a:gsLst>
                    <a:gs pos="0">
                      <a:srgbClr val="007BD3"/>
                    </a:gs>
                    <a:gs pos="100000">
                      <a:srgbClr val="034373"/>
                    </a:gs>
                  </a:gsLst>
                  <a:lin scaled="0"/>
                </a:gradFill>
                <a:effectLst>
                  <a:outerShdw blurRad="38100" dist="38100" dir="2700000" algn="tl">
                    <a:srgbClr val="FFFFFF"/>
                  </a:outerShdw>
                </a:effectLst>
                <a:uLnTx/>
                <a:uFillTx/>
                <a:latin typeface="仿宋_GB2312" pitchFamily="49" charset="-122"/>
                <a:ea typeface="仿宋_GB2312" pitchFamily="49" charset="-122"/>
                <a:cs typeface="+mn-cs"/>
                <a:sym typeface="UniversalMath1 BT" panose="05050102010205020602" pitchFamily="18" charset="2"/>
              </a:rPr>
              <a:t>、</a:t>
            </a:r>
            <a:r>
              <a:rPr kumimoji="1" lang="en-US" altLang="zh-CN" sz="2400" b="1" i="0" u="none" strike="noStrike" kern="1200" cap="none" spc="0" normalizeH="0" baseline="0" noProof="0" dirty="0">
                <a:ln>
                  <a:noFill/>
                </a:ln>
                <a:gradFill>
                  <a:gsLst>
                    <a:gs pos="0">
                      <a:srgbClr val="007BD3"/>
                    </a:gs>
                    <a:gs pos="100000">
                      <a:srgbClr val="034373"/>
                    </a:gs>
                  </a:gsLst>
                  <a:lin scaled="0"/>
                </a:gradFill>
                <a:effectLst>
                  <a:outerShdw blurRad="38100" dist="38100" dir="2700000" algn="tl">
                    <a:srgbClr val="FFFFFF"/>
                  </a:outerShdw>
                </a:effectLst>
                <a:uLnTx/>
                <a:uFillTx/>
                <a:latin typeface="仿宋_GB2312" pitchFamily="49" charset="-122"/>
                <a:ea typeface="仿宋_GB2312" pitchFamily="49" charset="-122"/>
                <a:cs typeface="+mn-cs"/>
                <a:sym typeface="UniversalMath1 BT" panose="05050102010205020602" pitchFamily="18" charset="2"/>
              </a:rPr>
              <a:t>Fa=2000N</a:t>
            </a:r>
            <a:endParaRPr kumimoji="1" lang="en-US" altLang="zh-CN" sz="2400" b="1" i="0" u="none" strike="noStrike" kern="1200" cap="none" spc="0" normalizeH="0" baseline="0" noProof="0" dirty="0">
              <a:ln>
                <a:noFill/>
              </a:ln>
              <a:gradFill>
                <a:gsLst>
                  <a:gs pos="0">
                    <a:srgbClr val="007BD3"/>
                  </a:gs>
                  <a:gs pos="100000">
                    <a:srgbClr val="034373"/>
                  </a:gs>
                </a:gsLst>
                <a:lin scaled="0"/>
              </a:gradFill>
              <a:effectLst>
                <a:outerShdw blurRad="38100" dist="38100" dir="2700000" algn="tl">
                  <a:srgbClr val="FFFFFF"/>
                </a:outerShdw>
              </a:effectLst>
              <a:uLnTx/>
              <a:uFillTx/>
              <a:latin typeface="仿宋_GB2312" pitchFamily="49" charset="-122"/>
              <a:ea typeface="仿宋_GB2312" pitchFamily="49" charset="-122"/>
              <a:cs typeface="+mn-cs"/>
              <a:sym typeface="UniversalMath1 BT" panose="05050102010205020602" pitchFamily="18" charset="2"/>
            </a:endParaRPr>
          </a:p>
        </p:txBody>
      </p:sp>
      <p:sp>
        <p:nvSpPr>
          <p:cNvPr id="103428" name="Rectangle 4"/>
          <p:cNvSpPr>
            <a:spLocks noChangeArrowheads="1"/>
          </p:cNvSpPr>
          <p:nvPr/>
        </p:nvSpPr>
        <p:spPr bwMode="auto">
          <a:xfrm>
            <a:off x="530860" y="5318760"/>
            <a:ext cx="7715250" cy="1023620"/>
          </a:xfrm>
          <a:prstGeom prst="rect">
            <a:avLst/>
          </a:prstGeom>
          <a:noFill/>
          <a:ln>
            <a:noFill/>
          </a:ln>
          <a:effectLst/>
          <a:extLst>
            <a:ext uri="{909E8E84-426E-40DD-AFC4-6F175D3DCCD1}">
              <a14:hiddenFill xmlns:a14="http://schemas.microsoft.com/office/drawing/2010/main">
                <a:gradFill rotWithShape="0">
                  <a:gsLst>
                    <a:gs pos="0">
                      <a:schemeClr val="accent1"/>
                    </a:gs>
                    <a:gs pos="100000">
                      <a:schemeClr val="accent1">
                        <a:gamma/>
                        <a:shade val="46275"/>
                        <a:invGamma/>
                      </a:schemeClr>
                    </a:gs>
                  </a:gsLst>
                  <a:path path="shape">
                    <a:fillToRect l="50000" t="50000" r="50000" b="50000"/>
                  </a:path>
                </a:gra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oAutofit/>
          </a:bodyPr>
          <a:lstStyle>
            <a:lvl1pPr marL="457200" indent="-457200">
              <a:defRPr kumimoji="1" sz="2400">
                <a:solidFill>
                  <a:schemeClr val="tx1"/>
                </a:solidFill>
                <a:latin typeface="Times New Roman" panose="02020603050405020304" pitchFamily="18" charset="0"/>
                <a:ea typeface="宋体" panose="02010600030101010101" pitchFamily="2" charset="-122"/>
              </a:defRPr>
            </a:lvl1pPr>
            <a:lvl2pPr marL="914400" indent="-457200">
              <a:defRPr kumimoji="1" sz="2400">
                <a:solidFill>
                  <a:schemeClr val="tx1"/>
                </a:solidFill>
                <a:latin typeface="Times New Roman" panose="02020603050405020304" pitchFamily="18" charset="0"/>
                <a:ea typeface="宋体" panose="02010600030101010101" pitchFamily="2" charset="-122"/>
              </a:defRPr>
            </a:lvl2pPr>
            <a:lvl3pPr marL="1371600" indent="-457200">
              <a:defRPr kumimoji="1" sz="2400">
                <a:solidFill>
                  <a:schemeClr val="tx1"/>
                </a:solidFill>
                <a:latin typeface="Times New Roman" panose="02020603050405020304" pitchFamily="18" charset="0"/>
                <a:ea typeface="宋体" panose="02010600030101010101" pitchFamily="2" charset="-122"/>
              </a:defRPr>
            </a:lvl3pPr>
            <a:lvl4pPr marL="1828800" indent="-457200">
              <a:defRPr kumimoji="1" sz="2400">
                <a:solidFill>
                  <a:schemeClr val="tx1"/>
                </a:solidFill>
                <a:latin typeface="Times New Roman" panose="02020603050405020304" pitchFamily="18" charset="0"/>
                <a:ea typeface="宋体" panose="02010600030101010101" pitchFamily="2" charset="-122"/>
              </a:defRPr>
            </a:lvl4pPr>
            <a:lvl5pPr marL="2286000" indent="-457200">
              <a:defRPr kumimoji="1" sz="2400">
                <a:solidFill>
                  <a:schemeClr val="tx1"/>
                </a:solidFill>
                <a:latin typeface="Times New Roman" panose="02020603050405020304" pitchFamily="18" charset="0"/>
                <a:ea typeface="宋体" panose="02010600030101010101" pitchFamily="2" charset="-122"/>
              </a:defRPr>
            </a:lvl5pPr>
            <a:lvl6pPr marL="2743200" indent="-4572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indent="-4572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indent="-4572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indent="-4572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457200" marR="0" lvl="0" indent="-457200" algn="l" defTabSz="914400" rtl="0" eaLnBrk="0" fontAlgn="base" latinLnBrk="0" hangingPunct="0">
              <a:lnSpc>
                <a:spcPct val="100000"/>
              </a:lnSpc>
              <a:spcBef>
                <a:spcPct val="0"/>
              </a:spcBef>
              <a:spcAft>
                <a:spcPct val="0"/>
              </a:spcAft>
              <a:buClrTx/>
              <a:buSzTx/>
              <a:buFontTx/>
              <a:buNone/>
              <a:defRPr/>
            </a:pPr>
            <a:r>
              <a:rPr kumimoji="1" lang="zh-CN" altLang="en-US" b="0" i="0" u="none" strike="noStrike" kern="1200" cap="none" spc="0" normalizeH="0" baseline="0" noProof="0" dirty="0" smtClean="0">
                <a:ln>
                  <a:noFill/>
                </a:ln>
                <a:solidFill>
                  <a:srgbClr val="FF0000"/>
                </a:solidFill>
                <a:effectLst>
                  <a:outerShdw blurRad="38100" dist="38100" dir="2700000" algn="tl">
                    <a:srgbClr val="FFFFFF"/>
                  </a:outerShdw>
                </a:effectLst>
                <a:uLnTx/>
                <a:uFillTx/>
                <a:latin typeface="黑体" panose="02010609060101010101" pitchFamily="49" charset="-122"/>
                <a:ea typeface="黑体" panose="02010609060101010101" pitchFamily="49" charset="-122"/>
                <a:cs typeface="黑体" panose="02010609060101010101" pitchFamily="49" charset="-122"/>
                <a:sym typeface="UniversalMath1 BT" panose="05050102010205020602" pitchFamily="18" charset="2"/>
              </a:rPr>
              <a:t>解：</a:t>
            </a:r>
            <a:r>
              <a:rPr kumimoji="1" lang="zh-CN" altLang="en-US" b="0" i="0" u="none" strike="noStrike" kern="1200" cap="none" spc="0" normalizeH="0" baseline="0" noProof="0" dirty="0" smtClean="0">
                <a:ln>
                  <a:noFill/>
                </a:ln>
                <a:solidFill>
                  <a:schemeClr val="tx1">
                    <a:lumMod val="50000"/>
                  </a:schemeClr>
                </a:solidFill>
                <a:effectLst>
                  <a:outerShdw blurRad="38100" dist="38100" dir="2700000" algn="tl">
                    <a:srgbClr val="FFFFFF"/>
                  </a:outerShdw>
                </a:effectLst>
                <a:uLnTx/>
                <a:uFillTx/>
                <a:latin typeface="黑体" panose="02010609060101010101" pitchFamily="49" charset="-122"/>
                <a:ea typeface="黑体" panose="02010609060101010101" pitchFamily="49" charset="-122"/>
                <a:cs typeface="黑体" panose="02010609060101010101" pitchFamily="49" charset="-122"/>
                <a:sym typeface="UniversalMath1 BT" panose="05050102010205020602" pitchFamily="18" charset="2"/>
              </a:rPr>
              <a:t>查表</a:t>
            </a:r>
            <a:r>
              <a:rPr kumimoji="1" lang="en-US" altLang="zh-CN" b="0" i="0" u="none" strike="noStrike" kern="1200" cap="none" spc="0" normalizeH="0" baseline="0" noProof="0" dirty="0" smtClean="0">
                <a:ln>
                  <a:noFill/>
                </a:ln>
                <a:solidFill>
                  <a:schemeClr val="tx1">
                    <a:lumMod val="50000"/>
                  </a:schemeClr>
                </a:solidFill>
                <a:effectLst>
                  <a:outerShdw blurRad="38100" dist="38100" dir="2700000" algn="tl">
                    <a:srgbClr val="FFFFFF"/>
                  </a:outerShdw>
                </a:effectLst>
                <a:uLnTx/>
                <a:uFillTx/>
                <a:latin typeface="黑体" panose="02010609060101010101" pitchFamily="49" charset="-122"/>
                <a:ea typeface="黑体" panose="02010609060101010101" pitchFamily="49" charset="-122"/>
                <a:cs typeface="黑体" panose="02010609060101010101" pitchFamily="49" charset="-122"/>
                <a:sym typeface="UniversalMath1 BT" panose="05050102010205020602" pitchFamily="18" charset="2"/>
              </a:rPr>
              <a:t>3.6-10 </a:t>
            </a:r>
            <a:r>
              <a:rPr kumimoji="1" lang="zh-CN" altLang="en-US" b="0" i="0" u="none" strike="noStrike" kern="1200" cap="none" spc="0" normalizeH="0" baseline="0" noProof="0" dirty="0" smtClean="0">
                <a:ln>
                  <a:noFill/>
                </a:ln>
                <a:solidFill>
                  <a:schemeClr val="tx1">
                    <a:lumMod val="50000"/>
                  </a:schemeClr>
                </a:solidFill>
                <a:effectLst>
                  <a:outerShdw blurRad="38100" dist="38100" dir="2700000" algn="tl">
                    <a:srgbClr val="FFFFFF"/>
                  </a:outerShdw>
                </a:effectLst>
                <a:uLnTx/>
                <a:uFillTx/>
                <a:latin typeface="黑体" panose="02010609060101010101" pitchFamily="49" charset="-122"/>
                <a:ea typeface="黑体" panose="02010609060101010101" pitchFamily="49" charset="-122"/>
                <a:cs typeface="黑体" panose="02010609060101010101" pitchFamily="49" charset="-122"/>
                <a:sym typeface="UniversalMath1 BT" panose="05050102010205020602" pitchFamily="18" charset="2"/>
              </a:rPr>
              <a:t>得 </a:t>
            </a:r>
            <a:r>
              <a:rPr kumimoji="1" lang="en-US" altLang="zh-CN" b="0" i="0" u="none" strike="noStrike" kern="1200" cap="none" spc="0" normalizeH="0" baseline="0" noProof="0" dirty="0" smtClean="0">
                <a:ln>
                  <a:noFill/>
                </a:ln>
                <a:solidFill>
                  <a:schemeClr val="tx1">
                    <a:lumMod val="50000"/>
                  </a:schemeClr>
                </a:solidFill>
                <a:effectLst>
                  <a:outerShdw blurRad="38100" dist="38100" dir="2700000" algn="tl">
                    <a:srgbClr val="FFFFFF"/>
                  </a:outerShdw>
                </a:effectLst>
                <a:uLnTx/>
                <a:uFillTx/>
                <a:latin typeface="黑体" panose="02010609060101010101" pitchFamily="49" charset="-122"/>
                <a:ea typeface="黑体" panose="02010609060101010101" pitchFamily="49" charset="-122"/>
                <a:cs typeface="黑体" panose="02010609060101010101" pitchFamily="49" charset="-122"/>
                <a:sym typeface="UniversalMath1 BT" panose="05050102010205020602" pitchFamily="18" charset="2"/>
              </a:rPr>
              <a:t>Fs = 0.68 Fr</a:t>
            </a:r>
            <a:endParaRPr kumimoji="1" lang="en-US" altLang="zh-CN" b="0" i="0" u="none" strike="noStrike" kern="1200" cap="none" spc="0" normalizeH="0" baseline="0" noProof="0" dirty="0" smtClean="0">
              <a:ln>
                <a:noFill/>
              </a:ln>
              <a:solidFill>
                <a:schemeClr val="tx1">
                  <a:lumMod val="50000"/>
                </a:schemeClr>
              </a:solidFill>
              <a:effectLst>
                <a:outerShdw blurRad="38100" dist="38100" dir="2700000" algn="tl">
                  <a:srgbClr val="FFFFFF"/>
                </a:outerShdw>
              </a:effectLst>
              <a:uLnTx/>
              <a:uFillTx/>
              <a:latin typeface="黑体" panose="02010609060101010101" pitchFamily="49" charset="-122"/>
              <a:ea typeface="黑体" panose="02010609060101010101" pitchFamily="49" charset="-122"/>
              <a:cs typeface="黑体" panose="02010609060101010101" pitchFamily="49" charset="-122"/>
              <a:sym typeface="UniversalMath1 BT" panose="05050102010205020602" pitchFamily="18" charset="2"/>
            </a:endParaRPr>
          </a:p>
          <a:p>
            <a:pPr marL="457200" marR="0" lvl="0" indent="-457200" algn="l" defTabSz="914400" rtl="0" eaLnBrk="0" fontAlgn="base" latinLnBrk="0" hangingPunct="0">
              <a:lnSpc>
                <a:spcPct val="100000"/>
              </a:lnSpc>
              <a:spcBef>
                <a:spcPct val="0"/>
              </a:spcBef>
              <a:spcAft>
                <a:spcPct val="0"/>
              </a:spcAft>
              <a:buClrTx/>
              <a:buSzTx/>
              <a:buFontTx/>
              <a:buNone/>
              <a:defRPr/>
            </a:pPr>
            <a:r>
              <a:rPr kumimoji="1" lang="en-US" altLang="zh-CN" b="0" i="0" u="none" strike="noStrike" kern="1200" cap="none" spc="0" normalizeH="0" baseline="0" noProof="0" dirty="0" smtClean="0">
                <a:ln>
                  <a:noFill/>
                </a:ln>
                <a:solidFill>
                  <a:schemeClr val="tx1">
                    <a:lumMod val="50000"/>
                  </a:schemeClr>
                </a:solidFill>
                <a:effectLst>
                  <a:outerShdw blurRad="38100" dist="38100" dir="2700000" algn="tl">
                    <a:srgbClr val="FFFFFF"/>
                  </a:outerShdw>
                </a:effectLst>
                <a:uLnTx/>
                <a:uFillTx/>
                <a:latin typeface="黑体" panose="02010609060101010101" pitchFamily="49" charset="-122"/>
                <a:ea typeface="黑体" panose="02010609060101010101" pitchFamily="49" charset="-122"/>
                <a:cs typeface="黑体" panose="02010609060101010101" pitchFamily="49" charset="-122"/>
                <a:sym typeface="UniversalMath1 BT" panose="05050102010205020602" pitchFamily="18" charset="2"/>
              </a:rPr>
              <a:t>    </a:t>
            </a:r>
            <a:r>
              <a:rPr kumimoji="1" lang="zh-CN" altLang="en-US" b="0" i="0" u="none" strike="noStrike" kern="1200" cap="none" spc="0" normalizeH="0" baseline="0" noProof="0" dirty="0" smtClean="0">
                <a:ln>
                  <a:noFill/>
                </a:ln>
                <a:solidFill>
                  <a:schemeClr val="tx1">
                    <a:lumMod val="50000"/>
                  </a:schemeClr>
                </a:solidFill>
                <a:effectLst>
                  <a:outerShdw blurRad="38100" dist="38100" dir="2700000" algn="tl">
                    <a:srgbClr val="FFFFFF"/>
                  </a:outerShdw>
                </a:effectLst>
                <a:uLnTx/>
                <a:uFillTx/>
                <a:latin typeface="黑体" panose="02010609060101010101" pitchFamily="49" charset="-122"/>
                <a:ea typeface="黑体" panose="02010609060101010101" pitchFamily="49" charset="-122"/>
                <a:cs typeface="黑体" panose="02010609060101010101" pitchFamily="49" charset="-122"/>
                <a:sym typeface="UniversalMath1 BT" panose="05050102010205020602" pitchFamily="18" charset="2"/>
              </a:rPr>
              <a:t>派生轴向力：</a:t>
            </a:r>
            <a:r>
              <a:rPr kumimoji="1" lang="en-US" altLang="zh-CN" b="0" i="0" u="none" strike="noStrike" kern="1200" cap="none" spc="0" normalizeH="0" baseline="0" noProof="0" dirty="0" smtClean="0">
                <a:ln>
                  <a:noFill/>
                </a:ln>
                <a:solidFill>
                  <a:schemeClr val="tx1">
                    <a:lumMod val="50000"/>
                  </a:schemeClr>
                </a:solidFill>
                <a:effectLst>
                  <a:outerShdw blurRad="38100" dist="38100" dir="2700000" algn="tl">
                    <a:srgbClr val="FFFFFF"/>
                  </a:outerShdw>
                </a:effectLst>
                <a:uLnTx/>
                <a:uFillTx/>
                <a:latin typeface="黑体" panose="02010609060101010101" pitchFamily="49" charset="-122"/>
                <a:ea typeface="黑体" panose="02010609060101010101" pitchFamily="49" charset="-122"/>
                <a:cs typeface="黑体" panose="02010609060101010101" pitchFamily="49" charset="-122"/>
                <a:sym typeface="UniversalMath1 BT" panose="05050102010205020602" pitchFamily="18" charset="2"/>
              </a:rPr>
              <a:t>F</a:t>
            </a:r>
            <a:r>
              <a:rPr kumimoji="1" lang="en-US" altLang="zh-CN" b="0" i="0" u="none" strike="noStrike" kern="1200" cap="none" spc="0" normalizeH="0" baseline="-25000" noProof="0" dirty="0" smtClean="0">
                <a:ln>
                  <a:noFill/>
                </a:ln>
                <a:solidFill>
                  <a:schemeClr val="tx1">
                    <a:lumMod val="50000"/>
                  </a:schemeClr>
                </a:solidFill>
                <a:effectLst>
                  <a:outerShdw blurRad="38100" dist="38100" dir="2700000" algn="tl">
                    <a:srgbClr val="FFFFFF"/>
                  </a:outerShdw>
                </a:effectLst>
                <a:uLnTx/>
                <a:uFillTx/>
                <a:latin typeface="黑体" panose="02010609060101010101" pitchFamily="49" charset="-122"/>
                <a:ea typeface="黑体" panose="02010609060101010101" pitchFamily="49" charset="-122"/>
                <a:cs typeface="黑体" panose="02010609060101010101" pitchFamily="49" charset="-122"/>
                <a:sym typeface="UniversalMath1 BT" panose="05050102010205020602" pitchFamily="18" charset="2"/>
              </a:rPr>
              <a:t>S2</a:t>
            </a:r>
            <a:r>
              <a:rPr kumimoji="1" lang="en-US" altLang="zh-CN" b="0" i="0" u="none" strike="noStrike" kern="1200" cap="none" spc="0" normalizeH="0" baseline="0" noProof="0" dirty="0" smtClean="0">
                <a:ln>
                  <a:noFill/>
                </a:ln>
                <a:solidFill>
                  <a:schemeClr val="tx1">
                    <a:lumMod val="50000"/>
                  </a:schemeClr>
                </a:solidFill>
                <a:effectLst>
                  <a:outerShdw blurRad="38100" dist="38100" dir="2700000" algn="tl">
                    <a:srgbClr val="FFFFFF"/>
                  </a:outerShdw>
                </a:effectLst>
                <a:uLnTx/>
                <a:uFillTx/>
                <a:latin typeface="黑体" panose="02010609060101010101" pitchFamily="49" charset="-122"/>
                <a:ea typeface="黑体" panose="02010609060101010101" pitchFamily="49" charset="-122"/>
                <a:cs typeface="黑体" panose="02010609060101010101" pitchFamily="49" charset="-122"/>
                <a:sym typeface="UniversalMath1 BT" panose="05050102010205020602" pitchFamily="18" charset="2"/>
              </a:rPr>
              <a:t> = 0.68 </a:t>
            </a:r>
            <a:r>
              <a:rPr kumimoji="1" lang="en-US" altLang="zh-CN" b="0" i="0" u="none" strike="noStrike" kern="1200" cap="none" spc="0" normalizeH="0" baseline="0" noProof="0" dirty="0" smtClean="0">
                <a:ln>
                  <a:noFill/>
                </a:ln>
                <a:solidFill>
                  <a:schemeClr val="tx1">
                    <a:lumMod val="50000"/>
                  </a:schemeClr>
                </a:solidFill>
                <a:effectLst>
                  <a:outerShdw blurRad="38100" dist="38100" dir="2700000" algn="tl">
                    <a:srgbClr val="FFFFFF"/>
                  </a:outerShdw>
                </a:effectLst>
                <a:uLnTx/>
                <a:uFillTx/>
                <a:latin typeface="Arial" panose="020B0604020202020204" pitchFamily="34" charset="0"/>
                <a:ea typeface="黑体" panose="02010609060101010101" pitchFamily="49" charset="-122"/>
                <a:cs typeface="黑体" panose="02010609060101010101" pitchFamily="49" charset="-122"/>
                <a:sym typeface="UniversalMath1 BT" panose="05050102010205020602" pitchFamily="18" charset="2"/>
              </a:rPr>
              <a:t>×</a:t>
            </a:r>
            <a:r>
              <a:rPr kumimoji="1" lang="en-US" altLang="zh-CN" b="0" i="0" u="none" strike="noStrike" kern="1200" cap="none" spc="0" normalizeH="0" baseline="0" noProof="0" dirty="0" smtClean="0">
                <a:ln>
                  <a:noFill/>
                </a:ln>
                <a:solidFill>
                  <a:schemeClr val="tx1">
                    <a:lumMod val="50000"/>
                  </a:schemeClr>
                </a:solidFill>
                <a:effectLst>
                  <a:outerShdw blurRad="38100" dist="38100" dir="2700000" algn="tl">
                    <a:srgbClr val="FFFFFF"/>
                  </a:outerShdw>
                </a:effectLst>
                <a:uLnTx/>
                <a:uFillTx/>
                <a:latin typeface="黑体" panose="02010609060101010101" pitchFamily="49" charset="-122"/>
                <a:ea typeface="黑体" panose="02010609060101010101" pitchFamily="49" charset="-122"/>
                <a:cs typeface="黑体" panose="02010609060101010101" pitchFamily="49" charset="-122"/>
                <a:sym typeface="UniversalMath1 BT" panose="05050102010205020602" pitchFamily="18" charset="2"/>
              </a:rPr>
              <a:t>6000 = 4080N,   </a:t>
            </a:r>
            <a:endParaRPr kumimoji="1" lang="en-US" altLang="zh-CN" b="0" i="0" u="none" strike="noStrike" kern="1200" cap="none" spc="0" normalizeH="0" baseline="0" noProof="0" dirty="0" smtClean="0">
              <a:ln>
                <a:noFill/>
              </a:ln>
              <a:solidFill>
                <a:schemeClr val="tx1">
                  <a:lumMod val="50000"/>
                </a:schemeClr>
              </a:solidFill>
              <a:effectLst>
                <a:outerShdw blurRad="38100" dist="38100" dir="2700000" algn="tl">
                  <a:srgbClr val="FFFFFF"/>
                </a:outerShdw>
              </a:effectLst>
              <a:uLnTx/>
              <a:uFillTx/>
              <a:latin typeface="黑体" panose="02010609060101010101" pitchFamily="49" charset="-122"/>
              <a:ea typeface="黑体" panose="02010609060101010101" pitchFamily="49" charset="-122"/>
              <a:cs typeface="黑体" panose="02010609060101010101" pitchFamily="49" charset="-122"/>
              <a:sym typeface="UniversalMath1 BT" panose="05050102010205020602" pitchFamily="18" charset="2"/>
            </a:endParaRPr>
          </a:p>
          <a:p>
            <a:pPr marL="457200" marR="0" lvl="0" indent="-457200" algn="l" defTabSz="914400" rtl="0" eaLnBrk="0" fontAlgn="base" latinLnBrk="0" hangingPunct="0">
              <a:lnSpc>
                <a:spcPct val="100000"/>
              </a:lnSpc>
              <a:spcBef>
                <a:spcPct val="0"/>
              </a:spcBef>
              <a:spcAft>
                <a:spcPct val="0"/>
              </a:spcAft>
              <a:buClrTx/>
              <a:buSzTx/>
              <a:buFontTx/>
              <a:buNone/>
              <a:defRPr/>
            </a:pPr>
            <a:r>
              <a:rPr kumimoji="1" lang="en-US" altLang="zh-CN" b="0" i="0" u="none" strike="noStrike" kern="1200" cap="none" spc="0" normalizeH="0" baseline="0" noProof="0" dirty="0" smtClean="0">
                <a:ln>
                  <a:noFill/>
                </a:ln>
                <a:solidFill>
                  <a:schemeClr val="tx1">
                    <a:lumMod val="50000"/>
                  </a:schemeClr>
                </a:solidFill>
                <a:effectLst>
                  <a:outerShdw blurRad="38100" dist="38100" dir="2700000" algn="tl">
                    <a:srgbClr val="FFFFFF"/>
                  </a:outerShdw>
                </a:effectLst>
                <a:uLnTx/>
                <a:uFillTx/>
                <a:latin typeface="黑体" panose="02010609060101010101" pitchFamily="49" charset="-122"/>
                <a:ea typeface="黑体" panose="02010609060101010101" pitchFamily="49" charset="-122"/>
                <a:cs typeface="黑体" panose="02010609060101010101" pitchFamily="49" charset="-122"/>
                <a:sym typeface="UniversalMath1 BT" panose="05050102010205020602" pitchFamily="18" charset="2"/>
              </a:rPr>
              <a:t>                F</a:t>
            </a:r>
            <a:r>
              <a:rPr kumimoji="1" lang="en-US" altLang="zh-CN" b="0" i="0" u="none" strike="noStrike" kern="1200" cap="none" spc="0" normalizeH="0" baseline="-25000" noProof="0" dirty="0" smtClean="0">
                <a:ln>
                  <a:noFill/>
                </a:ln>
                <a:solidFill>
                  <a:schemeClr val="tx1">
                    <a:lumMod val="50000"/>
                  </a:schemeClr>
                </a:solidFill>
                <a:effectLst>
                  <a:outerShdw blurRad="38100" dist="38100" dir="2700000" algn="tl">
                    <a:srgbClr val="FFFFFF"/>
                  </a:outerShdw>
                </a:effectLst>
                <a:uLnTx/>
                <a:uFillTx/>
                <a:latin typeface="黑体" panose="02010609060101010101" pitchFamily="49" charset="-122"/>
                <a:ea typeface="黑体" panose="02010609060101010101" pitchFamily="49" charset="-122"/>
                <a:cs typeface="黑体" panose="02010609060101010101" pitchFamily="49" charset="-122"/>
                <a:sym typeface="UniversalMath1 BT" panose="05050102010205020602" pitchFamily="18" charset="2"/>
              </a:rPr>
              <a:t>S1</a:t>
            </a:r>
            <a:r>
              <a:rPr kumimoji="1" lang="en-US" altLang="zh-CN" b="0" i="0" u="none" strike="noStrike" kern="1200" cap="none" spc="0" normalizeH="0" baseline="0" noProof="0" dirty="0" smtClean="0">
                <a:ln>
                  <a:noFill/>
                </a:ln>
                <a:solidFill>
                  <a:schemeClr val="tx1">
                    <a:lumMod val="50000"/>
                  </a:schemeClr>
                </a:solidFill>
                <a:effectLst>
                  <a:outerShdw blurRad="38100" dist="38100" dir="2700000" algn="tl">
                    <a:srgbClr val="FFFFFF"/>
                  </a:outerShdw>
                </a:effectLst>
                <a:uLnTx/>
                <a:uFillTx/>
                <a:latin typeface="黑体" panose="02010609060101010101" pitchFamily="49" charset="-122"/>
                <a:ea typeface="黑体" panose="02010609060101010101" pitchFamily="49" charset="-122"/>
                <a:cs typeface="黑体" panose="02010609060101010101" pitchFamily="49" charset="-122"/>
                <a:sym typeface="UniversalMath1 BT" panose="05050102010205020602" pitchFamily="18" charset="2"/>
              </a:rPr>
              <a:t> = 0.68 </a:t>
            </a:r>
            <a:r>
              <a:rPr lang="en-US" altLang="zh-CN" noProof="0" dirty="0" smtClean="0">
                <a:ln>
                  <a:noFill/>
                </a:ln>
                <a:solidFill>
                  <a:schemeClr val="tx1">
                    <a:lumMod val="50000"/>
                  </a:schemeClr>
                </a:solidFill>
                <a:effectLst>
                  <a:outerShdw blurRad="38100" dist="38100" dir="2700000" algn="tl">
                    <a:srgbClr val="FFFFFF"/>
                  </a:outerShdw>
                </a:effectLst>
                <a:uLnTx/>
                <a:uFillTx/>
                <a:latin typeface="Arial" panose="020B0604020202020204" pitchFamily="34" charset="0"/>
                <a:ea typeface="黑体" panose="02010609060101010101" pitchFamily="49" charset="-122"/>
                <a:cs typeface="黑体" panose="02010609060101010101" pitchFamily="49" charset="-122"/>
                <a:sym typeface="UniversalMath1 BT" panose="05050102010205020602" pitchFamily="18" charset="2"/>
              </a:rPr>
              <a:t>×</a:t>
            </a:r>
            <a:r>
              <a:rPr kumimoji="1" lang="en-US" altLang="zh-CN" b="0" i="0" u="none" strike="noStrike" kern="1200" cap="none" spc="0" normalizeH="0" baseline="0" noProof="0" dirty="0" smtClean="0">
                <a:ln>
                  <a:noFill/>
                </a:ln>
                <a:solidFill>
                  <a:schemeClr val="tx1">
                    <a:lumMod val="50000"/>
                  </a:schemeClr>
                </a:solidFill>
                <a:effectLst>
                  <a:outerShdw blurRad="38100" dist="38100" dir="2700000" algn="tl">
                    <a:srgbClr val="FFFFFF"/>
                  </a:outerShdw>
                </a:effectLst>
                <a:uLnTx/>
                <a:uFillTx/>
                <a:latin typeface="黑体" panose="02010609060101010101" pitchFamily="49" charset="-122"/>
                <a:ea typeface="黑体" panose="02010609060101010101" pitchFamily="49" charset="-122"/>
                <a:cs typeface="黑体" panose="02010609060101010101" pitchFamily="49" charset="-122"/>
                <a:sym typeface="UniversalMath1 BT" panose="05050102010205020602" pitchFamily="18" charset="2"/>
              </a:rPr>
              <a:t>X2000 = 1360N</a:t>
            </a:r>
            <a:r>
              <a:rPr kumimoji="1" lang="zh-CN" altLang="en-US" b="0" i="0" u="none" strike="noStrike" kern="1200" cap="none" spc="0" normalizeH="0" baseline="0" noProof="0" dirty="0" smtClean="0">
                <a:ln>
                  <a:noFill/>
                </a:ln>
                <a:solidFill>
                  <a:schemeClr val="tx1">
                    <a:lumMod val="50000"/>
                  </a:schemeClr>
                </a:solidFill>
                <a:effectLst>
                  <a:outerShdw blurRad="38100" dist="38100" dir="2700000" algn="tl">
                    <a:srgbClr val="FFFFFF"/>
                  </a:outerShdw>
                </a:effectLst>
                <a:uLnTx/>
                <a:uFillTx/>
                <a:latin typeface="黑体" panose="02010609060101010101" pitchFamily="49" charset="-122"/>
                <a:ea typeface="黑体" panose="02010609060101010101" pitchFamily="49" charset="-122"/>
                <a:cs typeface="黑体" panose="02010609060101010101" pitchFamily="49" charset="-122"/>
                <a:sym typeface="UniversalMath1 BT" panose="05050102010205020602" pitchFamily="18" charset="2"/>
              </a:rPr>
              <a:t>。</a:t>
            </a:r>
            <a:endParaRPr kumimoji="1" lang="zh-CN" altLang="en-US" b="0" i="0" u="none" strike="noStrike" kern="1200" cap="none" spc="0" normalizeH="0" baseline="0" noProof="0" dirty="0" smtClean="0">
              <a:ln>
                <a:noFill/>
              </a:ln>
              <a:solidFill>
                <a:schemeClr val="tx1">
                  <a:lumMod val="50000"/>
                </a:schemeClr>
              </a:solidFill>
              <a:effectLst>
                <a:outerShdw blurRad="38100" dist="38100" dir="2700000" algn="tl">
                  <a:srgbClr val="FFFFFF"/>
                </a:outerShdw>
              </a:effectLst>
              <a:uLnTx/>
              <a:uFillTx/>
              <a:latin typeface="黑体" panose="02010609060101010101" pitchFamily="49" charset="-122"/>
              <a:ea typeface="黑体" panose="02010609060101010101" pitchFamily="49" charset="-122"/>
              <a:cs typeface="黑体" panose="02010609060101010101" pitchFamily="49" charset="-122"/>
              <a:sym typeface="UniversalMath1 BT" panose="05050102010205020602" pitchFamily="18" charset="2"/>
            </a:endParaRPr>
          </a:p>
        </p:txBody>
      </p:sp>
      <p:sp>
        <p:nvSpPr>
          <p:cNvPr id="103429" name="Rectangle 5"/>
          <p:cNvSpPr>
            <a:spLocks noChangeArrowheads="1"/>
          </p:cNvSpPr>
          <p:nvPr/>
        </p:nvSpPr>
        <p:spPr bwMode="auto">
          <a:xfrm>
            <a:off x="700405" y="1129665"/>
            <a:ext cx="8260080" cy="829945"/>
          </a:xfrm>
          <a:prstGeom prst="rect">
            <a:avLst/>
          </a:prstGeom>
          <a:noFill/>
          <a:ln>
            <a:noFill/>
          </a:ln>
          <a:effectLst/>
          <a:extLst>
            <a:ext uri="{909E8E84-426E-40DD-AFC4-6F175D3DCCD1}">
              <a14:hiddenFill xmlns:a14="http://schemas.microsoft.com/office/drawing/2010/main">
                <a:gradFill rotWithShape="0">
                  <a:gsLst>
                    <a:gs pos="0">
                      <a:schemeClr val="accent1"/>
                    </a:gs>
                    <a:gs pos="100000">
                      <a:schemeClr val="accent1">
                        <a:gamma/>
                        <a:shade val="46275"/>
                        <a:invGamma/>
                      </a:schemeClr>
                    </a:gs>
                  </a:gsLst>
                  <a:path path="shape">
                    <a:fillToRect l="50000" t="50000" r="50000" b="50000"/>
                  </a:path>
                </a:gra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p>
            <a:pPr marL="0" marR="0" lvl="0" indent="0" algn="l" defTabSz="914400" rtl="0" eaLnBrk="0" fontAlgn="base" latinLnBrk="0" hangingPunct="0">
              <a:lnSpc>
                <a:spcPct val="100000"/>
              </a:lnSpc>
              <a:spcBef>
                <a:spcPct val="0"/>
              </a:spcBef>
              <a:spcAft>
                <a:spcPct val="0"/>
              </a:spcAft>
              <a:buClrTx/>
              <a:buSzTx/>
              <a:buFontTx/>
              <a:buNone/>
              <a:defRPr/>
            </a:pPr>
            <a:r>
              <a:rPr kumimoji="1" lang="en-US" altLang="zh-CN" sz="2000" b="0" i="0" u="none" strike="noStrike" kern="1200" cap="none" spc="0" normalizeH="0" baseline="0" noProof="0" dirty="0">
                <a:ln>
                  <a:noFill/>
                </a:ln>
                <a:solidFill>
                  <a:srgbClr val="000000"/>
                </a:solidFill>
                <a:effectLst>
                  <a:outerShdw blurRad="38100" dist="38100" dir="2700000" algn="tl">
                    <a:srgbClr val="FFFFFF"/>
                  </a:outerShdw>
                </a:effectLst>
                <a:uLnTx/>
                <a:uFillTx/>
                <a:latin typeface="仿宋_GB2312" pitchFamily="49" charset="-122"/>
                <a:ea typeface="仿宋_GB2312" pitchFamily="49" charset="-122"/>
                <a:cs typeface="+mn-cs"/>
              </a:rPr>
              <a:t>     </a:t>
            </a:r>
            <a:r>
              <a:rPr kumimoji="1" lang="en-US" altLang="zh-CN" sz="2400" b="0" i="0" u="none" strike="noStrike" kern="1200" cap="none" spc="0" normalizeH="0" baseline="0" noProof="0" dirty="0">
                <a:ln>
                  <a:noFill/>
                </a:ln>
                <a:solidFill>
                  <a:srgbClr val="000000"/>
                </a:solidFill>
                <a:effectLst>
                  <a:outerShdw blurRad="38100" dist="38100" dir="2700000" algn="tl">
                    <a:srgbClr val="FFFFFF"/>
                  </a:outerShdw>
                </a:effectLst>
                <a:uLnTx/>
                <a:uFillTx/>
                <a:latin typeface="仿宋_GB2312" pitchFamily="49" charset="-122"/>
                <a:ea typeface="仿宋_GB2312" pitchFamily="49" charset="-122"/>
                <a:cs typeface="+mn-cs"/>
              </a:rPr>
              <a:t> </a:t>
            </a:r>
            <a:r>
              <a:rPr kumimoji="1" lang="zh-CN" altLang="en-US" sz="2400" b="0" i="0" u="none" strike="noStrike" kern="1200" cap="none" spc="0" normalizeH="0" baseline="0" noProof="0" dirty="0">
                <a:ln>
                  <a:noFill/>
                </a:ln>
                <a:solidFill>
                  <a:schemeClr val="tx1"/>
                </a:solidFill>
                <a:effectLst>
                  <a:outerShdw blurRad="38100" dist="38100" dir="2700000" algn="tl">
                    <a:srgbClr val="FFFFFF"/>
                  </a:outerShdw>
                </a:effectLst>
                <a:uLnTx/>
                <a:uFillTx/>
                <a:latin typeface="黑体" panose="02010609060101010101" pitchFamily="49" charset="-122"/>
                <a:ea typeface="黑体" panose="02010609060101010101" pitchFamily="49" charset="-122"/>
                <a:cs typeface="黑体" panose="02010609060101010101" pitchFamily="49" charset="-122"/>
              </a:rPr>
              <a:t>一对</a:t>
            </a:r>
            <a:r>
              <a:rPr kumimoji="1" lang="en-US" altLang="zh-CN" sz="2400" b="0" i="0" u="none" strike="noStrike" kern="1200" cap="none" spc="0" normalizeH="0" baseline="0" noProof="0" dirty="0">
                <a:ln>
                  <a:noFill/>
                </a:ln>
                <a:solidFill>
                  <a:schemeClr val="tx1"/>
                </a:solidFill>
                <a:effectLst>
                  <a:outerShdw blurRad="38100" dist="38100" dir="2700000" algn="tl">
                    <a:srgbClr val="FFFFFF"/>
                  </a:outerShdw>
                </a:effectLst>
                <a:uLnTx/>
                <a:uFillTx/>
                <a:latin typeface="黑体" panose="02010609060101010101" pitchFamily="49" charset="-122"/>
                <a:ea typeface="黑体" panose="02010609060101010101" pitchFamily="49" charset="-122"/>
                <a:cs typeface="黑体" panose="02010609060101010101" pitchFamily="49" charset="-122"/>
              </a:rPr>
              <a:t>7315AC</a:t>
            </a:r>
            <a:r>
              <a:rPr kumimoji="1" lang="zh-CN" altLang="en-US" sz="2400" b="0" i="0" u="none" strike="noStrike" kern="1200" cap="none" spc="0" normalizeH="0" baseline="0" noProof="0" dirty="0">
                <a:ln>
                  <a:noFill/>
                </a:ln>
                <a:solidFill>
                  <a:schemeClr val="tx1"/>
                </a:solidFill>
                <a:effectLst>
                  <a:outerShdw blurRad="38100" dist="38100" dir="2700000" algn="tl">
                    <a:srgbClr val="FFFFFF"/>
                  </a:outerShdw>
                </a:effectLst>
                <a:uLnTx/>
                <a:uFillTx/>
                <a:latin typeface="黑体" panose="02010609060101010101" pitchFamily="49" charset="-122"/>
                <a:ea typeface="黑体" panose="02010609060101010101" pitchFamily="49" charset="-122"/>
                <a:cs typeface="黑体" panose="02010609060101010101" pitchFamily="49" charset="-122"/>
              </a:rPr>
              <a:t>角接触球轴承</a:t>
            </a:r>
            <a:r>
              <a:rPr kumimoji="1" lang="zh-CN" altLang="en-US" sz="2400" b="0" i="0" u="none" strike="noStrike" kern="1200" cap="none" spc="0" normalizeH="0" baseline="0" noProof="0" dirty="0">
                <a:ln>
                  <a:noFill/>
                </a:ln>
                <a:solidFill>
                  <a:schemeClr val="tx1"/>
                </a:solidFill>
                <a:effectLst>
                  <a:outerShdw blurRad="38100" dist="38100" dir="2700000" algn="tl">
                    <a:srgbClr val="FFFFFF"/>
                  </a:outerShdw>
                </a:effectLst>
                <a:uLnTx/>
                <a:uFillTx/>
                <a:latin typeface="黑体" panose="02010609060101010101" pitchFamily="49" charset="-122"/>
                <a:ea typeface="黑体" panose="02010609060101010101" pitchFamily="49" charset="-122"/>
                <a:cs typeface="黑体" panose="02010609060101010101" pitchFamily="49" charset="-122"/>
                <a:sym typeface="UniversalMath1 BT" panose="05050102010205020602" pitchFamily="18" charset="2"/>
              </a:rPr>
              <a:t></a:t>
            </a:r>
            <a:r>
              <a:rPr kumimoji="1" lang="en-US" altLang="zh-CN" sz="2400" b="0" i="0" u="none" strike="noStrike" kern="1200" cap="none" spc="0" normalizeH="0" baseline="0" noProof="0" dirty="0">
                <a:ln>
                  <a:noFill/>
                </a:ln>
                <a:solidFill>
                  <a:schemeClr val="tx1"/>
                </a:solidFill>
                <a:effectLst>
                  <a:outerShdw blurRad="38100" dist="38100" dir="2700000" algn="tl">
                    <a:srgbClr val="FFFFFF"/>
                  </a:outerShdw>
                </a:effectLst>
                <a:uLnTx/>
                <a:uFillTx/>
                <a:latin typeface="黑体" panose="02010609060101010101" pitchFamily="49" charset="-122"/>
                <a:ea typeface="黑体" panose="02010609060101010101" pitchFamily="49" charset="-122"/>
                <a:cs typeface="黑体" panose="02010609060101010101" pitchFamily="49" charset="-122"/>
                <a:sym typeface="UniversalMath1 BT" panose="05050102010205020602" pitchFamily="18" charset="2"/>
              </a:rPr>
              <a:t>=25</a:t>
            </a:r>
            <a:r>
              <a:rPr kumimoji="1" lang="zh-CN" altLang="en-US" sz="2400" b="0" i="0" u="none" strike="noStrike" kern="1200" cap="none" spc="0" normalizeH="0" baseline="0" noProof="0" dirty="0">
                <a:ln>
                  <a:noFill/>
                </a:ln>
                <a:solidFill>
                  <a:schemeClr val="tx1"/>
                </a:solidFill>
                <a:effectLst>
                  <a:outerShdw blurRad="38100" dist="38100" dir="2700000" algn="tl">
                    <a:srgbClr val="FFFFFF"/>
                  </a:outerShdw>
                </a:effectLst>
                <a:uLnTx/>
                <a:uFillTx/>
                <a:latin typeface="黑体" panose="02010609060101010101" pitchFamily="49" charset="-122"/>
                <a:ea typeface="黑体" panose="02010609060101010101" pitchFamily="49" charset="-122"/>
                <a:cs typeface="黑体" panose="02010609060101010101" pitchFamily="49" charset="-122"/>
                <a:sym typeface="UniversalMath1 BT" panose="05050102010205020602" pitchFamily="18" charset="2"/>
              </a:rPr>
              <a:t>°，计算派生轴</a:t>
            </a:r>
            <a:endParaRPr kumimoji="1" lang="zh-CN" altLang="en-US" sz="2400" b="0" i="0" u="none" strike="noStrike" kern="1200" cap="none" spc="0" normalizeH="0" baseline="0" noProof="0" dirty="0">
              <a:ln>
                <a:noFill/>
              </a:ln>
              <a:solidFill>
                <a:schemeClr val="tx1"/>
              </a:solidFill>
              <a:effectLst>
                <a:outerShdw blurRad="38100" dist="38100" dir="2700000" algn="tl">
                  <a:srgbClr val="FFFFFF"/>
                </a:outerShdw>
              </a:effectLst>
              <a:uLnTx/>
              <a:uFillTx/>
              <a:latin typeface="黑体" panose="02010609060101010101" pitchFamily="49" charset="-122"/>
              <a:ea typeface="黑体" panose="02010609060101010101" pitchFamily="49" charset="-122"/>
              <a:cs typeface="黑体" panose="02010609060101010101" pitchFamily="49" charset="-122"/>
              <a:sym typeface="UniversalMath1 BT" panose="05050102010205020602" pitchFamily="18" charset="2"/>
            </a:endParaRPr>
          </a:p>
          <a:p>
            <a:pPr marL="0" marR="0" lvl="0" indent="0" algn="l" defTabSz="914400" rtl="0" eaLnBrk="0" fontAlgn="base" latinLnBrk="0" hangingPunct="0">
              <a:lnSpc>
                <a:spcPct val="100000"/>
              </a:lnSpc>
              <a:spcBef>
                <a:spcPct val="0"/>
              </a:spcBef>
              <a:spcAft>
                <a:spcPct val="0"/>
              </a:spcAft>
              <a:buClrTx/>
              <a:buSzTx/>
              <a:buFontTx/>
              <a:buNone/>
              <a:defRPr/>
            </a:pPr>
            <a:r>
              <a:rPr kumimoji="1" lang="zh-CN" altLang="en-US" sz="2400" b="0" i="0" u="none" strike="noStrike" kern="1200" cap="none" spc="0" normalizeH="0" baseline="0" noProof="0" dirty="0">
                <a:ln>
                  <a:noFill/>
                </a:ln>
                <a:solidFill>
                  <a:schemeClr val="tx1"/>
                </a:solidFill>
                <a:effectLst>
                  <a:outerShdw blurRad="38100" dist="38100" dir="2700000" algn="tl">
                    <a:srgbClr val="FFFFFF"/>
                  </a:outerShdw>
                </a:effectLst>
                <a:uLnTx/>
                <a:uFillTx/>
                <a:latin typeface="黑体" panose="02010609060101010101" pitchFamily="49" charset="-122"/>
                <a:ea typeface="黑体" panose="02010609060101010101" pitchFamily="49" charset="-122"/>
                <a:cs typeface="黑体" panose="02010609060101010101" pitchFamily="49" charset="-122"/>
                <a:sym typeface="UniversalMath1 BT" panose="05050102010205020602" pitchFamily="18" charset="2"/>
              </a:rPr>
              <a:t>向力和轴承所受的轴向力</a:t>
            </a:r>
            <a:r>
              <a:rPr kumimoji="1" lang="zh-CN" altLang="en-US" sz="2400" b="0" i="0" u="none" strike="noStrike" kern="1200" cap="none" spc="0" normalizeH="0" baseline="0" noProof="0" dirty="0">
                <a:ln>
                  <a:noFill/>
                </a:ln>
                <a:solidFill>
                  <a:schemeClr val="tx1"/>
                </a:solidFill>
                <a:effectLst/>
                <a:uLnTx/>
                <a:uFillTx/>
                <a:latin typeface="黑体" panose="02010609060101010101" pitchFamily="49" charset="-122"/>
                <a:ea typeface="黑体" panose="02010609060101010101" pitchFamily="49" charset="-122"/>
                <a:cs typeface="黑体" panose="02010609060101010101" pitchFamily="49" charset="-122"/>
                <a:sym typeface="UniversalMath1 BT" panose="05050102010205020602" pitchFamily="18" charset="2"/>
              </a:rPr>
              <a:t>。</a:t>
            </a:r>
            <a:endParaRPr kumimoji="1" lang="zh-CN" altLang="en-US" sz="2400" b="0" i="0" u="none" strike="noStrike" kern="1200" cap="none" spc="0" normalizeH="0" baseline="0" noProof="0" dirty="0">
              <a:ln>
                <a:noFill/>
              </a:ln>
              <a:solidFill>
                <a:schemeClr val="tx1"/>
              </a:solidFill>
              <a:effectLst/>
              <a:uLnTx/>
              <a:uFillTx/>
              <a:latin typeface="黑体" panose="02010609060101010101" pitchFamily="49" charset="-122"/>
              <a:ea typeface="黑体" panose="02010609060101010101" pitchFamily="49" charset="-122"/>
              <a:cs typeface="黑体" panose="02010609060101010101" pitchFamily="49" charset="-122"/>
              <a:sym typeface="UniversalMath1 BT" panose="05050102010205020602" pitchFamily="18" charset="2"/>
            </a:endParaRPr>
          </a:p>
        </p:txBody>
      </p:sp>
      <p:grpSp>
        <p:nvGrpSpPr>
          <p:cNvPr id="61446" name="Group 6"/>
          <p:cNvGrpSpPr/>
          <p:nvPr/>
        </p:nvGrpSpPr>
        <p:grpSpPr>
          <a:xfrm>
            <a:off x="3981450" y="2124075"/>
            <a:ext cx="4765675" cy="1460500"/>
            <a:chOff x="2796" y="988"/>
            <a:chExt cx="2501" cy="682"/>
          </a:xfrm>
        </p:grpSpPr>
        <p:sp>
          <p:nvSpPr>
            <p:cNvPr id="61451" name="Line 7"/>
            <p:cNvSpPr/>
            <p:nvPr/>
          </p:nvSpPr>
          <p:spPr>
            <a:xfrm>
              <a:off x="3054" y="1260"/>
              <a:ext cx="2064" cy="0"/>
            </a:xfrm>
            <a:prstGeom prst="line">
              <a:avLst/>
            </a:prstGeom>
            <a:ln w="57150" cap="flat" cmpd="sng">
              <a:solidFill>
                <a:srgbClr val="000000"/>
              </a:solidFill>
              <a:prstDash val="solid"/>
              <a:headEnd type="none" w="med" len="med"/>
              <a:tailEnd type="none" w="med" len="med"/>
            </a:ln>
          </p:spPr>
        </p:sp>
        <p:sp>
          <p:nvSpPr>
            <p:cNvPr id="61452" name="AutoShape 8"/>
            <p:cNvSpPr/>
            <p:nvPr/>
          </p:nvSpPr>
          <p:spPr>
            <a:xfrm>
              <a:off x="3876" y="1178"/>
              <a:ext cx="300" cy="47"/>
            </a:xfrm>
            <a:prstGeom prst="leftArrow">
              <a:avLst>
                <a:gd name="adj1" fmla="val 50000"/>
                <a:gd name="adj2" fmla="val 159574"/>
              </a:avLst>
            </a:prstGeom>
            <a:solidFill>
              <a:srgbClr val="FF0000"/>
            </a:solidFill>
            <a:ln w="9525" cap="flat" cmpd="sng">
              <a:solidFill>
                <a:srgbClr val="FF0000"/>
              </a:solidFill>
              <a:prstDash val="solid"/>
              <a:miter/>
              <a:headEnd type="none" w="med" len="med"/>
              <a:tailEnd type="none" w="med" len="med"/>
            </a:ln>
          </p:spPr>
          <p:txBody>
            <a:bodyPr wrap="none" anchor="ctr" anchorCtr="0"/>
            <a:p>
              <a:pPr algn="ctr"/>
              <a:endParaRPr lang="zh-CN" altLang="zh-CN" sz="4400" dirty="0">
                <a:solidFill>
                  <a:srgbClr val="FF0000"/>
                </a:solidFill>
                <a:latin typeface="Times New Roman" panose="02020603050405020304" pitchFamily="18" charset="0"/>
                <a:ea typeface="黑体" panose="02010609060101010101" pitchFamily="49" charset="-122"/>
              </a:endParaRPr>
            </a:p>
          </p:txBody>
        </p:sp>
        <p:sp>
          <p:nvSpPr>
            <p:cNvPr id="61453" name="AutoShape 9"/>
            <p:cNvSpPr/>
            <p:nvPr/>
          </p:nvSpPr>
          <p:spPr>
            <a:xfrm>
              <a:off x="3246" y="1191"/>
              <a:ext cx="264" cy="47"/>
            </a:xfrm>
            <a:prstGeom prst="rightArrow">
              <a:avLst>
                <a:gd name="adj1" fmla="val 50000"/>
                <a:gd name="adj2" fmla="val 140425"/>
              </a:avLst>
            </a:prstGeom>
            <a:solidFill>
              <a:srgbClr val="FF6600"/>
            </a:solidFill>
            <a:ln w="9525">
              <a:noFill/>
            </a:ln>
          </p:spPr>
          <p:txBody>
            <a:bodyPr wrap="none" anchor="ctr" anchorCtr="0"/>
            <a:p>
              <a:endParaRPr lang="zh-CN" altLang="en-US" dirty="0">
                <a:latin typeface="Times New Roman" panose="02020603050405020304" pitchFamily="18" charset="0"/>
              </a:endParaRPr>
            </a:p>
          </p:txBody>
        </p:sp>
        <p:sp>
          <p:nvSpPr>
            <p:cNvPr id="61454" name="AutoShape 10"/>
            <p:cNvSpPr/>
            <p:nvPr/>
          </p:nvSpPr>
          <p:spPr>
            <a:xfrm>
              <a:off x="4626" y="1191"/>
              <a:ext cx="246" cy="47"/>
            </a:xfrm>
            <a:prstGeom prst="leftArrow">
              <a:avLst>
                <a:gd name="adj1" fmla="val 50000"/>
                <a:gd name="adj2" fmla="val 130851"/>
              </a:avLst>
            </a:prstGeom>
            <a:solidFill>
              <a:srgbClr val="FF6600"/>
            </a:solidFill>
            <a:ln w="9525">
              <a:noFill/>
            </a:ln>
          </p:spPr>
          <p:txBody>
            <a:bodyPr wrap="none" anchor="ctr" anchorCtr="0"/>
            <a:p>
              <a:endParaRPr lang="zh-CN" altLang="en-US" dirty="0">
                <a:latin typeface="Times New Roman" panose="02020603050405020304" pitchFamily="18" charset="0"/>
              </a:endParaRPr>
            </a:p>
          </p:txBody>
        </p:sp>
        <p:sp>
          <p:nvSpPr>
            <p:cNvPr id="61455" name="Rectangle 11"/>
            <p:cNvSpPr/>
            <p:nvPr/>
          </p:nvSpPr>
          <p:spPr>
            <a:xfrm>
              <a:off x="4599" y="1019"/>
              <a:ext cx="257" cy="215"/>
            </a:xfrm>
            <a:prstGeom prst="rect">
              <a:avLst/>
            </a:prstGeom>
            <a:noFill/>
            <a:ln w="9525">
              <a:noFill/>
            </a:ln>
          </p:spPr>
          <p:txBody>
            <a:bodyPr wrap="none" anchor="ctr" anchorCtr="0">
              <a:spAutoFit/>
            </a:bodyPr>
            <a:p>
              <a:pPr indent="0" algn="ctr">
                <a:buNone/>
              </a:pPr>
              <a:r>
                <a:rPr lang="en-US" altLang="zh-CN" dirty="0">
                  <a:solidFill>
                    <a:srgbClr val="FF6600"/>
                  </a:solidFill>
                  <a:latin typeface="Times New Roman" panose="02020603050405020304" pitchFamily="18" charset="0"/>
                  <a:ea typeface="黑体" panose="02010609060101010101" pitchFamily="49" charset="-122"/>
                </a:rPr>
                <a:t>F</a:t>
              </a:r>
              <a:r>
                <a:rPr lang="en-US" altLang="zh-CN" baseline="-25000" dirty="0">
                  <a:solidFill>
                    <a:srgbClr val="FF6600"/>
                  </a:solidFill>
                  <a:latin typeface="Times New Roman" panose="02020603050405020304" pitchFamily="18" charset="0"/>
                  <a:ea typeface="黑体" panose="02010609060101010101" pitchFamily="49" charset="-122"/>
                </a:rPr>
                <a:t>S</a:t>
              </a:r>
              <a:r>
                <a:rPr lang="en-US" altLang="zh-CN" sz="1800" baseline="-25000" dirty="0">
                  <a:solidFill>
                    <a:srgbClr val="FF6600"/>
                  </a:solidFill>
                  <a:latin typeface="Times New Roman" panose="02020603050405020304" pitchFamily="18" charset="0"/>
                  <a:ea typeface="黑体" panose="02010609060101010101" pitchFamily="49" charset="-122"/>
                </a:rPr>
                <a:t>1</a:t>
              </a:r>
              <a:endParaRPr lang="en-US" altLang="zh-CN" sz="1600" baseline="-25000" dirty="0">
                <a:solidFill>
                  <a:srgbClr val="000000"/>
                </a:solidFill>
                <a:latin typeface="Times New Roman" panose="02020603050405020304" pitchFamily="18" charset="0"/>
                <a:ea typeface="黑体" panose="02010609060101010101" pitchFamily="49" charset="-122"/>
              </a:endParaRPr>
            </a:p>
          </p:txBody>
        </p:sp>
        <p:sp>
          <p:nvSpPr>
            <p:cNvPr id="61456" name="Rectangle 12"/>
            <p:cNvSpPr/>
            <p:nvPr/>
          </p:nvSpPr>
          <p:spPr>
            <a:xfrm>
              <a:off x="3447" y="1077"/>
              <a:ext cx="257" cy="215"/>
            </a:xfrm>
            <a:prstGeom prst="rect">
              <a:avLst/>
            </a:prstGeom>
            <a:noFill/>
            <a:ln w="9525">
              <a:noFill/>
            </a:ln>
          </p:spPr>
          <p:txBody>
            <a:bodyPr wrap="none" anchor="ctr" anchorCtr="0">
              <a:spAutoFit/>
            </a:bodyPr>
            <a:p>
              <a:pPr indent="0" algn="ctr">
                <a:buNone/>
              </a:pPr>
              <a:r>
                <a:rPr lang="en-US" altLang="zh-CN" dirty="0">
                  <a:solidFill>
                    <a:srgbClr val="FF6600"/>
                  </a:solidFill>
                  <a:latin typeface="Times New Roman" panose="02020603050405020304" pitchFamily="18" charset="0"/>
                  <a:ea typeface="黑体" panose="02010609060101010101" pitchFamily="49" charset="-122"/>
                </a:rPr>
                <a:t>F</a:t>
              </a:r>
              <a:r>
                <a:rPr lang="en-US" altLang="zh-CN" baseline="-25000" dirty="0">
                  <a:solidFill>
                    <a:srgbClr val="FF6600"/>
                  </a:solidFill>
                  <a:latin typeface="Times New Roman" panose="02020603050405020304" pitchFamily="18" charset="0"/>
                  <a:ea typeface="黑体" panose="02010609060101010101" pitchFamily="49" charset="-122"/>
                </a:rPr>
                <a:t>S</a:t>
              </a:r>
              <a:r>
                <a:rPr lang="en-US" altLang="zh-CN" sz="1800" baseline="-25000" dirty="0">
                  <a:solidFill>
                    <a:srgbClr val="FF6600"/>
                  </a:solidFill>
                  <a:latin typeface="Times New Roman" panose="02020603050405020304" pitchFamily="18" charset="0"/>
                  <a:ea typeface="黑体" panose="02010609060101010101" pitchFamily="49" charset="-122"/>
                </a:rPr>
                <a:t>2</a:t>
              </a:r>
              <a:endParaRPr lang="en-US" altLang="zh-CN" sz="2400" baseline="-25000" dirty="0">
                <a:solidFill>
                  <a:srgbClr val="000000"/>
                </a:solidFill>
                <a:latin typeface="Times New Roman" panose="02020603050405020304" pitchFamily="18" charset="0"/>
                <a:ea typeface="黑体" panose="02010609060101010101" pitchFamily="49" charset="-122"/>
              </a:endParaRPr>
            </a:p>
          </p:txBody>
        </p:sp>
        <p:sp>
          <p:nvSpPr>
            <p:cNvPr id="61457" name="Rectangle 13"/>
            <p:cNvSpPr/>
            <p:nvPr/>
          </p:nvSpPr>
          <p:spPr>
            <a:xfrm>
              <a:off x="3888" y="988"/>
              <a:ext cx="274" cy="213"/>
            </a:xfrm>
            <a:prstGeom prst="rect">
              <a:avLst/>
            </a:prstGeom>
            <a:noFill/>
            <a:ln w="9525">
              <a:noFill/>
            </a:ln>
          </p:spPr>
          <p:txBody>
            <a:bodyPr wrap="none" anchor="ctr" anchorCtr="0">
              <a:spAutoFit/>
            </a:bodyPr>
            <a:p>
              <a:pPr indent="0" algn="ctr">
                <a:buNone/>
              </a:pPr>
              <a:r>
                <a:rPr lang="en-US" altLang="zh-CN" sz="2400" dirty="0">
                  <a:solidFill>
                    <a:srgbClr val="FF0000"/>
                  </a:solidFill>
                  <a:latin typeface="Times New Roman" panose="02020603050405020304" pitchFamily="18" charset="0"/>
                  <a:ea typeface="黑体" panose="02010609060101010101" pitchFamily="49" charset="-122"/>
                </a:rPr>
                <a:t>Fa</a:t>
              </a:r>
              <a:endParaRPr lang="en-US" altLang="zh-CN" sz="2400" dirty="0">
                <a:solidFill>
                  <a:srgbClr val="000000"/>
                </a:solidFill>
                <a:latin typeface="Times New Roman" panose="02020603050405020304" pitchFamily="18" charset="0"/>
                <a:ea typeface="黑体" panose="02010609060101010101" pitchFamily="49" charset="-122"/>
              </a:endParaRPr>
            </a:p>
          </p:txBody>
        </p:sp>
        <p:sp>
          <p:nvSpPr>
            <p:cNvPr id="61458" name="Rectangle 14"/>
            <p:cNvSpPr/>
            <p:nvPr/>
          </p:nvSpPr>
          <p:spPr>
            <a:xfrm>
              <a:off x="3173" y="1383"/>
              <a:ext cx="278" cy="249"/>
            </a:xfrm>
            <a:prstGeom prst="rect">
              <a:avLst/>
            </a:prstGeom>
            <a:noFill/>
            <a:ln w="9525">
              <a:noFill/>
            </a:ln>
          </p:spPr>
          <p:txBody>
            <a:bodyPr wrap="none" anchor="ctr" anchorCtr="0">
              <a:spAutoFit/>
            </a:bodyPr>
            <a:p>
              <a:pPr indent="0" algn="ctr">
                <a:buNone/>
              </a:pPr>
              <a:r>
                <a:rPr lang="en-US" altLang="zh-CN" sz="2400" dirty="0">
                  <a:solidFill>
                    <a:srgbClr val="000000"/>
                  </a:solidFill>
                  <a:latin typeface="Times New Roman" panose="02020603050405020304" pitchFamily="18" charset="0"/>
                  <a:ea typeface="黑体" panose="02010609060101010101" pitchFamily="49" charset="-122"/>
                </a:rPr>
                <a:t>F</a:t>
              </a:r>
              <a:r>
                <a:rPr lang="en-US" altLang="zh-CN" sz="1800" dirty="0">
                  <a:solidFill>
                    <a:srgbClr val="000000"/>
                  </a:solidFill>
                  <a:latin typeface="Times New Roman" panose="02020603050405020304" pitchFamily="18" charset="0"/>
                  <a:ea typeface="黑体" panose="02010609060101010101" pitchFamily="49" charset="-122"/>
                </a:rPr>
                <a:t>r</a:t>
              </a:r>
              <a:r>
                <a:rPr lang="en-US" altLang="zh-CN" sz="1600" dirty="0">
                  <a:solidFill>
                    <a:srgbClr val="000000"/>
                  </a:solidFill>
                  <a:latin typeface="Times New Roman" panose="02020603050405020304" pitchFamily="18" charset="0"/>
                  <a:ea typeface="黑体" panose="02010609060101010101" pitchFamily="49" charset="-122"/>
                </a:rPr>
                <a:t>2</a:t>
              </a:r>
              <a:endParaRPr lang="en-US" altLang="zh-CN" sz="2400" dirty="0">
                <a:solidFill>
                  <a:srgbClr val="000000"/>
                </a:solidFill>
                <a:latin typeface="Times New Roman" panose="02020603050405020304" pitchFamily="18" charset="0"/>
                <a:ea typeface="黑体" panose="02010609060101010101" pitchFamily="49" charset="-122"/>
              </a:endParaRPr>
            </a:p>
          </p:txBody>
        </p:sp>
        <p:sp>
          <p:nvSpPr>
            <p:cNvPr id="61459" name="Rectangle 15"/>
            <p:cNvSpPr/>
            <p:nvPr/>
          </p:nvSpPr>
          <p:spPr>
            <a:xfrm>
              <a:off x="4696" y="1366"/>
              <a:ext cx="278" cy="249"/>
            </a:xfrm>
            <a:prstGeom prst="rect">
              <a:avLst/>
            </a:prstGeom>
            <a:noFill/>
            <a:ln w="9525">
              <a:noFill/>
            </a:ln>
          </p:spPr>
          <p:txBody>
            <a:bodyPr wrap="none" anchor="ctr" anchorCtr="0">
              <a:spAutoFit/>
            </a:bodyPr>
            <a:p>
              <a:pPr indent="0" algn="ctr">
                <a:buNone/>
              </a:pPr>
              <a:r>
                <a:rPr lang="en-US" altLang="zh-CN" sz="2400" dirty="0">
                  <a:solidFill>
                    <a:srgbClr val="000000"/>
                  </a:solidFill>
                  <a:latin typeface="Times New Roman" panose="02020603050405020304" pitchFamily="18" charset="0"/>
                  <a:ea typeface="黑体" panose="02010609060101010101" pitchFamily="49" charset="-122"/>
                </a:rPr>
                <a:t>F</a:t>
              </a:r>
              <a:r>
                <a:rPr lang="en-US" altLang="zh-CN" sz="1800" dirty="0">
                  <a:solidFill>
                    <a:srgbClr val="000000"/>
                  </a:solidFill>
                  <a:latin typeface="Times New Roman" panose="02020603050405020304" pitchFamily="18" charset="0"/>
                  <a:ea typeface="黑体" panose="02010609060101010101" pitchFamily="49" charset="-122"/>
                </a:rPr>
                <a:t>r</a:t>
              </a:r>
              <a:r>
                <a:rPr lang="en-US" altLang="zh-CN" sz="1600" dirty="0">
                  <a:solidFill>
                    <a:srgbClr val="000000"/>
                  </a:solidFill>
                  <a:latin typeface="Times New Roman" panose="02020603050405020304" pitchFamily="18" charset="0"/>
                  <a:ea typeface="黑体" panose="02010609060101010101" pitchFamily="49" charset="-122"/>
                </a:rPr>
                <a:t>1</a:t>
              </a:r>
              <a:endParaRPr lang="en-US" altLang="zh-CN" sz="2400" dirty="0">
                <a:solidFill>
                  <a:srgbClr val="000000"/>
                </a:solidFill>
                <a:latin typeface="Times New Roman" panose="02020603050405020304" pitchFamily="18" charset="0"/>
                <a:ea typeface="黑体" panose="02010609060101010101" pitchFamily="49" charset="-122"/>
              </a:endParaRPr>
            </a:p>
          </p:txBody>
        </p:sp>
        <p:sp>
          <p:nvSpPr>
            <p:cNvPr id="61460" name="Text Box 16"/>
            <p:cNvSpPr txBox="1"/>
            <p:nvPr/>
          </p:nvSpPr>
          <p:spPr>
            <a:xfrm>
              <a:off x="2796" y="1167"/>
              <a:ext cx="228" cy="213"/>
            </a:xfrm>
            <a:prstGeom prst="rect">
              <a:avLst/>
            </a:prstGeom>
            <a:noFill/>
            <a:ln w="9525">
              <a:noFill/>
            </a:ln>
          </p:spPr>
          <p:txBody>
            <a:bodyPr anchor="ctr" anchorCtr="0">
              <a:spAutoFit/>
            </a:bodyPr>
            <a:p>
              <a:pPr indent="0" algn="ctr">
                <a:spcBef>
                  <a:spcPct val="50000"/>
                </a:spcBef>
                <a:buNone/>
              </a:pPr>
              <a:r>
                <a:rPr lang="en-US" altLang="zh-CN" sz="2400" dirty="0">
                  <a:solidFill>
                    <a:srgbClr val="0000FF"/>
                  </a:solidFill>
                  <a:latin typeface="Times New Roman" panose="02020603050405020304" pitchFamily="18" charset="0"/>
                  <a:ea typeface="黑体" panose="02010609060101010101" pitchFamily="49" charset="-122"/>
                </a:rPr>
                <a:t>1</a:t>
              </a:r>
              <a:endParaRPr lang="en-US" altLang="zh-CN" sz="4400" dirty="0">
                <a:solidFill>
                  <a:srgbClr val="0000FF"/>
                </a:solidFill>
                <a:latin typeface="Times New Roman" panose="02020603050405020304" pitchFamily="18" charset="0"/>
                <a:ea typeface="黑体" panose="02010609060101010101" pitchFamily="49" charset="-122"/>
              </a:endParaRPr>
            </a:p>
          </p:txBody>
        </p:sp>
        <p:sp>
          <p:nvSpPr>
            <p:cNvPr id="61461" name="Rectangle 17"/>
            <p:cNvSpPr/>
            <p:nvPr/>
          </p:nvSpPr>
          <p:spPr>
            <a:xfrm>
              <a:off x="5120" y="1161"/>
              <a:ext cx="177" cy="213"/>
            </a:xfrm>
            <a:prstGeom prst="rect">
              <a:avLst/>
            </a:prstGeom>
            <a:noFill/>
            <a:ln w="9525">
              <a:noFill/>
            </a:ln>
          </p:spPr>
          <p:txBody>
            <a:bodyPr wrap="none" anchor="ctr" anchorCtr="0">
              <a:spAutoFit/>
            </a:bodyPr>
            <a:p>
              <a:pPr indent="0" algn="ctr">
                <a:buNone/>
              </a:pPr>
              <a:r>
                <a:rPr lang="en-US" altLang="zh-CN" sz="2400" dirty="0">
                  <a:solidFill>
                    <a:srgbClr val="0000FF"/>
                  </a:solidFill>
                  <a:latin typeface="Times New Roman" panose="02020603050405020304" pitchFamily="18" charset="0"/>
                  <a:ea typeface="黑体" panose="02010609060101010101" pitchFamily="49" charset="-122"/>
                </a:rPr>
                <a:t>2</a:t>
              </a:r>
              <a:endParaRPr lang="en-US" altLang="zh-CN" sz="2400" dirty="0">
                <a:solidFill>
                  <a:srgbClr val="0000FF"/>
                </a:solidFill>
                <a:latin typeface="Times New Roman" panose="02020603050405020304" pitchFamily="18" charset="0"/>
                <a:ea typeface="黑体" panose="02010609060101010101" pitchFamily="49" charset="-122"/>
              </a:endParaRPr>
            </a:p>
          </p:txBody>
        </p:sp>
        <p:grpSp>
          <p:nvGrpSpPr>
            <p:cNvPr id="61462" name="Group 18"/>
            <p:cNvGrpSpPr/>
            <p:nvPr/>
          </p:nvGrpSpPr>
          <p:grpSpPr>
            <a:xfrm>
              <a:off x="4968" y="1059"/>
              <a:ext cx="90" cy="195"/>
              <a:chOff x="3570" y="1437"/>
              <a:chExt cx="90" cy="195"/>
            </a:xfrm>
          </p:grpSpPr>
          <p:sp>
            <p:nvSpPr>
              <p:cNvPr id="103443" name="Oval 19"/>
              <p:cNvSpPr>
                <a:spLocks noChangeArrowheads="1"/>
              </p:cNvSpPr>
              <p:nvPr/>
            </p:nvSpPr>
            <p:spPr bwMode="auto">
              <a:xfrm>
                <a:off x="3576" y="1494"/>
                <a:ext cx="84" cy="84"/>
              </a:xfrm>
              <a:prstGeom prst="ellipse">
                <a:avLst/>
              </a:prstGeom>
              <a:gradFill rotWithShape="0">
                <a:gsLst>
                  <a:gs pos="0">
                    <a:schemeClr val="accent1"/>
                  </a:gs>
                  <a:gs pos="100000">
                    <a:schemeClr val="accent1">
                      <a:gamma/>
                      <a:shade val="46275"/>
                      <a:invGamma/>
                    </a:schemeClr>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en-US" sz="2000" b="0" i="0" u="none" strike="noStrike" kern="1200" cap="none" spc="0" normalizeH="0" baseline="0" noProof="0">
                  <a:ln>
                    <a:noFill/>
                  </a:ln>
                  <a:solidFill>
                    <a:srgbClr val="000099"/>
                  </a:solidFill>
                  <a:effectLst/>
                  <a:uLnTx/>
                  <a:uFillTx/>
                  <a:latin typeface="Times New Roman" panose="02020603050405020304" pitchFamily="18" charset="0"/>
                  <a:ea typeface="华文中宋" panose="02010600040101010101" pitchFamily="2" charset="-122"/>
                  <a:cs typeface="+mn-cs"/>
                </a:endParaRPr>
              </a:p>
            </p:txBody>
          </p:sp>
          <p:sp>
            <p:nvSpPr>
              <p:cNvPr id="61478" name="Line 20"/>
              <p:cNvSpPr/>
              <p:nvPr/>
            </p:nvSpPr>
            <p:spPr>
              <a:xfrm rot="2880767" flipV="1">
                <a:off x="3576" y="1464"/>
                <a:ext cx="108" cy="54"/>
              </a:xfrm>
              <a:prstGeom prst="line">
                <a:avLst/>
              </a:prstGeom>
              <a:ln w="19050" cap="flat" cmpd="sng">
                <a:solidFill>
                  <a:srgbClr val="000000"/>
                </a:solidFill>
                <a:prstDash val="solid"/>
                <a:headEnd type="none" w="med" len="med"/>
                <a:tailEnd type="none" w="med" len="med"/>
              </a:ln>
            </p:spPr>
          </p:sp>
          <p:sp>
            <p:nvSpPr>
              <p:cNvPr id="61479" name="Line 21"/>
              <p:cNvSpPr/>
              <p:nvPr/>
            </p:nvSpPr>
            <p:spPr>
              <a:xfrm rot="2952939" flipV="1">
                <a:off x="3540" y="1554"/>
                <a:ext cx="108" cy="48"/>
              </a:xfrm>
              <a:prstGeom prst="line">
                <a:avLst/>
              </a:prstGeom>
              <a:ln w="19050" cap="flat" cmpd="sng">
                <a:solidFill>
                  <a:srgbClr val="000000"/>
                </a:solidFill>
                <a:prstDash val="solid"/>
                <a:headEnd type="none" w="med" len="med"/>
                <a:tailEnd type="none" w="med" len="med"/>
              </a:ln>
            </p:spPr>
          </p:sp>
        </p:grpSp>
        <p:grpSp>
          <p:nvGrpSpPr>
            <p:cNvPr id="61463" name="Group 22"/>
            <p:cNvGrpSpPr/>
            <p:nvPr/>
          </p:nvGrpSpPr>
          <p:grpSpPr>
            <a:xfrm>
              <a:off x="3060" y="1080"/>
              <a:ext cx="156" cy="144"/>
              <a:chOff x="3534" y="1464"/>
              <a:chExt cx="156" cy="144"/>
            </a:xfrm>
          </p:grpSpPr>
          <p:sp>
            <p:nvSpPr>
              <p:cNvPr id="103447" name="Oval 23"/>
              <p:cNvSpPr>
                <a:spLocks noChangeArrowheads="1"/>
              </p:cNvSpPr>
              <p:nvPr/>
            </p:nvSpPr>
            <p:spPr bwMode="auto">
              <a:xfrm>
                <a:off x="3576" y="1494"/>
                <a:ext cx="84" cy="85"/>
              </a:xfrm>
              <a:prstGeom prst="ellipse">
                <a:avLst/>
              </a:prstGeom>
              <a:gradFill rotWithShape="0">
                <a:gsLst>
                  <a:gs pos="0">
                    <a:schemeClr val="accent1"/>
                  </a:gs>
                  <a:gs pos="100000">
                    <a:schemeClr val="accent1">
                      <a:gamma/>
                      <a:shade val="46275"/>
                      <a:invGamma/>
                    </a:schemeClr>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en-US" sz="2000" b="0" i="0" u="none" strike="noStrike" kern="1200" cap="none" spc="0" normalizeH="0" baseline="0" noProof="0">
                  <a:ln>
                    <a:noFill/>
                  </a:ln>
                  <a:solidFill>
                    <a:srgbClr val="000099"/>
                  </a:solidFill>
                  <a:effectLst/>
                  <a:uLnTx/>
                  <a:uFillTx/>
                  <a:latin typeface="Times New Roman" panose="02020603050405020304" pitchFamily="18" charset="0"/>
                  <a:ea typeface="华文中宋" panose="02010600040101010101" pitchFamily="2" charset="-122"/>
                  <a:cs typeface="+mn-cs"/>
                </a:endParaRPr>
              </a:p>
            </p:txBody>
          </p:sp>
          <p:sp>
            <p:nvSpPr>
              <p:cNvPr id="61475" name="Line 24"/>
              <p:cNvSpPr/>
              <p:nvPr/>
            </p:nvSpPr>
            <p:spPr>
              <a:xfrm flipV="1">
                <a:off x="3534" y="1464"/>
                <a:ext cx="108" cy="54"/>
              </a:xfrm>
              <a:prstGeom prst="line">
                <a:avLst/>
              </a:prstGeom>
              <a:ln w="19050" cap="flat" cmpd="sng">
                <a:solidFill>
                  <a:srgbClr val="000000"/>
                </a:solidFill>
                <a:prstDash val="solid"/>
                <a:headEnd type="none" w="med" len="med"/>
                <a:tailEnd type="none" w="med" len="med"/>
              </a:ln>
            </p:spPr>
          </p:sp>
          <p:sp>
            <p:nvSpPr>
              <p:cNvPr id="61476" name="Line 25"/>
              <p:cNvSpPr/>
              <p:nvPr/>
            </p:nvSpPr>
            <p:spPr>
              <a:xfrm flipV="1">
                <a:off x="3582" y="1560"/>
                <a:ext cx="108" cy="48"/>
              </a:xfrm>
              <a:prstGeom prst="line">
                <a:avLst/>
              </a:prstGeom>
              <a:ln w="19050" cap="flat" cmpd="sng">
                <a:solidFill>
                  <a:srgbClr val="000000"/>
                </a:solidFill>
                <a:prstDash val="solid"/>
                <a:headEnd type="none" w="med" len="med"/>
                <a:tailEnd type="none" w="med" len="med"/>
              </a:ln>
            </p:spPr>
          </p:sp>
        </p:grpSp>
        <p:grpSp>
          <p:nvGrpSpPr>
            <p:cNvPr id="61464" name="Group 26"/>
            <p:cNvGrpSpPr/>
            <p:nvPr/>
          </p:nvGrpSpPr>
          <p:grpSpPr>
            <a:xfrm>
              <a:off x="3096" y="1257"/>
              <a:ext cx="90" cy="195"/>
              <a:chOff x="3570" y="1437"/>
              <a:chExt cx="90" cy="195"/>
            </a:xfrm>
          </p:grpSpPr>
          <p:sp>
            <p:nvSpPr>
              <p:cNvPr id="103451" name="Oval 27"/>
              <p:cNvSpPr>
                <a:spLocks noChangeArrowheads="1"/>
              </p:cNvSpPr>
              <p:nvPr/>
            </p:nvSpPr>
            <p:spPr bwMode="auto">
              <a:xfrm>
                <a:off x="3576" y="1494"/>
                <a:ext cx="84" cy="84"/>
              </a:xfrm>
              <a:prstGeom prst="ellipse">
                <a:avLst/>
              </a:prstGeom>
              <a:gradFill rotWithShape="0">
                <a:gsLst>
                  <a:gs pos="0">
                    <a:schemeClr val="accent1"/>
                  </a:gs>
                  <a:gs pos="100000">
                    <a:schemeClr val="accent1">
                      <a:gamma/>
                      <a:shade val="46275"/>
                      <a:invGamma/>
                    </a:schemeClr>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en-US" sz="2000" b="0" i="0" u="none" strike="noStrike" kern="1200" cap="none" spc="0" normalizeH="0" baseline="0" noProof="0">
                  <a:ln>
                    <a:noFill/>
                  </a:ln>
                  <a:solidFill>
                    <a:srgbClr val="000099"/>
                  </a:solidFill>
                  <a:effectLst/>
                  <a:uLnTx/>
                  <a:uFillTx/>
                  <a:latin typeface="Times New Roman" panose="02020603050405020304" pitchFamily="18" charset="0"/>
                  <a:ea typeface="华文中宋" panose="02010600040101010101" pitchFamily="2" charset="-122"/>
                  <a:cs typeface="+mn-cs"/>
                </a:endParaRPr>
              </a:p>
            </p:txBody>
          </p:sp>
          <p:sp>
            <p:nvSpPr>
              <p:cNvPr id="61472" name="Line 28"/>
              <p:cNvSpPr/>
              <p:nvPr/>
            </p:nvSpPr>
            <p:spPr>
              <a:xfrm rot="2880767" flipV="1">
                <a:off x="3576" y="1464"/>
                <a:ext cx="108" cy="54"/>
              </a:xfrm>
              <a:prstGeom prst="line">
                <a:avLst/>
              </a:prstGeom>
              <a:ln w="19050" cap="flat" cmpd="sng">
                <a:solidFill>
                  <a:srgbClr val="000000"/>
                </a:solidFill>
                <a:prstDash val="solid"/>
                <a:headEnd type="none" w="med" len="med"/>
                <a:tailEnd type="none" w="med" len="med"/>
              </a:ln>
            </p:spPr>
          </p:sp>
          <p:sp>
            <p:nvSpPr>
              <p:cNvPr id="61473" name="Line 29"/>
              <p:cNvSpPr/>
              <p:nvPr/>
            </p:nvSpPr>
            <p:spPr>
              <a:xfrm rot="2952939" flipV="1">
                <a:off x="3540" y="1554"/>
                <a:ext cx="108" cy="48"/>
              </a:xfrm>
              <a:prstGeom prst="line">
                <a:avLst/>
              </a:prstGeom>
              <a:ln w="19050" cap="flat" cmpd="sng">
                <a:solidFill>
                  <a:srgbClr val="000000"/>
                </a:solidFill>
                <a:prstDash val="solid"/>
                <a:headEnd type="none" w="med" len="med"/>
                <a:tailEnd type="none" w="med" len="med"/>
              </a:ln>
            </p:spPr>
          </p:sp>
        </p:grpSp>
        <p:grpSp>
          <p:nvGrpSpPr>
            <p:cNvPr id="61465" name="Group 30"/>
            <p:cNvGrpSpPr/>
            <p:nvPr/>
          </p:nvGrpSpPr>
          <p:grpSpPr>
            <a:xfrm>
              <a:off x="4926" y="1278"/>
              <a:ext cx="156" cy="144"/>
              <a:chOff x="3534" y="1464"/>
              <a:chExt cx="156" cy="144"/>
            </a:xfrm>
          </p:grpSpPr>
          <p:sp>
            <p:nvSpPr>
              <p:cNvPr id="103455" name="Oval 31"/>
              <p:cNvSpPr>
                <a:spLocks noChangeArrowheads="1"/>
              </p:cNvSpPr>
              <p:nvPr/>
            </p:nvSpPr>
            <p:spPr bwMode="auto">
              <a:xfrm>
                <a:off x="3576" y="1494"/>
                <a:ext cx="84" cy="85"/>
              </a:xfrm>
              <a:prstGeom prst="ellipse">
                <a:avLst/>
              </a:prstGeom>
              <a:gradFill rotWithShape="0">
                <a:gsLst>
                  <a:gs pos="0">
                    <a:schemeClr val="accent1"/>
                  </a:gs>
                  <a:gs pos="100000">
                    <a:schemeClr val="accent1">
                      <a:gamma/>
                      <a:shade val="46275"/>
                      <a:invGamma/>
                    </a:schemeClr>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en-US" sz="2000" b="0" i="0" u="none" strike="noStrike" kern="1200" cap="none" spc="0" normalizeH="0" baseline="0" noProof="0">
                  <a:ln>
                    <a:noFill/>
                  </a:ln>
                  <a:solidFill>
                    <a:srgbClr val="000099"/>
                  </a:solidFill>
                  <a:effectLst/>
                  <a:uLnTx/>
                  <a:uFillTx/>
                  <a:latin typeface="Times New Roman" panose="02020603050405020304" pitchFamily="18" charset="0"/>
                  <a:ea typeface="华文中宋" panose="02010600040101010101" pitchFamily="2" charset="-122"/>
                  <a:cs typeface="+mn-cs"/>
                </a:endParaRPr>
              </a:p>
            </p:txBody>
          </p:sp>
          <p:sp>
            <p:nvSpPr>
              <p:cNvPr id="61469" name="Line 32"/>
              <p:cNvSpPr/>
              <p:nvPr/>
            </p:nvSpPr>
            <p:spPr>
              <a:xfrm flipV="1">
                <a:off x="3534" y="1464"/>
                <a:ext cx="108" cy="54"/>
              </a:xfrm>
              <a:prstGeom prst="line">
                <a:avLst/>
              </a:prstGeom>
              <a:ln w="19050" cap="flat" cmpd="sng">
                <a:solidFill>
                  <a:srgbClr val="000000"/>
                </a:solidFill>
                <a:prstDash val="solid"/>
                <a:headEnd type="none" w="med" len="med"/>
                <a:tailEnd type="none" w="med" len="med"/>
              </a:ln>
            </p:spPr>
          </p:sp>
          <p:sp>
            <p:nvSpPr>
              <p:cNvPr id="61470" name="Line 33"/>
              <p:cNvSpPr/>
              <p:nvPr/>
            </p:nvSpPr>
            <p:spPr>
              <a:xfrm flipV="1">
                <a:off x="3582" y="1560"/>
                <a:ext cx="108" cy="48"/>
              </a:xfrm>
              <a:prstGeom prst="line">
                <a:avLst/>
              </a:prstGeom>
              <a:ln w="19050" cap="flat" cmpd="sng">
                <a:solidFill>
                  <a:srgbClr val="000000"/>
                </a:solidFill>
                <a:prstDash val="solid"/>
                <a:headEnd type="none" w="med" len="med"/>
                <a:tailEnd type="none" w="med" len="med"/>
              </a:ln>
            </p:spPr>
          </p:sp>
        </p:grpSp>
        <p:sp>
          <p:nvSpPr>
            <p:cNvPr id="61466" name="AutoShape 34"/>
            <p:cNvSpPr/>
            <p:nvPr/>
          </p:nvSpPr>
          <p:spPr>
            <a:xfrm>
              <a:off x="4993" y="1412"/>
              <a:ext cx="47" cy="246"/>
            </a:xfrm>
            <a:prstGeom prst="upArrow">
              <a:avLst>
                <a:gd name="adj1" fmla="val 50000"/>
                <a:gd name="adj2" fmla="val 130851"/>
              </a:avLst>
            </a:prstGeom>
            <a:solidFill>
              <a:srgbClr val="FF0000"/>
            </a:solidFill>
            <a:ln w="9525" cap="flat" cmpd="sng">
              <a:solidFill>
                <a:srgbClr val="FF0000"/>
              </a:solidFill>
              <a:prstDash val="solid"/>
              <a:miter/>
              <a:headEnd type="none" w="med" len="med"/>
              <a:tailEnd type="none" w="med" len="med"/>
            </a:ln>
          </p:spPr>
          <p:txBody>
            <a:bodyPr wrap="none" anchor="ctr" anchorCtr="0"/>
            <a:p>
              <a:endParaRPr lang="zh-CN" altLang="en-US" dirty="0">
                <a:latin typeface="Times New Roman" panose="02020603050405020304" pitchFamily="18" charset="0"/>
              </a:endParaRPr>
            </a:p>
          </p:txBody>
        </p:sp>
        <p:sp>
          <p:nvSpPr>
            <p:cNvPr id="61467" name="AutoShape 35"/>
            <p:cNvSpPr/>
            <p:nvPr/>
          </p:nvSpPr>
          <p:spPr>
            <a:xfrm>
              <a:off x="3115" y="1424"/>
              <a:ext cx="47" cy="246"/>
            </a:xfrm>
            <a:prstGeom prst="upArrow">
              <a:avLst>
                <a:gd name="adj1" fmla="val 50000"/>
                <a:gd name="adj2" fmla="val 130851"/>
              </a:avLst>
            </a:prstGeom>
            <a:solidFill>
              <a:srgbClr val="FF0000"/>
            </a:solidFill>
            <a:ln w="9525" cap="flat" cmpd="sng">
              <a:solidFill>
                <a:srgbClr val="FF0000"/>
              </a:solidFill>
              <a:prstDash val="solid"/>
              <a:miter/>
              <a:headEnd type="none" w="med" len="med"/>
              <a:tailEnd type="none" w="med" len="med"/>
            </a:ln>
          </p:spPr>
          <p:txBody>
            <a:bodyPr wrap="none" anchor="ctr" anchorCtr="0"/>
            <a:p>
              <a:endParaRPr lang="zh-CN" altLang="en-US" dirty="0">
                <a:latin typeface="Times New Roman" panose="02020603050405020304" pitchFamily="18" charset="0"/>
              </a:endParaRPr>
            </a:p>
          </p:txBody>
        </p:sp>
      </p:grpSp>
      <p:pic>
        <p:nvPicPr>
          <p:cNvPr id="37" name="Picture 148" descr="back1">
            <a:hlinkClick r:id="" action="ppaction://hlinkshowjump?jump=previousslide"/>
          </p:cNvPr>
          <p:cNvPicPr>
            <a:picLocks noChangeAspect="1"/>
          </p:cNvPicPr>
          <p:nvPr/>
        </p:nvPicPr>
        <p:blipFill>
          <a:blip r:embed="rId1"/>
          <a:stretch>
            <a:fillRect/>
          </a:stretch>
        </p:blipFill>
        <p:spPr>
          <a:xfrm>
            <a:off x="8324850" y="6551613"/>
            <a:ext cx="306388" cy="306387"/>
          </a:xfrm>
          <a:prstGeom prst="rect">
            <a:avLst/>
          </a:prstGeom>
          <a:noFill/>
          <a:ln w="9525">
            <a:noFill/>
          </a:ln>
        </p:spPr>
      </p:pic>
      <p:pic>
        <p:nvPicPr>
          <p:cNvPr id="38" name="Picture 149" descr="NEXT1">
            <a:hlinkClick r:id="" action="ppaction://hlinkshowjump?jump=nextslide"/>
          </p:cNvPr>
          <p:cNvPicPr>
            <a:picLocks noChangeAspect="1"/>
          </p:cNvPicPr>
          <p:nvPr/>
        </p:nvPicPr>
        <p:blipFill>
          <a:blip r:embed="rId2"/>
          <a:stretch>
            <a:fillRect/>
          </a:stretch>
        </p:blipFill>
        <p:spPr>
          <a:xfrm>
            <a:off x="8745538" y="6551613"/>
            <a:ext cx="306387" cy="306387"/>
          </a:xfrm>
          <a:prstGeom prst="rect">
            <a:avLst/>
          </a:prstGeom>
          <a:noFill/>
          <a:ln w="9525">
            <a:noFill/>
          </a:ln>
        </p:spPr>
      </p:pic>
      <p:pic>
        <p:nvPicPr>
          <p:cNvPr id="39" name="Picture 150" descr="rewind1">
            <a:hlinkClick r:id="" action="ppaction://hlinkshowjump?jump=firstslide"/>
          </p:cNvPr>
          <p:cNvPicPr>
            <a:picLocks noChangeAspect="1"/>
          </p:cNvPicPr>
          <p:nvPr/>
        </p:nvPicPr>
        <p:blipFill>
          <a:blip r:embed="rId3"/>
          <a:stretch>
            <a:fillRect/>
          </a:stretch>
        </p:blipFill>
        <p:spPr>
          <a:xfrm>
            <a:off x="7875588" y="6551613"/>
            <a:ext cx="306387" cy="306387"/>
          </a:xfrm>
          <a:prstGeom prst="rect">
            <a:avLst/>
          </a:prstGeom>
          <a:noFill/>
          <a:ln w="9525">
            <a:noFill/>
          </a:ln>
        </p:spPr>
      </p:pic>
      <p:sp>
        <p:nvSpPr>
          <p:cNvPr id="4132" name="直接连接符 6"/>
          <p:cNvSpPr>
            <a:spLocks noChangeShapeType="1"/>
          </p:cNvSpPr>
          <p:nvPr/>
        </p:nvSpPr>
        <p:spPr bwMode="auto">
          <a:xfrm>
            <a:off x="0" y="685662"/>
            <a:ext cx="9144000" cy="0"/>
          </a:xfrm>
          <a:prstGeom prst="line">
            <a:avLst/>
          </a:prstGeom>
          <a:noFill/>
          <a:ln w="28575">
            <a:solidFill>
              <a:srgbClr val="CC3300"/>
            </a:solidFill>
            <a:miter lim="800000"/>
          </a:ln>
          <a:extLst>
            <a:ext uri="{909E8E84-426E-40DD-AFC4-6F175D3DCCD1}">
              <a14:hiddenFill xmlns:a14="http://schemas.microsoft.com/office/drawing/2010/main">
                <a:noFill/>
              </a14:hiddenFill>
            </a:ext>
          </a:extLst>
        </p:spPr>
        <p:txBody>
          <a:bodyPr/>
          <a:lstStyle/>
          <a:p>
            <a:endParaRPr lang="zh-CN" altLang="en-US"/>
          </a:p>
        </p:txBody>
      </p:sp>
      <p:sp>
        <p:nvSpPr>
          <p:cNvPr id="14339" name="Rectangle 34"/>
          <p:cNvSpPr>
            <a:spLocks noChangeArrowheads="1"/>
          </p:cNvSpPr>
          <p:nvPr/>
        </p:nvSpPr>
        <p:spPr bwMode="auto">
          <a:xfrm>
            <a:off x="3687417" y="228600"/>
            <a:ext cx="4846983" cy="533400"/>
          </a:xfrm>
          <a:prstGeom prst="rect">
            <a:avLst/>
          </a:prstGeom>
          <a:noFill/>
          <a:ln>
            <a:noFill/>
          </a:ln>
          <a:effectLst/>
          <a:extLst>
            <a:ext uri="{909E8E84-426E-40DD-AFC4-6F175D3DCCD1}">
              <a14:hiddenFill xmlns:a14="http://schemas.microsoft.com/office/drawing/2010/main">
                <a:gradFill rotWithShape="0">
                  <a:gsLst>
                    <a:gs pos="0">
                      <a:srgbClr val="E5DCB5"/>
                    </a:gs>
                    <a:gs pos="100000">
                      <a:srgbClr val="FDFBF1"/>
                    </a:gs>
                  </a:gsLst>
                  <a:lin ang="0" scaled="1"/>
                </a:gradFill>
              </a14:hiddenFill>
            </a:ext>
            <a:ext uri="{91240B29-F687-4F45-9708-019B960494DF}">
              <a14:hiddenLine xmlns:a14="http://schemas.microsoft.com/office/drawing/2010/main" w="9525">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tIns="36000" bIns="72000" anchor="ctr" anchorCtr="1"/>
          <a:lstStyle>
            <a:lvl1pPr>
              <a:lnSpc>
                <a:spcPct val="120000"/>
              </a:lnSpc>
              <a:buChar char="•"/>
              <a:defRPr kumimoji="1" sz="2000">
                <a:solidFill>
                  <a:srgbClr val="000099"/>
                </a:solidFill>
                <a:latin typeface="Times New Roman" panose="02020603050405020304" pitchFamily="18" charset="0"/>
                <a:ea typeface="华文中宋" panose="02010600040101010101" pitchFamily="2" charset="-122"/>
              </a:defRPr>
            </a:lvl1pPr>
            <a:lvl2pPr marL="742950" indent="-285750">
              <a:lnSpc>
                <a:spcPct val="120000"/>
              </a:lnSpc>
              <a:buChar char="•"/>
              <a:defRPr kumimoji="1" sz="2000">
                <a:solidFill>
                  <a:srgbClr val="000099"/>
                </a:solidFill>
                <a:latin typeface="Times New Roman" panose="02020603050405020304" pitchFamily="18" charset="0"/>
                <a:ea typeface="华文中宋" panose="02010600040101010101" pitchFamily="2" charset="-122"/>
              </a:defRPr>
            </a:lvl2pPr>
            <a:lvl3pPr marL="1143000" indent="-228600">
              <a:lnSpc>
                <a:spcPct val="120000"/>
              </a:lnSpc>
              <a:buChar char="•"/>
              <a:defRPr kumimoji="1" sz="2000">
                <a:solidFill>
                  <a:srgbClr val="000099"/>
                </a:solidFill>
                <a:latin typeface="Times New Roman" panose="02020603050405020304" pitchFamily="18" charset="0"/>
                <a:ea typeface="华文中宋" panose="02010600040101010101" pitchFamily="2" charset="-122"/>
              </a:defRPr>
            </a:lvl3pPr>
            <a:lvl4pPr marL="1600200" indent="-228600">
              <a:lnSpc>
                <a:spcPct val="120000"/>
              </a:lnSpc>
              <a:buChar char="•"/>
              <a:defRPr kumimoji="1" sz="2000">
                <a:solidFill>
                  <a:srgbClr val="000099"/>
                </a:solidFill>
                <a:latin typeface="Times New Roman" panose="02020603050405020304" pitchFamily="18" charset="0"/>
                <a:ea typeface="华文中宋" panose="02010600040101010101" pitchFamily="2" charset="-122"/>
              </a:defRPr>
            </a:lvl4pPr>
            <a:lvl5pPr marL="2057400" indent="-228600">
              <a:lnSpc>
                <a:spcPct val="120000"/>
              </a:lnSpc>
              <a:buChar char="•"/>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lnSpc>
                <a:spcPct val="100000"/>
              </a:lnSpc>
              <a:buFontTx/>
              <a:buNone/>
            </a:pPr>
            <a:r>
              <a:rPr lang="en-US" altLang="zh-CN" sz="3000" dirty="0" smtClean="0">
                <a:solidFill>
                  <a:srgbClr val="CC3300"/>
                </a:solidFill>
                <a:latin typeface="黑体" panose="02010609060101010101" pitchFamily="49" charset="-122"/>
                <a:ea typeface="黑体" panose="02010609060101010101" pitchFamily="49" charset="-122"/>
              </a:rPr>
              <a:t>3.6-5 </a:t>
            </a:r>
            <a:r>
              <a:rPr lang="zh-CN" altLang="en-US" sz="3000" dirty="0" smtClean="0">
                <a:solidFill>
                  <a:srgbClr val="CC3300"/>
                </a:solidFill>
                <a:latin typeface="黑体" panose="02010609060101010101" pitchFamily="49" charset="-122"/>
                <a:ea typeface="黑体" panose="02010609060101010101" pitchFamily="49" charset="-122"/>
              </a:rPr>
              <a:t>滚动轴承的寿命计算</a:t>
            </a:r>
            <a:endParaRPr lang="en-US" altLang="zh-CN" sz="3000" dirty="0">
              <a:solidFill>
                <a:srgbClr val="CC3300"/>
              </a:solidFill>
              <a:latin typeface="黑体" panose="02010609060101010101" pitchFamily="49" charset="-122"/>
              <a:ea typeface="黑体" panose="02010609060101010101" pitchFamily="49" charset="-122"/>
            </a:endParaRPr>
          </a:p>
        </p:txBody>
      </p:sp>
      <p:sp>
        <p:nvSpPr>
          <p:cNvPr id="2" name="文本框 1"/>
          <p:cNvSpPr txBox="1"/>
          <p:nvPr/>
        </p:nvSpPr>
        <p:spPr>
          <a:xfrm>
            <a:off x="5775325" y="3884930"/>
            <a:ext cx="2634615" cy="534035"/>
          </a:xfrm>
          <a:prstGeom prst="rect">
            <a:avLst/>
          </a:prstGeom>
          <a:noFill/>
        </p:spPr>
        <p:txBody>
          <a:bodyPr wrap="square" rtlCol="0">
            <a:spAutoFit/>
          </a:bodyPr>
          <a:p>
            <a:pPr indent="0">
              <a:buNone/>
            </a:pPr>
            <a:r>
              <a:rPr lang="zh-CN" altLang="en-US" sz="2400">
                <a:solidFill>
                  <a:srgbClr val="C00000"/>
                </a:solidFill>
                <a:latin typeface="黑体" panose="02010609060101010101" pitchFamily="49" charset="-122"/>
                <a:ea typeface="黑体" panose="02010609060101010101" pitchFamily="49" charset="-122"/>
              </a:rPr>
              <a:t>正装</a:t>
            </a:r>
            <a:endParaRPr lang="zh-CN" altLang="en-US" sz="2400">
              <a:solidFill>
                <a:srgbClr val="C00000"/>
              </a:solidFill>
              <a:latin typeface="黑体" panose="02010609060101010101" pitchFamily="49" charset="-122"/>
              <a:ea typeface="黑体" panose="02010609060101010101" pitchFamily="49" charset="-122"/>
            </a:endParaRPr>
          </a:p>
        </p:txBody>
      </p:sp>
    </p:spTree>
  </p:cSld>
  <p:clrMapOvr>
    <a:masterClrMapping/>
  </p:clrMapOvr>
  <p:transition>
    <p:wipe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8" presetClass="entr" presetSubtype="6" fill="hold" grpId="0" nodeType="clickEffect">
                                  <p:stCondLst>
                                    <p:cond delay="0"/>
                                  </p:stCondLst>
                                  <p:childTnLst>
                                    <p:set>
                                      <p:cBhvr>
                                        <p:cTn id="11" dur="1" fill="hold">
                                          <p:stCondLst>
                                            <p:cond delay="0"/>
                                          </p:stCondLst>
                                        </p:cTn>
                                        <p:tgtEl>
                                          <p:spTgt spid="103428">
                                            <p:txEl>
                                              <p:charRg st="4294967295" end="4294967295"/>
                                            </p:txEl>
                                          </p:spTgt>
                                        </p:tgtEl>
                                        <p:attrNameLst>
                                          <p:attrName>style.visibility</p:attrName>
                                        </p:attrNameLst>
                                      </p:cBhvr>
                                      <p:to>
                                        <p:strVal val="visible"/>
                                      </p:to>
                                    </p:set>
                                    <p:animEffect transition="in" filter="strips(downRight)">
                                      <p:cBhvr>
                                        <p:cTn id="12" dur="500"/>
                                        <p:tgtEl>
                                          <p:spTgt spid="103428">
                                            <p:txEl>
                                              <p:charRg st="4294967295" end="4294967295"/>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8" presetClass="entr" presetSubtype="6" fill="hold" grpId="0" nodeType="clickEffect">
                                  <p:stCondLst>
                                    <p:cond delay="0"/>
                                  </p:stCondLst>
                                  <p:childTnLst>
                                    <p:set>
                                      <p:cBhvr>
                                        <p:cTn id="16" dur="1" fill="hold">
                                          <p:stCondLst>
                                            <p:cond delay="0"/>
                                          </p:stCondLst>
                                        </p:cTn>
                                        <p:tgtEl>
                                          <p:spTgt spid="103428">
                                            <p:txEl>
                                              <p:charRg st="0" end="25"/>
                                            </p:txEl>
                                          </p:spTgt>
                                        </p:tgtEl>
                                        <p:attrNameLst>
                                          <p:attrName>style.visibility</p:attrName>
                                        </p:attrNameLst>
                                      </p:cBhvr>
                                      <p:to>
                                        <p:strVal val="visible"/>
                                      </p:to>
                                    </p:set>
                                    <p:animEffect transition="in" filter="strips(downRight)">
                                      <p:cBhvr>
                                        <p:cTn id="17" dur="500"/>
                                        <p:tgtEl>
                                          <p:spTgt spid="103428">
                                            <p:txEl>
                                              <p:charRg st="0" end="25"/>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8" presetClass="entr" presetSubtype="6" fill="hold" grpId="0" nodeType="clickEffect">
                                  <p:stCondLst>
                                    <p:cond delay="0"/>
                                  </p:stCondLst>
                                  <p:childTnLst>
                                    <p:set>
                                      <p:cBhvr>
                                        <p:cTn id="21" dur="1" fill="hold">
                                          <p:stCondLst>
                                            <p:cond delay="0"/>
                                          </p:stCondLst>
                                        </p:cTn>
                                        <p:tgtEl>
                                          <p:spTgt spid="103428">
                                            <p:txEl>
                                              <p:charRg st="25" end="63"/>
                                            </p:txEl>
                                          </p:spTgt>
                                        </p:tgtEl>
                                        <p:attrNameLst>
                                          <p:attrName>style.visibility</p:attrName>
                                        </p:attrNameLst>
                                      </p:cBhvr>
                                      <p:to>
                                        <p:strVal val="visible"/>
                                      </p:to>
                                    </p:set>
                                    <p:animEffect transition="in" filter="strips(downRight)">
                                      <p:cBhvr>
                                        <p:cTn id="22" dur="500"/>
                                        <p:tgtEl>
                                          <p:spTgt spid="103428">
                                            <p:txEl>
                                              <p:charRg st="25" end="6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8" presetClass="entr" presetSubtype="6" fill="hold" grpId="0" nodeType="clickEffect">
                                  <p:stCondLst>
                                    <p:cond delay="0"/>
                                  </p:stCondLst>
                                  <p:childTnLst>
                                    <p:set>
                                      <p:cBhvr>
                                        <p:cTn id="26" dur="1" fill="hold">
                                          <p:stCondLst>
                                            <p:cond delay="0"/>
                                          </p:stCondLst>
                                        </p:cTn>
                                        <p:tgtEl>
                                          <p:spTgt spid="103428">
                                            <p:txEl>
                                              <p:charRg st="63" end="104"/>
                                            </p:txEl>
                                          </p:spTgt>
                                        </p:tgtEl>
                                        <p:attrNameLst>
                                          <p:attrName>style.visibility</p:attrName>
                                        </p:attrNameLst>
                                      </p:cBhvr>
                                      <p:to>
                                        <p:strVal val="visible"/>
                                      </p:to>
                                    </p:set>
                                    <p:animEffect transition="in" filter="strips(downRight)">
                                      <p:cBhvr>
                                        <p:cTn id="27" dur="500"/>
                                        <p:tgtEl>
                                          <p:spTgt spid="103428">
                                            <p:txEl>
                                              <p:charRg st="63" end="104"/>
                                            </p:txEl>
                                          </p:spTgt>
                                        </p:tgtEl>
                                      </p:cBhvr>
                                    </p:animEffect>
                                  </p:childTnLst>
                                </p:cTn>
                              </p:par>
                            </p:childTnLst>
                          </p:cTn>
                        </p:par>
                        <p:par>
                          <p:cTn id="28" fill="hold">
                            <p:stCondLst>
                              <p:cond delay="500"/>
                            </p:stCondLst>
                            <p:childTnLst>
                              <p:par>
                                <p:cTn id="29" presetID="1" presetClass="entr" presetSubtype="0" fill="hold" nodeType="afterEffect">
                                  <p:stCondLst>
                                    <p:cond delay="0"/>
                                  </p:stCondLst>
                                  <p:childTnLst>
                                    <p:set>
                                      <p:cBhvr>
                                        <p:cTn id="30" dur="1" fill="hold">
                                          <p:stCondLst>
                                            <p:cond delay="499"/>
                                          </p:stCondLst>
                                        </p:cTn>
                                        <p:tgtEl>
                                          <p:spTgt spid="38"/>
                                        </p:tgtEl>
                                        <p:attrNameLst>
                                          <p:attrName>style.visibility</p:attrName>
                                        </p:attrNameLst>
                                      </p:cBhvr>
                                      <p:to>
                                        <p:strVal val="visible"/>
                                      </p:to>
                                    </p:set>
                                  </p:childTnLst>
                                </p:cTn>
                              </p:par>
                            </p:childTnLst>
                          </p:cTn>
                        </p:par>
                        <p:par>
                          <p:cTn id="31" fill="hold">
                            <p:stCondLst>
                              <p:cond delay="1000"/>
                            </p:stCondLst>
                            <p:childTnLst>
                              <p:par>
                                <p:cTn id="32" presetID="1" presetClass="entr" presetSubtype="0" fill="hold" nodeType="afterEffect">
                                  <p:stCondLst>
                                    <p:cond delay="0"/>
                                  </p:stCondLst>
                                  <p:childTnLst>
                                    <p:set>
                                      <p:cBhvr>
                                        <p:cTn id="33" dur="1" fill="hold">
                                          <p:stCondLst>
                                            <p:cond delay="499"/>
                                          </p:stCondLst>
                                        </p:cTn>
                                        <p:tgtEl>
                                          <p:spTgt spid="37"/>
                                        </p:tgtEl>
                                        <p:attrNameLst>
                                          <p:attrName>style.visibility</p:attrName>
                                        </p:attrNameLst>
                                      </p:cBhvr>
                                      <p:to>
                                        <p:strVal val="visible"/>
                                      </p:to>
                                    </p:set>
                                  </p:childTnLst>
                                </p:cTn>
                              </p:par>
                            </p:childTnLst>
                          </p:cTn>
                        </p:par>
                        <p:par>
                          <p:cTn id="34" fill="hold">
                            <p:stCondLst>
                              <p:cond delay="1500"/>
                            </p:stCondLst>
                            <p:childTnLst>
                              <p:par>
                                <p:cTn id="35" presetID="2" presetClass="entr" presetSubtype="8" fill="hold" nodeType="afterEffect">
                                  <p:stCondLst>
                                    <p:cond delay="0"/>
                                  </p:stCondLst>
                                  <p:childTnLst>
                                    <p:set>
                                      <p:cBhvr>
                                        <p:cTn id="36" dur="1" fill="hold">
                                          <p:stCondLst>
                                            <p:cond delay="0"/>
                                          </p:stCondLst>
                                        </p:cTn>
                                        <p:tgtEl>
                                          <p:spTgt spid="39"/>
                                        </p:tgtEl>
                                        <p:attrNameLst>
                                          <p:attrName>style.visibility</p:attrName>
                                        </p:attrNameLst>
                                      </p:cBhvr>
                                      <p:to>
                                        <p:strVal val="visible"/>
                                      </p:to>
                                    </p:set>
                                    <p:anim calcmode="lin" valueType="num">
                                      <p:cBhvr additive="base">
                                        <p:cTn id="37" dur="500" fill="hold"/>
                                        <p:tgtEl>
                                          <p:spTgt spid="39"/>
                                        </p:tgtEl>
                                        <p:attrNameLst>
                                          <p:attrName>ppt_x</p:attrName>
                                        </p:attrNameLst>
                                      </p:cBhvr>
                                      <p:tavLst>
                                        <p:tav tm="0">
                                          <p:val>
                                            <p:strVal val="0-#ppt_w/2"/>
                                          </p:val>
                                        </p:tav>
                                        <p:tav tm="100000">
                                          <p:val>
                                            <p:strVal val="#ppt_x"/>
                                          </p:val>
                                        </p:tav>
                                      </p:tavLst>
                                    </p:anim>
                                    <p:anim calcmode="lin" valueType="num">
                                      <p:cBhvr additive="base">
                                        <p:cTn id="38" dur="500" fill="hold"/>
                                        <p:tgtEl>
                                          <p:spTgt spid="39"/>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3427" grpId="0" build="p"/>
      <p:bldP spid="103428" grpId="0" bldLvl="2" uiExpand="1" build="p"/>
      <p:bldP spid="2" grpId="0"/>
    </p:bld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4450" name="Rectangle 2"/>
          <p:cNvSpPr>
            <a:spLocks noChangeArrowheads="1"/>
          </p:cNvSpPr>
          <p:nvPr/>
        </p:nvSpPr>
        <p:spPr bwMode="auto">
          <a:xfrm>
            <a:off x="512763" y="640398"/>
            <a:ext cx="8153400" cy="5631180"/>
          </a:xfrm>
          <a:prstGeom prst="rect">
            <a:avLst/>
          </a:prstGeom>
          <a:noFill/>
          <a:ln>
            <a:noFill/>
          </a:ln>
          <a:effectLst/>
          <a:extLst>
            <a:ext uri="{909E8E84-426E-40DD-AFC4-6F175D3DCCD1}">
              <a14:hiddenFill xmlns:a14="http://schemas.microsoft.com/office/drawing/2010/main">
                <a:gradFill rotWithShape="0">
                  <a:gsLst>
                    <a:gs pos="0">
                      <a:schemeClr val="accent1"/>
                    </a:gs>
                    <a:gs pos="100000">
                      <a:schemeClr val="accent1">
                        <a:gamma/>
                        <a:shade val="46275"/>
                        <a:invGamma/>
                      </a:schemeClr>
                    </a:gs>
                  </a:gsLst>
                  <a:path path="shape">
                    <a:fillToRect l="50000" t="50000" r="50000" b="50000"/>
                  </a:path>
                </a:gra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marL="457200" indent="-457200">
              <a:defRPr kumimoji="1" sz="2400">
                <a:solidFill>
                  <a:schemeClr val="tx1"/>
                </a:solidFill>
                <a:latin typeface="Times New Roman" panose="02020603050405020304" pitchFamily="18" charset="0"/>
                <a:ea typeface="宋体" panose="02010600030101010101" pitchFamily="2" charset="-122"/>
              </a:defRPr>
            </a:lvl1pPr>
            <a:lvl2pPr marL="914400" indent="-457200">
              <a:defRPr kumimoji="1" sz="2400">
                <a:solidFill>
                  <a:schemeClr val="tx1"/>
                </a:solidFill>
                <a:latin typeface="Times New Roman" panose="02020603050405020304" pitchFamily="18" charset="0"/>
                <a:ea typeface="宋体" panose="02010600030101010101" pitchFamily="2" charset="-122"/>
              </a:defRPr>
            </a:lvl2pPr>
            <a:lvl3pPr marL="1371600" indent="-457200">
              <a:defRPr kumimoji="1" sz="2400">
                <a:solidFill>
                  <a:schemeClr val="tx1"/>
                </a:solidFill>
                <a:latin typeface="Times New Roman" panose="02020603050405020304" pitchFamily="18" charset="0"/>
                <a:ea typeface="宋体" panose="02010600030101010101" pitchFamily="2" charset="-122"/>
              </a:defRPr>
            </a:lvl3pPr>
            <a:lvl4pPr marL="1828800" indent="-457200">
              <a:defRPr kumimoji="1" sz="2400">
                <a:solidFill>
                  <a:schemeClr val="tx1"/>
                </a:solidFill>
                <a:latin typeface="Times New Roman" panose="02020603050405020304" pitchFamily="18" charset="0"/>
                <a:ea typeface="宋体" panose="02010600030101010101" pitchFamily="2" charset="-122"/>
              </a:defRPr>
            </a:lvl4pPr>
            <a:lvl5pPr marL="2286000" indent="-457200">
              <a:defRPr kumimoji="1" sz="2400">
                <a:solidFill>
                  <a:schemeClr val="tx1"/>
                </a:solidFill>
                <a:latin typeface="Times New Roman" panose="02020603050405020304" pitchFamily="18" charset="0"/>
                <a:ea typeface="宋体" panose="02010600030101010101" pitchFamily="2" charset="-122"/>
              </a:defRPr>
            </a:lvl5pPr>
            <a:lvl6pPr marL="2743200" indent="-4572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indent="-4572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indent="-4572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indent="-4572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457200" marR="0" lvl="0" indent="-457200" algn="l" defTabSz="914400" rtl="0" eaLnBrk="0" latinLnBrk="0" hangingPunct="0">
              <a:lnSpc>
                <a:spcPct val="150000"/>
              </a:lnSpc>
              <a:spcBef>
                <a:spcPct val="0"/>
              </a:spcBef>
              <a:spcAft>
                <a:spcPct val="0"/>
              </a:spcAft>
              <a:buClrTx/>
              <a:buSzTx/>
              <a:buFontTx/>
              <a:buNone/>
              <a:defRPr/>
            </a:pPr>
            <a:r>
              <a:rPr kumimoji="1" lang="zh-CN" altLang="en-US" sz="2000" b="0" i="0" u="none" strike="noStrike" kern="1200" cap="none" spc="0" normalizeH="0" baseline="0" noProof="0" smtClean="0">
                <a:ln>
                  <a:noFill/>
                </a:ln>
                <a:solidFill>
                  <a:srgbClr val="0000FF"/>
                </a:solidFill>
                <a:effectLst>
                  <a:outerShdw blurRad="38100" dist="38100" dir="2700000" algn="tl">
                    <a:srgbClr val="FFFFFF"/>
                  </a:outerShdw>
                </a:effectLst>
                <a:uLnTx/>
                <a:uFillTx/>
                <a:latin typeface="黑体" panose="02010609060101010101" pitchFamily="49" charset="-122"/>
                <a:ea typeface="黑体" panose="02010609060101010101" pitchFamily="49" charset="-122"/>
                <a:cs typeface="黑体" panose="02010609060101010101" pitchFamily="49" charset="-122"/>
                <a:sym typeface="UniversalMath1 BT" panose="05050102010205020602" pitchFamily="18" charset="2"/>
              </a:rPr>
              <a:t>第一种情况： </a:t>
            </a:r>
            <a:r>
              <a:rPr kumimoji="1" lang="zh-CN" altLang="en-US" sz="2000" b="0" i="0" u="none" strike="noStrike" kern="1200" cap="none" spc="0" normalizeH="0" baseline="0" noProof="0" smtClean="0">
                <a:ln>
                  <a:noFill/>
                </a:ln>
                <a:solidFill>
                  <a:srgbClr val="000000"/>
                </a:solidFill>
                <a:effectLst>
                  <a:outerShdw blurRad="38100" dist="38100" dir="2700000" algn="tl">
                    <a:srgbClr val="FFFFFF"/>
                  </a:outerShdw>
                </a:effectLst>
                <a:uLnTx/>
                <a:uFillTx/>
                <a:latin typeface="黑体" panose="02010609060101010101" pitchFamily="49" charset="-122"/>
                <a:ea typeface="黑体" panose="02010609060101010101" pitchFamily="49" charset="-122"/>
                <a:cs typeface="黑体" panose="02010609060101010101" pitchFamily="49" charset="-122"/>
                <a:sym typeface="UniversalMath1 BT" panose="05050102010205020602" pitchFamily="18" charset="2"/>
              </a:rPr>
              <a:t>   </a:t>
            </a:r>
            <a:endParaRPr kumimoji="1" lang="zh-CN" altLang="en-US" sz="2000" b="0" i="0" u="none" strike="noStrike" kern="1200" cap="none" spc="0" normalizeH="0" baseline="0" noProof="0" smtClean="0">
              <a:ln>
                <a:noFill/>
              </a:ln>
              <a:solidFill>
                <a:srgbClr val="000000"/>
              </a:solidFill>
              <a:effectLst>
                <a:outerShdw blurRad="38100" dist="38100" dir="2700000" algn="tl">
                  <a:srgbClr val="FFFFFF"/>
                </a:outerShdw>
              </a:effectLst>
              <a:uLnTx/>
              <a:uFillTx/>
              <a:latin typeface="黑体" panose="02010609060101010101" pitchFamily="49" charset="-122"/>
              <a:ea typeface="黑体" panose="02010609060101010101" pitchFamily="49" charset="-122"/>
              <a:cs typeface="黑体" panose="02010609060101010101" pitchFamily="49" charset="-122"/>
              <a:sym typeface="UniversalMath1 BT" panose="05050102010205020602" pitchFamily="18" charset="2"/>
            </a:endParaRPr>
          </a:p>
          <a:p>
            <a:pPr marL="457200" marR="0" lvl="0" indent="-457200" algn="l" defTabSz="914400" rtl="0" eaLnBrk="0" latinLnBrk="0" hangingPunct="0">
              <a:lnSpc>
                <a:spcPct val="150000"/>
              </a:lnSpc>
              <a:spcBef>
                <a:spcPct val="0"/>
              </a:spcBef>
              <a:spcAft>
                <a:spcPct val="0"/>
              </a:spcAft>
              <a:buClrTx/>
              <a:buSzTx/>
              <a:buFontTx/>
              <a:buNone/>
              <a:defRPr/>
            </a:pPr>
            <a:r>
              <a:rPr kumimoji="1" lang="zh-CN" altLang="en-US" sz="2000" b="0" i="0" u="none" strike="noStrike" kern="1200" cap="none" spc="0" normalizeH="0" baseline="0" noProof="0" smtClean="0">
                <a:ln>
                  <a:noFill/>
                </a:ln>
                <a:solidFill>
                  <a:srgbClr val="000000"/>
                </a:solidFill>
                <a:effectLst>
                  <a:outerShdw blurRad="38100" dist="38100" dir="2700000" algn="tl">
                    <a:srgbClr val="FFFFFF"/>
                  </a:outerShdw>
                </a:effectLst>
                <a:uLnTx/>
                <a:uFillTx/>
                <a:latin typeface="黑体" panose="02010609060101010101" pitchFamily="49" charset="-122"/>
                <a:ea typeface="黑体" panose="02010609060101010101" pitchFamily="49" charset="-122"/>
                <a:cs typeface="黑体" panose="02010609060101010101" pitchFamily="49" charset="-122"/>
                <a:sym typeface="UniversalMath1 BT" panose="05050102010205020602" pitchFamily="18" charset="2"/>
              </a:rPr>
              <a:t>   </a:t>
            </a:r>
            <a:r>
              <a:rPr kumimoji="1" lang="en-US" altLang="zh-CN" sz="2000" b="0" i="0" u="none" strike="noStrike" kern="1200" cap="none" spc="0" normalizeH="0" baseline="0" noProof="0" smtClean="0">
                <a:ln>
                  <a:noFill/>
                </a:ln>
                <a:solidFill>
                  <a:srgbClr val="000000"/>
                </a:solidFill>
                <a:effectLst>
                  <a:outerShdw blurRad="38100" dist="38100" dir="2700000" algn="tl">
                    <a:srgbClr val="FFFFFF"/>
                  </a:outerShdw>
                </a:effectLst>
                <a:uLnTx/>
                <a:uFillTx/>
                <a:latin typeface="黑体" panose="02010609060101010101" pitchFamily="49" charset="-122"/>
                <a:ea typeface="黑体" panose="02010609060101010101" pitchFamily="49" charset="-122"/>
                <a:cs typeface="黑体" panose="02010609060101010101" pitchFamily="49" charset="-122"/>
                <a:sym typeface="UniversalMath1 BT" panose="05050102010205020602" pitchFamily="18" charset="2"/>
              </a:rPr>
              <a:t>Fa + F</a:t>
            </a:r>
            <a:r>
              <a:rPr kumimoji="1" lang="en-US" altLang="zh-CN" sz="2000" b="0" i="0" u="none" strike="noStrike" kern="1200" cap="none" spc="0" normalizeH="0" baseline="-25000" noProof="0" smtClean="0">
                <a:ln>
                  <a:noFill/>
                </a:ln>
                <a:solidFill>
                  <a:srgbClr val="000000"/>
                </a:solidFill>
                <a:effectLst>
                  <a:outerShdw blurRad="38100" dist="38100" dir="2700000" algn="tl">
                    <a:srgbClr val="FFFFFF"/>
                  </a:outerShdw>
                </a:effectLst>
                <a:uLnTx/>
                <a:uFillTx/>
                <a:latin typeface="黑体" panose="02010609060101010101" pitchFamily="49" charset="-122"/>
                <a:ea typeface="黑体" panose="02010609060101010101" pitchFamily="49" charset="-122"/>
                <a:cs typeface="黑体" panose="02010609060101010101" pitchFamily="49" charset="-122"/>
                <a:sym typeface="UniversalMath1 BT" panose="05050102010205020602" pitchFamily="18" charset="2"/>
              </a:rPr>
              <a:t>S1</a:t>
            </a:r>
            <a:r>
              <a:rPr kumimoji="1" lang="en-US" altLang="zh-CN" sz="2000" b="0" i="0" u="none" strike="noStrike" kern="1200" cap="none" spc="0" normalizeH="0" baseline="0" noProof="0" smtClean="0">
                <a:ln>
                  <a:noFill/>
                </a:ln>
                <a:solidFill>
                  <a:srgbClr val="000000"/>
                </a:solidFill>
                <a:effectLst>
                  <a:outerShdw blurRad="38100" dist="38100" dir="2700000" algn="tl">
                    <a:srgbClr val="FFFFFF"/>
                  </a:outerShdw>
                </a:effectLst>
                <a:uLnTx/>
                <a:uFillTx/>
                <a:latin typeface="黑体" panose="02010609060101010101" pitchFamily="49" charset="-122"/>
                <a:ea typeface="黑体" panose="02010609060101010101" pitchFamily="49" charset="-122"/>
                <a:cs typeface="黑体" panose="02010609060101010101" pitchFamily="49" charset="-122"/>
                <a:sym typeface="UniversalMath1 BT" panose="05050102010205020602" pitchFamily="18" charset="2"/>
              </a:rPr>
              <a:t> = 3000 + 1360 = 4360 &gt; F</a:t>
            </a:r>
            <a:r>
              <a:rPr kumimoji="1" lang="en-US" altLang="zh-CN" sz="2000" b="0" i="0" u="none" strike="noStrike" kern="1200" cap="none" spc="0" normalizeH="0" baseline="-25000" noProof="0" smtClean="0">
                <a:ln>
                  <a:noFill/>
                </a:ln>
                <a:solidFill>
                  <a:srgbClr val="000000"/>
                </a:solidFill>
                <a:effectLst>
                  <a:outerShdw blurRad="38100" dist="38100" dir="2700000" algn="tl">
                    <a:srgbClr val="FFFFFF"/>
                  </a:outerShdw>
                </a:effectLst>
                <a:uLnTx/>
                <a:uFillTx/>
                <a:latin typeface="黑体" panose="02010609060101010101" pitchFamily="49" charset="-122"/>
                <a:ea typeface="黑体" panose="02010609060101010101" pitchFamily="49" charset="-122"/>
                <a:cs typeface="黑体" panose="02010609060101010101" pitchFamily="49" charset="-122"/>
                <a:sym typeface="UniversalMath1 BT" panose="05050102010205020602" pitchFamily="18" charset="2"/>
              </a:rPr>
              <a:t>S2</a:t>
            </a:r>
            <a:r>
              <a:rPr kumimoji="1" lang="en-US" altLang="zh-CN" sz="2000" b="0" i="0" u="none" strike="noStrike" kern="1200" cap="none" spc="0" normalizeH="0" baseline="0" noProof="0" smtClean="0">
                <a:ln>
                  <a:noFill/>
                </a:ln>
                <a:solidFill>
                  <a:srgbClr val="000000"/>
                </a:solidFill>
                <a:effectLst>
                  <a:outerShdw blurRad="38100" dist="38100" dir="2700000" algn="tl">
                    <a:srgbClr val="FFFFFF"/>
                  </a:outerShdw>
                </a:effectLst>
                <a:uLnTx/>
                <a:uFillTx/>
                <a:latin typeface="黑体" panose="02010609060101010101" pitchFamily="49" charset="-122"/>
                <a:ea typeface="黑体" panose="02010609060101010101" pitchFamily="49" charset="-122"/>
                <a:cs typeface="黑体" panose="02010609060101010101" pitchFamily="49" charset="-122"/>
                <a:sym typeface="UniversalMath1 BT" panose="05050102010205020602" pitchFamily="18" charset="2"/>
              </a:rPr>
              <a:t> = 4080N</a:t>
            </a:r>
            <a:endParaRPr kumimoji="1" lang="en-US" altLang="zh-CN" sz="2000" b="0" i="0" u="none" strike="noStrike" kern="1200" cap="none" spc="0" normalizeH="0" baseline="0" noProof="0" smtClean="0">
              <a:ln>
                <a:noFill/>
              </a:ln>
              <a:solidFill>
                <a:srgbClr val="000000"/>
              </a:solidFill>
              <a:effectLst>
                <a:outerShdw blurRad="38100" dist="38100" dir="2700000" algn="tl">
                  <a:srgbClr val="FFFFFF"/>
                </a:outerShdw>
              </a:effectLst>
              <a:uLnTx/>
              <a:uFillTx/>
              <a:latin typeface="黑体" panose="02010609060101010101" pitchFamily="49" charset="-122"/>
              <a:ea typeface="黑体" panose="02010609060101010101" pitchFamily="49" charset="-122"/>
              <a:cs typeface="黑体" panose="02010609060101010101" pitchFamily="49" charset="-122"/>
              <a:sym typeface="UniversalMath1 BT" panose="05050102010205020602" pitchFamily="18" charset="2"/>
            </a:endParaRPr>
          </a:p>
          <a:p>
            <a:pPr marL="914400" marR="0" lvl="1" indent="-457200" algn="l" defTabSz="914400" rtl="0" eaLnBrk="0" latinLnBrk="0" hangingPunct="0">
              <a:lnSpc>
                <a:spcPct val="150000"/>
              </a:lnSpc>
              <a:spcBef>
                <a:spcPct val="0"/>
              </a:spcBef>
              <a:spcAft>
                <a:spcPct val="0"/>
              </a:spcAft>
              <a:buClrTx/>
              <a:buSzTx/>
              <a:buFontTx/>
              <a:buNone/>
              <a:defRPr/>
            </a:pPr>
            <a:r>
              <a:rPr kumimoji="1" lang="en-US" altLang="zh-CN" sz="2000" b="0" i="0" u="none" strike="noStrike" kern="1200" cap="none" spc="0" normalizeH="0" baseline="0" noProof="0" smtClean="0">
                <a:ln>
                  <a:noFill/>
                </a:ln>
                <a:solidFill>
                  <a:srgbClr val="000000"/>
                </a:solidFill>
                <a:effectLst>
                  <a:outerShdw blurRad="38100" dist="38100" dir="2700000" algn="tl">
                    <a:srgbClr val="FFFFFF"/>
                  </a:outerShdw>
                </a:effectLst>
                <a:uLnTx/>
                <a:uFillTx/>
                <a:latin typeface="黑体" panose="02010609060101010101" pitchFamily="49" charset="-122"/>
                <a:ea typeface="黑体" panose="02010609060101010101" pitchFamily="49" charset="-122"/>
                <a:cs typeface="黑体" panose="02010609060101010101" pitchFamily="49" charset="-122"/>
                <a:sym typeface="UniversalMath1 BT" panose="05050102010205020602" pitchFamily="18" charset="2"/>
              </a:rPr>
              <a:t>Fa2 = Fa + F</a:t>
            </a:r>
            <a:r>
              <a:rPr kumimoji="1" lang="en-US" altLang="zh-CN" sz="2000" b="0" i="0" u="none" strike="noStrike" kern="1200" cap="none" spc="0" normalizeH="0" baseline="-25000" noProof="0" smtClean="0">
                <a:ln>
                  <a:noFill/>
                </a:ln>
                <a:solidFill>
                  <a:srgbClr val="000000"/>
                </a:solidFill>
                <a:effectLst>
                  <a:outerShdw blurRad="38100" dist="38100" dir="2700000" algn="tl">
                    <a:srgbClr val="FFFFFF"/>
                  </a:outerShdw>
                </a:effectLst>
                <a:uLnTx/>
                <a:uFillTx/>
                <a:latin typeface="黑体" panose="02010609060101010101" pitchFamily="49" charset="-122"/>
                <a:ea typeface="黑体" panose="02010609060101010101" pitchFamily="49" charset="-122"/>
                <a:cs typeface="黑体" panose="02010609060101010101" pitchFamily="49" charset="-122"/>
                <a:sym typeface="UniversalMath1 BT" panose="05050102010205020602" pitchFamily="18" charset="2"/>
              </a:rPr>
              <a:t>S1</a:t>
            </a:r>
            <a:r>
              <a:rPr kumimoji="1" lang="en-US" altLang="zh-CN" sz="2000" b="0" i="0" u="none" strike="noStrike" kern="1200" cap="none" spc="0" normalizeH="0" baseline="0" noProof="0" smtClean="0">
                <a:ln>
                  <a:noFill/>
                </a:ln>
                <a:solidFill>
                  <a:srgbClr val="000000"/>
                </a:solidFill>
                <a:effectLst>
                  <a:outerShdw blurRad="38100" dist="38100" dir="2700000" algn="tl">
                    <a:srgbClr val="FFFFFF"/>
                  </a:outerShdw>
                </a:effectLst>
                <a:uLnTx/>
                <a:uFillTx/>
                <a:latin typeface="黑体" panose="02010609060101010101" pitchFamily="49" charset="-122"/>
                <a:ea typeface="黑体" panose="02010609060101010101" pitchFamily="49" charset="-122"/>
                <a:cs typeface="黑体" panose="02010609060101010101" pitchFamily="49" charset="-122"/>
                <a:sym typeface="UniversalMath1 BT" panose="05050102010205020602" pitchFamily="18" charset="2"/>
              </a:rPr>
              <a:t> = 4360N (</a:t>
            </a:r>
            <a:r>
              <a:rPr kumimoji="1" lang="zh-CN" altLang="en-US" sz="2000" b="0" i="0" u="none" strike="noStrike" kern="1200" cap="none" spc="0" normalizeH="0" baseline="0" noProof="0" smtClean="0">
                <a:ln>
                  <a:noFill/>
                </a:ln>
                <a:solidFill>
                  <a:srgbClr val="CC0000"/>
                </a:solidFill>
                <a:effectLst/>
                <a:uLnTx/>
                <a:uFillTx/>
                <a:latin typeface="黑体" panose="02010609060101010101" pitchFamily="49" charset="-122"/>
                <a:ea typeface="黑体" panose="02010609060101010101" pitchFamily="49" charset="-122"/>
                <a:cs typeface="黑体" panose="02010609060101010101" pitchFamily="49" charset="-122"/>
                <a:sym typeface="UniversalMath1 BT" panose="05050102010205020602" pitchFamily="18" charset="2"/>
              </a:rPr>
              <a:t>紧边</a:t>
            </a:r>
            <a:r>
              <a:rPr kumimoji="1" lang="zh-CN" altLang="en-US" sz="2000" b="0" i="0" u="none" strike="noStrike" kern="1200" cap="none" spc="0" normalizeH="0" baseline="0" noProof="0" smtClean="0">
                <a:ln>
                  <a:noFill/>
                </a:ln>
                <a:solidFill>
                  <a:srgbClr val="000000"/>
                </a:solidFill>
                <a:effectLst>
                  <a:outerShdw blurRad="38100" dist="38100" dir="2700000" algn="tl">
                    <a:srgbClr val="FFFFFF"/>
                  </a:outerShdw>
                </a:effectLst>
                <a:uLnTx/>
                <a:uFillTx/>
                <a:latin typeface="黑体" panose="02010609060101010101" pitchFamily="49" charset="-122"/>
                <a:ea typeface="黑体" panose="02010609060101010101" pitchFamily="49" charset="-122"/>
                <a:cs typeface="黑体" panose="02010609060101010101" pitchFamily="49" charset="-122"/>
                <a:sym typeface="UniversalMath1 BT" panose="05050102010205020602" pitchFamily="18" charset="2"/>
              </a:rPr>
              <a:t>）</a:t>
            </a:r>
            <a:endParaRPr kumimoji="1" lang="zh-CN" altLang="en-US" sz="2000" b="0" i="0" u="none" strike="noStrike" kern="1200" cap="none" spc="0" normalizeH="0" baseline="0" noProof="0" smtClean="0">
              <a:ln>
                <a:noFill/>
              </a:ln>
              <a:solidFill>
                <a:srgbClr val="000000"/>
              </a:solidFill>
              <a:effectLst>
                <a:outerShdw blurRad="38100" dist="38100" dir="2700000" algn="tl">
                  <a:srgbClr val="FFFFFF"/>
                </a:outerShdw>
              </a:effectLst>
              <a:uLnTx/>
              <a:uFillTx/>
              <a:latin typeface="黑体" panose="02010609060101010101" pitchFamily="49" charset="-122"/>
              <a:ea typeface="黑体" panose="02010609060101010101" pitchFamily="49" charset="-122"/>
              <a:cs typeface="黑体" panose="02010609060101010101" pitchFamily="49" charset="-122"/>
              <a:sym typeface="UniversalMath1 BT" panose="05050102010205020602" pitchFamily="18" charset="2"/>
            </a:endParaRPr>
          </a:p>
          <a:p>
            <a:pPr marL="914400" marR="0" lvl="1" indent="-457200" algn="l" defTabSz="914400" rtl="0" eaLnBrk="0" latinLnBrk="0" hangingPunct="0">
              <a:lnSpc>
                <a:spcPct val="150000"/>
              </a:lnSpc>
              <a:spcBef>
                <a:spcPct val="0"/>
              </a:spcBef>
              <a:spcAft>
                <a:spcPct val="0"/>
              </a:spcAft>
              <a:buClrTx/>
              <a:buSzTx/>
              <a:buFontTx/>
              <a:buNone/>
              <a:defRPr/>
            </a:pPr>
            <a:r>
              <a:rPr kumimoji="1" lang="en-US" altLang="zh-CN" sz="2000" b="0" i="0" u="none" strike="noStrike" kern="1200" cap="none" spc="0" normalizeH="0" baseline="0" noProof="0" smtClean="0">
                <a:ln>
                  <a:noFill/>
                </a:ln>
                <a:solidFill>
                  <a:srgbClr val="000000"/>
                </a:solidFill>
                <a:effectLst>
                  <a:outerShdw blurRad="38100" dist="38100" dir="2700000" algn="tl">
                    <a:srgbClr val="FFFFFF"/>
                  </a:outerShdw>
                </a:effectLst>
                <a:uLnTx/>
                <a:uFillTx/>
                <a:latin typeface="黑体" panose="02010609060101010101" pitchFamily="49" charset="-122"/>
                <a:ea typeface="黑体" panose="02010609060101010101" pitchFamily="49" charset="-122"/>
                <a:cs typeface="黑体" panose="02010609060101010101" pitchFamily="49" charset="-122"/>
                <a:sym typeface="UniversalMath1 BT" panose="05050102010205020602" pitchFamily="18" charset="2"/>
              </a:rPr>
              <a:t>Fa1 =F</a:t>
            </a:r>
            <a:r>
              <a:rPr kumimoji="1" lang="en-US" altLang="zh-CN" sz="2000" b="0" i="0" u="none" strike="noStrike" kern="1200" cap="none" spc="0" normalizeH="0" baseline="-25000" noProof="0" smtClean="0">
                <a:ln>
                  <a:noFill/>
                </a:ln>
                <a:solidFill>
                  <a:srgbClr val="000000"/>
                </a:solidFill>
                <a:effectLst>
                  <a:outerShdw blurRad="38100" dist="38100" dir="2700000" algn="tl">
                    <a:srgbClr val="FFFFFF"/>
                  </a:outerShdw>
                </a:effectLst>
                <a:uLnTx/>
                <a:uFillTx/>
                <a:latin typeface="黑体" panose="02010609060101010101" pitchFamily="49" charset="-122"/>
                <a:ea typeface="黑体" panose="02010609060101010101" pitchFamily="49" charset="-122"/>
                <a:cs typeface="黑体" panose="02010609060101010101" pitchFamily="49" charset="-122"/>
                <a:sym typeface="UniversalMath1 BT" panose="05050102010205020602" pitchFamily="18" charset="2"/>
              </a:rPr>
              <a:t>S1</a:t>
            </a:r>
            <a:r>
              <a:rPr kumimoji="1" lang="en-US" altLang="zh-CN" sz="2000" b="0" i="0" u="none" strike="noStrike" kern="1200" cap="none" spc="0" normalizeH="0" baseline="0" noProof="0" smtClean="0">
                <a:ln>
                  <a:noFill/>
                </a:ln>
                <a:solidFill>
                  <a:srgbClr val="000000"/>
                </a:solidFill>
                <a:effectLst>
                  <a:outerShdw blurRad="38100" dist="38100" dir="2700000" algn="tl">
                    <a:srgbClr val="FFFFFF"/>
                  </a:outerShdw>
                </a:effectLst>
                <a:uLnTx/>
                <a:uFillTx/>
                <a:latin typeface="黑体" panose="02010609060101010101" pitchFamily="49" charset="-122"/>
                <a:ea typeface="黑体" panose="02010609060101010101" pitchFamily="49" charset="-122"/>
                <a:cs typeface="黑体" panose="02010609060101010101" pitchFamily="49" charset="-122"/>
                <a:sym typeface="UniversalMath1 BT" panose="05050102010205020602" pitchFamily="18" charset="2"/>
              </a:rPr>
              <a:t> = 1360N (</a:t>
            </a:r>
            <a:r>
              <a:rPr kumimoji="1" lang="zh-CN" altLang="en-US" sz="2000" b="0" i="0" u="none" strike="noStrike" kern="1200" cap="none" spc="0" normalizeH="0" baseline="0" noProof="0" smtClean="0">
                <a:ln>
                  <a:noFill/>
                </a:ln>
                <a:solidFill>
                  <a:srgbClr val="0000FF"/>
                </a:solidFill>
                <a:effectLst/>
                <a:uLnTx/>
                <a:uFillTx/>
                <a:latin typeface="黑体" panose="02010609060101010101" pitchFamily="49" charset="-122"/>
                <a:ea typeface="黑体" panose="02010609060101010101" pitchFamily="49" charset="-122"/>
                <a:cs typeface="黑体" panose="02010609060101010101" pitchFamily="49" charset="-122"/>
                <a:sym typeface="UniversalMath1 BT" panose="05050102010205020602" pitchFamily="18" charset="2"/>
              </a:rPr>
              <a:t>松边</a:t>
            </a:r>
            <a:r>
              <a:rPr kumimoji="1" lang="zh-CN" altLang="en-US" sz="2000" b="0" i="0" u="none" strike="noStrike" kern="1200" cap="none" spc="0" normalizeH="0" baseline="0" noProof="0" smtClean="0">
                <a:ln>
                  <a:noFill/>
                </a:ln>
                <a:solidFill>
                  <a:srgbClr val="000000"/>
                </a:solidFill>
                <a:effectLst>
                  <a:outerShdw blurRad="38100" dist="38100" dir="2700000" algn="tl">
                    <a:srgbClr val="FFFFFF"/>
                  </a:outerShdw>
                </a:effectLst>
                <a:uLnTx/>
                <a:uFillTx/>
                <a:latin typeface="黑体" panose="02010609060101010101" pitchFamily="49" charset="-122"/>
                <a:ea typeface="黑体" panose="02010609060101010101" pitchFamily="49" charset="-122"/>
                <a:cs typeface="黑体" panose="02010609060101010101" pitchFamily="49" charset="-122"/>
                <a:sym typeface="UniversalMath1 BT" panose="05050102010205020602" pitchFamily="18" charset="2"/>
              </a:rPr>
              <a:t>）</a:t>
            </a:r>
            <a:endParaRPr kumimoji="1" lang="zh-CN" altLang="en-US" sz="2000" b="0" i="0" u="none" strike="noStrike" kern="1200" cap="none" spc="0" normalizeH="0" baseline="0" noProof="0" smtClean="0">
              <a:ln>
                <a:noFill/>
              </a:ln>
              <a:solidFill>
                <a:srgbClr val="000000"/>
              </a:solidFill>
              <a:effectLst>
                <a:outerShdw blurRad="38100" dist="38100" dir="2700000" algn="tl">
                  <a:srgbClr val="FFFFFF"/>
                </a:outerShdw>
              </a:effectLst>
              <a:uLnTx/>
              <a:uFillTx/>
              <a:latin typeface="黑体" panose="02010609060101010101" pitchFamily="49" charset="-122"/>
              <a:ea typeface="黑体" panose="02010609060101010101" pitchFamily="49" charset="-122"/>
              <a:cs typeface="黑体" panose="02010609060101010101" pitchFamily="49" charset="-122"/>
              <a:sym typeface="UniversalMath1 BT" panose="05050102010205020602" pitchFamily="18" charset="2"/>
            </a:endParaRPr>
          </a:p>
          <a:p>
            <a:pPr marL="457200" marR="0" lvl="0" indent="-457200" algn="l" defTabSz="914400" rtl="0" eaLnBrk="0" latinLnBrk="0" hangingPunct="0">
              <a:lnSpc>
                <a:spcPct val="150000"/>
              </a:lnSpc>
              <a:spcBef>
                <a:spcPct val="0"/>
              </a:spcBef>
              <a:spcAft>
                <a:spcPct val="0"/>
              </a:spcAft>
              <a:buClrTx/>
              <a:buSzTx/>
              <a:buFontTx/>
              <a:buNone/>
              <a:defRPr/>
            </a:pPr>
            <a:r>
              <a:rPr kumimoji="1" lang="zh-CN" altLang="en-US" sz="2000" b="0" i="0" u="none" strike="noStrike" kern="1200" cap="none" spc="0" normalizeH="0" baseline="0" noProof="0" smtClean="0">
                <a:ln>
                  <a:noFill/>
                </a:ln>
                <a:solidFill>
                  <a:srgbClr val="C00000"/>
                </a:solidFill>
                <a:effectLst>
                  <a:outerShdw blurRad="38100" dist="38100" dir="2700000" algn="tl">
                    <a:srgbClr val="FFFFFF"/>
                  </a:outerShdw>
                </a:effectLst>
                <a:uLnTx/>
                <a:uFillTx/>
                <a:latin typeface="黑体" panose="02010609060101010101" pitchFamily="49" charset="-122"/>
                <a:ea typeface="黑体" panose="02010609060101010101" pitchFamily="49" charset="-122"/>
                <a:cs typeface="黑体" panose="02010609060101010101" pitchFamily="49" charset="-122"/>
                <a:sym typeface="UniversalMath1 BT" panose="05050102010205020602" pitchFamily="18" charset="2"/>
              </a:rPr>
              <a:t>第二种情况：</a:t>
            </a:r>
            <a:r>
              <a:rPr kumimoji="1" lang="zh-CN" altLang="en-US" sz="2000" b="0" i="0" u="none" strike="noStrike" kern="1200" cap="none" spc="0" normalizeH="0" baseline="0" noProof="0" smtClean="0">
                <a:ln>
                  <a:noFill/>
                </a:ln>
                <a:solidFill>
                  <a:srgbClr val="000000"/>
                </a:solidFill>
                <a:effectLst>
                  <a:outerShdw blurRad="38100" dist="38100" dir="2700000" algn="tl">
                    <a:srgbClr val="FFFFFF"/>
                  </a:outerShdw>
                </a:effectLst>
                <a:uLnTx/>
                <a:uFillTx/>
                <a:latin typeface="黑体" panose="02010609060101010101" pitchFamily="49" charset="-122"/>
                <a:ea typeface="黑体" panose="02010609060101010101" pitchFamily="49" charset="-122"/>
                <a:cs typeface="黑体" panose="02010609060101010101" pitchFamily="49" charset="-122"/>
                <a:sym typeface="UniversalMath1 BT" panose="05050102010205020602" pitchFamily="18" charset="2"/>
              </a:rPr>
              <a:t>    </a:t>
            </a:r>
            <a:endParaRPr kumimoji="1" lang="zh-CN" altLang="en-US" sz="2000" b="0" i="0" u="none" strike="noStrike" kern="1200" cap="none" spc="0" normalizeH="0" baseline="0" noProof="0" smtClean="0">
              <a:ln>
                <a:noFill/>
              </a:ln>
              <a:solidFill>
                <a:srgbClr val="000000"/>
              </a:solidFill>
              <a:effectLst>
                <a:outerShdw blurRad="38100" dist="38100" dir="2700000" algn="tl">
                  <a:srgbClr val="FFFFFF"/>
                </a:outerShdw>
              </a:effectLst>
              <a:uLnTx/>
              <a:uFillTx/>
              <a:latin typeface="黑体" panose="02010609060101010101" pitchFamily="49" charset="-122"/>
              <a:ea typeface="黑体" panose="02010609060101010101" pitchFamily="49" charset="-122"/>
              <a:cs typeface="黑体" panose="02010609060101010101" pitchFamily="49" charset="-122"/>
              <a:sym typeface="UniversalMath1 BT" panose="05050102010205020602" pitchFamily="18" charset="2"/>
            </a:endParaRPr>
          </a:p>
          <a:p>
            <a:pPr marL="914400" marR="0" lvl="1" indent="-457200" algn="l" defTabSz="914400" rtl="0" eaLnBrk="0" latinLnBrk="0" hangingPunct="0">
              <a:lnSpc>
                <a:spcPct val="150000"/>
              </a:lnSpc>
              <a:spcBef>
                <a:spcPct val="0"/>
              </a:spcBef>
              <a:spcAft>
                <a:spcPct val="0"/>
              </a:spcAft>
              <a:buClrTx/>
              <a:buSzTx/>
              <a:buFontTx/>
              <a:buNone/>
              <a:defRPr/>
            </a:pPr>
            <a:r>
              <a:rPr kumimoji="1" lang="en-US" altLang="zh-CN" sz="2000" b="0" i="0" u="none" strike="noStrike" kern="1200" cap="none" spc="0" normalizeH="0" baseline="0" noProof="0" smtClean="0">
                <a:ln>
                  <a:noFill/>
                </a:ln>
                <a:solidFill>
                  <a:srgbClr val="000000"/>
                </a:solidFill>
                <a:effectLst>
                  <a:outerShdw blurRad="38100" dist="38100" dir="2700000" algn="tl">
                    <a:srgbClr val="FFFFFF"/>
                  </a:outerShdw>
                </a:effectLst>
                <a:uLnTx/>
                <a:uFillTx/>
                <a:latin typeface="黑体" panose="02010609060101010101" pitchFamily="49" charset="-122"/>
                <a:ea typeface="黑体" panose="02010609060101010101" pitchFamily="49" charset="-122"/>
                <a:cs typeface="黑体" panose="02010609060101010101" pitchFamily="49" charset="-122"/>
                <a:sym typeface="UniversalMath1 BT" panose="05050102010205020602" pitchFamily="18" charset="2"/>
              </a:rPr>
              <a:t>Fa + F</a:t>
            </a:r>
            <a:r>
              <a:rPr kumimoji="1" lang="en-US" altLang="zh-CN" sz="2000" b="0" i="0" u="none" strike="noStrike" kern="1200" cap="none" spc="0" normalizeH="0" baseline="-25000" noProof="0" smtClean="0">
                <a:ln>
                  <a:noFill/>
                </a:ln>
                <a:solidFill>
                  <a:srgbClr val="000000"/>
                </a:solidFill>
                <a:effectLst>
                  <a:outerShdw blurRad="38100" dist="38100" dir="2700000" algn="tl">
                    <a:srgbClr val="FFFFFF"/>
                  </a:outerShdw>
                </a:effectLst>
                <a:uLnTx/>
                <a:uFillTx/>
                <a:latin typeface="黑体" panose="02010609060101010101" pitchFamily="49" charset="-122"/>
                <a:ea typeface="黑体" panose="02010609060101010101" pitchFamily="49" charset="-122"/>
                <a:cs typeface="黑体" panose="02010609060101010101" pitchFamily="49" charset="-122"/>
                <a:sym typeface="UniversalMath1 BT" panose="05050102010205020602" pitchFamily="18" charset="2"/>
              </a:rPr>
              <a:t>S1</a:t>
            </a:r>
            <a:r>
              <a:rPr kumimoji="1" lang="en-US" altLang="zh-CN" sz="2000" b="0" i="0" u="none" strike="noStrike" kern="1200" cap="none" spc="0" normalizeH="0" baseline="0" noProof="0" smtClean="0">
                <a:ln>
                  <a:noFill/>
                </a:ln>
                <a:solidFill>
                  <a:srgbClr val="000000"/>
                </a:solidFill>
                <a:effectLst>
                  <a:outerShdw blurRad="38100" dist="38100" dir="2700000" algn="tl">
                    <a:srgbClr val="FFFFFF"/>
                  </a:outerShdw>
                </a:effectLst>
                <a:uLnTx/>
                <a:uFillTx/>
                <a:latin typeface="黑体" panose="02010609060101010101" pitchFamily="49" charset="-122"/>
                <a:ea typeface="黑体" panose="02010609060101010101" pitchFamily="49" charset="-122"/>
                <a:cs typeface="黑体" panose="02010609060101010101" pitchFamily="49" charset="-122"/>
                <a:sym typeface="UniversalMath1 BT" panose="05050102010205020602" pitchFamily="18" charset="2"/>
              </a:rPr>
              <a:t> = 2720 + 1360 = 4080 = F</a:t>
            </a:r>
            <a:r>
              <a:rPr kumimoji="1" lang="en-US" altLang="zh-CN" sz="2000" b="0" i="0" u="none" strike="noStrike" kern="1200" cap="none" spc="0" normalizeH="0" baseline="-25000" noProof="0" smtClean="0">
                <a:ln>
                  <a:noFill/>
                </a:ln>
                <a:solidFill>
                  <a:srgbClr val="000000"/>
                </a:solidFill>
                <a:effectLst>
                  <a:outerShdw blurRad="38100" dist="38100" dir="2700000" algn="tl">
                    <a:srgbClr val="FFFFFF"/>
                  </a:outerShdw>
                </a:effectLst>
                <a:uLnTx/>
                <a:uFillTx/>
                <a:latin typeface="黑体" panose="02010609060101010101" pitchFamily="49" charset="-122"/>
                <a:ea typeface="黑体" panose="02010609060101010101" pitchFamily="49" charset="-122"/>
                <a:cs typeface="黑体" panose="02010609060101010101" pitchFamily="49" charset="-122"/>
                <a:sym typeface="UniversalMath1 BT" panose="05050102010205020602" pitchFamily="18" charset="2"/>
              </a:rPr>
              <a:t>S2</a:t>
            </a:r>
            <a:r>
              <a:rPr kumimoji="1" lang="en-US" altLang="zh-CN" sz="2000" b="0" i="0" u="none" strike="noStrike" kern="1200" cap="none" spc="0" normalizeH="0" baseline="0" noProof="0" smtClean="0">
                <a:ln>
                  <a:noFill/>
                </a:ln>
                <a:solidFill>
                  <a:srgbClr val="000000"/>
                </a:solidFill>
                <a:effectLst>
                  <a:outerShdw blurRad="38100" dist="38100" dir="2700000" algn="tl">
                    <a:srgbClr val="FFFFFF"/>
                  </a:outerShdw>
                </a:effectLst>
                <a:uLnTx/>
                <a:uFillTx/>
                <a:latin typeface="黑体" panose="02010609060101010101" pitchFamily="49" charset="-122"/>
                <a:ea typeface="黑体" panose="02010609060101010101" pitchFamily="49" charset="-122"/>
                <a:cs typeface="黑体" panose="02010609060101010101" pitchFamily="49" charset="-122"/>
                <a:sym typeface="UniversalMath1 BT" panose="05050102010205020602" pitchFamily="18" charset="2"/>
              </a:rPr>
              <a:t> = 4080        </a:t>
            </a:r>
            <a:endParaRPr kumimoji="1" lang="en-US" altLang="zh-CN" sz="2000" b="0" i="0" u="none" strike="noStrike" kern="1200" cap="none" spc="0" normalizeH="0" baseline="0" noProof="0" smtClean="0">
              <a:ln>
                <a:noFill/>
              </a:ln>
              <a:solidFill>
                <a:srgbClr val="000000"/>
              </a:solidFill>
              <a:effectLst>
                <a:outerShdw blurRad="38100" dist="38100" dir="2700000" algn="tl">
                  <a:srgbClr val="FFFFFF"/>
                </a:outerShdw>
              </a:effectLst>
              <a:uLnTx/>
              <a:uFillTx/>
              <a:latin typeface="黑体" panose="02010609060101010101" pitchFamily="49" charset="-122"/>
              <a:ea typeface="黑体" panose="02010609060101010101" pitchFamily="49" charset="-122"/>
              <a:cs typeface="黑体" panose="02010609060101010101" pitchFamily="49" charset="-122"/>
              <a:sym typeface="UniversalMath1 BT" panose="05050102010205020602" pitchFamily="18" charset="2"/>
            </a:endParaRPr>
          </a:p>
          <a:p>
            <a:pPr marL="914400" marR="0" lvl="1" indent="-457200" algn="l" defTabSz="914400" rtl="0" eaLnBrk="0" latinLnBrk="0" hangingPunct="0">
              <a:lnSpc>
                <a:spcPct val="150000"/>
              </a:lnSpc>
              <a:spcBef>
                <a:spcPct val="0"/>
              </a:spcBef>
              <a:spcAft>
                <a:spcPct val="0"/>
              </a:spcAft>
              <a:buClrTx/>
              <a:buSzTx/>
              <a:buFontTx/>
              <a:buNone/>
              <a:defRPr/>
            </a:pPr>
            <a:r>
              <a:rPr kumimoji="1" lang="en-US" altLang="zh-CN" sz="2000" b="0" i="0" u="none" strike="noStrike" kern="1200" cap="none" spc="0" normalizeH="0" baseline="0" noProof="0" smtClean="0">
                <a:ln>
                  <a:noFill/>
                </a:ln>
                <a:solidFill>
                  <a:srgbClr val="000000"/>
                </a:solidFill>
                <a:effectLst>
                  <a:outerShdw blurRad="38100" dist="38100" dir="2700000" algn="tl">
                    <a:srgbClr val="FFFFFF"/>
                  </a:outerShdw>
                </a:effectLst>
                <a:uLnTx/>
                <a:uFillTx/>
                <a:latin typeface="黑体" panose="02010609060101010101" pitchFamily="49" charset="-122"/>
                <a:ea typeface="黑体" panose="02010609060101010101" pitchFamily="49" charset="-122"/>
                <a:cs typeface="黑体" panose="02010609060101010101" pitchFamily="49" charset="-122"/>
                <a:sym typeface="UniversalMath1 BT" panose="05050102010205020602" pitchFamily="18" charset="2"/>
              </a:rPr>
              <a:t>Fa1 =F</a:t>
            </a:r>
            <a:r>
              <a:rPr kumimoji="1" lang="en-US" altLang="zh-CN" sz="2000" b="0" i="0" u="none" strike="noStrike" kern="1200" cap="none" spc="0" normalizeH="0" baseline="-25000" noProof="0" smtClean="0">
                <a:ln>
                  <a:noFill/>
                </a:ln>
                <a:solidFill>
                  <a:srgbClr val="000000"/>
                </a:solidFill>
                <a:effectLst>
                  <a:outerShdw blurRad="38100" dist="38100" dir="2700000" algn="tl">
                    <a:srgbClr val="FFFFFF"/>
                  </a:outerShdw>
                </a:effectLst>
                <a:uLnTx/>
                <a:uFillTx/>
                <a:latin typeface="黑体" panose="02010609060101010101" pitchFamily="49" charset="-122"/>
                <a:ea typeface="黑体" panose="02010609060101010101" pitchFamily="49" charset="-122"/>
                <a:cs typeface="黑体" panose="02010609060101010101" pitchFamily="49" charset="-122"/>
                <a:sym typeface="UniversalMath1 BT" panose="05050102010205020602" pitchFamily="18" charset="2"/>
              </a:rPr>
              <a:t>S1</a:t>
            </a:r>
            <a:r>
              <a:rPr kumimoji="1" lang="en-US" altLang="zh-CN" sz="2000" b="0" i="0" u="none" strike="noStrike" kern="1200" cap="none" spc="0" normalizeH="0" baseline="0" noProof="0" smtClean="0">
                <a:ln>
                  <a:noFill/>
                </a:ln>
                <a:solidFill>
                  <a:srgbClr val="000000"/>
                </a:solidFill>
                <a:effectLst>
                  <a:outerShdw blurRad="38100" dist="38100" dir="2700000" algn="tl">
                    <a:srgbClr val="FFFFFF"/>
                  </a:outerShdw>
                </a:effectLst>
                <a:uLnTx/>
                <a:uFillTx/>
                <a:latin typeface="黑体" panose="02010609060101010101" pitchFamily="49" charset="-122"/>
                <a:ea typeface="黑体" panose="02010609060101010101" pitchFamily="49" charset="-122"/>
                <a:cs typeface="黑体" panose="02010609060101010101" pitchFamily="49" charset="-122"/>
                <a:sym typeface="UniversalMath1 BT" panose="05050102010205020602" pitchFamily="18" charset="2"/>
              </a:rPr>
              <a:t> = 1360N</a:t>
            </a:r>
            <a:endParaRPr kumimoji="1" lang="en-US" altLang="zh-CN" sz="2000" b="0" i="0" u="none" strike="noStrike" kern="1200" cap="none" spc="0" normalizeH="0" baseline="0" noProof="0" smtClean="0">
              <a:ln>
                <a:noFill/>
              </a:ln>
              <a:solidFill>
                <a:srgbClr val="000000"/>
              </a:solidFill>
              <a:effectLst>
                <a:outerShdw blurRad="38100" dist="38100" dir="2700000" algn="tl">
                  <a:srgbClr val="FFFFFF"/>
                </a:outerShdw>
              </a:effectLst>
              <a:uLnTx/>
              <a:uFillTx/>
              <a:latin typeface="黑体" panose="02010609060101010101" pitchFamily="49" charset="-122"/>
              <a:ea typeface="黑体" panose="02010609060101010101" pitchFamily="49" charset="-122"/>
              <a:cs typeface="黑体" panose="02010609060101010101" pitchFamily="49" charset="-122"/>
              <a:sym typeface="UniversalMath1 BT" panose="05050102010205020602" pitchFamily="18" charset="2"/>
            </a:endParaRPr>
          </a:p>
          <a:p>
            <a:pPr marL="914400" marR="0" lvl="1" indent="-457200" algn="l" defTabSz="914400" rtl="0" eaLnBrk="0" latinLnBrk="0" hangingPunct="0">
              <a:lnSpc>
                <a:spcPct val="150000"/>
              </a:lnSpc>
              <a:spcBef>
                <a:spcPct val="0"/>
              </a:spcBef>
              <a:spcAft>
                <a:spcPct val="0"/>
              </a:spcAft>
              <a:buClrTx/>
              <a:buSzTx/>
              <a:buFontTx/>
              <a:buNone/>
              <a:defRPr/>
            </a:pPr>
            <a:r>
              <a:rPr kumimoji="1" lang="en-US" altLang="zh-CN" sz="2000" b="0" i="0" u="none" strike="noStrike" kern="1200" cap="none" spc="0" normalizeH="0" baseline="0" noProof="0" smtClean="0">
                <a:ln>
                  <a:noFill/>
                </a:ln>
                <a:solidFill>
                  <a:srgbClr val="000000"/>
                </a:solidFill>
                <a:effectLst>
                  <a:outerShdw blurRad="38100" dist="38100" dir="2700000" algn="tl">
                    <a:srgbClr val="FFFFFF"/>
                  </a:outerShdw>
                </a:effectLst>
                <a:uLnTx/>
                <a:uFillTx/>
                <a:latin typeface="黑体" panose="02010609060101010101" pitchFamily="49" charset="-122"/>
                <a:ea typeface="黑体" panose="02010609060101010101" pitchFamily="49" charset="-122"/>
                <a:cs typeface="黑体" panose="02010609060101010101" pitchFamily="49" charset="-122"/>
                <a:sym typeface="UniversalMath1 BT" panose="05050102010205020602" pitchFamily="18" charset="2"/>
              </a:rPr>
              <a:t>Fa2 =F</a:t>
            </a:r>
            <a:r>
              <a:rPr kumimoji="1" lang="en-US" altLang="zh-CN" sz="2000" b="0" i="0" u="none" strike="noStrike" kern="1200" cap="none" spc="0" normalizeH="0" baseline="-25000" noProof="0" smtClean="0">
                <a:ln>
                  <a:noFill/>
                </a:ln>
                <a:solidFill>
                  <a:srgbClr val="000000"/>
                </a:solidFill>
                <a:effectLst>
                  <a:outerShdw blurRad="38100" dist="38100" dir="2700000" algn="tl">
                    <a:srgbClr val="FFFFFF"/>
                  </a:outerShdw>
                </a:effectLst>
                <a:uLnTx/>
                <a:uFillTx/>
                <a:latin typeface="黑体" panose="02010609060101010101" pitchFamily="49" charset="-122"/>
                <a:ea typeface="黑体" panose="02010609060101010101" pitchFamily="49" charset="-122"/>
                <a:cs typeface="黑体" panose="02010609060101010101" pitchFamily="49" charset="-122"/>
                <a:sym typeface="UniversalMath1 BT" panose="05050102010205020602" pitchFamily="18" charset="2"/>
              </a:rPr>
              <a:t>S2</a:t>
            </a:r>
            <a:r>
              <a:rPr kumimoji="1" lang="en-US" altLang="zh-CN" sz="2000" b="0" i="0" u="none" strike="noStrike" kern="1200" cap="none" spc="0" normalizeH="0" baseline="0" noProof="0" smtClean="0">
                <a:ln>
                  <a:noFill/>
                </a:ln>
                <a:solidFill>
                  <a:srgbClr val="000000"/>
                </a:solidFill>
                <a:effectLst>
                  <a:outerShdw blurRad="38100" dist="38100" dir="2700000" algn="tl">
                    <a:srgbClr val="FFFFFF"/>
                  </a:outerShdw>
                </a:effectLst>
                <a:uLnTx/>
                <a:uFillTx/>
                <a:latin typeface="黑体" panose="02010609060101010101" pitchFamily="49" charset="-122"/>
                <a:ea typeface="黑体" panose="02010609060101010101" pitchFamily="49" charset="-122"/>
                <a:cs typeface="黑体" panose="02010609060101010101" pitchFamily="49" charset="-122"/>
                <a:sym typeface="UniversalMath1 BT" panose="05050102010205020602" pitchFamily="18" charset="2"/>
              </a:rPr>
              <a:t> = 4080N </a:t>
            </a:r>
            <a:endParaRPr kumimoji="1" lang="en-US" altLang="zh-CN" sz="2000" b="0" i="0" u="none" strike="noStrike" kern="1200" cap="none" spc="0" normalizeH="0" baseline="0" noProof="0" smtClean="0">
              <a:ln>
                <a:noFill/>
              </a:ln>
              <a:solidFill>
                <a:srgbClr val="000000"/>
              </a:solidFill>
              <a:effectLst>
                <a:outerShdw blurRad="38100" dist="38100" dir="2700000" algn="tl">
                  <a:srgbClr val="FFFFFF"/>
                </a:outerShdw>
              </a:effectLst>
              <a:uLnTx/>
              <a:uFillTx/>
              <a:latin typeface="黑体" panose="02010609060101010101" pitchFamily="49" charset="-122"/>
              <a:ea typeface="黑体" panose="02010609060101010101" pitchFamily="49" charset="-122"/>
              <a:cs typeface="黑体" panose="02010609060101010101" pitchFamily="49" charset="-122"/>
              <a:sym typeface="UniversalMath1 BT" panose="05050102010205020602" pitchFamily="18" charset="2"/>
            </a:endParaRPr>
          </a:p>
          <a:p>
            <a:pPr marL="457200" marR="0" lvl="0" indent="-457200" algn="l" defTabSz="914400" rtl="0" eaLnBrk="0" latinLnBrk="0" hangingPunct="0">
              <a:lnSpc>
                <a:spcPct val="150000"/>
              </a:lnSpc>
              <a:spcBef>
                <a:spcPct val="0"/>
              </a:spcBef>
              <a:spcAft>
                <a:spcPct val="0"/>
              </a:spcAft>
              <a:buClrTx/>
              <a:buSzTx/>
              <a:buFontTx/>
              <a:buNone/>
              <a:defRPr/>
            </a:pPr>
            <a:r>
              <a:rPr kumimoji="1" lang="zh-CN" altLang="en-US" sz="2000" b="0" i="0" u="none" strike="noStrike" kern="1200" cap="none" spc="0" normalizeH="0" baseline="0" noProof="0" smtClean="0">
                <a:ln>
                  <a:noFill/>
                </a:ln>
                <a:gradFill>
                  <a:gsLst>
                    <a:gs pos="0">
                      <a:srgbClr val="007BD3"/>
                    </a:gs>
                    <a:gs pos="100000">
                      <a:srgbClr val="034373"/>
                    </a:gs>
                  </a:gsLst>
                  <a:lin scaled="0"/>
                </a:gradFill>
                <a:effectLst>
                  <a:outerShdw blurRad="38100" dist="38100" dir="2700000" algn="tl">
                    <a:srgbClr val="FFFFFF"/>
                  </a:outerShdw>
                </a:effectLst>
                <a:uLnTx/>
                <a:uFillTx/>
                <a:latin typeface="黑体" panose="02010609060101010101" pitchFamily="49" charset="-122"/>
                <a:ea typeface="黑体" panose="02010609060101010101" pitchFamily="49" charset="-122"/>
                <a:cs typeface="黑体" panose="02010609060101010101" pitchFamily="49" charset="-122"/>
                <a:sym typeface="UniversalMath1 BT" panose="05050102010205020602" pitchFamily="18" charset="2"/>
              </a:rPr>
              <a:t>第三种情况： </a:t>
            </a:r>
            <a:r>
              <a:rPr kumimoji="1" lang="zh-CN" altLang="en-US" sz="2000" b="0" i="0" u="none" strike="noStrike" kern="1200" cap="none" spc="0" normalizeH="0" baseline="0" noProof="0" smtClean="0">
                <a:ln>
                  <a:noFill/>
                </a:ln>
                <a:solidFill>
                  <a:srgbClr val="000000"/>
                </a:solidFill>
                <a:effectLst>
                  <a:outerShdw blurRad="38100" dist="38100" dir="2700000" algn="tl">
                    <a:srgbClr val="FFFFFF"/>
                  </a:outerShdw>
                </a:effectLst>
                <a:uLnTx/>
                <a:uFillTx/>
                <a:latin typeface="黑体" panose="02010609060101010101" pitchFamily="49" charset="-122"/>
                <a:ea typeface="黑体" panose="02010609060101010101" pitchFamily="49" charset="-122"/>
                <a:cs typeface="黑体" panose="02010609060101010101" pitchFamily="49" charset="-122"/>
                <a:sym typeface="UniversalMath1 BT" panose="05050102010205020602" pitchFamily="18" charset="2"/>
              </a:rPr>
              <a:t>    </a:t>
            </a:r>
            <a:endParaRPr kumimoji="1" lang="zh-CN" altLang="en-US" sz="2000" b="0" i="0" u="none" strike="noStrike" kern="1200" cap="none" spc="0" normalizeH="0" baseline="0" noProof="0" smtClean="0">
              <a:ln>
                <a:noFill/>
              </a:ln>
              <a:solidFill>
                <a:srgbClr val="000000"/>
              </a:solidFill>
              <a:effectLst>
                <a:outerShdw blurRad="38100" dist="38100" dir="2700000" algn="tl">
                  <a:srgbClr val="FFFFFF"/>
                </a:outerShdw>
              </a:effectLst>
              <a:uLnTx/>
              <a:uFillTx/>
              <a:latin typeface="黑体" panose="02010609060101010101" pitchFamily="49" charset="-122"/>
              <a:ea typeface="黑体" panose="02010609060101010101" pitchFamily="49" charset="-122"/>
              <a:cs typeface="黑体" panose="02010609060101010101" pitchFamily="49" charset="-122"/>
              <a:sym typeface="UniversalMath1 BT" panose="05050102010205020602" pitchFamily="18" charset="2"/>
            </a:endParaRPr>
          </a:p>
          <a:p>
            <a:pPr marL="914400" marR="0" lvl="1" indent="-457200" algn="l" defTabSz="914400" rtl="0" eaLnBrk="0" latinLnBrk="0" hangingPunct="0">
              <a:lnSpc>
                <a:spcPct val="150000"/>
              </a:lnSpc>
              <a:spcBef>
                <a:spcPct val="0"/>
              </a:spcBef>
              <a:spcAft>
                <a:spcPct val="0"/>
              </a:spcAft>
              <a:buClrTx/>
              <a:buSzTx/>
              <a:buFontTx/>
              <a:buNone/>
              <a:defRPr/>
            </a:pPr>
            <a:r>
              <a:rPr kumimoji="1" lang="en-US" altLang="zh-CN" sz="2000" b="0" i="0" u="none" strike="noStrike" kern="1200" cap="none" spc="0" normalizeH="0" baseline="0" noProof="0" smtClean="0">
                <a:ln>
                  <a:noFill/>
                </a:ln>
                <a:solidFill>
                  <a:srgbClr val="000000"/>
                </a:solidFill>
                <a:effectLst>
                  <a:outerShdw blurRad="38100" dist="38100" dir="2700000" algn="tl">
                    <a:srgbClr val="FFFFFF"/>
                  </a:outerShdw>
                </a:effectLst>
                <a:uLnTx/>
                <a:uFillTx/>
                <a:latin typeface="黑体" panose="02010609060101010101" pitchFamily="49" charset="-122"/>
                <a:ea typeface="黑体" panose="02010609060101010101" pitchFamily="49" charset="-122"/>
                <a:cs typeface="黑体" panose="02010609060101010101" pitchFamily="49" charset="-122"/>
                <a:sym typeface="UniversalMath1 BT" panose="05050102010205020602" pitchFamily="18" charset="2"/>
              </a:rPr>
              <a:t>Fa + F</a:t>
            </a:r>
            <a:r>
              <a:rPr kumimoji="1" lang="en-US" altLang="zh-CN" sz="2000" b="0" i="0" u="none" strike="noStrike" kern="1200" cap="none" spc="0" normalizeH="0" baseline="-25000" noProof="0" smtClean="0">
                <a:ln>
                  <a:noFill/>
                </a:ln>
                <a:solidFill>
                  <a:srgbClr val="000000"/>
                </a:solidFill>
                <a:effectLst>
                  <a:outerShdw blurRad="38100" dist="38100" dir="2700000" algn="tl">
                    <a:srgbClr val="FFFFFF"/>
                  </a:outerShdw>
                </a:effectLst>
                <a:uLnTx/>
                <a:uFillTx/>
                <a:latin typeface="黑体" panose="02010609060101010101" pitchFamily="49" charset="-122"/>
                <a:ea typeface="黑体" panose="02010609060101010101" pitchFamily="49" charset="-122"/>
                <a:cs typeface="黑体" panose="02010609060101010101" pitchFamily="49" charset="-122"/>
                <a:sym typeface="UniversalMath1 BT" panose="05050102010205020602" pitchFamily="18" charset="2"/>
              </a:rPr>
              <a:t>S1</a:t>
            </a:r>
            <a:r>
              <a:rPr kumimoji="1" lang="en-US" altLang="zh-CN" sz="2000" b="0" i="0" u="none" strike="noStrike" kern="1200" cap="none" spc="0" normalizeH="0" baseline="0" noProof="0" smtClean="0">
                <a:ln>
                  <a:noFill/>
                </a:ln>
                <a:solidFill>
                  <a:srgbClr val="000000"/>
                </a:solidFill>
                <a:effectLst>
                  <a:outerShdw blurRad="38100" dist="38100" dir="2700000" algn="tl">
                    <a:srgbClr val="FFFFFF"/>
                  </a:outerShdw>
                </a:effectLst>
                <a:uLnTx/>
                <a:uFillTx/>
                <a:latin typeface="黑体" panose="02010609060101010101" pitchFamily="49" charset="-122"/>
                <a:ea typeface="黑体" panose="02010609060101010101" pitchFamily="49" charset="-122"/>
                <a:cs typeface="黑体" panose="02010609060101010101" pitchFamily="49" charset="-122"/>
                <a:sym typeface="UniversalMath1 BT" panose="05050102010205020602" pitchFamily="18" charset="2"/>
              </a:rPr>
              <a:t> = 2000 + 1360 = 3360 &lt;F</a:t>
            </a:r>
            <a:r>
              <a:rPr kumimoji="1" lang="en-US" altLang="zh-CN" sz="2000" b="0" i="0" u="none" strike="noStrike" kern="1200" cap="none" spc="0" normalizeH="0" baseline="-25000" noProof="0" smtClean="0">
                <a:ln>
                  <a:noFill/>
                </a:ln>
                <a:solidFill>
                  <a:srgbClr val="000000"/>
                </a:solidFill>
                <a:effectLst>
                  <a:outerShdw blurRad="38100" dist="38100" dir="2700000" algn="tl">
                    <a:srgbClr val="FFFFFF"/>
                  </a:outerShdw>
                </a:effectLst>
                <a:uLnTx/>
                <a:uFillTx/>
                <a:latin typeface="黑体" panose="02010609060101010101" pitchFamily="49" charset="-122"/>
                <a:ea typeface="黑体" panose="02010609060101010101" pitchFamily="49" charset="-122"/>
                <a:cs typeface="黑体" panose="02010609060101010101" pitchFamily="49" charset="-122"/>
                <a:sym typeface="UniversalMath1 BT" panose="05050102010205020602" pitchFamily="18" charset="2"/>
              </a:rPr>
              <a:t>S2</a:t>
            </a:r>
            <a:r>
              <a:rPr kumimoji="1" lang="en-US" altLang="zh-CN" sz="2000" b="0" i="0" u="none" strike="noStrike" kern="1200" cap="none" spc="0" normalizeH="0" baseline="0" noProof="0" smtClean="0">
                <a:ln>
                  <a:noFill/>
                </a:ln>
                <a:solidFill>
                  <a:srgbClr val="000000"/>
                </a:solidFill>
                <a:effectLst>
                  <a:outerShdw blurRad="38100" dist="38100" dir="2700000" algn="tl">
                    <a:srgbClr val="FFFFFF"/>
                  </a:outerShdw>
                </a:effectLst>
                <a:uLnTx/>
                <a:uFillTx/>
                <a:latin typeface="黑体" panose="02010609060101010101" pitchFamily="49" charset="-122"/>
                <a:ea typeface="黑体" panose="02010609060101010101" pitchFamily="49" charset="-122"/>
                <a:cs typeface="黑体" panose="02010609060101010101" pitchFamily="49" charset="-122"/>
                <a:sym typeface="UniversalMath1 BT" panose="05050102010205020602" pitchFamily="18" charset="2"/>
              </a:rPr>
              <a:t> = 4080N</a:t>
            </a:r>
            <a:endParaRPr kumimoji="1" lang="en-US" altLang="zh-CN" sz="2000" b="0" i="0" u="none" strike="noStrike" kern="1200" cap="none" spc="0" normalizeH="0" baseline="0" noProof="0" smtClean="0">
              <a:ln>
                <a:noFill/>
              </a:ln>
              <a:solidFill>
                <a:srgbClr val="000000"/>
              </a:solidFill>
              <a:effectLst>
                <a:outerShdw blurRad="38100" dist="38100" dir="2700000" algn="tl">
                  <a:srgbClr val="FFFFFF"/>
                </a:outerShdw>
              </a:effectLst>
              <a:uLnTx/>
              <a:uFillTx/>
              <a:latin typeface="黑体" panose="02010609060101010101" pitchFamily="49" charset="-122"/>
              <a:ea typeface="黑体" panose="02010609060101010101" pitchFamily="49" charset="-122"/>
              <a:cs typeface="黑体" panose="02010609060101010101" pitchFamily="49" charset="-122"/>
              <a:sym typeface="UniversalMath1 BT" panose="05050102010205020602" pitchFamily="18" charset="2"/>
            </a:endParaRPr>
          </a:p>
          <a:p>
            <a:pPr marL="914400" marR="0" lvl="1" indent="-457200" algn="l" defTabSz="914400" rtl="0" eaLnBrk="0" latinLnBrk="0" hangingPunct="0">
              <a:lnSpc>
                <a:spcPct val="150000"/>
              </a:lnSpc>
              <a:spcBef>
                <a:spcPct val="0"/>
              </a:spcBef>
              <a:spcAft>
                <a:spcPct val="0"/>
              </a:spcAft>
              <a:buClrTx/>
              <a:buSzTx/>
              <a:buFontTx/>
              <a:buNone/>
              <a:defRPr/>
            </a:pPr>
            <a:r>
              <a:rPr kumimoji="1" lang="en-US" altLang="zh-CN" sz="2000" b="0" i="0" u="none" strike="noStrike" kern="1200" cap="none" spc="0" normalizeH="0" baseline="0" noProof="0" smtClean="0">
                <a:ln>
                  <a:noFill/>
                </a:ln>
                <a:solidFill>
                  <a:srgbClr val="000000"/>
                </a:solidFill>
                <a:effectLst>
                  <a:outerShdw blurRad="38100" dist="38100" dir="2700000" algn="tl">
                    <a:srgbClr val="FFFFFF"/>
                  </a:outerShdw>
                </a:effectLst>
                <a:uLnTx/>
                <a:uFillTx/>
                <a:latin typeface="黑体" panose="02010609060101010101" pitchFamily="49" charset="-122"/>
                <a:ea typeface="黑体" panose="02010609060101010101" pitchFamily="49" charset="-122"/>
                <a:cs typeface="黑体" panose="02010609060101010101" pitchFamily="49" charset="-122"/>
                <a:sym typeface="UniversalMath1 BT" panose="05050102010205020602" pitchFamily="18" charset="2"/>
              </a:rPr>
              <a:t>Fa2 = F</a:t>
            </a:r>
            <a:r>
              <a:rPr kumimoji="1" lang="en-US" altLang="zh-CN" sz="2000" b="0" i="0" u="none" strike="noStrike" kern="1200" cap="none" spc="0" normalizeH="0" baseline="-25000" noProof="0" smtClean="0">
                <a:ln>
                  <a:noFill/>
                </a:ln>
                <a:solidFill>
                  <a:srgbClr val="000000"/>
                </a:solidFill>
                <a:effectLst>
                  <a:outerShdw blurRad="38100" dist="38100" dir="2700000" algn="tl">
                    <a:srgbClr val="FFFFFF"/>
                  </a:outerShdw>
                </a:effectLst>
                <a:uLnTx/>
                <a:uFillTx/>
                <a:latin typeface="黑体" panose="02010609060101010101" pitchFamily="49" charset="-122"/>
                <a:ea typeface="黑体" panose="02010609060101010101" pitchFamily="49" charset="-122"/>
                <a:cs typeface="黑体" panose="02010609060101010101" pitchFamily="49" charset="-122"/>
                <a:sym typeface="UniversalMath1 BT" panose="05050102010205020602" pitchFamily="18" charset="2"/>
              </a:rPr>
              <a:t>S2</a:t>
            </a:r>
            <a:r>
              <a:rPr kumimoji="1" lang="en-US" altLang="zh-CN" sz="2000" b="0" i="0" u="none" strike="noStrike" kern="1200" cap="none" spc="0" normalizeH="0" baseline="0" noProof="0" smtClean="0">
                <a:ln>
                  <a:noFill/>
                </a:ln>
                <a:solidFill>
                  <a:srgbClr val="000000"/>
                </a:solidFill>
                <a:effectLst>
                  <a:outerShdw blurRad="38100" dist="38100" dir="2700000" algn="tl">
                    <a:srgbClr val="FFFFFF"/>
                  </a:outerShdw>
                </a:effectLst>
                <a:uLnTx/>
                <a:uFillTx/>
                <a:latin typeface="黑体" panose="02010609060101010101" pitchFamily="49" charset="-122"/>
                <a:ea typeface="黑体" panose="02010609060101010101" pitchFamily="49" charset="-122"/>
                <a:cs typeface="黑体" panose="02010609060101010101" pitchFamily="49" charset="-122"/>
                <a:sym typeface="UniversalMath1 BT" panose="05050102010205020602" pitchFamily="18" charset="2"/>
              </a:rPr>
              <a:t> = 4080N ( </a:t>
            </a:r>
            <a:r>
              <a:rPr kumimoji="1" lang="zh-CN" altLang="en-US" sz="2000" b="0" i="0" u="none" strike="noStrike" kern="1200" cap="none" spc="0" normalizeH="0" baseline="0" noProof="0" smtClean="0">
                <a:ln>
                  <a:noFill/>
                </a:ln>
                <a:solidFill>
                  <a:srgbClr val="0000FF"/>
                </a:solidFill>
                <a:effectLst/>
                <a:uLnTx/>
                <a:uFillTx/>
                <a:latin typeface="黑体" panose="02010609060101010101" pitchFamily="49" charset="-122"/>
                <a:ea typeface="黑体" panose="02010609060101010101" pitchFamily="49" charset="-122"/>
                <a:cs typeface="黑体" panose="02010609060101010101" pitchFamily="49" charset="-122"/>
                <a:sym typeface="UniversalMath1 BT" panose="05050102010205020602" pitchFamily="18" charset="2"/>
              </a:rPr>
              <a:t>松边</a:t>
            </a:r>
            <a:r>
              <a:rPr kumimoji="1" lang="zh-CN" altLang="en-US" sz="2000" b="0" i="0" u="none" strike="noStrike" kern="1200" cap="none" spc="0" normalizeH="0" baseline="0" noProof="0" smtClean="0">
                <a:ln>
                  <a:noFill/>
                </a:ln>
                <a:solidFill>
                  <a:srgbClr val="000000"/>
                </a:solidFill>
                <a:effectLst>
                  <a:outerShdw blurRad="38100" dist="38100" dir="2700000" algn="tl">
                    <a:srgbClr val="FFFFFF"/>
                  </a:outerShdw>
                </a:effectLst>
                <a:uLnTx/>
                <a:uFillTx/>
                <a:latin typeface="黑体" panose="02010609060101010101" pitchFamily="49" charset="-122"/>
                <a:ea typeface="黑体" panose="02010609060101010101" pitchFamily="49" charset="-122"/>
                <a:cs typeface="黑体" panose="02010609060101010101" pitchFamily="49" charset="-122"/>
                <a:sym typeface="UniversalMath1 BT" panose="05050102010205020602" pitchFamily="18" charset="2"/>
              </a:rPr>
              <a:t>）</a:t>
            </a:r>
            <a:endParaRPr kumimoji="1" lang="zh-CN" altLang="en-US" sz="2000" b="0" i="0" u="none" strike="noStrike" kern="1200" cap="none" spc="0" normalizeH="0" baseline="0" noProof="0" smtClean="0">
              <a:ln>
                <a:noFill/>
              </a:ln>
              <a:solidFill>
                <a:srgbClr val="000000"/>
              </a:solidFill>
              <a:effectLst>
                <a:outerShdw blurRad="38100" dist="38100" dir="2700000" algn="tl">
                  <a:srgbClr val="FFFFFF"/>
                </a:outerShdw>
              </a:effectLst>
              <a:uLnTx/>
              <a:uFillTx/>
              <a:latin typeface="黑体" panose="02010609060101010101" pitchFamily="49" charset="-122"/>
              <a:ea typeface="黑体" panose="02010609060101010101" pitchFamily="49" charset="-122"/>
              <a:cs typeface="黑体" panose="02010609060101010101" pitchFamily="49" charset="-122"/>
              <a:sym typeface="UniversalMath1 BT" panose="05050102010205020602" pitchFamily="18" charset="2"/>
            </a:endParaRPr>
          </a:p>
          <a:p>
            <a:pPr marL="914400" marR="0" lvl="1" indent="-457200" algn="l" defTabSz="914400" rtl="0" eaLnBrk="0" latinLnBrk="0" hangingPunct="0">
              <a:lnSpc>
                <a:spcPct val="150000"/>
              </a:lnSpc>
              <a:spcBef>
                <a:spcPct val="0"/>
              </a:spcBef>
              <a:spcAft>
                <a:spcPct val="0"/>
              </a:spcAft>
              <a:buClrTx/>
              <a:buSzTx/>
              <a:buFontTx/>
              <a:buNone/>
              <a:defRPr/>
            </a:pPr>
            <a:r>
              <a:rPr kumimoji="1" lang="en-US" altLang="zh-CN" sz="2000" b="0" i="0" u="none" strike="noStrike" kern="1200" cap="none" spc="0" normalizeH="0" baseline="0" noProof="0" smtClean="0">
                <a:ln>
                  <a:noFill/>
                </a:ln>
                <a:solidFill>
                  <a:srgbClr val="000000"/>
                </a:solidFill>
                <a:effectLst>
                  <a:outerShdw blurRad="38100" dist="38100" dir="2700000" algn="tl">
                    <a:srgbClr val="FFFFFF"/>
                  </a:outerShdw>
                </a:effectLst>
                <a:uLnTx/>
                <a:uFillTx/>
                <a:latin typeface="黑体" panose="02010609060101010101" pitchFamily="49" charset="-122"/>
                <a:ea typeface="黑体" panose="02010609060101010101" pitchFamily="49" charset="-122"/>
                <a:cs typeface="黑体" panose="02010609060101010101" pitchFamily="49" charset="-122"/>
                <a:sym typeface="UniversalMath1 BT" panose="05050102010205020602" pitchFamily="18" charset="2"/>
              </a:rPr>
              <a:t>Fa1 = F</a:t>
            </a:r>
            <a:r>
              <a:rPr kumimoji="1" lang="en-US" altLang="zh-CN" sz="2000" b="0" i="0" u="none" strike="noStrike" kern="1200" cap="none" spc="0" normalizeH="0" baseline="-25000" noProof="0" smtClean="0">
                <a:ln>
                  <a:noFill/>
                </a:ln>
                <a:solidFill>
                  <a:srgbClr val="000000"/>
                </a:solidFill>
                <a:effectLst>
                  <a:outerShdw blurRad="38100" dist="38100" dir="2700000" algn="tl">
                    <a:srgbClr val="FFFFFF"/>
                  </a:outerShdw>
                </a:effectLst>
                <a:uLnTx/>
                <a:uFillTx/>
                <a:latin typeface="黑体" panose="02010609060101010101" pitchFamily="49" charset="-122"/>
                <a:ea typeface="黑体" panose="02010609060101010101" pitchFamily="49" charset="-122"/>
                <a:cs typeface="黑体" panose="02010609060101010101" pitchFamily="49" charset="-122"/>
                <a:sym typeface="UniversalMath1 BT" panose="05050102010205020602" pitchFamily="18" charset="2"/>
              </a:rPr>
              <a:t>S2</a:t>
            </a:r>
            <a:r>
              <a:rPr kumimoji="1" lang="en-US" altLang="zh-CN" sz="2000" b="0" i="0" u="none" strike="noStrike" kern="1200" cap="none" spc="0" normalizeH="0" baseline="0" noProof="0" smtClean="0">
                <a:ln>
                  <a:noFill/>
                </a:ln>
                <a:solidFill>
                  <a:srgbClr val="000000"/>
                </a:solidFill>
                <a:effectLst>
                  <a:outerShdw blurRad="38100" dist="38100" dir="2700000" algn="tl">
                    <a:srgbClr val="FFFFFF"/>
                  </a:outerShdw>
                </a:effectLst>
                <a:uLnTx/>
                <a:uFillTx/>
                <a:latin typeface="黑体" panose="02010609060101010101" pitchFamily="49" charset="-122"/>
                <a:ea typeface="黑体" panose="02010609060101010101" pitchFamily="49" charset="-122"/>
                <a:cs typeface="黑体" panose="02010609060101010101" pitchFamily="49" charset="-122"/>
                <a:sym typeface="UniversalMath1 BT" panose="05050102010205020602" pitchFamily="18" charset="2"/>
              </a:rPr>
              <a:t> </a:t>
            </a:r>
            <a:r>
              <a:rPr kumimoji="1" lang="en-US" altLang="zh-CN" sz="2000" b="0" i="0" u="none" strike="noStrike" kern="1200" cap="none" spc="0" normalizeH="0" baseline="0" noProof="0" smtClean="0">
                <a:ln>
                  <a:noFill/>
                </a:ln>
                <a:solidFill>
                  <a:srgbClr val="000000"/>
                </a:solidFill>
                <a:effectLst>
                  <a:outerShdw blurRad="38100" dist="38100" dir="2700000" algn="tl">
                    <a:srgbClr val="FFFFFF"/>
                  </a:outerShdw>
                </a:effectLst>
                <a:uLnTx/>
                <a:uFillTx/>
                <a:latin typeface="黑体" panose="02010609060101010101" pitchFamily="49" charset="-122"/>
                <a:ea typeface="黑体" panose="02010609060101010101" pitchFamily="49" charset="-122"/>
                <a:cs typeface="黑体" panose="02010609060101010101" pitchFamily="49" charset="-122"/>
                <a:sym typeface="UniversalMath1 BT" panose="05050102010205020602" pitchFamily="18" charset="2"/>
              </a:rPr>
              <a:t>– Fa = 4080 – 2000 = 2080N (</a:t>
            </a:r>
            <a:r>
              <a:rPr kumimoji="1" lang="zh-CN" altLang="en-US" sz="2000" b="0" i="0" u="none" strike="noStrike" kern="1200" cap="none" spc="0" normalizeH="0" baseline="0" noProof="0" smtClean="0">
                <a:ln>
                  <a:noFill/>
                </a:ln>
                <a:solidFill>
                  <a:srgbClr val="CC0000"/>
                </a:solidFill>
                <a:effectLst/>
                <a:uLnTx/>
                <a:uFillTx/>
                <a:latin typeface="黑体" panose="02010609060101010101" pitchFamily="49" charset="-122"/>
                <a:ea typeface="黑体" panose="02010609060101010101" pitchFamily="49" charset="-122"/>
                <a:cs typeface="黑体" panose="02010609060101010101" pitchFamily="49" charset="-122"/>
                <a:sym typeface="UniversalMath1 BT" panose="05050102010205020602" pitchFamily="18" charset="2"/>
              </a:rPr>
              <a:t>紧边</a:t>
            </a:r>
            <a:r>
              <a:rPr kumimoji="1" lang="en-US" altLang="zh-CN" sz="2000" b="0" i="0" u="none" strike="noStrike" kern="1200" cap="none" spc="0" normalizeH="0" baseline="0" noProof="0" smtClean="0">
                <a:ln>
                  <a:noFill/>
                </a:ln>
                <a:solidFill>
                  <a:srgbClr val="000000"/>
                </a:solidFill>
                <a:effectLst>
                  <a:outerShdw blurRad="38100" dist="38100" dir="2700000" algn="tl">
                    <a:srgbClr val="FFFFFF"/>
                  </a:outerShdw>
                </a:effectLst>
                <a:uLnTx/>
                <a:uFillTx/>
                <a:latin typeface="黑体" panose="02010609060101010101" pitchFamily="49" charset="-122"/>
                <a:ea typeface="黑体" panose="02010609060101010101" pitchFamily="49" charset="-122"/>
                <a:cs typeface="黑体" panose="02010609060101010101" pitchFamily="49" charset="-122"/>
                <a:sym typeface="UniversalMath1 BT" panose="05050102010205020602" pitchFamily="18" charset="2"/>
              </a:rPr>
              <a:t>)</a:t>
            </a:r>
            <a:endParaRPr kumimoji="1" lang="en-US" altLang="zh-CN" sz="2000" b="0" i="0" u="none" strike="noStrike" kern="1200" cap="none" spc="0" normalizeH="0" baseline="0" noProof="0" smtClean="0">
              <a:ln>
                <a:noFill/>
              </a:ln>
              <a:solidFill>
                <a:srgbClr val="000000"/>
              </a:solidFill>
              <a:effectLst/>
              <a:uLnTx/>
              <a:uFillTx/>
              <a:latin typeface="黑体" panose="02010609060101010101" pitchFamily="49" charset="-122"/>
              <a:ea typeface="黑体" panose="02010609060101010101" pitchFamily="49" charset="-122"/>
              <a:cs typeface="黑体" panose="02010609060101010101" pitchFamily="49" charset="-122"/>
              <a:sym typeface="UniversalMath1 BT" panose="05050102010205020602" pitchFamily="18" charset="2"/>
            </a:endParaRPr>
          </a:p>
        </p:txBody>
      </p:sp>
      <p:sp>
        <p:nvSpPr>
          <p:cNvPr id="62467" name="矩形 1"/>
          <p:cNvSpPr/>
          <p:nvPr/>
        </p:nvSpPr>
        <p:spPr>
          <a:xfrm>
            <a:off x="927100" y="0"/>
            <a:ext cx="3878263" cy="584200"/>
          </a:xfrm>
          <a:prstGeom prst="rect">
            <a:avLst/>
          </a:prstGeom>
          <a:noFill/>
          <a:ln w="9525">
            <a:noFill/>
          </a:ln>
        </p:spPr>
        <p:txBody>
          <a:bodyPr wrap="none">
            <a:spAutoFit/>
          </a:bodyPr>
          <a:p>
            <a:pPr eaLnBrk="1" hangingPunct="1"/>
            <a:r>
              <a:rPr lang="zh-CN" altLang="en-US" sz="3200" dirty="0">
                <a:solidFill>
                  <a:schemeClr val="bg1"/>
                </a:solidFill>
                <a:latin typeface="黑体" panose="02010609060101010101" pitchFamily="49" charset="-122"/>
                <a:ea typeface="黑体" panose="02010609060101010101" pitchFamily="49" charset="-122"/>
              </a:rPr>
              <a:t>滚动轴承的寿命计算</a:t>
            </a:r>
            <a:endParaRPr lang="zh-CN" altLang="en-US" sz="3200" dirty="0">
              <a:solidFill>
                <a:schemeClr val="bg1"/>
              </a:solidFill>
              <a:latin typeface="黑体" panose="02010609060101010101" pitchFamily="49" charset="-122"/>
              <a:ea typeface="黑体" panose="02010609060101010101" pitchFamily="49" charset="-122"/>
            </a:endParaRPr>
          </a:p>
        </p:txBody>
      </p:sp>
      <p:pic>
        <p:nvPicPr>
          <p:cNvPr id="4" name="Picture 148" descr="back1">
            <a:hlinkClick r:id="" action="ppaction://hlinkshowjump?jump=previousslide"/>
          </p:cNvPr>
          <p:cNvPicPr>
            <a:picLocks noChangeAspect="1"/>
          </p:cNvPicPr>
          <p:nvPr/>
        </p:nvPicPr>
        <p:blipFill>
          <a:blip r:embed="rId1"/>
          <a:stretch>
            <a:fillRect/>
          </a:stretch>
        </p:blipFill>
        <p:spPr>
          <a:xfrm>
            <a:off x="8324850" y="6551613"/>
            <a:ext cx="306388" cy="306387"/>
          </a:xfrm>
          <a:prstGeom prst="rect">
            <a:avLst/>
          </a:prstGeom>
          <a:noFill/>
          <a:ln w="9525">
            <a:noFill/>
          </a:ln>
        </p:spPr>
      </p:pic>
      <p:pic>
        <p:nvPicPr>
          <p:cNvPr id="5" name="Picture 149" descr="NEXT1">
            <a:hlinkClick r:id="" action="ppaction://hlinkshowjump?jump=nextslide"/>
          </p:cNvPr>
          <p:cNvPicPr>
            <a:picLocks noChangeAspect="1"/>
          </p:cNvPicPr>
          <p:nvPr/>
        </p:nvPicPr>
        <p:blipFill>
          <a:blip r:embed="rId2"/>
          <a:stretch>
            <a:fillRect/>
          </a:stretch>
        </p:blipFill>
        <p:spPr>
          <a:xfrm>
            <a:off x="8745538" y="6551613"/>
            <a:ext cx="306387" cy="306387"/>
          </a:xfrm>
          <a:prstGeom prst="rect">
            <a:avLst/>
          </a:prstGeom>
          <a:noFill/>
          <a:ln w="9525">
            <a:noFill/>
          </a:ln>
        </p:spPr>
      </p:pic>
      <p:pic>
        <p:nvPicPr>
          <p:cNvPr id="6" name="Picture 150" descr="rewind1">
            <a:hlinkClick r:id="" action="ppaction://hlinkshowjump?jump=firstslide"/>
          </p:cNvPr>
          <p:cNvPicPr>
            <a:picLocks noChangeAspect="1"/>
          </p:cNvPicPr>
          <p:nvPr/>
        </p:nvPicPr>
        <p:blipFill>
          <a:blip r:embed="rId3"/>
          <a:stretch>
            <a:fillRect/>
          </a:stretch>
        </p:blipFill>
        <p:spPr>
          <a:xfrm>
            <a:off x="7875588" y="6551613"/>
            <a:ext cx="306387" cy="306387"/>
          </a:xfrm>
          <a:prstGeom prst="rect">
            <a:avLst/>
          </a:prstGeom>
          <a:noFill/>
          <a:ln w="9525">
            <a:noFill/>
          </a:ln>
        </p:spPr>
      </p:pic>
      <p:sp>
        <p:nvSpPr>
          <p:cNvPr id="4132" name="直接连接符 6"/>
          <p:cNvSpPr>
            <a:spLocks noChangeShapeType="1"/>
          </p:cNvSpPr>
          <p:nvPr/>
        </p:nvSpPr>
        <p:spPr bwMode="auto">
          <a:xfrm>
            <a:off x="0" y="685662"/>
            <a:ext cx="9144000" cy="0"/>
          </a:xfrm>
          <a:prstGeom prst="line">
            <a:avLst/>
          </a:prstGeom>
          <a:noFill/>
          <a:ln w="28575">
            <a:solidFill>
              <a:srgbClr val="CC3300"/>
            </a:solidFill>
            <a:miter lim="800000"/>
          </a:ln>
          <a:extLst>
            <a:ext uri="{909E8E84-426E-40DD-AFC4-6F175D3DCCD1}">
              <a14:hiddenFill xmlns:a14="http://schemas.microsoft.com/office/drawing/2010/main">
                <a:noFill/>
              </a14:hiddenFill>
            </a:ext>
          </a:extLst>
        </p:spPr>
        <p:txBody>
          <a:bodyPr/>
          <a:lstStyle/>
          <a:p>
            <a:endParaRPr lang="zh-CN" altLang="en-US"/>
          </a:p>
        </p:txBody>
      </p:sp>
      <p:sp>
        <p:nvSpPr>
          <p:cNvPr id="14339" name="Rectangle 34"/>
          <p:cNvSpPr>
            <a:spLocks noChangeArrowheads="1"/>
          </p:cNvSpPr>
          <p:nvPr/>
        </p:nvSpPr>
        <p:spPr bwMode="auto">
          <a:xfrm>
            <a:off x="3687417" y="228600"/>
            <a:ext cx="4846983" cy="533400"/>
          </a:xfrm>
          <a:prstGeom prst="rect">
            <a:avLst/>
          </a:prstGeom>
          <a:noFill/>
          <a:ln>
            <a:noFill/>
          </a:ln>
          <a:effectLst/>
          <a:extLst>
            <a:ext uri="{909E8E84-426E-40DD-AFC4-6F175D3DCCD1}">
              <a14:hiddenFill xmlns:a14="http://schemas.microsoft.com/office/drawing/2010/main">
                <a:gradFill rotWithShape="0">
                  <a:gsLst>
                    <a:gs pos="0">
                      <a:srgbClr val="E5DCB5"/>
                    </a:gs>
                    <a:gs pos="100000">
                      <a:srgbClr val="FDFBF1"/>
                    </a:gs>
                  </a:gsLst>
                  <a:lin ang="0" scaled="1"/>
                </a:gradFill>
              </a14:hiddenFill>
            </a:ext>
            <a:ext uri="{91240B29-F687-4F45-9708-019B960494DF}">
              <a14:hiddenLine xmlns:a14="http://schemas.microsoft.com/office/drawing/2010/main" w="9525">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tIns="36000" bIns="72000" anchor="ctr" anchorCtr="1"/>
          <a:lstStyle>
            <a:lvl1pPr>
              <a:lnSpc>
                <a:spcPct val="120000"/>
              </a:lnSpc>
              <a:buChar char="•"/>
              <a:defRPr kumimoji="1" sz="2000">
                <a:solidFill>
                  <a:srgbClr val="000099"/>
                </a:solidFill>
                <a:latin typeface="Times New Roman" panose="02020603050405020304" pitchFamily="18" charset="0"/>
                <a:ea typeface="华文中宋" panose="02010600040101010101" pitchFamily="2" charset="-122"/>
              </a:defRPr>
            </a:lvl1pPr>
            <a:lvl2pPr marL="742950" indent="-285750">
              <a:lnSpc>
                <a:spcPct val="120000"/>
              </a:lnSpc>
              <a:buChar char="•"/>
              <a:defRPr kumimoji="1" sz="2000">
                <a:solidFill>
                  <a:srgbClr val="000099"/>
                </a:solidFill>
                <a:latin typeface="Times New Roman" panose="02020603050405020304" pitchFamily="18" charset="0"/>
                <a:ea typeface="华文中宋" panose="02010600040101010101" pitchFamily="2" charset="-122"/>
              </a:defRPr>
            </a:lvl2pPr>
            <a:lvl3pPr marL="1143000" indent="-228600">
              <a:lnSpc>
                <a:spcPct val="120000"/>
              </a:lnSpc>
              <a:buChar char="•"/>
              <a:defRPr kumimoji="1" sz="2000">
                <a:solidFill>
                  <a:srgbClr val="000099"/>
                </a:solidFill>
                <a:latin typeface="Times New Roman" panose="02020603050405020304" pitchFamily="18" charset="0"/>
                <a:ea typeface="华文中宋" panose="02010600040101010101" pitchFamily="2" charset="-122"/>
              </a:defRPr>
            </a:lvl3pPr>
            <a:lvl4pPr marL="1600200" indent="-228600">
              <a:lnSpc>
                <a:spcPct val="120000"/>
              </a:lnSpc>
              <a:buChar char="•"/>
              <a:defRPr kumimoji="1" sz="2000">
                <a:solidFill>
                  <a:srgbClr val="000099"/>
                </a:solidFill>
                <a:latin typeface="Times New Roman" panose="02020603050405020304" pitchFamily="18" charset="0"/>
                <a:ea typeface="华文中宋" panose="02010600040101010101" pitchFamily="2" charset="-122"/>
              </a:defRPr>
            </a:lvl4pPr>
            <a:lvl5pPr marL="2057400" indent="-228600">
              <a:lnSpc>
                <a:spcPct val="120000"/>
              </a:lnSpc>
              <a:buChar char="•"/>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lnSpc>
                <a:spcPct val="100000"/>
              </a:lnSpc>
              <a:buFontTx/>
              <a:buNone/>
            </a:pPr>
            <a:r>
              <a:rPr lang="en-US" altLang="zh-CN" sz="3000" dirty="0" smtClean="0">
                <a:solidFill>
                  <a:srgbClr val="CC3300"/>
                </a:solidFill>
                <a:latin typeface="黑体" panose="02010609060101010101" pitchFamily="49" charset="-122"/>
                <a:ea typeface="黑体" panose="02010609060101010101" pitchFamily="49" charset="-122"/>
              </a:rPr>
              <a:t>3.6-5 </a:t>
            </a:r>
            <a:r>
              <a:rPr lang="zh-CN" altLang="en-US" sz="3000" dirty="0" smtClean="0">
                <a:solidFill>
                  <a:srgbClr val="CC3300"/>
                </a:solidFill>
                <a:latin typeface="黑体" panose="02010609060101010101" pitchFamily="49" charset="-122"/>
                <a:ea typeface="黑体" panose="02010609060101010101" pitchFamily="49" charset="-122"/>
              </a:rPr>
              <a:t>滚动轴承的寿命计算</a:t>
            </a:r>
            <a:endParaRPr lang="en-US" altLang="zh-CN" sz="3000" dirty="0">
              <a:solidFill>
                <a:srgbClr val="CC3300"/>
              </a:solidFill>
              <a:latin typeface="黑体" panose="02010609060101010101" pitchFamily="49" charset="-122"/>
              <a:ea typeface="黑体" panose="02010609060101010101" pitchFamily="49" charset="-122"/>
            </a:endParaRPr>
          </a:p>
        </p:txBody>
      </p:sp>
    </p:spTree>
  </p:cSld>
  <p:clrMapOvr>
    <a:masterClrMapping/>
  </p:clrMapOvr>
  <p:transition>
    <p:wipe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ntr" presetSubtype="6" fill="hold" grpId="0" nodeType="clickEffect">
                                  <p:stCondLst>
                                    <p:cond delay="0"/>
                                  </p:stCondLst>
                                  <p:childTnLst>
                                    <p:set>
                                      <p:cBhvr>
                                        <p:cTn id="6" dur="1" fill="hold">
                                          <p:stCondLst>
                                            <p:cond delay="0"/>
                                          </p:stCondLst>
                                        </p:cTn>
                                        <p:tgtEl>
                                          <p:spTgt spid="104450">
                                            <p:txEl>
                                              <p:charRg st="4294967295" end="4294967295"/>
                                            </p:txEl>
                                          </p:spTgt>
                                        </p:tgtEl>
                                        <p:attrNameLst>
                                          <p:attrName>style.visibility</p:attrName>
                                        </p:attrNameLst>
                                      </p:cBhvr>
                                      <p:to>
                                        <p:strVal val="visible"/>
                                      </p:to>
                                    </p:set>
                                    <p:animEffect transition="in" filter="strips(downRight)">
                                      <p:cBhvr>
                                        <p:cTn id="7" dur="500"/>
                                        <p:tgtEl>
                                          <p:spTgt spid="104450">
                                            <p:txEl>
                                              <p:charRg st="4294967295" end="4294967295"/>
                                            </p:txEl>
                                          </p:spTgt>
                                        </p:tgtEl>
                                      </p:cBhvr>
                                    </p:animEffect>
                                  </p:childTnLst>
                                </p:cTn>
                              </p:par>
                            </p:childTnLst>
                          </p:cTn>
                        </p:par>
                      </p:childTnLst>
                    </p:cTn>
                  </p:par>
                  <p:par>
                    <p:cTn id="8" fill="hold">
                      <p:stCondLst>
                        <p:cond delay="indefinite"/>
                      </p:stCondLst>
                      <p:childTnLst>
                        <p:par>
                          <p:cTn id="9" fill="hold">
                            <p:stCondLst>
                              <p:cond delay="0"/>
                            </p:stCondLst>
                            <p:childTnLst>
                              <p:par>
                                <p:cTn id="10" presetID="18" presetClass="entr" presetSubtype="6" fill="hold" grpId="0" nodeType="clickEffect">
                                  <p:stCondLst>
                                    <p:cond delay="0"/>
                                  </p:stCondLst>
                                  <p:childTnLst>
                                    <p:set>
                                      <p:cBhvr>
                                        <p:cTn id="11" dur="1" fill="hold">
                                          <p:stCondLst>
                                            <p:cond delay="0"/>
                                          </p:stCondLst>
                                        </p:cTn>
                                        <p:tgtEl>
                                          <p:spTgt spid="104450">
                                            <p:txEl>
                                              <p:charRg st="0" end="11"/>
                                            </p:txEl>
                                          </p:spTgt>
                                        </p:tgtEl>
                                        <p:attrNameLst>
                                          <p:attrName>style.visibility</p:attrName>
                                        </p:attrNameLst>
                                      </p:cBhvr>
                                      <p:to>
                                        <p:strVal val="visible"/>
                                      </p:to>
                                    </p:set>
                                    <p:animEffect transition="in" filter="strips(downRight)">
                                      <p:cBhvr>
                                        <p:cTn id="12" dur="500"/>
                                        <p:tgtEl>
                                          <p:spTgt spid="104450">
                                            <p:txEl>
                                              <p:charRg st="0" end="1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8" presetClass="entr" presetSubtype="6" fill="hold" grpId="0" nodeType="clickEffect">
                                  <p:stCondLst>
                                    <p:cond delay="0"/>
                                  </p:stCondLst>
                                  <p:childTnLst>
                                    <p:set>
                                      <p:cBhvr>
                                        <p:cTn id="16" dur="1" fill="hold">
                                          <p:stCondLst>
                                            <p:cond delay="0"/>
                                          </p:stCondLst>
                                        </p:cTn>
                                        <p:tgtEl>
                                          <p:spTgt spid="104450">
                                            <p:txEl>
                                              <p:charRg st="11" end="56"/>
                                            </p:txEl>
                                          </p:spTgt>
                                        </p:tgtEl>
                                        <p:attrNameLst>
                                          <p:attrName>style.visibility</p:attrName>
                                        </p:attrNameLst>
                                      </p:cBhvr>
                                      <p:to>
                                        <p:strVal val="visible"/>
                                      </p:to>
                                    </p:set>
                                    <p:animEffect transition="in" filter="strips(downRight)">
                                      <p:cBhvr>
                                        <p:cTn id="17" dur="500"/>
                                        <p:tgtEl>
                                          <p:spTgt spid="104450">
                                            <p:txEl>
                                              <p:charRg st="11" end="56"/>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8" presetClass="entr" presetSubtype="6" fill="hold" grpId="0" nodeType="clickEffect">
                                  <p:stCondLst>
                                    <p:cond delay="0"/>
                                  </p:stCondLst>
                                  <p:childTnLst>
                                    <p:set>
                                      <p:cBhvr>
                                        <p:cTn id="21" dur="1" fill="hold">
                                          <p:stCondLst>
                                            <p:cond delay="0"/>
                                          </p:stCondLst>
                                        </p:cTn>
                                        <p:tgtEl>
                                          <p:spTgt spid="104450">
                                            <p:txEl>
                                              <p:charRg st="56" end="83"/>
                                            </p:txEl>
                                          </p:spTgt>
                                        </p:tgtEl>
                                        <p:attrNameLst>
                                          <p:attrName>style.visibility</p:attrName>
                                        </p:attrNameLst>
                                      </p:cBhvr>
                                      <p:to>
                                        <p:strVal val="visible"/>
                                      </p:to>
                                    </p:set>
                                    <p:animEffect transition="in" filter="strips(downRight)">
                                      <p:cBhvr>
                                        <p:cTn id="22" dur="500"/>
                                        <p:tgtEl>
                                          <p:spTgt spid="104450">
                                            <p:txEl>
                                              <p:charRg st="56" end="8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8" presetClass="entr" presetSubtype="6" fill="hold" grpId="0" nodeType="clickEffect">
                                  <p:stCondLst>
                                    <p:cond delay="0"/>
                                  </p:stCondLst>
                                  <p:childTnLst>
                                    <p:set>
                                      <p:cBhvr>
                                        <p:cTn id="26" dur="1" fill="hold">
                                          <p:stCondLst>
                                            <p:cond delay="0"/>
                                          </p:stCondLst>
                                        </p:cTn>
                                        <p:tgtEl>
                                          <p:spTgt spid="104450">
                                            <p:txEl>
                                              <p:charRg st="83" end="105"/>
                                            </p:txEl>
                                          </p:spTgt>
                                        </p:tgtEl>
                                        <p:attrNameLst>
                                          <p:attrName>style.visibility</p:attrName>
                                        </p:attrNameLst>
                                      </p:cBhvr>
                                      <p:to>
                                        <p:strVal val="visible"/>
                                      </p:to>
                                    </p:set>
                                    <p:animEffect transition="in" filter="strips(downRight)">
                                      <p:cBhvr>
                                        <p:cTn id="27" dur="500"/>
                                        <p:tgtEl>
                                          <p:spTgt spid="104450">
                                            <p:txEl>
                                              <p:charRg st="83" end="105"/>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8" presetClass="entr" presetSubtype="6" fill="hold" grpId="0" nodeType="clickEffect">
                                  <p:stCondLst>
                                    <p:cond delay="0"/>
                                  </p:stCondLst>
                                  <p:childTnLst>
                                    <p:set>
                                      <p:cBhvr>
                                        <p:cTn id="31" dur="1" fill="hold">
                                          <p:stCondLst>
                                            <p:cond delay="0"/>
                                          </p:stCondLst>
                                        </p:cTn>
                                        <p:tgtEl>
                                          <p:spTgt spid="104450">
                                            <p:txEl>
                                              <p:charRg st="105" end="116"/>
                                            </p:txEl>
                                          </p:spTgt>
                                        </p:tgtEl>
                                        <p:attrNameLst>
                                          <p:attrName>style.visibility</p:attrName>
                                        </p:attrNameLst>
                                      </p:cBhvr>
                                      <p:to>
                                        <p:strVal val="visible"/>
                                      </p:to>
                                    </p:set>
                                    <p:animEffect transition="in" filter="strips(downRight)">
                                      <p:cBhvr>
                                        <p:cTn id="32" dur="500"/>
                                        <p:tgtEl>
                                          <p:spTgt spid="104450">
                                            <p:txEl>
                                              <p:charRg st="105" end="116"/>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8" presetClass="entr" presetSubtype="6" fill="hold" grpId="0" nodeType="clickEffect">
                                  <p:stCondLst>
                                    <p:cond delay="0"/>
                                  </p:stCondLst>
                                  <p:childTnLst>
                                    <p:set>
                                      <p:cBhvr>
                                        <p:cTn id="36" dur="1" fill="hold">
                                          <p:stCondLst>
                                            <p:cond delay="0"/>
                                          </p:stCondLst>
                                        </p:cTn>
                                        <p:tgtEl>
                                          <p:spTgt spid="104450">
                                            <p:txEl>
                                              <p:charRg st="116" end="165"/>
                                            </p:txEl>
                                          </p:spTgt>
                                        </p:tgtEl>
                                        <p:attrNameLst>
                                          <p:attrName>style.visibility</p:attrName>
                                        </p:attrNameLst>
                                      </p:cBhvr>
                                      <p:to>
                                        <p:strVal val="visible"/>
                                      </p:to>
                                    </p:set>
                                    <p:animEffect transition="in" filter="strips(downRight)">
                                      <p:cBhvr>
                                        <p:cTn id="37" dur="500"/>
                                        <p:tgtEl>
                                          <p:spTgt spid="104450">
                                            <p:txEl>
                                              <p:charRg st="116" end="165"/>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8" presetClass="entr" presetSubtype="6" fill="hold" grpId="0" nodeType="clickEffect">
                                  <p:stCondLst>
                                    <p:cond delay="0"/>
                                  </p:stCondLst>
                                  <p:childTnLst>
                                    <p:set>
                                      <p:cBhvr>
                                        <p:cTn id="41" dur="1" fill="hold">
                                          <p:stCondLst>
                                            <p:cond delay="0"/>
                                          </p:stCondLst>
                                        </p:cTn>
                                        <p:tgtEl>
                                          <p:spTgt spid="104450">
                                            <p:txEl>
                                              <p:charRg st="165" end="181"/>
                                            </p:txEl>
                                          </p:spTgt>
                                        </p:tgtEl>
                                        <p:attrNameLst>
                                          <p:attrName>style.visibility</p:attrName>
                                        </p:attrNameLst>
                                      </p:cBhvr>
                                      <p:to>
                                        <p:strVal val="visible"/>
                                      </p:to>
                                    </p:set>
                                    <p:animEffect transition="in" filter="strips(downRight)">
                                      <p:cBhvr>
                                        <p:cTn id="42" dur="500"/>
                                        <p:tgtEl>
                                          <p:spTgt spid="104450">
                                            <p:txEl>
                                              <p:charRg st="165" end="181"/>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8" presetClass="entr" presetSubtype="6" fill="hold" grpId="0" nodeType="clickEffect">
                                  <p:stCondLst>
                                    <p:cond delay="0"/>
                                  </p:stCondLst>
                                  <p:childTnLst>
                                    <p:set>
                                      <p:cBhvr>
                                        <p:cTn id="46" dur="1" fill="hold">
                                          <p:stCondLst>
                                            <p:cond delay="0"/>
                                          </p:stCondLst>
                                        </p:cTn>
                                        <p:tgtEl>
                                          <p:spTgt spid="104450">
                                            <p:txEl>
                                              <p:charRg st="181" end="198"/>
                                            </p:txEl>
                                          </p:spTgt>
                                        </p:tgtEl>
                                        <p:attrNameLst>
                                          <p:attrName>style.visibility</p:attrName>
                                        </p:attrNameLst>
                                      </p:cBhvr>
                                      <p:to>
                                        <p:strVal val="visible"/>
                                      </p:to>
                                    </p:set>
                                    <p:animEffect transition="in" filter="strips(downRight)">
                                      <p:cBhvr>
                                        <p:cTn id="47" dur="500"/>
                                        <p:tgtEl>
                                          <p:spTgt spid="104450">
                                            <p:txEl>
                                              <p:charRg st="181" end="198"/>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18" presetClass="entr" presetSubtype="6" fill="hold" grpId="0" nodeType="clickEffect">
                                  <p:stCondLst>
                                    <p:cond delay="0"/>
                                  </p:stCondLst>
                                  <p:childTnLst>
                                    <p:set>
                                      <p:cBhvr>
                                        <p:cTn id="51" dur="1" fill="hold">
                                          <p:stCondLst>
                                            <p:cond delay="0"/>
                                          </p:stCondLst>
                                        </p:cTn>
                                        <p:tgtEl>
                                          <p:spTgt spid="104450">
                                            <p:txEl>
                                              <p:charRg st="198" end="210"/>
                                            </p:txEl>
                                          </p:spTgt>
                                        </p:tgtEl>
                                        <p:attrNameLst>
                                          <p:attrName>style.visibility</p:attrName>
                                        </p:attrNameLst>
                                      </p:cBhvr>
                                      <p:to>
                                        <p:strVal val="visible"/>
                                      </p:to>
                                    </p:set>
                                    <p:animEffect transition="in" filter="strips(downRight)">
                                      <p:cBhvr>
                                        <p:cTn id="52" dur="500"/>
                                        <p:tgtEl>
                                          <p:spTgt spid="104450">
                                            <p:txEl>
                                              <p:charRg st="198" end="210"/>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18" presetClass="entr" presetSubtype="6" fill="hold" grpId="0" nodeType="clickEffect">
                                  <p:stCondLst>
                                    <p:cond delay="0"/>
                                  </p:stCondLst>
                                  <p:childTnLst>
                                    <p:set>
                                      <p:cBhvr>
                                        <p:cTn id="56" dur="1" fill="hold">
                                          <p:stCondLst>
                                            <p:cond delay="0"/>
                                          </p:stCondLst>
                                        </p:cTn>
                                        <p:tgtEl>
                                          <p:spTgt spid="104450">
                                            <p:txEl>
                                              <p:charRg st="210" end="252"/>
                                            </p:txEl>
                                          </p:spTgt>
                                        </p:tgtEl>
                                        <p:attrNameLst>
                                          <p:attrName>style.visibility</p:attrName>
                                        </p:attrNameLst>
                                      </p:cBhvr>
                                      <p:to>
                                        <p:strVal val="visible"/>
                                      </p:to>
                                    </p:set>
                                    <p:animEffect transition="in" filter="strips(downRight)">
                                      <p:cBhvr>
                                        <p:cTn id="57" dur="500"/>
                                        <p:tgtEl>
                                          <p:spTgt spid="104450">
                                            <p:txEl>
                                              <p:charRg st="210" end="252"/>
                                            </p:txEl>
                                          </p:spTgt>
                                        </p:tgtEl>
                                      </p:cBhvr>
                                    </p:animEffect>
                                  </p:childTnLst>
                                </p:cTn>
                              </p:par>
                            </p:childTnLst>
                          </p:cTn>
                        </p:par>
                      </p:childTnLst>
                    </p:cTn>
                  </p:par>
                  <p:par>
                    <p:cTn id="58" fill="hold">
                      <p:stCondLst>
                        <p:cond delay="indefinite"/>
                      </p:stCondLst>
                      <p:childTnLst>
                        <p:par>
                          <p:cTn id="59" fill="hold">
                            <p:stCondLst>
                              <p:cond delay="0"/>
                            </p:stCondLst>
                            <p:childTnLst>
                              <p:par>
                                <p:cTn id="60" presetID="18" presetClass="entr" presetSubtype="6" fill="hold" grpId="0" nodeType="clickEffect">
                                  <p:stCondLst>
                                    <p:cond delay="0"/>
                                  </p:stCondLst>
                                  <p:childTnLst>
                                    <p:set>
                                      <p:cBhvr>
                                        <p:cTn id="61" dur="1" fill="hold">
                                          <p:stCondLst>
                                            <p:cond delay="0"/>
                                          </p:stCondLst>
                                        </p:cTn>
                                        <p:tgtEl>
                                          <p:spTgt spid="104450">
                                            <p:txEl>
                                              <p:charRg st="252" end="275"/>
                                            </p:txEl>
                                          </p:spTgt>
                                        </p:tgtEl>
                                        <p:attrNameLst>
                                          <p:attrName>style.visibility</p:attrName>
                                        </p:attrNameLst>
                                      </p:cBhvr>
                                      <p:to>
                                        <p:strVal val="visible"/>
                                      </p:to>
                                    </p:set>
                                    <p:animEffect transition="in" filter="strips(downRight)">
                                      <p:cBhvr>
                                        <p:cTn id="62" dur="500"/>
                                        <p:tgtEl>
                                          <p:spTgt spid="104450">
                                            <p:txEl>
                                              <p:charRg st="252" end="275"/>
                                            </p:txEl>
                                          </p:spTgt>
                                        </p:tgtEl>
                                      </p:cBhvr>
                                    </p:animEffect>
                                  </p:childTnLst>
                                </p:cTn>
                              </p:par>
                            </p:childTnLst>
                          </p:cTn>
                        </p:par>
                      </p:childTnLst>
                    </p:cTn>
                  </p:par>
                  <p:par>
                    <p:cTn id="63" fill="hold">
                      <p:stCondLst>
                        <p:cond delay="indefinite"/>
                      </p:stCondLst>
                      <p:childTnLst>
                        <p:par>
                          <p:cTn id="64" fill="hold">
                            <p:stCondLst>
                              <p:cond delay="0"/>
                            </p:stCondLst>
                            <p:childTnLst>
                              <p:par>
                                <p:cTn id="65" presetID="18" presetClass="entr" presetSubtype="6" fill="hold" grpId="0" nodeType="clickEffect">
                                  <p:stCondLst>
                                    <p:cond delay="0"/>
                                  </p:stCondLst>
                                  <p:childTnLst>
                                    <p:set>
                                      <p:cBhvr>
                                        <p:cTn id="66" dur="1" fill="hold">
                                          <p:stCondLst>
                                            <p:cond delay="0"/>
                                          </p:stCondLst>
                                        </p:cTn>
                                        <p:tgtEl>
                                          <p:spTgt spid="104450">
                                            <p:txEl>
                                              <p:charRg st="275" end="316"/>
                                            </p:txEl>
                                          </p:spTgt>
                                        </p:tgtEl>
                                        <p:attrNameLst>
                                          <p:attrName>style.visibility</p:attrName>
                                        </p:attrNameLst>
                                      </p:cBhvr>
                                      <p:to>
                                        <p:strVal val="visible"/>
                                      </p:to>
                                    </p:set>
                                    <p:animEffect transition="in" filter="strips(downRight)">
                                      <p:cBhvr>
                                        <p:cTn id="67" dur="500"/>
                                        <p:tgtEl>
                                          <p:spTgt spid="104450">
                                            <p:txEl>
                                              <p:charRg st="275" end="316"/>
                                            </p:txEl>
                                          </p:spTgt>
                                        </p:tgtEl>
                                      </p:cBhvr>
                                    </p:animEffect>
                                  </p:childTnLst>
                                </p:cTn>
                              </p:par>
                            </p:childTnLst>
                          </p:cTn>
                        </p:par>
                        <p:par>
                          <p:cTn id="68" fill="hold">
                            <p:stCondLst>
                              <p:cond delay="500"/>
                            </p:stCondLst>
                            <p:childTnLst>
                              <p:par>
                                <p:cTn id="69" presetID="1" presetClass="entr" presetSubtype="0" fill="hold" nodeType="afterEffect">
                                  <p:stCondLst>
                                    <p:cond delay="0"/>
                                  </p:stCondLst>
                                  <p:childTnLst>
                                    <p:set>
                                      <p:cBhvr>
                                        <p:cTn id="70" dur="1" fill="hold">
                                          <p:stCondLst>
                                            <p:cond delay="499"/>
                                          </p:stCondLst>
                                        </p:cTn>
                                        <p:tgtEl>
                                          <p:spTgt spid="5"/>
                                        </p:tgtEl>
                                        <p:attrNameLst>
                                          <p:attrName>style.visibility</p:attrName>
                                        </p:attrNameLst>
                                      </p:cBhvr>
                                      <p:to>
                                        <p:strVal val="visible"/>
                                      </p:to>
                                    </p:set>
                                  </p:childTnLst>
                                </p:cTn>
                              </p:par>
                            </p:childTnLst>
                          </p:cTn>
                        </p:par>
                        <p:par>
                          <p:cTn id="71" fill="hold">
                            <p:stCondLst>
                              <p:cond delay="1000"/>
                            </p:stCondLst>
                            <p:childTnLst>
                              <p:par>
                                <p:cTn id="72" presetID="1" presetClass="entr" presetSubtype="0" fill="hold" nodeType="afterEffect">
                                  <p:stCondLst>
                                    <p:cond delay="0"/>
                                  </p:stCondLst>
                                  <p:childTnLst>
                                    <p:set>
                                      <p:cBhvr>
                                        <p:cTn id="73" dur="1" fill="hold">
                                          <p:stCondLst>
                                            <p:cond delay="499"/>
                                          </p:stCondLst>
                                        </p:cTn>
                                        <p:tgtEl>
                                          <p:spTgt spid="4"/>
                                        </p:tgtEl>
                                        <p:attrNameLst>
                                          <p:attrName>style.visibility</p:attrName>
                                        </p:attrNameLst>
                                      </p:cBhvr>
                                      <p:to>
                                        <p:strVal val="visible"/>
                                      </p:to>
                                    </p:set>
                                  </p:childTnLst>
                                </p:cTn>
                              </p:par>
                            </p:childTnLst>
                          </p:cTn>
                        </p:par>
                        <p:par>
                          <p:cTn id="74" fill="hold">
                            <p:stCondLst>
                              <p:cond delay="1500"/>
                            </p:stCondLst>
                            <p:childTnLst>
                              <p:par>
                                <p:cTn id="75" presetID="2" presetClass="entr" presetSubtype="8" fill="hold" nodeType="afterEffect">
                                  <p:stCondLst>
                                    <p:cond delay="0"/>
                                  </p:stCondLst>
                                  <p:childTnLst>
                                    <p:set>
                                      <p:cBhvr>
                                        <p:cTn id="76" dur="1" fill="hold">
                                          <p:stCondLst>
                                            <p:cond delay="0"/>
                                          </p:stCondLst>
                                        </p:cTn>
                                        <p:tgtEl>
                                          <p:spTgt spid="6"/>
                                        </p:tgtEl>
                                        <p:attrNameLst>
                                          <p:attrName>style.visibility</p:attrName>
                                        </p:attrNameLst>
                                      </p:cBhvr>
                                      <p:to>
                                        <p:strVal val="visible"/>
                                      </p:to>
                                    </p:set>
                                    <p:anim calcmode="lin" valueType="num">
                                      <p:cBhvr additive="base">
                                        <p:cTn id="77" dur="500" fill="hold"/>
                                        <p:tgtEl>
                                          <p:spTgt spid="6"/>
                                        </p:tgtEl>
                                        <p:attrNameLst>
                                          <p:attrName>ppt_x</p:attrName>
                                        </p:attrNameLst>
                                      </p:cBhvr>
                                      <p:tavLst>
                                        <p:tav tm="0">
                                          <p:val>
                                            <p:strVal val="0-#ppt_w/2"/>
                                          </p:val>
                                        </p:tav>
                                        <p:tav tm="100000">
                                          <p:val>
                                            <p:strVal val="#ppt_x"/>
                                          </p:val>
                                        </p:tav>
                                      </p:tavLst>
                                    </p:anim>
                                    <p:anim calcmode="lin" valueType="num">
                                      <p:cBhvr additive="base">
                                        <p:cTn id="78" dur="500" fill="hold"/>
                                        <p:tgtEl>
                                          <p:spTgt spid="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4450" grpId="0" bldLvl="2" build="p"/>
    </p:bld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132" name="直接连接符 6"/>
          <p:cNvSpPr>
            <a:spLocks noChangeShapeType="1"/>
          </p:cNvSpPr>
          <p:nvPr/>
        </p:nvSpPr>
        <p:spPr bwMode="auto">
          <a:xfrm>
            <a:off x="0" y="685662"/>
            <a:ext cx="9144000" cy="0"/>
          </a:xfrm>
          <a:prstGeom prst="line">
            <a:avLst/>
          </a:prstGeom>
          <a:noFill/>
          <a:ln w="28575">
            <a:solidFill>
              <a:srgbClr val="CC3300"/>
            </a:solidFill>
            <a:miter lim="800000"/>
          </a:ln>
          <a:extLst>
            <a:ext uri="{909E8E84-426E-40DD-AFC4-6F175D3DCCD1}">
              <a14:hiddenFill xmlns:a14="http://schemas.microsoft.com/office/drawing/2010/main">
                <a:noFill/>
              </a14:hiddenFill>
            </a:ext>
          </a:extLst>
        </p:spPr>
        <p:txBody>
          <a:bodyPr/>
          <a:lstStyle/>
          <a:p>
            <a:endParaRPr lang="zh-CN" altLang="en-US"/>
          </a:p>
        </p:txBody>
      </p:sp>
      <p:sp>
        <p:nvSpPr>
          <p:cNvPr id="14339" name="Rectangle 34"/>
          <p:cNvSpPr>
            <a:spLocks noChangeArrowheads="1"/>
          </p:cNvSpPr>
          <p:nvPr/>
        </p:nvSpPr>
        <p:spPr bwMode="auto">
          <a:xfrm>
            <a:off x="3687417" y="228600"/>
            <a:ext cx="4846983" cy="533400"/>
          </a:xfrm>
          <a:prstGeom prst="rect">
            <a:avLst/>
          </a:prstGeom>
          <a:noFill/>
          <a:ln>
            <a:noFill/>
          </a:ln>
          <a:effectLst/>
          <a:extLst>
            <a:ext uri="{909E8E84-426E-40DD-AFC4-6F175D3DCCD1}">
              <a14:hiddenFill xmlns:a14="http://schemas.microsoft.com/office/drawing/2010/main">
                <a:gradFill rotWithShape="0">
                  <a:gsLst>
                    <a:gs pos="0">
                      <a:srgbClr val="E5DCB5"/>
                    </a:gs>
                    <a:gs pos="100000">
                      <a:srgbClr val="FDFBF1"/>
                    </a:gs>
                  </a:gsLst>
                  <a:lin ang="0" scaled="1"/>
                </a:gradFill>
              </a14:hiddenFill>
            </a:ext>
            <a:ext uri="{91240B29-F687-4F45-9708-019B960494DF}">
              <a14:hiddenLine xmlns:a14="http://schemas.microsoft.com/office/drawing/2010/main" w="9525">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tIns="36000" bIns="72000" anchor="ctr" anchorCtr="1"/>
          <a:lstStyle>
            <a:lvl1pPr>
              <a:lnSpc>
                <a:spcPct val="120000"/>
              </a:lnSpc>
              <a:buChar char="•"/>
              <a:defRPr kumimoji="1" sz="2000">
                <a:solidFill>
                  <a:srgbClr val="000099"/>
                </a:solidFill>
                <a:latin typeface="Times New Roman" panose="02020603050405020304" pitchFamily="18" charset="0"/>
                <a:ea typeface="华文中宋" panose="02010600040101010101" pitchFamily="2" charset="-122"/>
              </a:defRPr>
            </a:lvl1pPr>
            <a:lvl2pPr marL="742950" indent="-285750">
              <a:lnSpc>
                <a:spcPct val="120000"/>
              </a:lnSpc>
              <a:buChar char="•"/>
              <a:defRPr kumimoji="1" sz="2000">
                <a:solidFill>
                  <a:srgbClr val="000099"/>
                </a:solidFill>
                <a:latin typeface="Times New Roman" panose="02020603050405020304" pitchFamily="18" charset="0"/>
                <a:ea typeface="华文中宋" panose="02010600040101010101" pitchFamily="2" charset="-122"/>
              </a:defRPr>
            </a:lvl2pPr>
            <a:lvl3pPr marL="1143000" indent="-228600">
              <a:lnSpc>
                <a:spcPct val="120000"/>
              </a:lnSpc>
              <a:buChar char="•"/>
              <a:defRPr kumimoji="1" sz="2000">
                <a:solidFill>
                  <a:srgbClr val="000099"/>
                </a:solidFill>
                <a:latin typeface="Times New Roman" panose="02020603050405020304" pitchFamily="18" charset="0"/>
                <a:ea typeface="华文中宋" panose="02010600040101010101" pitchFamily="2" charset="-122"/>
              </a:defRPr>
            </a:lvl3pPr>
            <a:lvl4pPr marL="1600200" indent="-228600">
              <a:lnSpc>
                <a:spcPct val="120000"/>
              </a:lnSpc>
              <a:buChar char="•"/>
              <a:defRPr kumimoji="1" sz="2000">
                <a:solidFill>
                  <a:srgbClr val="000099"/>
                </a:solidFill>
                <a:latin typeface="Times New Roman" panose="02020603050405020304" pitchFamily="18" charset="0"/>
                <a:ea typeface="华文中宋" panose="02010600040101010101" pitchFamily="2" charset="-122"/>
              </a:defRPr>
            </a:lvl4pPr>
            <a:lvl5pPr marL="2057400" indent="-228600">
              <a:lnSpc>
                <a:spcPct val="120000"/>
              </a:lnSpc>
              <a:buChar char="•"/>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lnSpc>
                <a:spcPct val="100000"/>
              </a:lnSpc>
              <a:buFontTx/>
              <a:buNone/>
            </a:pPr>
            <a:r>
              <a:rPr lang="en-US" altLang="zh-CN" sz="3000" dirty="0" smtClean="0">
                <a:solidFill>
                  <a:srgbClr val="CC3300"/>
                </a:solidFill>
                <a:latin typeface="黑体" panose="02010609060101010101" pitchFamily="49" charset="-122"/>
                <a:ea typeface="黑体" panose="02010609060101010101" pitchFamily="49" charset="-122"/>
              </a:rPr>
              <a:t>3.6-5 </a:t>
            </a:r>
            <a:r>
              <a:rPr lang="zh-CN" altLang="en-US" sz="3000" dirty="0" smtClean="0">
                <a:solidFill>
                  <a:srgbClr val="CC3300"/>
                </a:solidFill>
                <a:latin typeface="黑体" panose="02010609060101010101" pitchFamily="49" charset="-122"/>
                <a:ea typeface="黑体" panose="02010609060101010101" pitchFamily="49" charset="-122"/>
              </a:rPr>
              <a:t>滚动轴承的寿命计算</a:t>
            </a:r>
            <a:endParaRPr lang="en-US" altLang="zh-CN" sz="3000" dirty="0">
              <a:solidFill>
                <a:srgbClr val="CC3300"/>
              </a:solidFill>
              <a:latin typeface="黑体" panose="02010609060101010101" pitchFamily="49" charset="-122"/>
              <a:ea typeface="黑体" panose="02010609060101010101" pitchFamily="49" charset="-122"/>
            </a:endParaRPr>
          </a:p>
        </p:txBody>
      </p:sp>
      <p:sp>
        <p:nvSpPr>
          <p:cNvPr id="4" name="文本框 3"/>
          <p:cNvSpPr txBox="1"/>
          <p:nvPr/>
        </p:nvSpPr>
        <p:spPr>
          <a:xfrm>
            <a:off x="247015" y="1012190"/>
            <a:ext cx="3232785" cy="534035"/>
          </a:xfrm>
          <a:prstGeom prst="rect">
            <a:avLst/>
          </a:prstGeom>
          <a:noFill/>
        </p:spPr>
        <p:txBody>
          <a:bodyPr wrap="square" rtlCol="0">
            <a:spAutoFit/>
          </a:bodyPr>
          <a:p>
            <a:pPr indent="0">
              <a:buNone/>
            </a:pPr>
            <a:r>
              <a:rPr lang="zh-CN" altLang="en-US" sz="2400">
                <a:solidFill>
                  <a:srgbClr val="C00000"/>
                </a:solidFill>
                <a:latin typeface="黑体" panose="02010609060101010101" pitchFamily="49" charset="-122"/>
                <a:ea typeface="黑体" panose="02010609060101010101" pitchFamily="49" charset="-122"/>
                <a:cs typeface="黑体" panose="02010609060101010101" pitchFamily="49" charset="-122"/>
              </a:rPr>
              <a:t>教材</a:t>
            </a:r>
            <a:r>
              <a:rPr lang="en-US" altLang="zh-CN" sz="2400">
                <a:solidFill>
                  <a:srgbClr val="C00000"/>
                </a:solidFill>
                <a:latin typeface="黑体" panose="02010609060101010101" pitchFamily="49" charset="-122"/>
                <a:ea typeface="黑体" panose="02010609060101010101" pitchFamily="49" charset="-122"/>
                <a:cs typeface="黑体" panose="02010609060101010101" pitchFamily="49" charset="-122"/>
              </a:rPr>
              <a:t>P267</a:t>
            </a:r>
            <a:endParaRPr lang="en-US" altLang="zh-CN" sz="2400">
              <a:solidFill>
                <a:srgbClr val="C00000"/>
              </a:solidFill>
              <a:latin typeface="黑体" panose="02010609060101010101" pitchFamily="49" charset="-122"/>
              <a:ea typeface="黑体" panose="02010609060101010101" pitchFamily="49" charset="-122"/>
              <a:cs typeface="黑体" panose="02010609060101010101" pitchFamily="49" charset="-122"/>
            </a:endParaRPr>
          </a:p>
        </p:txBody>
      </p:sp>
      <p:sp>
        <p:nvSpPr>
          <p:cNvPr id="5" name="文本框 4"/>
          <p:cNvSpPr txBox="1"/>
          <p:nvPr/>
        </p:nvSpPr>
        <p:spPr>
          <a:xfrm>
            <a:off x="1999615" y="1012190"/>
            <a:ext cx="6423025" cy="534035"/>
          </a:xfrm>
          <a:prstGeom prst="rect">
            <a:avLst/>
          </a:prstGeom>
          <a:noFill/>
        </p:spPr>
        <p:txBody>
          <a:bodyPr wrap="square" rtlCol="0">
            <a:spAutoFit/>
          </a:bodyPr>
          <a:p>
            <a:pPr indent="0">
              <a:buNone/>
            </a:pPr>
            <a:r>
              <a:rPr lang="zh-CN" altLang="en-US" sz="2400"/>
              <a:t>例</a:t>
            </a:r>
            <a:r>
              <a:rPr lang="en-US" altLang="zh-CN" sz="2400"/>
              <a:t>3.6-2   </a:t>
            </a:r>
            <a:r>
              <a:rPr lang="zh-CN" altLang="en-US" sz="2400"/>
              <a:t>轴上正装两个圆锥滚子轴承</a:t>
            </a:r>
            <a:r>
              <a:rPr lang="en-US" altLang="zh-CN" sz="2400"/>
              <a:t>30308</a:t>
            </a:r>
            <a:endParaRPr lang="en-US" altLang="zh-CN" sz="2400"/>
          </a:p>
        </p:txBody>
      </p:sp>
      <p:pic>
        <p:nvPicPr>
          <p:cNvPr id="6" name="图片 5"/>
          <p:cNvPicPr>
            <a:picLocks noChangeAspect="1"/>
          </p:cNvPicPr>
          <p:nvPr/>
        </p:nvPicPr>
        <p:blipFill>
          <a:blip r:embed="rId1"/>
          <a:srcRect l="2705" t="2125" r="1676"/>
          <a:stretch>
            <a:fillRect/>
          </a:stretch>
        </p:blipFill>
        <p:spPr>
          <a:xfrm>
            <a:off x="454660" y="1546225"/>
            <a:ext cx="8237220" cy="5099050"/>
          </a:xfrm>
          <a:prstGeom prst="rect">
            <a:avLst/>
          </a:prstGeom>
        </p:spPr>
      </p:pic>
    </p:spTree>
  </p:cSld>
  <p:clrMapOvr>
    <a:masterClrMapping/>
  </p:clrMapOvr>
  <p:transition>
    <p:wipe dir="r"/>
  </p:transition>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5474" name="Rectangle 2"/>
          <p:cNvSpPr>
            <a:spLocks noGrp="1" noChangeArrowheads="1"/>
          </p:cNvSpPr>
          <p:nvPr>
            <p:ph idx="1"/>
          </p:nvPr>
        </p:nvSpPr>
        <p:spPr>
          <a:xfrm>
            <a:off x="304800" y="1257300"/>
            <a:ext cx="8515350" cy="5202238"/>
          </a:xfrm>
        </p:spPr>
        <p:txBody>
          <a:bodyPr/>
          <a:lstStyle/>
          <a:p>
            <a:pPr marL="342900" marR="0" lvl="0" indent="-342900" algn="l" defTabSz="914400" rtl="0" latinLnBrk="0">
              <a:lnSpc>
                <a:spcPct val="150000"/>
              </a:lnSpc>
              <a:spcBef>
                <a:spcPts val="0"/>
              </a:spcBef>
              <a:spcAft>
                <a:spcPct val="0"/>
              </a:spcAft>
              <a:buClr>
                <a:schemeClr val="hlink"/>
              </a:buClr>
              <a:buSzPct val="110000"/>
              <a:buFontTx/>
              <a:buChar char=" "/>
              <a:defRPr/>
            </a:pPr>
            <a:r>
              <a:rPr kumimoji="1" lang="en-US" altLang="zh-CN" sz="2400" b="0" i="0" u="none" strike="noStrike" kern="1200" cap="none" spc="0" normalizeH="0" baseline="0" noProof="0" dirty="0">
                <a:ln>
                  <a:noFill/>
                </a:ln>
                <a:solidFill>
                  <a:srgbClr val="000000"/>
                </a:solidFill>
                <a:effectLst/>
                <a:uLnTx/>
                <a:uFillTx/>
                <a:latin typeface="楷体_GB2312"/>
                <a:ea typeface="楷体_GB2312"/>
                <a:cs typeface="楷体_GB2312"/>
              </a:rPr>
              <a:t>    </a:t>
            </a:r>
            <a:r>
              <a:rPr kumimoji="1" lang="zh-CN" altLang="en-US" sz="2400" i="0" u="none" strike="noStrike" kern="1200" cap="none" spc="0" normalizeH="0" baseline="0" noProof="0" dirty="0">
                <a:ln>
                  <a:noFill/>
                </a:ln>
                <a:solidFill>
                  <a:srgbClr val="000000"/>
                </a:solidFill>
                <a:effectLst/>
                <a:uLnTx/>
                <a:uFillTx/>
                <a:latin typeface="黑体" panose="02010609060101010101" pitchFamily="49" charset="-122"/>
                <a:ea typeface="黑体" panose="02010609060101010101" pitchFamily="49" charset="-122"/>
                <a:cs typeface="黑体" panose="02010609060101010101" pitchFamily="49" charset="-122"/>
              </a:rPr>
              <a:t>低速、重载或冲击载荷</a:t>
            </a:r>
            <a:endParaRPr kumimoji="1" lang="zh-CN" altLang="en-US" sz="2400" i="0" u="none" strike="noStrike" kern="1200" cap="none" spc="0" normalizeH="0" baseline="0" noProof="0" dirty="0">
              <a:ln>
                <a:noFill/>
              </a:ln>
              <a:solidFill>
                <a:srgbClr val="000000"/>
              </a:solidFill>
              <a:effectLst/>
              <a:uLnTx/>
              <a:uFillTx/>
              <a:latin typeface="黑体" panose="02010609060101010101" pitchFamily="49" charset="-122"/>
              <a:ea typeface="黑体" panose="02010609060101010101" pitchFamily="49" charset="-122"/>
              <a:cs typeface="黑体" panose="02010609060101010101" pitchFamily="49" charset="-122"/>
            </a:endParaRPr>
          </a:p>
          <a:p>
            <a:pPr marL="342900" marR="0" lvl="0" indent="-342900" algn="l" defTabSz="914400" rtl="0" latinLnBrk="0">
              <a:lnSpc>
                <a:spcPct val="150000"/>
              </a:lnSpc>
              <a:spcBef>
                <a:spcPts val="0"/>
              </a:spcBef>
              <a:spcAft>
                <a:spcPct val="0"/>
              </a:spcAft>
              <a:buClr>
                <a:schemeClr val="hlink"/>
              </a:buClr>
              <a:buSzPct val="110000"/>
              <a:buFontTx/>
              <a:buChar char=" "/>
              <a:defRPr/>
            </a:pPr>
            <a:r>
              <a:rPr kumimoji="1" lang="zh-CN" altLang="en-US" sz="2400" i="0" u="none" strike="noStrike" kern="1200" cap="none" spc="0" normalizeH="0" baseline="0" noProof="0" dirty="0">
                <a:ln>
                  <a:noFill/>
                </a:ln>
                <a:solidFill>
                  <a:srgbClr val="000000"/>
                </a:solidFill>
                <a:effectLst/>
                <a:uLnTx/>
                <a:uFillTx/>
                <a:latin typeface="黑体" panose="02010609060101010101" pitchFamily="49" charset="-122"/>
                <a:ea typeface="黑体" panose="02010609060101010101" pitchFamily="49" charset="-122"/>
                <a:cs typeface="黑体" panose="02010609060101010101" pitchFamily="49" charset="-122"/>
              </a:rPr>
              <a:t>作用下，允许负荷取决于滚</a:t>
            </a:r>
            <a:endParaRPr kumimoji="1" lang="zh-CN" altLang="en-US" sz="2400" i="0" u="none" strike="noStrike" kern="1200" cap="none" spc="0" normalizeH="0" baseline="0" noProof="0" dirty="0">
              <a:ln>
                <a:noFill/>
              </a:ln>
              <a:solidFill>
                <a:srgbClr val="000000"/>
              </a:solidFill>
              <a:effectLst/>
              <a:uLnTx/>
              <a:uFillTx/>
              <a:latin typeface="黑体" panose="02010609060101010101" pitchFamily="49" charset="-122"/>
              <a:ea typeface="黑体" panose="02010609060101010101" pitchFamily="49" charset="-122"/>
              <a:cs typeface="黑体" panose="02010609060101010101" pitchFamily="49" charset="-122"/>
            </a:endParaRPr>
          </a:p>
          <a:p>
            <a:pPr marL="342900" marR="0" lvl="0" indent="-342900" algn="l" defTabSz="914400" rtl="0" latinLnBrk="0">
              <a:lnSpc>
                <a:spcPct val="150000"/>
              </a:lnSpc>
              <a:spcBef>
                <a:spcPts val="0"/>
              </a:spcBef>
              <a:spcAft>
                <a:spcPct val="0"/>
              </a:spcAft>
              <a:buClr>
                <a:schemeClr val="hlink"/>
              </a:buClr>
              <a:buSzPct val="110000"/>
              <a:buFontTx/>
              <a:buChar char=" "/>
              <a:defRPr/>
            </a:pPr>
            <a:r>
              <a:rPr kumimoji="1" lang="zh-CN" altLang="en-US" sz="2400" i="0" u="none" strike="noStrike" kern="1200" cap="none" spc="0" normalizeH="0" baseline="0" noProof="0" dirty="0">
                <a:ln>
                  <a:noFill/>
                </a:ln>
                <a:solidFill>
                  <a:srgbClr val="000000"/>
                </a:solidFill>
                <a:effectLst/>
                <a:uLnTx/>
                <a:uFillTx/>
                <a:latin typeface="黑体" panose="02010609060101010101" pitchFamily="49" charset="-122"/>
                <a:ea typeface="黑体" panose="02010609060101010101" pitchFamily="49" charset="-122"/>
                <a:cs typeface="黑体" panose="02010609060101010101" pitchFamily="49" charset="-122"/>
              </a:rPr>
              <a:t>动体接触处的塑性变形。</a:t>
            </a:r>
            <a:endParaRPr kumimoji="1" lang="zh-CN" altLang="en-US" sz="2400" i="0" u="none" strike="noStrike" kern="1200" cap="none" spc="0" normalizeH="0" baseline="0" noProof="0" dirty="0">
              <a:ln>
                <a:noFill/>
              </a:ln>
              <a:solidFill>
                <a:schemeClr val="tx1"/>
              </a:solidFill>
              <a:effectLst/>
              <a:uLnTx/>
              <a:uFillTx/>
              <a:latin typeface="黑体" panose="02010609060101010101" pitchFamily="49" charset="-122"/>
              <a:ea typeface="黑体" panose="02010609060101010101" pitchFamily="49" charset="-122"/>
              <a:cs typeface="黑体" panose="02010609060101010101" pitchFamily="49" charset="-122"/>
            </a:endParaRPr>
          </a:p>
          <a:p>
            <a:pPr marL="342900" marR="0" lvl="0" indent="-342900" algn="l" defTabSz="914400" rtl="0" latinLnBrk="0">
              <a:lnSpc>
                <a:spcPct val="150000"/>
              </a:lnSpc>
              <a:spcBef>
                <a:spcPts val="0"/>
              </a:spcBef>
              <a:spcAft>
                <a:spcPct val="0"/>
              </a:spcAft>
              <a:buClr>
                <a:schemeClr val="hlink"/>
              </a:buClr>
              <a:buSzPct val="110000"/>
              <a:buFontTx/>
              <a:buChar char=" "/>
              <a:defRPr/>
            </a:pPr>
            <a:r>
              <a:rPr kumimoji="1" lang="zh-CN" altLang="en-US" sz="2400" i="0" u="none" strike="noStrike" kern="1200" cap="none" spc="0" normalizeH="0" baseline="0" noProof="0" dirty="0">
                <a:ln>
                  <a:noFill/>
                </a:ln>
                <a:solidFill>
                  <a:srgbClr val="CC0000"/>
                </a:solidFill>
                <a:effectLst/>
                <a:uLnTx/>
                <a:uFillTx/>
                <a:latin typeface="黑体" panose="02010609060101010101" pitchFamily="49" charset="-122"/>
                <a:ea typeface="黑体" panose="02010609060101010101" pitchFamily="49" charset="-122"/>
                <a:cs typeface="黑体" panose="02010609060101010101" pitchFamily="49" charset="-122"/>
              </a:rPr>
              <a:t>额定静载荷 </a:t>
            </a:r>
            <a:r>
              <a:rPr kumimoji="1" lang="en-US" altLang="zh-CN" sz="2400" i="0" u="none" strike="noStrike" kern="1200" cap="none" spc="0" normalizeH="0" baseline="0" noProof="0" dirty="0">
                <a:ln>
                  <a:noFill/>
                </a:ln>
                <a:solidFill>
                  <a:srgbClr val="CC0000"/>
                </a:solidFill>
                <a:effectLst/>
                <a:uLnTx/>
                <a:uFillTx/>
                <a:latin typeface="黑体" panose="02010609060101010101" pitchFamily="49" charset="-122"/>
                <a:ea typeface="黑体" panose="02010609060101010101" pitchFamily="49" charset="-122"/>
                <a:cs typeface="黑体" panose="02010609060101010101" pitchFamily="49" charset="-122"/>
              </a:rPr>
              <a:t>C</a:t>
            </a:r>
            <a:r>
              <a:rPr kumimoji="1" lang="en-US" altLang="zh-CN" sz="2400" i="0" u="none" strike="noStrike" kern="1200" cap="none" spc="0" normalizeH="0" baseline="-25000" noProof="0" dirty="0">
                <a:ln>
                  <a:noFill/>
                </a:ln>
                <a:solidFill>
                  <a:srgbClr val="CC0000"/>
                </a:solidFill>
                <a:effectLst/>
                <a:uLnTx/>
                <a:uFillTx/>
                <a:latin typeface="黑体" panose="02010609060101010101" pitchFamily="49" charset="-122"/>
                <a:ea typeface="黑体" panose="02010609060101010101" pitchFamily="49" charset="-122"/>
                <a:cs typeface="黑体" panose="02010609060101010101" pitchFamily="49" charset="-122"/>
              </a:rPr>
              <a:t>0</a:t>
            </a:r>
            <a:r>
              <a:rPr kumimoji="1" lang="zh-CN" altLang="en-US" sz="2400" i="0" u="none" strike="noStrike" kern="1200" cap="none" spc="0" normalizeH="0" baseline="0" noProof="0" dirty="0">
                <a:ln>
                  <a:noFill/>
                </a:ln>
                <a:solidFill>
                  <a:srgbClr val="FF0000"/>
                </a:solidFill>
                <a:effectLst/>
                <a:uLnTx/>
                <a:uFillTx/>
                <a:latin typeface="黑体" panose="02010609060101010101" pitchFamily="49" charset="-122"/>
                <a:ea typeface="黑体" panose="02010609060101010101" pitchFamily="49" charset="-122"/>
                <a:cs typeface="黑体" panose="02010609060101010101" pitchFamily="49" charset="-122"/>
              </a:rPr>
              <a:t>：</a:t>
            </a:r>
            <a:endParaRPr kumimoji="1" lang="zh-CN" altLang="en-US" sz="2400" i="0" u="none" strike="noStrike" kern="1200" cap="none" spc="0" normalizeH="0" baseline="0" noProof="0" dirty="0">
              <a:ln>
                <a:noFill/>
              </a:ln>
              <a:solidFill>
                <a:srgbClr val="FF0000"/>
              </a:solidFill>
              <a:effectLst/>
              <a:uLnTx/>
              <a:uFillTx/>
              <a:latin typeface="黑体" panose="02010609060101010101" pitchFamily="49" charset="-122"/>
              <a:ea typeface="黑体" panose="02010609060101010101" pitchFamily="49" charset="-122"/>
              <a:cs typeface="黑体" panose="02010609060101010101" pitchFamily="49" charset="-122"/>
            </a:endParaRPr>
          </a:p>
          <a:p>
            <a:pPr marL="342900" marR="0" lvl="0" indent="-342900" algn="l" defTabSz="914400" rtl="0" latinLnBrk="0">
              <a:lnSpc>
                <a:spcPct val="150000"/>
              </a:lnSpc>
              <a:spcBef>
                <a:spcPts val="0"/>
              </a:spcBef>
              <a:spcAft>
                <a:spcPct val="0"/>
              </a:spcAft>
              <a:buClr>
                <a:schemeClr val="hlink"/>
              </a:buClr>
              <a:buSzPct val="110000"/>
              <a:buFontTx/>
              <a:buNone/>
              <a:defRPr/>
            </a:pPr>
            <a:r>
              <a:rPr kumimoji="1" lang="zh-CN" altLang="en-US" sz="2400" i="0" u="none" strike="noStrike" kern="1200" cap="none" spc="0" normalizeH="0" baseline="0" noProof="0" dirty="0">
                <a:ln>
                  <a:noFill/>
                </a:ln>
                <a:solidFill>
                  <a:srgbClr val="000000"/>
                </a:solidFill>
                <a:effectLst/>
                <a:uLnTx/>
                <a:uFillTx/>
                <a:latin typeface="黑体" panose="02010609060101010101" pitchFamily="49" charset="-122"/>
                <a:ea typeface="黑体" panose="02010609060101010101" pitchFamily="49" charset="-122"/>
                <a:cs typeface="黑体" panose="02010609060101010101" pitchFamily="49" charset="-122"/>
              </a:rPr>
              <a:t>　　  使受载最大的滚动体与</a:t>
            </a:r>
            <a:endParaRPr kumimoji="1" lang="zh-CN" altLang="en-US" sz="2400" i="0" u="none" strike="noStrike" kern="1200" cap="none" spc="0" normalizeH="0" baseline="0" noProof="0" dirty="0">
              <a:ln>
                <a:noFill/>
              </a:ln>
              <a:solidFill>
                <a:srgbClr val="000000"/>
              </a:solidFill>
              <a:effectLst/>
              <a:uLnTx/>
              <a:uFillTx/>
              <a:latin typeface="黑体" panose="02010609060101010101" pitchFamily="49" charset="-122"/>
              <a:ea typeface="黑体" panose="02010609060101010101" pitchFamily="49" charset="-122"/>
              <a:cs typeface="黑体" panose="02010609060101010101" pitchFamily="49" charset="-122"/>
            </a:endParaRPr>
          </a:p>
          <a:p>
            <a:pPr marL="342900" marR="0" lvl="0" indent="-342900" algn="l" defTabSz="914400" rtl="0" latinLnBrk="0">
              <a:lnSpc>
                <a:spcPct val="150000"/>
              </a:lnSpc>
              <a:spcBef>
                <a:spcPts val="0"/>
              </a:spcBef>
              <a:spcAft>
                <a:spcPct val="0"/>
              </a:spcAft>
              <a:buClr>
                <a:schemeClr val="hlink"/>
              </a:buClr>
              <a:buSzPct val="110000"/>
              <a:buFontTx/>
              <a:buNone/>
              <a:defRPr/>
            </a:pPr>
            <a:r>
              <a:rPr kumimoji="1" lang="zh-CN" altLang="en-US" sz="2400" i="0" u="none" strike="noStrike" kern="1200" cap="none" spc="0" normalizeH="0" baseline="0" noProof="0" dirty="0">
                <a:ln>
                  <a:noFill/>
                </a:ln>
                <a:solidFill>
                  <a:srgbClr val="000000"/>
                </a:solidFill>
                <a:effectLst/>
                <a:uLnTx/>
                <a:uFillTx/>
                <a:latin typeface="黑体" panose="02010609060101010101" pitchFamily="49" charset="-122"/>
                <a:ea typeface="黑体" panose="02010609060101010101" pitchFamily="49" charset="-122"/>
                <a:cs typeface="黑体" panose="02010609060101010101" pitchFamily="49" charset="-122"/>
              </a:rPr>
              <a:t>  座圈接触处产生的塑性变形量之和是滚动体直径</a:t>
            </a:r>
            <a:endParaRPr kumimoji="1" lang="zh-CN" altLang="en-US" sz="2400" i="0" u="none" strike="noStrike" kern="1200" cap="none" spc="0" normalizeH="0" baseline="0" noProof="0" dirty="0">
              <a:ln>
                <a:noFill/>
              </a:ln>
              <a:solidFill>
                <a:srgbClr val="000000"/>
              </a:solidFill>
              <a:effectLst/>
              <a:uLnTx/>
              <a:uFillTx/>
              <a:latin typeface="黑体" panose="02010609060101010101" pitchFamily="49" charset="-122"/>
              <a:ea typeface="黑体" panose="02010609060101010101" pitchFamily="49" charset="-122"/>
              <a:cs typeface="黑体" panose="02010609060101010101" pitchFamily="49" charset="-122"/>
            </a:endParaRPr>
          </a:p>
          <a:p>
            <a:pPr marL="342900" marR="0" lvl="0" indent="-342900" algn="l" defTabSz="914400" rtl="0" latinLnBrk="0">
              <a:lnSpc>
                <a:spcPct val="150000"/>
              </a:lnSpc>
              <a:spcBef>
                <a:spcPts val="0"/>
              </a:spcBef>
              <a:spcAft>
                <a:spcPct val="0"/>
              </a:spcAft>
              <a:buClr>
                <a:schemeClr val="hlink"/>
              </a:buClr>
              <a:buSzPct val="110000"/>
              <a:buFontTx/>
              <a:buNone/>
              <a:defRPr/>
            </a:pPr>
            <a:r>
              <a:rPr kumimoji="1" lang="zh-CN" altLang="en-US" sz="2400" i="0" u="none" strike="noStrike" kern="1200" cap="none" spc="0" normalizeH="0" baseline="0" noProof="0" dirty="0">
                <a:ln>
                  <a:noFill/>
                </a:ln>
                <a:solidFill>
                  <a:srgbClr val="000000"/>
                </a:solidFill>
                <a:effectLst/>
                <a:uLnTx/>
                <a:uFillTx/>
                <a:latin typeface="黑体" panose="02010609060101010101" pitchFamily="49" charset="-122"/>
                <a:ea typeface="黑体" panose="02010609060101010101" pitchFamily="49" charset="-122"/>
                <a:cs typeface="黑体" panose="02010609060101010101" pitchFamily="49" charset="-122"/>
              </a:rPr>
              <a:t>  的万分之一时的载荷。</a:t>
            </a:r>
            <a:endParaRPr kumimoji="1" lang="zh-CN" altLang="en-US" sz="2400" i="0" u="none" strike="noStrike" kern="1200" cap="none" spc="0" normalizeH="0" baseline="0" noProof="0" dirty="0">
              <a:ln>
                <a:noFill/>
              </a:ln>
              <a:solidFill>
                <a:srgbClr val="000000"/>
              </a:solidFill>
              <a:effectLst/>
              <a:uLnTx/>
              <a:uFillTx/>
              <a:latin typeface="黑体" panose="02010609060101010101" pitchFamily="49" charset="-122"/>
              <a:ea typeface="黑体" panose="02010609060101010101" pitchFamily="49" charset="-122"/>
              <a:cs typeface="黑体" panose="02010609060101010101" pitchFamily="49" charset="-122"/>
            </a:endParaRPr>
          </a:p>
          <a:p>
            <a:pPr marL="342900" marR="0" lvl="0" indent="-342900" algn="l" defTabSz="914400" rtl="0" latinLnBrk="0">
              <a:lnSpc>
                <a:spcPct val="150000"/>
              </a:lnSpc>
              <a:spcBef>
                <a:spcPts val="0"/>
              </a:spcBef>
              <a:spcAft>
                <a:spcPct val="0"/>
              </a:spcAft>
              <a:buClr>
                <a:schemeClr val="hlink"/>
              </a:buClr>
              <a:buSzPct val="110000"/>
              <a:buFontTx/>
              <a:buChar char=" "/>
              <a:defRPr/>
            </a:pPr>
            <a:r>
              <a:rPr kumimoji="1" lang="zh-CN" altLang="en-US" sz="2400" i="0" u="none" strike="noStrike" kern="1200" cap="none" spc="0" normalizeH="0" baseline="0" noProof="0" dirty="0">
                <a:ln>
                  <a:noFill/>
                </a:ln>
                <a:solidFill>
                  <a:srgbClr val="CC0000"/>
                </a:solidFill>
                <a:effectLst/>
                <a:uLnTx/>
                <a:uFillTx/>
                <a:latin typeface="黑体" panose="02010609060101010101" pitchFamily="49" charset="-122"/>
                <a:ea typeface="黑体" panose="02010609060101010101" pitchFamily="49" charset="-122"/>
                <a:cs typeface="黑体" panose="02010609060101010101" pitchFamily="49" charset="-122"/>
              </a:rPr>
              <a:t>当量静载荷 </a:t>
            </a:r>
            <a:r>
              <a:rPr kumimoji="1" lang="en-US" altLang="zh-CN" sz="2400" i="0" u="none" strike="noStrike" kern="1200" cap="none" spc="0" normalizeH="0" baseline="0" noProof="0" dirty="0">
                <a:ln>
                  <a:noFill/>
                </a:ln>
                <a:solidFill>
                  <a:srgbClr val="CC0000"/>
                </a:solidFill>
                <a:effectLst/>
                <a:uLnTx/>
                <a:uFillTx/>
                <a:latin typeface="黑体" panose="02010609060101010101" pitchFamily="49" charset="-122"/>
                <a:ea typeface="黑体" panose="02010609060101010101" pitchFamily="49" charset="-122"/>
                <a:cs typeface="黑体" panose="02010609060101010101" pitchFamily="49" charset="-122"/>
              </a:rPr>
              <a:t>P</a:t>
            </a:r>
            <a:r>
              <a:rPr kumimoji="1" lang="en-US" altLang="zh-CN" sz="2400" i="0" u="none" strike="noStrike" kern="1200" cap="none" spc="0" normalizeH="0" baseline="-25000" noProof="0" dirty="0">
                <a:ln>
                  <a:noFill/>
                </a:ln>
                <a:solidFill>
                  <a:srgbClr val="CC0000"/>
                </a:solidFill>
                <a:effectLst/>
                <a:uLnTx/>
                <a:uFillTx/>
                <a:latin typeface="黑体" panose="02010609060101010101" pitchFamily="49" charset="-122"/>
                <a:ea typeface="黑体" panose="02010609060101010101" pitchFamily="49" charset="-122"/>
                <a:cs typeface="黑体" panose="02010609060101010101" pitchFamily="49" charset="-122"/>
              </a:rPr>
              <a:t>0</a:t>
            </a:r>
            <a:r>
              <a:rPr kumimoji="1" lang="zh-CN" altLang="en-US" sz="2400" i="0" u="none" strike="noStrike" kern="1200" cap="none" spc="0" normalizeH="0" baseline="0" noProof="0" dirty="0">
                <a:ln>
                  <a:noFill/>
                </a:ln>
                <a:solidFill>
                  <a:srgbClr val="CC0000"/>
                </a:solidFill>
                <a:effectLst/>
                <a:uLnTx/>
                <a:uFillTx/>
                <a:latin typeface="黑体" panose="02010609060101010101" pitchFamily="49" charset="-122"/>
                <a:ea typeface="黑体" panose="02010609060101010101" pitchFamily="49" charset="-122"/>
                <a:cs typeface="黑体" panose="02010609060101010101" pitchFamily="49" charset="-122"/>
              </a:rPr>
              <a:t>：</a:t>
            </a:r>
            <a:endParaRPr kumimoji="1" lang="zh-CN" altLang="en-US" sz="2400" i="0" u="none" strike="noStrike" kern="1200" cap="none" spc="0" normalizeH="0" baseline="0" noProof="0" dirty="0">
              <a:ln>
                <a:noFill/>
              </a:ln>
              <a:solidFill>
                <a:schemeClr val="tx1"/>
              </a:solidFill>
              <a:effectLst/>
              <a:uLnTx/>
              <a:uFillTx/>
              <a:latin typeface="黑体" panose="02010609060101010101" pitchFamily="49" charset="-122"/>
              <a:ea typeface="黑体" panose="02010609060101010101" pitchFamily="49" charset="-122"/>
              <a:cs typeface="黑体" panose="02010609060101010101" pitchFamily="49" charset="-122"/>
            </a:endParaRPr>
          </a:p>
          <a:p>
            <a:pPr marL="342900" marR="0" lvl="0" indent="-342900" algn="l" defTabSz="914400" rtl="0" latinLnBrk="0">
              <a:lnSpc>
                <a:spcPct val="150000"/>
              </a:lnSpc>
              <a:spcBef>
                <a:spcPts val="0"/>
              </a:spcBef>
              <a:spcAft>
                <a:spcPct val="0"/>
              </a:spcAft>
              <a:buClr>
                <a:schemeClr val="hlink"/>
              </a:buClr>
              <a:buSzPct val="110000"/>
              <a:buFontTx/>
              <a:buNone/>
              <a:defRPr/>
            </a:pPr>
            <a:r>
              <a:rPr kumimoji="1" lang="zh-CN" altLang="en-US" sz="2400" i="0" u="none" strike="noStrike" kern="1200" cap="none" spc="0" normalizeH="0" baseline="0" noProof="0" dirty="0">
                <a:ln>
                  <a:noFill/>
                </a:ln>
                <a:solidFill>
                  <a:schemeClr val="tx1"/>
                </a:solidFill>
                <a:effectLst/>
                <a:uLnTx/>
                <a:uFillTx/>
                <a:latin typeface="黑体" panose="02010609060101010101" pitchFamily="49" charset="-122"/>
                <a:ea typeface="黑体" panose="02010609060101010101" pitchFamily="49" charset="-122"/>
                <a:cs typeface="黑体" panose="02010609060101010101" pitchFamily="49" charset="-122"/>
              </a:rPr>
              <a:t>　　 </a:t>
            </a:r>
            <a:r>
              <a:rPr kumimoji="1" lang="zh-CN" altLang="en-US" sz="2400" i="0" u="none" strike="noStrike" kern="1200" cap="none" spc="0" normalizeH="0" baseline="0" noProof="0" dirty="0">
                <a:ln>
                  <a:noFill/>
                </a:ln>
                <a:solidFill>
                  <a:srgbClr val="000000"/>
                </a:solidFill>
                <a:effectLst/>
                <a:uLnTx/>
                <a:uFillTx/>
                <a:latin typeface="黑体" panose="02010609060101010101" pitchFamily="49" charset="-122"/>
                <a:ea typeface="黑体" panose="02010609060101010101" pitchFamily="49" charset="-122"/>
                <a:cs typeface="黑体" panose="02010609060101010101" pitchFamily="49" charset="-122"/>
              </a:rPr>
              <a:t>考虑径向力、轴向力复合作用下的假想载荷。</a:t>
            </a:r>
            <a:endParaRPr kumimoji="1" lang="zh-CN" altLang="en-US" sz="2400" i="0" u="none" strike="noStrike" kern="1200" cap="none" spc="0" normalizeH="0" baseline="0" noProof="0" dirty="0">
              <a:ln>
                <a:noFill/>
              </a:ln>
              <a:solidFill>
                <a:srgbClr val="000000"/>
              </a:solidFill>
              <a:effectLst/>
              <a:uLnTx/>
              <a:uFillTx/>
              <a:latin typeface="黑体" panose="02010609060101010101" pitchFamily="49" charset="-122"/>
              <a:ea typeface="黑体" panose="02010609060101010101" pitchFamily="49" charset="-122"/>
              <a:cs typeface="黑体" panose="02010609060101010101" pitchFamily="49" charset="-122"/>
            </a:endParaRPr>
          </a:p>
        </p:txBody>
      </p:sp>
      <p:sp>
        <p:nvSpPr>
          <p:cNvPr id="105475" name="Rectangle 3"/>
          <p:cNvSpPr>
            <a:spLocks noChangeArrowheads="1"/>
          </p:cNvSpPr>
          <p:nvPr/>
        </p:nvSpPr>
        <p:spPr bwMode="auto">
          <a:xfrm>
            <a:off x="235744" y="778510"/>
            <a:ext cx="3840480" cy="460375"/>
          </a:xfrm>
          <a:prstGeom prst="rect">
            <a:avLst/>
          </a:prstGeom>
          <a:noFill/>
          <a:ln>
            <a:noFill/>
          </a:ln>
          <a:effectLst/>
          <a:extLst>
            <a:ext uri="{909E8E84-426E-40DD-AFC4-6F175D3DCCD1}">
              <a14:hiddenFill xmlns:a14="http://schemas.microsoft.com/office/drawing/2010/main">
                <a:gradFill rotWithShape="0">
                  <a:gsLst>
                    <a:gs pos="0">
                      <a:schemeClr val="accent1"/>
                    </a:gs>
                    <a:gs pos="100000">
                      <a:schemeClr val="accent1">
                        <a:gamma/>
                        <a:shade val="46275"/>
                        <a:invGamma/>
                      </a:schemeClr>
                    </a:gs>
                  </a:gsLst>
                  <a:path path="shape">
                    <a:fillToRect l="50000" t="50000" r="50000" b="50000"/>
                  </a:path>
                </a:gra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marL="0" marR="0" lvl="0" indent="0" algn="ctr" defTabSz="914400" rtl="0" eaLnBrk="0" fontAlgn="base" latinLnBrk="0" hangingPunct="0">
              <a:lnSpc>
                <a:spcPct val="100000"/>
              </a:lnSpc>
              <a:spcBef>
                <a:spcPct val="0"/>
              </a:spcBef>
              <a:spcAft>
                <a:spcPct val="0"/>
              </a:spcAft>
              <a:buClrTx/>
              <a:buSzTx/>
              <a:buFontTx/>
              <a:buNone/>
              <a:defRPr/>
            </a:pPr>
            <a:r>
              <a:rPr kumimoji="1" lang="zh-CN" altLang="en-US" sz="2400" i="0" u="none" strike="noStrike" kern="1200" cap="none" spc="0" normalizeH="0" baseline="0" noProof="0" dirty="0">
                <a:ln>
                  <a:noFill/>
                </a:ln>
                <a:solidFill>
                  <a:srgbClr val="C00000"/>
                </a:solidFill>
                <a:effectLst/>
                <a:uLnTx/>
                <a:uFillTx/>
                <a:latin typeface="黑体" panose="02010609060101010101" pitchFamily="49" charset="-122"/>
                <a:ea typeface="黑体" panose="02010609060101010101" pitchFamily="49" charset="-122"/>
                <a:cs typeface="+mn-cs"/>
              </a:rPr>
              <a:t>五、滚动轴承的静强度计算</a:t>
            </a:r>
            <a:endParaRPr kumimoji="1" lang="zh-CN" altLang="en-US" sz="2400" i="0" u="none" strike="noStrike" kern="1200" cap="none" spc="0" normalizeH="0" baseline="0" noProof="0" dirty="0">
              <a:ln>
                <a:noFill/>
              </a:ln>
              <a:solidFill>
                <a:srgbClr val="C00000"/>
              </a:solidFill>
              <a:effectLst/>
              <a:uLnTx/>
              <a:uFillTx/>
              <a:latin typeface="黑体" panose="02010609060101010101" pitchFamily="49" charset="-122"/>
              <a:ea typeface="黑体" panose="02010609060101010101" pitchFamily="49" charset="-122"/>
              <a:cs typeface="+mn-cs"/>
            </a:endParaRPr>
          </a:p>
        </p:txBody>
      </p:sp>
      <p:pic>
        <p:nvPicPr>
          <p:cNvPr id="105476" name="塑变演示1.avi">
            <a:hlinkClick r:id="" action="ppaction://media"/>
          </p:cNvPr>
          <p:cNvPicPr>
            <a:picLocks noRot="1" noChangeAspect="1"/>
          </p:cNvPicPr>
          <p:nvPr>
            <a:videoFile r:link="rId1"/>
            <p:extLst>
              <p:ext uri="{DAA4B4D4-6D71-4841-9C94-3DE7FCFB9230}">
                <p14:media xmlns:p14="http://schemas.microsoft.com/office/powerpoint/2010/main" r:link="rId2"/>
              </p:ext>
            </p:extLst>
          </p:nvPr>
        </p:nvPicPr>
        <p:blipFill>
          <a:blip r:embed="rId3"/>
          <a:stretch>
            <a:fillRect/>
          </a:stretch>
        </p:blipFill>
        <p:spPr>
          <a:xfrm>
            <a:off x="5548630" y="664845"/>
            <a:ext cx="3475038" cy="2606675"/>
          </a:xfrm>
          <a:prstGeom prst="rect">
            <a:avLst/>
          </a:prstGeom>
          <a:noFill/>
          <a:ln w="9525">
            <a:noFill/>
          </a:ln>
        </p:spPr>
      </p:pic>
      <p:pic>
        <p:nvPicPr>
          <p:cNvPr id="6" name="Picture 148" descr="back1">
            <a:hlinkClick r:id="" action="ppaction://hlinkshowjump?jump=previousslide"/>
          </p:cNvPr>
          <p:cNvPicPr>
            <a:picLocks noChangeAspect="1"/>
          </p:cNvPicPr>
          <p:nvPr/>
        </p:nvPicPr>
        <p:blipFill>
          <a:blip r:embed="rId4"/>
          <a:stretch>
            <a:fillRect/>
          </a:stretch>
        </p:blipFill>
        <p:spPr>
          <a:xfrm>
            <a:off x="8324850" y="6551613"/>
            <a:ext cx="306388" cy="306387"/>
          </a:xfrm>
          <a:prstGeom prst="rect">
            <a:avLst/>
          </a:prstGeom>
          <a:noFill/>
          <a:ln w="9525">
            <a:noFill/>
          </a:ln>
        </p:spPr>
      </p:pic>
      <p:pic>
        <p:nvPicPr>
          <p:cNvPr id="7" name="Picture 149" descr="NEXT1">
            <a:hlinkClick r:id="" action="ppaction://hlinkshowjump?jump=nextslide"/>
          </p:cNvPr>
          <p:cNvPicPr>
            <a:picLocks noChangeAspect="1"/>
          </p:cNvPicPr>
          <p:nvPr/>
        </p:nvPicPr>
        <p:blipFill>
          <a:blip r:embed="rId5"/>
          <a:stretch>
            <a:fillRect/>
          </a:stretch>
        </p:blipFill>
        <p:spPr>
          <a:xfrm>
            <a:off x="8745538" y="6551613"/>
            <a:ext cx="306387" cy="306387"/>
          </a:xfrm>
          <a:prstGeom prst="rect">
            <a:avLst/>
          </a:prstGeom>
          <a:noFill/>
          <a:ln w="9525">
            <a:noFill/>
          </a:ln>
        </p:spPr>
      </p:pic>
      <p:pic>
        <p:nvPicPr>
          <p:cNvPr id="8" name="Picture 150" descr="rewind1">
            <a:hlinkClick r:id="" action="ppaction://hlinkshowjump?jump=firstslide"/>
          </p:cNvPr>
          <p:cNvPicPr>
            <a:picLocks noChangeAspect="1"/>
          </p:cNvPicPr>
          <p:nvPr/>
        </p:nvPicPr>
        <p:blipFill>
          <a:blip r:embed="rId6"/>
          <a:stretch>
            <a:fillRect/>
          </a:stretch>
        </p:blipFill>
        <p:spPr>
          <a:xfrm>
            <a:off x="7875588" y="6551613"/>
            <a:ext cx="306387" cy="306387"/>
          </a:xfrm>
          <a:prstGeom prst="rect">
            <a:avLst/>
          </a:prstGeom>
          <a:noFill/>
          <a:ln w="9525">
            <a:noFill/>
          </a:ln>
        </p:spPr>
      </p:pic>
      <p:sp>
        <p:nvSpPr>
          <p:cNvPr id="4132" name="直接连接符 6"/>
          <p:cNvSpPr>
            <a:spLocks noChangeShapeType="1"/>
          </p:cNvSpPr>
          <p:nvPr/>
        </p:nvSpPr>
        <p:spPr bwMode="auto">
          <a:xfrm>
            <a:off x="0" y="685662"/>
            <a:ext cx="9144000" cy="0"/>
          </a:xfrm>
          <a:prstGeom prst="line">
            <a:avLst/>
          </a:prstGeom>
          <a:noFill/>
          <a:ln w="28575">
            <a:solidFill>
              <a:srgbClr val="CC3300"/>
            </a:solidFill>
            <a:miter lim="800000"/>
          </a:ln>
          <a:extLst>
            <a:ext uri="{909E8E84-426E-40DD-AFC4-6F175D3DCCD1}">
              <a14:hiddenFill xmlns:a14="http://schemas.microsoft.com/office/drawing/2010/main">
                <a:noFill/>
              </a14:hiddenFill>
            </a:ext>
          </a:extLst>
        </p:spPr>
        <p:txBody>
          <a:bodyPr/>
          <a:lstStyle/>
          <a:p>
            <a:endParaRPr lang="zh-CN" altLang="en-US"/>
          </a:p>
        </p:txBody>
      </p:sp>
      <p:sp>
        <p:nvSpPr>
          <p:cNvPr id="14339" name="Rectangle 34"/>
          <p:cNvSpPr>
            <a:spLocks noChangeArrowheads="1"/>
          </p:cNvSpPr>
          <p:nvPr/>
        </p:nvSpPr>
        <p:spPr bwMode="auto">
          <a:xfrm>
            <a:off x="3687417" y="228600"/>
            <a:ext cx="4846983" cy="533400"/>
          </a:xfrm>
          <a:prstGeom prst="rect">
            <a:avLst/>
          </a:prstGeom>
          <a:noFill/>
          <a:ln>
            <a:noFill/>
          </a:ln>
          <a:effectLst/>
          <a:extLst>
            <a:ext uri="{909E8E84-426E-40DD-AFC4-6F175D3DCCD1}">
              <a14:hiddenFill xmlns:a14="http://schemas.microsoft.com/office/drawing/2010/main">
                <a:gradFill rotWithShape="0">
                  <a:gsLst>
                    <a:gs pos="0">
                      <a:srgbClr val="E5DCB5"/>
                    </a:gs>
                    <a:gs pos="100000">
                      <a:srgbClr val="FDFBF1"/>
                    </a:gs>
                  </a:gsLst>
                  <a:lin ang="0" scaled="1"/>
                </a:gradFill>
              </a14:hiddenFill>
            </a:ext>
            <a:ext uri="{91240B29-F687-4F45-9708-019B960494DF}">
              <a14:hiddenLine xmlns:a14="http://schemas.microsoft.com/office/drawing/2010/main" w="9525">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tIns="36000" bIns="72000" anchor="ctr" anchorCtr="1"/>
          <a:lstStyle>
            <a:lvl1pPr>
              <a:lnSpc>
                <a:spcPct val="120000"/>
              </a:lnSpc>
              <a:buChar char="•"/>
              <a:defRPr kumimoji="1" sz="2000">
                <a:solidFill>
                  <a:srgbClr val="000099"/>
                </a:solidFill>
                <a:latin typeface="Times New Roman" panose="02020603050405020304" pitchFamily="18" charset="0"/>
                <a:ea typeface="华文中宋" panose="02010600040101010101" pitchFamily="2" charset="-122"/>
              </a:defRPr>
            </a:lvl1pPr>
            <a:lvl2pPr marL="742950" indent="-285750">
              <a:lnSpc>
                <a:spcPct val="120000"/>
              </a:lnSpc>
              <a:buChar char="•"/>
              <a:defRPr kumimoji="1" sz="2000">
                <a:solidFill>
                  <a:srgbClr val="000099"/>
                </a:solidFill>
                <a:latin typeface="Times New Roman" panose="02020603050405020304" pitchFamily="18" charset="0"/>
                <a:ea typeface="华文中宋" panose="02010600040101010101" pitchFamily="2" charset="-122"/>
              </a:defRPr>
            </a:lvl2pPr>
            <a:lvl3pPr marL="1143000" indent="-228600">
              <a:lnSpc>
                <a:spcPct val="120000"/>
              </a:lnSpc>
              <a:buChar char="•"/>
              <a:defRPr kumimoji="1" sz="2000">
                <a:solidFill>
                  <a:srgbClr val="000099"/>
                </a:solidFill>
                <a:latin typeface="Times New Roman" panose="02020603050405020304" pitchFamily="18" charset="0"/>
                <a:ea typeface="华文中宋" panose="02010600040101010101" pitchFamily="2" charset="-122"/>
              </a:defRPr>
            </a:lvl3pPr>
            <a:lvl4pPr marL="1600200" indent="-228600">
              <a:lnSpc>
                <a:spcPct val="120000"/>
              </a:lnSpc>
              <a:buChar char="•"/>
              <a:defRPr kumimoji="1" sz="2000">
                <a:solidFill>
                  <a:srgbClr val="000099"/>
                </a:solidFill>
                <a:latin typeface="Times New Roman" panose="02020603050405020304" pitchFamily="18" charset="0"/>
                <a:ea typeface="华文中宋" panose="02010600040101010101" pitchFamily="2" charset="-122"/>
              </a:defRPr>
            </a:lvl4pPr>
            <a:lvl5pPr marL="2057400" indent="-228600">
              <a:lnSpc>
                <a:spcPct val="120000"/>
              </a:lnSpc>
              <a:buChar char="•"/>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lnSpc>
                <a:spcPct val="100000"/>
              </a:lnSpc>
              <a:buFontTx/>
              <a:buNone/>
            </a:pPr>
            <a:r>
              <a:rPr lang="en-US" altLang="zh-CN" sz="3000" dirty="0" smtClean="0">
                <a:solidFill>
                  <a:srgbClr val="CC3300"/>
                </a:solidFill>
                <a:latin typeface="黑体" panose="02010609060101010101" pitchFamily="49" charset="-122"/>
                <a:ea typeface="黑体" panose="02010609060101010101" pitchFamily="49" charset="-122"/>
              </a:rPr>
              <a:t>3.6-5 </a:t>
            </a:r>
            <a:r>
              <a:rPr lang="zh-CN" altLang="en-US" sz="3000" dirty="0" smtClean="0">
                <a:solidFill>
                  <a:srgbClr val="CC3300"/>
                </a:solidFill>
                <a:latin typeface="黑体" panose="02010609060101010101" pitchFamily="49" charset="-122"/>
                <a:ea typeface="黑体" panose="02010609060101010101" pitchFamily="49" charset="-122"/>
              </a:rPr>
              <a:t>滚动轴承的寿命计算</a:t>
            </a:r>
            <a:endParaRPr lang="en-US" altLang="zh-CN" sz="3000" dirty="0">
              <a:solidFill>
                <a:srgbClr val="CC3300"/>
              </a:solidFill>
              <a:latin typeface="黑体" panose="02010609060101010101" pitchFamily="49" charset="-122"/>
              <a:ea typeface="黑体" panose="02010609060101010101" pitchFamily="49" charset="-122"/>
            </a:endParaRPr>
          </a:p>
        </p:txBody>
      </p:sp>
    </p:spTree>
  </p:cSld>
  <p:clrMapOvr>
    <a:masterClrMapping/>
  </p:clrMapOvr>
  <p:transition>
    <p:wipe dir="d"/>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afterEffect">
                                  <p:stCondLst>
                                    <p:cond delay="0"/>
                                  </p:stCondLst>
                                  <p:childTnLst>
                                    <p:set>
                                      <p:cBhvr>
                                        <p:cTn id="6" dur="1" fill="hold">
                                          <p:stCondLst>
                                            <p:cond delay="499"/>
                                          </p:stCondLst>
                                        </p:cTn>
                                        <p:tgtEl>
                                          <p:spTgt spid="7"/>
                                        </p:tgtEl>
                                        <p:attrNameLst>
                                          <p:attrName>style.visibility</p:attrName>
                                        </p:attrNameLst>
                                      </p:cBhvr>
                                      <p:to>
                                        <p:strVal val="visible"/>
                                      </p:to>
                                    </p:set>
                                  </p:childTnLst>
                                </p:cTn>
                              </p:par>
                            </p:childTnLst>
                          </p:cTn>
                        </p:par>
                        <p:par>
                          <p:cTn id="7" fill="hold">
                            <p:stCondLst>
                              <p:cond delay="500"/>
                            </p:stCondLst>
                            <p:childTnLst>
                              <p:par>
                                <p:cTn id="8" presetID="1" presetClass="entr" presetSubtype="0" fill="hold" nodeType="afterEffect">
                                  <p:stCondLst>
                                    <p:cond delay="0"/>
                                  </p:stCondLst>
                                  <p:childTnLst>
                                    <p:set>
                                      <p:cBhvr>
                                        <p:cTn id="9" dur="1" fill="hold">
                                          <p:stCondLst>
                                            <p:cond delay="499"/>
                                          </p:stCondLst>
                                        </p:cTn>
                                        <p:tgtEl>
                                          <p:spTgt spid="6"/>
                                        </p:tgtEl>
                                        <p:attrNameLst>
                                          <p:attrName>style.visibility</p:attrName>
                                        </p:attrNameLst>
                                      </p:cBhvr>
                                      <p:to>
                                        <p:strVal val="visible"/>
                                      </p:to>
                                    </p:set>
                                  </p:childTnLst>
                                </p:cTn>
                              </p:par>
                            </p:childTnLst>
                          </p:cTn>
                        </p:par>
                        <p:par>
                          <p:cTn id="10" fill="hold">
                            <p:stCondLst>
                              <p:cond delay="1000"/>
                            </p:stCondLst>
                            <p:childTnLst>
                              <p:par>
                                <p:cTn id="11" presetID="2" presetClass="entr" presetSubtype="8" fill="hold" nodeType="afterEffect">
                                  <p:stCondLst>
                                    <p:cond delay="0"/>
                                  </p:stCondLst>
                                  <p:childTnLst>
                                    <p:set>
                                      <p:cBhvr>
                                        <p:cTn id="12" dur="1" fill="hold">
                                          <p:stCondLst>
                                            <p:cond delay="0"/>
                                          </p:stCondLst>
                                        </p:cTn>
                                        <p:tgtEl>
                                          <p:spTgt spid="8"/>
                                        </p:tgtEl>
                                        <p:attrNameLst>
                                          <p:attrName>style.visibility</p:attrName>
                                        </p:attrNameLst>
                                      </p:cBhvr>
                                      <p:to>
                                        <p:strVal val="visible"/>
                                      </p:to>
                                    </p:set>
                                    <p:anim calcmode="lin" valueType="num">
                                      <p:cBhvr additive="base">
                                        <p:cTn id="13" dur="500" fill="hold"/>
                                        <p:tgtEl>
                                          <p:spTgt spid="8"/>
                                        </p:tgtEl>
                                        <p:attrNameLst>
                                          <p:attrName>ppt_x</p:attrName>
                                        </p:attrNameLst>
                                      </p:cBhvr>
                                      <p:tavLst>
                                        <p:tav tm="0">
                                          <p:val>
                                            <p:strVal val="0-#ppt_w/2"/>
                                          </p:val>
                                        </p:tav>
                                        <p:tav tm="100000">
                                          <p:val>
                                            <p:strVal val="#ppt_x"/>
                                          </p:val>
                                        </p:tav>
                                      </p:tavLst>
                                    </p:anim>
                                    <p:anim calcmode="lin" valueType="num">
                                      <p:cBhvr additive="base">
                                        <p:cTn id="14" dur="500" fill="hold"/>
                                        <p:tgtEl>
                                          <p:spTgt spid="8"/>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seq concurrent="1" nextAc="seek">
              <p:cTn id="15" restart="whenNotActive" fill="hold" evtFilter="cancelBubble" nodeType="interactiveSeq">
                <p:stCondLst>
                  <p:cond evt="onClick" delay="0">
                    <p:tgtEl>
                      <p:spTgt spid="105476"/>
                    </p:tgtEl>
                  </p:cond>
                </p:stCondLst>
                <p:endSync evt="end" delay="0">
                  <p:rtn val="all"/>
                </p:endSync>
                <p:childTnLst>
                  <p:par>
                    <p:cTn id="16" fill="hold">
                      <p:stCondLst>
                        <p:cond delay="0"/>
                      </p:stCondLst>
                      <p:childTnLst>
                        <p:par>
                          <p:cTn id="17" fill="hold">
                            <p:stCondLst>
                              <p:cond delay="0"/>
                            </p:stCondLst>
                            <p:childTnLst>
                              <p:par>
                                <p:cTn id="18" presetID="2" presetClass="mediacall" presetSubtype="0" fill="hold" nodeType="clickEffect">
                                  <p:stCondLst>
                                    <p:cond delay="0"/>
                                  </p:stCondLst>
                                  <p:childTnLst>
                                    <p:cmd type="call" cmd="togglePause">
                                      <p:cBhvr>
                                        <p:cTn id="19" dur="1" fill="hold"/>
                                        <p:tgtEl>
                                          <p:spTgt spid="105476"/>
                                        </p:tgtEl>
                                      </p:cBhvr>
                                    </p:cmd>
                                  </p:childTnLst>
                                </p:cTn>
                              </p:par>
                            </p:childTnLst>
                          </p:cTn>
                        </p:par>
                      </p:childTnLst>
                    </p:cTn>
                  </p:par>
                </p:childTnLst>
              </p:cTn>
              <p:nextCondLst>
                <p:cond evt="onClick" delay="0">
                  <p:tgtEl>
                    <p:spTgt spid="105476"/>
                  </p:tgtEl>
                </p:cond>
              </p:nextCondLst>
            </p:seq>
            <p:video>
              <p:cMediaNode>
                <p:cTn id="20" fill="hold" display="0">
                  <p:stCondLst>
                    <p:cond delay="indefinite"/>
                  </p:stCondLst>
                  <p:endCondLst>
                    <p:cond evt="onNext" delay="0">
                      <p:tgtEl>
                        <p:sldTgt/>
                      </p:tgtEl>
                    </p:cond>
                    <p:cond evt="onPrev" delay="0">
                      <p:tgtEl>
                        <p:sldTgt/>
                      </p:tgtEl>
                    </p:cond>
                  </p:endCondLst>
                </p:cTn>
                <p:tgtEl>
                  <p:spTgt spid="105476"/>
                </p:tgtEl>
              </p:cMediaNode>
            </p:video>
          </p:childTnLst>
        </p:cTn>
      </p:par>
    </p:tnLst>
    <p:bldLst>
      <p:bldP spid="105474" grpId="0" build="p"/>
    </p:bld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6498" name="Rectangle 2"/>
          <p:cNvSpPr>
            <a:spLocks noGrp="1" noChangeArrowheads="1"/>
          </p:cNvSpPr>
          <p:nvPr>
            <p:ph idx="1"/>
          </p:nvPr>
        </p:nvSpPr>
        <p:spPr>
          <a:xfrm>
            <a:off x="647700" y="874713"/>
            <a:ext cx="7696200" cy="2124075"/>
          </a:xfrm>
        </p:spPr>
        <p:txBody>
          <a:bodyPr/>
          <a:lstStyle/>
          <a:p>
            <a:pPr marL="342900" marR="0" lvl="0" indent="-342900" algn="l" defTabSz="914400" rtl="0" eaLnBrk="0" fontAlgn="base" latinLnBrk="0" hangingPunct="0">
              <a:lnSpc>
                <a:spcPct val="100000"/>
              </a:lnSpc>
              <a:spcBef>
                <a:spcPct val="20000"/>
              </a:spcBef>
              <a:spcAft>
                <a:spcPct val="0"/>
              </a:spcAft>
              <a:buClr>
                <a:schemeClr val="hlink"/>
              </a:buClr>
              <a:buSzPct val="110000"/>
              <a:buFontTx/>
              <a:buChar char=" "/>
              <a:defRPr/>
            </a:pPr>
            <a:r>
              <a:rPr kumimoji="1" lang="zh-CN" altLang="en-US" sz="2400" i="0" u="none" strike="noStrike" kern="1200" cap="none" spc="0" normalizeH="0" baseline="0" noProof="0" dirty="0">
                <a:ln>
                  <a:noFill/>
                </a:ln>
                <a:solidFill>
                  <a:srgbClr val="000000"/>
                </a:solidFill>
                <a:effectLst>
                  <a:outerShdw blurRad="38100" dist="38100" dir="2700000" algn="tl">
                    <a:srgbClr val="FFFFFF"/>
                  </a:outerShdw>
                </a:effectLst>
                <a:uLnTx/>
                <a:uFillTx/>
                <a:latin typeface="黑体" panose="02010609060101010101" pitchFamily="49" charset="-122"/>
                <a:ea typeface="黑体" panose="02010609060101010101" pitchFamily="49" charset="-122"/>
                <a:cs typeface="黑体" panose="02010609060101010101" pitchFamily="49" charset="-122"/>
              </a:rPr>
              <a:t>径向接触轴承：  </a:t>
            </a:r>
            <a:r>
              <a:rPr kumimoji="1" lang="en-US" altLang="zh-CN" sz="2400" i="0" u="none" strike="noStrike" kern="1200" cap="none" spc="0" normalizeH="0" baseline="0" noProof="0" dirty="0">
                <a:ln>
                  <a:noFill/>
                </a:ln>
                <a:solidFill>
                  <a:srgbClr val="000000"/>
                </a:solidFill>
                <a:effectLst>
                  <a:outerShdw blurRad="38100" dist="38100" dir="2700000" algn="tl">
                    <a:srgbClr val="FFFFFF"/>
                  </a:outerShdw>
                </a:effectLst>
                <a:uLnTx/>
                <a:uFillTx/>
                <a:latin typeface="黑体" panose="02010609060101010101" pitchFamily="49" charset="-122"/>
                <a:ea typeface="黑体" panose="02010609060101010101" pitchFamily="49" charset="-122"/>
                <a:cs typeface="黑体" panose="02010609060101010101" pitchFamily="49" charset="-122"/>
              </a:rPr>
              <a:t>P</a:t>
            </a:r>
            <a:r>
              <a:rPr kumimoji="1" lang="en-US" altLang="zh-CN" sz="2400" i="0" u="none" strike="noStrike" kern="1200" cap="none" spc="0" normalizeH="0" baseline="-25000" noProof="0" dirty="0">
                <a:ln>
                  <a:noFill/>
                </a:ln>
                <a:solidFill>
                  <a:srgbClr val="000000"/>
                </a:solidFill>
                <a:effectLst>
                  <a:outerShdw blurRad="38100" dist="38100" dir="2700000" algn="tl">
                    <a:srgbClr val="FFFFFF"/>
                  </a:outerShdw>
                </a:effectLst>
                <a:uLnTx/>
                <a:uFillTx/>
                <a:latin typeface="黑体" panose="02010609060101010101" pitchFamily="49" charset="-122"/>
                <a:ea typeface="黑体" panose="02010609060101010101" pitchFamily="49" charset="-122"/>
                <a:cs typeface="黑体" panose="02010609060101010101" pitchFamily="49" charset="-122"/>
              </a:rPr>
              <a:t>0</a:t>
            </a:r>
            <a:r>
              <a:rPr kumimoji="1" lang="en-US" altLang="zh-CN" sz="2400" i="0" u="none" strike="noStrike" kern="1200" cap="none" spc="0" normalizeH="0" baseline="0" noProof="0" dirty="0">
                <a:ln>
                  <a:noFill/>
                </a:ln>
                <a:solidFill>
                  <a:srgbClr val="000000"/>
                </a:solidFill>
                <a:effectLst>
                  <a:outerShdw blurRad="38100" dist="38100" dir="2700000" algn="tl">
                    <a:srgbClr val="FFFFFF"/>
                  </a:outerShdw>
                </a:effectLst>
                <a:uLnTx/>
                <a:uFillTx/>
                <a:latin typeface="黑体" panose="02010609060101010101" pitchFamily="49" charset="-122"/>
                <a:ea typeface="黑体" panose="02010609060101010101" pitchFamily="49" charset="-122"/>
                <a:cs typeface="黑体" panose="02010609060101010101" pitchFamily="49" charset="-122"/>
              </a:rPr>
              <a:t>=Fr</a:t>
            </a:r>
            <a:r>
              <a:rPr kumimoji="1" lang="zh-CN" altLang="en-US" sz="2400" i="0" u="none" strike="noStrike" kern="1200" cap="none" spc="0" normalizeH="0" baseline="0" noProof="0" dirty="0">
                <a:ln>
                  <a:noFill/>
                </a:ln>
                <a:solidFill>
                  <a:srgbClr val="000000"/>
                </a:solidFill>
                <a:effectLst>
                  <a:outerShdw blurRad="38100" dist="38100" dir="2700000" algn="tl">
                    <a:srgbClr val="FFFFFF"/>
                  </a:outerShdw>
                </a:effectLst>
                <a:uLnTx/>
                <a:uFillTx/>
                <a:latin typeface="黑体" panose="02010609060101010101" pitchFamily="49" charset="-122"/>
                <a:ea typeface="黑体" panose="02010609060101010101" pitchFamily="49" charset="-122"/>
                <a:cs typeface="黑体" panose="02010609060101010101" pitchFamily="49" charset="-122"/>
              </a:rPr>
              <a:t>；</a:t>
            </a:r>
            <a:endParaRPr kumimoji="1" lang="zh-CN" altLang="en-US" sz="2400" i="0" u="none" strike="noStrike" kern="1200" cap="none" spc="0" normalizeH="0" baseline="0" noProof="0" dirty="0">
              <a:ln>
                <a:noFill/>
              </a:ln>
              <a:solidFill>
                <a:srgbClr val="000000"/>
              </a:solidFill>
              <a:effectLst>
                <a:outerShdw blurRad="38100" dist="38100" dir="2700000" algn="tl">
                  <a:srgbClr val="FFFFFF"/>
                </a:outerShdw>
              </a:effectLst>
              <a:uLnTx/>
              <a:uFillTx/>
              <a:latin typeface="黑体" panose="02010609060101010101" pitchFamily="49" charset="-122"/>
              <a:ea typeface="黑体" panose="02010609060101010101" pitchFamily="49" charset="-122"/>
              <a:cs typeface="黑体" panose="02010609060101010101" pitchFamily="49" charset="-122"/>
            </a:endParaRPr>
          </a:p>
          <a:p>
            <a:pPr marL="342900" marR="0" lvl="0" indent="-342900" algn="l" defTabSz="914400" rtl="0" latinLnBrk="0">
              <a:lnSpc>
                <a:spcPct val="150000"/>
              </a:lnSpc>
              <a:spcBef>
                <a:spcPts val="0"/>
              </a:spcBef>
              <a:spcAft>
                <a:spcPct val="0"/>
              </a:spcAft>
              <a:buClr>
                <a:schemeClr val="hlink"/>
              </a:buClr>
              <a:buSzPct val="110000"/>
              <a:buFontTx/>
              <a:buChar char=" "/>
              <a:defRPr/>
            </a:pPr>
            <a:r>
              <a:rPr kumimoji="1" lang="zh-CN" altLang="en-US" sz="2400" i="0" u="none" strike="noStrike" kern="1200" cap="none" spc="0" normalizeH="0" baseline="0" noProof="0" dirty="0">
                <a:ln>
                  <a:noFill/>
                </a:ln>
                <a:solidFill>
                  <a:srgbClr val="000000"/>
                </a:solidFill>
                <a:effectLst>
                  <a:outerShdw blurRad="38100" dist="38100" dir="2700000" algn="tl">
                    <a:srgbClr val="FFFFFF"/>
                  </a:outerShdw>
                </a:effectLst>
                <a:uLnTx/>
                <a:uFillTx/>
                <a:latin typeface="黑体" panose="02010609060101010101" pitchFamily="49" charset="-122"/>
                <a:ea typeface="黑体" panose="02010609060101010101" pitchFamily="49" charset="-122"/>
                <a:cs typeface="黑体" panose="02010609060101010101" pitchFamily="49" charset="-122"/>
              </a:rPr>
              <a:t>推力轴承：      </a:t>
            </a:r>
            <a:r>
              <a:rPr kumimoji="1" lang="en-US" altLang="zh-CN" sz="2400" i="0" u="none" strike="noStrike" kern="1200" cap="none" spc="0" normalizeH="0" baseline="0" noProof="0" dirty="0">
                <a:ln>
                  <a:noFill/>
                </a:ln>
                <a:solidFill>
                  <a:srgbClr val="000000"/>
                </a:solidFill>
                <a:effectLst>
                  <a:outerShdw blurRad="38100" dist="38100" dir="2700000" algn="tl">
                    <a:srgbClr val="FFFFFF"/>
                  </a:outerShdw>
                </a:effectLst>
                <a:uLnTx/>
                <a:uFillTx/>
                <a:latin typeface="黑体" panose="02010609060101010101" pitchFamily="49" charset="-122"/>
                <a:ea typeface="黑体" panose="02010609060101010101" pitchFamily="49" charset="-122"/>
                <a:cs typeface="黑体" panose="02010609060101010101" pitchFamily="49" charset="-122"/>
              </a:rPr>
              <a:t>P</a:t>
            </a:r>
            <a:r>
              <a:rPr kumimoji="1" lang="en-US" altLang="zh-CN" sz="2400" i="0" u="none" strike="noStrike" kern="1200" cap="none" spc="0" normalizeH="0" baseline="-25000" noProof="0" dirty="0">
                <a:ln>
                  <a:noFill/>
                </a:ln>
                <a:solidFill>
                  <a:srgbClr val="000000"/>
                </a:solidFill>
                <a:effectLst>
                  <a:outerShdw blurRad="38100" dist="38100" dir="2700000" algn="tl">
                    <a:srgbClr val="FFFFFF"/>
                  </a:outerShdw>
                </a:effectLst>
                <a:uLnTx/>
                <a:uFillTx/>
                <a:latin typeface="黑体" panose="02010609060101010101" pitchFamily="49" charset="-122"/>
                <a:ea typeface="黑体" panose="02010609060101010101" pitchFamily="49" charset="-122"/>
                <a:cs typeface="黑体" panose="02010609060101010101" pitchFamily="49" charset="-122"/>
              </a:rPr>
              <a:t>0</a:t>
            </a:r>
            <a:r>
              <a:rPr kumimoji="1" lang="en-US" altLang="zh-CN" sz="2400" i="0" u="none" strike="noStrike" kern="1200" cap="none" spc="0" normalizeH="0" baseline="0" noProof="0" dirty="0">
                <a:ln>
                  <a:noFill/>
                </a:ln>
                <a:solidFill>
                  <a:srgbClr val="000000"/>
                </a:solidFill>
                <a:effectLst>
                  <a:outerShdw blurRad="38100" dist="38100" dir="2700000" algn="tl">
                    <a:srgbClr val="FFFFFF"/>
                  </a:outerShdw>
                </a:effectLst>
                <a:uLnTx/>
                <a:uFillTx/>
                <a:latin typeface="黑体" panose="02010609060101010101" pitchFamily="49" charset="-122"/>
                <a:ea typeface="黑体" panose="02010609060101010101" pitchFamily="49" charset="-122"/>
                <a:cs typeface="黑体" panose="02010609060101010101" pitchFamily="49" charset="-122"/>
              </a:rPr>
              <a:t>=Fa</a:t>
            </a:r>
            <a:r>
              <a:rPr kumimoji="1" lang="zh-CN" altLang="en-US" sz="2400" i="0" u="none" strike="noStrike" kern="1200" cap="none" spc="0" normalizeH="0" baseline="0" noProof="0" dirty="0">
                <a:ln>
                  <a:noFill/>
                </a:ln>
                <a:solidFill>
                  <a:srgbClr val="000000"/>
                </a:solidFill>
                <a:effectLst>
                  <a:outerShdw blurRad="38100" dist="38100" dir="2700000" algn="tl">
                    <a:srgbClr val="FFFFFF"/>
                  </a:outerShdw>
                </a:effectLst>
                <a:uLnTx/>
                <a:uFillTx/>
                <a:latin typeface="黑体" panose="02010609060101010101" pitchFamily="49" charset="-122"/>
                <a:ea typeface="黑体" panose="02010609060101010101" pitchFamily="49" charset="-122"/>
                <a:cs typeface="黑体" panose="02010609060101010101" pitchFamily="49" charset="-122"/>
              </a:rPr>
              <a:t>；</a:t>
            </a:r>
            <a:endParaRPr kumimoji="1" lang="zh-CN" altLang="en-US" sz="2400" i="0" u="none" strike="noStrike" kern="1200" cap="none" spc="0" normalizeH="0" baseline="0" noProof="0" dirty="0">
              <a:ln>
                <a:noFill/>
              </a:ln>
              <a:solidFill>
                <a:srgbClr val="000000"/>
              </a:solidFill>
              <a:effectLst>
                <a:outerShdw blurRad="38100" dist="38100" dir="2700000" algn="tl">
                  <a:srgbClr val="FFFFFF"/>
                </a:outerShdw>
              </a:effectLst>
              <a:uLnTx/>
              <a:uFillTx/>
              <a:latin typeface="黑体" panose="02010609060101010101" pitchFamily="49" charset="-122"/>
              <a:ea typeface="黑体" panose="02010609060101010101" pitchFamily="49" charset="-122"/>
              <a:cs typeface="黑体" panose="02010609060101010101" pitchFamily="49" charset="-122"/>
            </a:endParaRPr>
          </a:p>
          <a:p>
            <a:pPr marL="342900" marR="0" lvl="0" indent="-342900" algn="l" defTabSz="914400" rtl="0" latinLnBrk="0">
              <a:lnSpc>
                <a:spcPct val="150000"/>
              </a:lnSpc>
              <a:spcBef>
                <a:spcPts val="0"/>
              </a:spcBef>
              <a:spcAft>
                <a:spcPct val="0"/>
              </a:spcAft>
              <a:buClr>
                <a:schemeClr val="hlink"/>
              </a:buClr>
              <a:buSzPct val="110000"/>
              <a:buFontTx/>
              <a:buChar char=" "/>
              <a:defRPr/>
            </a:pPr>
            <a:r>
              <a:rPr kumimoji="1" lang="zh-CN" altLang="en-US" sz="2400" i="0" u="none" strike="noStrike" kern="1200" cap="none" spc="0" normalizeH="0" baseline="0" noProof="0" dirty="0">
                <a:ln>
                  <a:noFill/>
                </a:ln>
                <a:solidFill>
                  <a:srgbClr val="000000"/>
                </a:solidFill>
                <a:effectLst>
                  <a:outerShdw blurRad="38100" dist="38100" dir="2700000" algn="tl">
                    <a:srgbClr val="FFFFFF"/>
                  </a:outerShdw>
                </a:effectLst>
                <a:uLnTx/>
                <a:uFillTx/>
                <a:latin typeface="黑体" panose="02010609060101010101" pitchFamily="49" charset="-122"/>
                <a:ea typeface="黑体" panose="02010609060101010101" pitchFamily="49" charset="-122"/>
                <a:cs typeface="黑体" panose="02010609060101010101" pitchFamily="49" charset="-122"/>
              </a:rPr>
              <a:t>向心角接触轴承：</a:t>
            </a:r>
            <a:r>
              <a:rPr kumimoji="1" lang="en-US" altLang="zh-CN" sz="2400" i="0" u="none" strike="noStrike" kern="1200" cap="none" spc="0" normalizeH="0" baseline="0" noProof="0" dirty="0">
                <a:ln>
                  <a:noFill/>
                </a:ln>
                <a:solidFill>
                  <a:srgbClr val="000000"/>
                </a:solidFill>
                <a:effectLst>
                  <a:outerShdw blurRad="38100" dist="38100" dir="2700000" algn="tl">
                    <a:srgbClr val="FFFFFF"/>
                  </a:outerShdw>
                </a:effectLst>
                <a:uLnTx/>
                <a:uFillTx/>
                <a:latin typeface="黑体" panose="02010609060101010101" pitchFamily="49" charset="-122"/>
                <a:ea typeface="黑体" panose="02010609060101010101" pitchFamily="49" charset="-122"/>
                <a:cs typeface="黑体" panose="02010609060101010101" pitchFamily="49" charset="-122"/>
              </a:rPr>
              <a:t>P</a:t>
            </a:r>
            <a:r>
              <a:rPr kumimoji="1" lang="en-US" altLang="zh-CN" sz="2400" i="0" u="none" strike="noStrike" kern="1200" cap="none" spc="0" normalizeH="0" baseline="-25000" noProof="0" dirty="0">
                <a:ln>
                  <a:noFill/>
                </a:ln>
                <a:solidFill>
                  <a:srgbClr val="000000"/>
                </a:solidFill>
                <a:effectLst>
                  <a:outerShdw blurRad="38100" dist="38100" dir="2700000" algn="tl">
                    <a:srgbClr val="FFFFFF"/>
                  </a:outerShdw>
                </a:effectLst>
                <a:uLnTx/>
                <a:uFillTx/>
                <a:latin typeface="黑体" panose="02010609060101010101" pitchFamily="49" charset="-122"/>
                <a:ea typeface="黑体" panose="02010609060101010101" pitchFamily="49" charset="-122"/>
                <a:cs typeface="黑体" panose="02010609060101010101" pitchFamily="49" charset="-122"/>
              </a:rPr>
              <a:t>0</a:t>
            </a:r>
            <a:r>
              <a:rPr kumimoji="1" lang="en-US" altLang="zh-CN" sz="2400" i="0" u="none" strike="noStrike" kern="1200" cap="none" spc="0" normalizeH="0" baseline="0" noProof="0" dirty="0">
                <a:ln>
                  <a:noFill/>
                </a:ln>
                <a:solidFill>
                  <a:srgbClr val="000000"/>
                </a:solidFill>
                <a:effectLst>
                  <a:outerShdw blurRad="38100" dist="38100" dir="2700000" algn="tl">
                    <a:srgbClr val="FFFFFF"/>
                  </a:outerShdw>
                </a:effectLst>
                <a:uLnTx/>
                <a:uFillTx/>
                <a:latin typeface="黑体" panose="02010609060101010101" pitchFamily="49" charset="-122"/>
                <a:ea typeface="黑体" panose="02010609060101010101" pitchFamily="49" charset="-122"/>
                <a:cs typeface="黑体" panose="02010609060101010101" pitchFamily="49" charset="-122"/>
              </a:rPr>
              <a:t>=X</a:t>
            </a:r>
            <a:r>
              <a:rPr kumimoji="1" lang="en-US" altLang="zh-CN" sz="2400" i="0" u="none" strike="noStrike" kern="1200" cap="none" spc="0" normalizeH="0" baseline="-25000" noProof="0" dirty="0">
                <a:ln>
                  <a:noFill/>
                </a:ln>
                <a:solidFill>
                  <a:srgbClr val="000000"/>
                </a:solidFill>
                <a:effectLst>
                  <a:outerShdw blurRad="38100" dist="38100" dir="2700000" algn="tl">
                    <a:srgbClr val="FFFFFF"/>
                  </a:outerShdw>
                </a:effectLst>
                <a:uLnTx/>
                <a:uFillTx/>
                <a:latin typeface="黑体" panose="02010609060101010101" pitchFamily="49" charset="-122"/>
                <a:ea typeface="黑体" panose="02010609060101010101" pitchFamily="49" charset="-122"/>
                <a:cs typeface="黑体" panose="02010609060101010101" pitchFamily="49" charset="-122"/>
              </a:rPr>
              <a:t>0</a:t>
            </a:r>
            <a:r>
              <a:rPr kumimoji="1" lang="en-US" altLang="zh-CN" sz="2400" i="0" u="none" strike="noStrike" kern="1200" cap="none" spc="0" normalizeH="0" baseline="0" noProof="0" dirty="0">
                <a:ln>
                  <a:noFill/>
                </a:ln>
                <a:solidFill>
                  <a:srgbClr val="000000"/>
                </a:solidFill>
                <a:effectLst>
                  <a:outerShdw blurRad="38100" dist="38100" dir="2700000" algn="tl">
                    <a:srgbClr val="FFFFFF"/>
                  </a:outerShdw>
                </a:effectLst>
                <a:uLnTx/>
                <a:uFillTx/>
                <a:latin typeface="黑体" panose="02010609060101010101" pitchFamily="49" charset="-122"/>
                <a:ea typeface="黑体" panose="02010609060101010101" pitchFamily="49" charset="-122"/>
                <a:cs typeface="黑体" panose="02010609060101010101" pitchFamily="49" charset="-122"/>
              </a:rPr>
              <a:t>Fr+Y</a:t>
            </a:r>
            <a:r>
              <a:rPr kumimoji="1" lang="en-US" altLang="zh-CN" sz="2400" i="0" u="none" strike="noStrike" kern="1200" cap="none" spc="0" normalizeH="0" baseline="-25000" noProof="0" dirty="0">
                <a:ln>
                  <a:noFill/>
                </a:ln>
                <a:solidFill>
                  <a:srgbClr val="000000"/>
                </a:solidFill>
                <a:effectLst>
                  <a:outerShdw blurRad="38100" dist="38100" dir="2700000" algn="tl">
                    <a:srgbClr val="FFFFFF"/>
                  </a:outerShdw>
                </a:effectLst>
                <a:uLnTx/>
                <a:uFillTx/>
                <a:latin typeface="黑体" panose="02010609060101010101" pitchFamily="49" charset="-122"/>
                <a:ea typeface="黑体" panose="02010609060101010101" pitchFamily="49" charset="-122"/>
                <a:cs typeface="黑体" panose="02010609060101010101" pitchFamily="49" charset="-122"/>
              </a:rPr>
              <a:t>0</a:t>
            </a:r>
            <a:r>
              <a:rPr kumimoji="1" lang="en-US" altLang="zh-CN" sz="2400" i="0" u="none" strike="noStrike" kern="1200" cap="none" spc="0" normalizeH="0" baseline="0" noProof="0" dirty="0">
                <a:ln>
                  <a:noFill/>
                </a:ln>
                <a:solidFill>
                  <a:srgbClr val="000000"/>
                </a:solidFill>
                <a:effectLst>
                  <a:outerShdw blurRad="38100" dist="38100" dir="2700000" algn="tl">
                    <a:srgbClr val="FFFFFF"/>
                  </a:outerShdw>
                </a:effectLst>
                <a:uLnTx/>
                <a:uFillTx/>
                <a:latin typeface="黑体" panose="02010609060101010101" pitchFamily="49" charset="-122"/>
                <a:ea typeface="黑体" panose="02010609060101010101" pitchFamily="49" charset="-122"/>
                <a:cs typeface="黑体" panose="02010609060101010101" pitchFamily="49" charset="-122"/>
              </a:rPr>
              <a:t>fa</a:t>
            </a:r>
            <a:endParaRPr kumimoji="1" lang="en-US" altLang="zh-CN" sz="2400" i="0" u="none" strike="noStrike" kern="1200" cap="none" spc="0" normalizeH="0" baseline="0" noProof="0" dirty="0">
              <a:ln>
                <a:noFill/>
              </a:ln>
              <a:solidFill>
                <a:srgbClr val="000000"/>
              </a:solidFill>
              <a:effectLst>
                <a:outerShdw blurRad="38100" dist="38100" dir="2700000" algn="tl">
                  <a:srgbClr val="FFFFFF"/>
                </a:outerShdw>
              </a:effectLst>
              <a:uLnTx/>
              <a:uFillTx/>
              <a:latin typeface="黑体" panose="02010609060101010101" pitchFamily="49" charset="-122"/>
              <a:ea typeface="黑体" panose="02010609060101010101" pitchFamily="49" charset="-122"/>
              <a:cs typeface="黑体" panose="02010609060101010101" pitchFamily="49" charset="-122"/>
            </a:endParaRPr>
          </a:p>
        </p:txBody>
      </p:sp>
      <p:pic>
        <p:nvPicPr>
          <p:cNvPr id="64516" name="图片 2"/>
          <p:cNvPicPr>
            <a:picLocks noChangeAspect="1"/>
          </p:cNvPicPr>
          <p:nvPr/>
        </p:nvPicPr>
        <p:blipFill>
          <a:blip r:embed="rId1"/>
          <a:stretch>
            <a:fillRect/>
          </a:stretch>
        </p:blipFill>
        <p:spPr>
          <a:xfrm>
            <a:off x="340995" y="2597785"/>
            <a:ext cx="8053705" cy="3287395"/>
          </a:xfrm>
          <a:prstGeom prst="rect">
            <a:avLst/>
          </a:prstGeom>
          <a:noFill/>
          <a:ln w="9525">
            <a:noFill/>
          </a:ln>
        </p:spPr>
      </p:pic>
      <p:pic>
        <p:nvPicPr>
          <p:cNvPr id="6" name="Picture 148" descr="back1">
            <a:hlinkClick r:id="" action="ppaction://hlinkshowjump?jump=previousslide"/>
          </p:cNvPr>
          <p:cNvPicPr>
            <a:picLocks noChangeAspect="1"/>
          </p:cNvPicPr>
          <p:nvPr/>
        </p:nvPicPr>
        <p:blipFill>
          <a:blip r:embed="rId2"/>
          <a:stretch>
            <a:fillRect/>
          </a:stretch>
        </p:blipFill>
        <p:spPr>
          <a:xfrm>
            <a:off x="8324850" y="6551613"/>
            <a:ext cx="306388" cy="306387"/>
          </a:xfrm>
          <a:prstGeom prst="rect">
            <a:avLst/>
          </a:prstGeom>
          <a:noFill/>
          <a:ln w="9525">
            <a:noFill/>
          </a:ln>
        </p:spPr>
      </p:pic>
      <p:pic>
        <p:nvPicPr>
          <p:cNvPr id="7" name="Picture 149" descr="NEXT1">
            <a:hlinkClick r:id="" action="ppaction://hlinkshowjump?jump=nextslide"/>
          </p:cNvPr>
          <p:cNvPicPr>
            <a:picLocks noChangeAspect="1"/>
          </p:cNvPicPr>
          <p:nvPr/>
        </p:nvPicPr>
        <p:blipFill>
          <a:blip r:embed="rId3"/>
          <a:stretch>
            <a:fillRect/>
          </a:stretch>
        </p:blipFill>
        <p:spPr>
          <a:xfrm>
            <a:off x="8745538" y="6551613"/>
            <a:ext cx="306387" cy="306387"/>
          </a:xfrm>
          <a:prstGeom prst="rect">
            <a:avLst/>
          </a:prstGeom>
          <a:noFill/>
          <a:ln w="9525">
            <a:noFill/>
          </a:ln>
        </p:spPr>
      </p:pic>
      <p:pic>
        <p:nvPicPr>
          <p:cNvPr id="8" name="Picture 150" descr="rewind1">
            <a:hlinkClick r:id="" action="ppaction://hlinkshowjump?jump=firstslide"/>
          </p:cNvPr>
          <p:cNvPicPr>
            <a:picLocks noChangeAspect="1"/>
          </p:cNvPicPr>
          <p:nvPr/>
        </p:nvPicPr>
        <p:blipFill>
          <a:blip r:embed="rId4"/>
          <a:stretch>
            <a:fillRect/>
          </a:stretch>
        </p:blipFill>
        <p:spPr>
          <a:xfrm>
            <a:off x="7875588" y="6551613"/>
            <a:ext cx="306387" cy="306387"/>
          </a:xfrm>
          <a:prstGeom prst="rect">
            <a:avLst/>
          </a:prstGeom>
          <a:noFill/>
          <a:ln w="9525">
            <a:noFill/>
          </a:ln>
        </p:spPr>
      </p:pic>
      <p:sp>
        <p:nvSpPr>
          <p:cNvPr id="4132" name="直接连接符 6"/>
          <p:cNvSpPr>
            <a:spLocks noChangeShapeType="1"/>
          </p:cNvSpPr>
          <p:nvPr/>
        </p:nvSpPr>
        <p:spPr bwMode="auto">
          <a:xfrm>
            <a:off x="0" y="685662"/>
            <a:ext cx="9144000" cy="0"/>
          </a:xfrm>
          <a:prstGeom prst="line">
            <a:avLst/>
          </a:prstGeom>
          <a:noFill/>
          <a:ln w="28575">
            <a:solidFill>
              <a:srgbClr val="CC3300"/>
            </a:solidFill>
            <a:miter lim="800000"/>
          </a:ln>
          <a:extLst>
            <a:ext uri="{909E8E84-426E-40DD-AFC4-6F175D3DCCD1}">
              <a14:hiddenFill xmlns:a14="http://schemas.microsoft.com/office/drawing/2010/main">
                <a:noFill/>
              </a14:hiddenFill>
            </a:ext>
          </a:extLst>
        </p:spPr>
        <p:txBody>
          <a:bodyPr/>
          <a:lstStyle/>
          <a:p>
            <a:endParaRPr lang="zh-CN" altLang="en-US"/>
          </a:p>
        </p:txBody>
      </p:sp>
      <p:sp>
        <p:nvSpPr>
          <p:cNvPr id="14339" name="Rectangle 34"/>
          <p:cNvSpPr>
            <a:spLocks noChangeArrowheads="1"/>
          </p:cNvSpPr>
          <p:nvPr/>
        </p:nvSpPr>
        <p:spPr bwMode="auto">
          <a:xfrm>
            <a:off x="3687417" y="228600"/>
            <a:ext cx="4846983" cy="533400"/>
          </a:xfrm>
          <a:prstGeom prst="rect">
            <a:avLst/>
          </a:prstGeom>
          <a:noFill/>
          <a:ln>
            <a:noFill/>
          </a:ln>
          <a:effectLst/>
          <a:extLst>
            <a:ext uri="{909E8E84-426E-40DD-AFC4-6F175D3DCCD1}">
              <a14:hiddenFill xmlns:a14="http://schemas.microsoft.com/office/drawing/2010/main">
                <a:gradFill rotWithShape="0">
                  <a:gsLst>
                    <a:gs pos="0">
                      <a:srgbClr val="E5DCB5"/>
                    </a:gs>
                    <a:gs pos="100000">
                      <a:srgbClr val="FDFBF1"/>
                    </a:gs>
                  </a:gsLst>
                  <a:lin ang="0" scaled="1"/>
                </a:gradFill>
              </a14:hiddenFill>
            </a:ext>
            <a:ext uri="{91240B29-F687-4F45-9708-019B960494DF}">
              <a14:hiddenLine xmlns:a14="http://schemas.microsoft.com/office/drawing/2010/main" w="9525">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tIns="36000" bIns="72000" anchor="ctr" anchorCtr="1"/>
          <a:lstStyle>
            <a:lvl1pPr>
              <a:lnSpc>
                <a:spcPct val="120000"/>
              </a:lnSpc>
              <a:buChar char="•"/>
              <a:defRPr kumimoji="1" sz="2000">
                <a:solidFill>
                  <a:srgbClr val="000099"/>
                </a:solidFill>
                <a:latin typeface="Times New Roman" panose="02020603050405020304" pitchFamily="18" charset="0"/>
                <a:ea typeface="华文中宋" panose="02010600040101010101" pitchFamily="2" charset="-122"/>
              </a:defRPr>
            </a:lvl1pPr>
            <a:lvl2pPr marL="742950" indent="-285750">
              <a:lnSpc>
                <a:spcPct val="120000"/>
              </a:lnSpc>
              <a:buChar char="•"/>
              <a:defRPr kumimoji="1" sz="2000">
                <a:solidFill>
                  <a:srgbClr val="000099"/>
                </a:solidFill>
                <a:latin typeface="Times New Roman" panose="02020603050405020304" pitchFamily="18" charset="0"/>
                <a:ea typeface="华文中宋" panose="02010600040101010101" pitchFamily="2" charset="-122"/>
              </a:defRPr>
            </a:lvl2pPr>
            <a:lvl3pPr marL="1143000" indent="-228600">
              <a:lnSpc>
                <a:spcPct val="120000"/>
              </a:lnSpc>
              <a:buChar char="•"/>
              <a:defRPr kumimoji="1" sz="2000">
                <a:solidFill>
                  <a:srgbClr val="000099"/>
                </a:solidFill>
                <a:latin typeface="Times New Roman" panose="02020603050405020304" pitchFamily="18" charset="0"/>
                <a:ea typeface="华文中宋" panose="02010600040101010101" pitchFamily="2" charset="-122"/>
              </a:defRPr>
            </a:lvl3pPr>
            <a:lvl4pPr marL="1600200" indent="-228600">
              <a:lnSpc>
                <a:spcPct val="120000"/>
              </a:lnSpc>
              <a:buChar char="•"/>
              <a:defRPr kumimoji="1" sz="2000">
                <a:solidFill>
                  <a:srgbClr val="000099"/>
                </a:solidFill>
                <a:latin typeface="Times New Roman" panose="02020603050405020304" pitchFamily="18" charset="0"/>
                <a:ea typeface="华文中宋" panose="02010600040101010101" pitchFamily="2" charset="-122"/>
              </a:defRPr>
            </a:lvl4pPr>
            <a:lvl5pPr marL="2057400" indent="-228600">
              <a:lnSpc>
                <a:spcPct val="120000"/>
              </a:lnSpc>
              <a:buChar char="•"/>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lnSpc>
                <a:spcPct val="100000"/>
              </a:lnSpc>
              <a:buFontTx/>
              <a:buNone/>
            </a:pPr>
            <a:r>
              <a:rPr lang="en-US" altLang="zh-CN" sz="3000" dirty="0" smtClean="0">
                <a:solidFill>
                  <a:srgbClr val="CC3300"/>
                </a:solidFill>
                <a:latin typeface="黑体" panose="02010609060101010101" pitchFamily="49" charset="-122"/>
                <a:ea typeface="黑体" panose="02010609060101010101" pitchFamily="49" charset="-122"/>
              </a:rPr>
              <a:t>3.6-5 </a:t>
            </a:r>
            <a:r>
              <a:rPr lang="zh-CN" altLang="en-US" sz="3000" dirty="0" smtClean="0">
                <a:solidFill>
                  <a:srgbClr val="CC3300"/>
                </a:solidFill>
                <a:latin typeface="黑体" panose="02010609060101010101" pitchFamily="49" charset="-122"/>
                <a:ea typeface="黑体" panose="02010609060101010101" pitchFamily="49" charset="-122"/>
              </a:rPr>
              <a:t>滚动轴承的寿命计算</a:t>
            </a:r>
            <a:endParaRPr lang="en-US" altLang="zh-CN" sz="3000" dirty="0">
              <a:solidFill>
                <a:srgbClr val="CC3300"/>
              </a:solidFill>
              <a:latin typeface="黑体" panose="02010609060101010101" pitchFamily="49" charset="-122"/>
              <a:ea typeface="黑体" panose="02010609060101010101" pitchFamily="49" charset="-122"/>
            </a:endParaRPr>
          </a:p>
        </p:txBody>
      </p:sp>
    </p:spTree>
  </p:cSld>
  <p:clrMapOvr>
    <a:masterClrMapping/>
  </p:clrMapOvr>
  <p:transition>
    <p:wipe dir="d"/>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afterEffect">
                                  <p:stCondLst>
                                    <p:cond delay="0"/>
                                  </p:stCondLst>
                                  <p:childTnLst>
                                    <p:set>
                                      <p:cBhvr>
                                        <p:cTn id="6" dur="1" fill="hold">
                                          <p:stCondLst>
                                            <p:cond delay="499"/>
                                          </p:stCondLst>
                                        </p:cTn>
                                        <p:tgtEl>
                                          <p:spTgt spid="7"/>
                                        </p:tgtEl>
                                        <p:attrNameLst>
                                          <p:attrName>style.visibility</p:attrName>
                                        </p:attrNameLst>
                                      </p:cBhvr>
                                      <p:to>
                                        <p:strVal val="visible"/>
                                      </p:to>
                                    </p:set>
                                  </p:childTnLst>
                                </p:cTn>
                              </p:par>
                            </p:childTnLst>
                          </p:cTn>
                        </p:par>
                        <p:par>
                          <p:cTn id="7" fill="hold">
                            <p:stCondLst>
                              <p:cond delay="500"/>
                            </p:stCondLst>
                            <p:childTnLst>
                              <p:par>
                                <p:cTn id="8" presetID="1" presetClass="entr" presetSubtype="0" fill="hold" nodeType="afterEffect">
                                  <p:stCondLst>
                                    <p:cond delay="0"/>
                                  </p:stCondLst>
                                  <p:childTnLst>
                                    <p:set>
                                      <p:cBhvr>
                                        <p:cTn id="9" dur="1" fill="hold">
                                          <p:stCondLst>
                                            <p:cond delay="499"/>
                                          </p:stCondLst>
                                        </p:cTn>
                                        <p:tgtEl>
                                          <p:spTgt spid="6"/>
                                        </p:tgtEl>
                                        <p:attrNameLst>
                                          <p:attrName>style.visibility</p:attrName>
                                        </p:attrNameLst>
                                      </p:cBhvr>
                                      <p:to>
                                        <p:strVal val="visible"/>
                                      </p:to>
                                    </p:set>
                                  </p:childTnLst>
                                </p:cTn>
                              </p:par>
                            </p:childTnLst>
                          </p:cTn>
                        </p:par>
                        <p:par>
                          <p:cTn id="10" fill="hold">
                            <p:stCondLst>
                              <p:cond delay="1000"/>
                            </p:stCondLst>
                            <p:childTnLst>
                              <p:par>
                                <p:cTn id="11" presetID="2" presetClass="entr" presetSubtype="8" fill="hold" nodeType="afterEffect">
                                  <p:stCondLst>
                                    <p:cond delay="0"/>
                                  </p:stCondLst>
                                  <p:childTnLst>
                                    <p:set>
                                      <p:cBhvr>
                                        <p:cTn id="12" dur="1" fill="hold">
                                          <p:stCondLst>
                                            <p:cond delay="0"/>
                                          </p:stCondLst>
                                        </p:cTn>
                                        <p:tgtEl>
                                          <p:spTgt spid="8"/>
                                        </p:tgtEl>
                                        <p:attrNameLst>
                                          <p:attrName>style.visibility</p:attrName>
                                        </p:attrNameLst>
                                      </p:cBhvr>
                                      <p:to>
                                        <p:strVal val="visible"/>
                                      </p:to>
                                    </p:set>
                                    <p:anim calcmode="lin" valueType="num">
                                      <p:cBhvr additive="base">
                                        <p:cTn id="13" dur="500" fill="hold"/>
                                        <p:tgtEl>
                                          <p:spTgt spid="8"/>
                                        </p:tgtEl>
                                        <p:attrNameLst>
                                          <p:attrName>ppt_x</p:attrName>
                                        </p:attrNameLst>
                                      </p:cBhvr>
                                      <p:tavLst>
                                        <p:tav tm="0">
                                          <p:val>
                                            <p:strVal val="0-#ppt_w/2"/>
                                          </p:val>
                                        </p:tav>
                                        <p:tav tm="100000">
                                          <p:val>
                                            <p:strVal val="#ppt_x"/>
                                          </p:val>
                                        </p:tav>
                                      </p:tavLst>
                                    </p:anim>
                                    <p:anim calcmode="lin" valueType="num">
                                      <p:cBhvr additive="base">
                                        <p:cTn id="14" dur="500" fill="hold"/>
                                        <p:tgtEl>
                                          <p:spTgt spid="8"/>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6498" grpId="0" build="p"/>
    </p:bld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7522" name="Rectangle 2"/>
          <p:cNvSpPr>
            <a:spLocks noGrp="1" noChangeArrowheads="1"/>
          </p:cNvSpPr>
          <p:nvPr>
            <p:ph idx="1"/>
          </p:nvPr>
        </p:nvSpPr>
        <p:spPr>
          <a:xfrm>
            <a:off x="301308" y="1310323"/>
            <a:ext cx="7772400" cy="687388"/>
          </a:xfrm>
        </p:spPr>
        <p:txBody>
          <a:bodyPr/>
          <a:lstStyle/>
          <a:p>
            <a:pPr marL="342900" marR="0" lvl="0" indent="-342900" algn="l" defTabSz="914400" rtl="0" eaLnBrk="0" fontAlgn="base" latinLnBrk="0" hangingPunct="0">
              <a:lnSpc>
                <a:spcPct val="100000"/>
              </a:lnSpc>
              <a:spcBef>
                <a:spcPct val="20000"/>
              </a:spcBef>
              <a:spcAft>
                <a:spcPct val="0"/>
              </a:spcAft>
              <a:buClr>
                <a:schemeClr val="hlink"/>
              </a:buClr>
              <a:buSzPct val="110000"/>
              <a:buFontTx/>
              <a:buChar char=" "/>
              <a:defRPr/>
            </a:pPr>
            <a:r>
              <a:rPr kumimoji="1" lang="zh-CN" altLang="zh-CN" sz="2400" i="0" u="none" strike="noStrike" kern="1200" cap="none" spc="0" normalizeH="0" baseline="0" noProof="0" dirty="0">
                <a:ln>
                  <a:noFill/>
                </a:ln>
                <a:solidFill>
                  <a:srgbClr val="000000"/>
                </a:solidFill>
                <a:effectLst/>
                <a:uLnTx/>
                <a:uFillTx/>
                <a:latin typeface="黑体" panose="02010609060101010101" pitchFamily="49" charset="-122"/>
                <a:ea typeface="黑体" panose="02010609060101010101" pitchFamily="49" charset="-122"/>
                <a:cs typeface="+mn-cs"/>
              </a:rPr>
              <a:t>按</a:t>
            </a:r>
            <a:r>
              <a:rPr kumimoji="1" lang="zh-CN" altLang="en-US" sz="2400" i="0" u="none" strike="noStrike" kern="1200" cap="none" spc="0" normalizeH="0" baseline="0" noProof="0" dirty="0">
                <a:ln>
                  <a:noFill/>
                </a:ln>
                <a:solidFill>
                  <a:srgbClr val="000000"/>
                </a:solidFill>
                <a:effectLst/>
                <a:uLnTx/>
                <a:uFillTx/>
                <a:latin typeface="黑体" panose="02010609060101010101" pitchFamily="49" charset="-122"/>
                <a:ea typeface="黑体" panose="02010609060101010101" pitchFamily="49" charset="-122"/>
                <a:cs typeface="+mn-cs"/>
              </a:rPr>
              <a:t>额定静载荷校核轴承的基本公式：</a:t>
            </a:r>
            <a:endParaRPr kumimoji="1" lang="zh-CN" altLang="en-US" sz="2400" i="0" u="none" strike="noStrike" kern="1200" cap="none" spc="0" normalizeH="0" baseline="0" noProof="0" dirty="0">
              <a:ln>
                <a:noFill/>
              </a:ln>
              <a:solidFill>
                <a:srgbClr val="000000"/>
              </a:solidFill>
              <a:effectLst/>
              <a:uLnTx/>
              <a:uFillTx/>
              <a:latin typeface="黑体" panose="02010609060101010101" pitchFamily="49" charset="-122"/>
              <a:ea typeface="黑体" panose="02010609060101010101" pitchFamily="49" charset="-122"/>
              <a:cs typeface="楷体_GB2312"/>
            </a:endParaRPr>
          </a:p>
        </p:txBody>
      </p:sp>
      <p:graphicFrame>
        <p:nvGraphicFramePr>
          <p:cNvPr id="107523" name="Object 3"/>
          <p:cNvGraphicFramePr>
            <a:graphicFrameLocks noChangeAspect="1"/>
          </p:cNvGraphicFramePr>
          <p:nvPr/>
        </p:nvGraphicFramePr>
        <p:xfrm>
          <a:off x="2597150" y="2123440"/>
          <a:ext cx="1911350" cy="723265"/>
        </p:xfrm>
        <a:graphic>
          <a:graphicData uri="http://schemas.openxmlformats.org/presentationml/2006/ole">
            <mc:AlternateContent xmlns:mc="http://schemas.openxmlformats.org/markup-compatibility/2006">
              <mc:Choice xmlns:v="urn:schemas-microsoft-com:vml" Requires="v">
                <p:oleObj spid="_x0000_s3100" name="" r:id="rId1" imgW="495935" imgH="173990" progId="Equation.3">
                  <p:embed/>
                </p:oleObj>
              </mc:Choice>
              <mc:Fallback>
                <p:oleObj name="" r:id="rId1" imgW="495935" imgH="173990" progId="Equation.3">
                  <p:embed/>
                  <p:pic>
                    <p:nvPicPr>
                      <p:cNvPr id="0" name="图片 3099"/>
                      <p:cNvPicPr/>
                      <p:nvPr/>
                    </p:nvPicPr>
                    <p:blipFill>
                      <a:blip r:embed="rId2">
                        <a:clrChange>
                          <a:clrFrom>
                            <a:srgbClr val="000000"/>
                          </a:clrFrom>
                          <a:clrTo>
                            <a:srgbClr val="FF0000"/>
                          </a:clrTo>
                        </a:clrChange>
                      </a:blip>
                      <a:stretch>
                        <a:fillRect/>
                      </a:stretch>
                    </p:blipFill>
                    <p:spPr>
                      <a:xfrm>
                        <a:off x="2597150" y="2123440"/>
                        <a:ext cx="1911350" cy="723265"/>
                      </a:xfrm>
                      <a:prstGeom prst="rect">
                        <a:avLst/>
                      </a:prstGeom>
                      <a:noFill/>
                      <a:ln w="38100">
                        <a:noFill/>
                        <a:miter/>
                      </a:ln>
                    </p:spPr>
                  </p:pic>
                </p:oleObj>
              </mc:Fallback>
            </mc:AlternateContent>
          </a:graphicData>
        </a:graphic>
      </p:graphicFrame>
      <p:sp>
        <p:nvSpPr>
          <p:cNvPr id="107524" name="Rectangle 4"/>
          <p:cNvSpPr>
            <a:spLocks noChangeArrowheads="1"/>
          </p:cNvSpPr>
          <p:nvPr/>
        </p:nvSpPr>
        <p:spPr bwMode="auto">
          <a:xfrm>
            <a:off x="1898650" y="3335655"/>
            <a:ext cx="4290060" cy="1419860"/>
          </a:xfrm>
          <a:prstGeom prst="rect">
            <a:avLst/>
          </a:prstGeom>
          <a:noFill/>
          <a:ln>
            <a:noFill/>
          </a:ln>
          <a:effectLst/>
          <a:extLst>
            <a:ext uri="{909E8E84-426E-40DD-AFC4-6F175D3DCCD1}">
              <a14:hiddenFill xmlns:a14="http://schemas.microsoft.com/office/drawing/2010/main">
                <a:gradFill rotWithShape="0">
                  <a:gsLst>
                    <a:gs pos="0">
                      <a:schemeClr val="accent1"/>
                    </a:gs>
                    <a:gs pos="100000">
                      <a:schemeClr val="accent1">
                        <a:gamma/>
                        <a:shade val="46275"/>
                        <a:invGamma/>
                      </a:schemeClr>
                    </a:gs>
                  </a:gsLst>
                  <a:path path="shape">
                    <a:fillToRect l="50000" t="50000" r="50000" b="50000"/>
                  </a:path>
                </a:gra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l" defTabSz="914400" rtl="0" eaLnBrk="0" fontAlgn="base" latinLnBrk="0" hangingPunct="0">
              <a:lnSpc>
                <a:spcPct val="100000"/>
              </a:lnSpc>
              <a:spcBef>
                <a:spcPct val="30000"/>
              </a:spcBef>
              <a:spcAft>
                <a:spcPct val="0"/>
              </a:spcAft>
              <a:buClrTx/>
              <a:buSzTx/>
              <a:buFontTx/>
              <a:buNone/>
              <a:defRPr/>
            </a:pPr>
            <a:r>
              <a:rPr kumimoji="1" lang="en-US" altLang="zh-CN" sz="2400" b="0" i="0" u="none" strike="noStrike" kern="1200" cap="none" spc="0" normalizeH="0" baseline="0" noProof="0" dirty="0">
                <a:ln>
                  <a:noFill/>
                </a:ln>
                <a:solidFill>
                  <a:srgbClr val="000000"/>
                </a:solidFill>
                <a:effectLst>
                  <a:outerShdw blurRad="38100" dist="38100" dir="2700000" algn="tl">
                    <a:srgbClr val="FFFFFF"/>
                  </a:outerShdw>
                </a:effectLst>
                <a:uLnTx/>
                <a:uFillTx/>
                <a:latin typeface="黑体" panose="02010609060101010101" pitchFamily="49" charset="-122"/>
                <a:ea typeface="黑体" panose="02010609060101010101" pitchFamily="49" charset="-122"/>
                <a:cs typeface="黑体" panose="02010609060101010101" pitchFamily="49" charset="-122"/>
              </a:rPr>
              <a:t>C</a:t>
            </a:r>
            <a:r>
              <a:rPr kumimoji="1" lang="en-US" altLang="zh-CN" sz="2400" b="0" i="0" u="none" strike="noStrike" kern="1200" cap="none" spc="0" normalizeH="0" baseline="-25000" noProof="0" dirty="0">
                <a:ln>
                  <a:noFill/>
                </a:ln>
                <a:solidFill>
                  <a:srgbClr val="000000"/>
                </a:solidFill>
                <a:effectLst>
                  <a:outerShdw blurRad="38100" dist="38100" dir="2700000" algn="tl">
                    <a:srgbClr val="FFFFFF"/>
                  </a:outerShdw>
                </a:effectLst>
                <a:uLnTx/>
                <a:uFillTx/>
                <a:latin typeface="黑体" panose="02010609060101010101" pitchFamily="49" charset="-122"/>
                <a:ea typeface="黑体" panose="02010609060101010101" pitchFamily="49" charset="-122"/>
                <a:cs typeface="黑体" panose="02010609060101010101" pitchFamily="49" charset="-122"/>
              </a:rPr>
              <a:t>0</a:t>
            </a:r>
            <a:r>
              <a:rPr kumimoji="1" lang="en-US" altLang="zh-CN" sz="2400" b="0" i="0" u="none" strike="noStrike" kern="1200" cap="none" spc="0" normalizeH="0" baseline="0" noProof="0" dirty="0">
                <a:ln>
                  <a:noFill/>
                </a:ln>
                <a:solidFill>
                  <a:srgbClr val="000000"/>
                </a:solidFill>
                <a:effectLst>
                  <a:outerShdw blurRad="38100" dist="38100" dir="2700000" algn="tl">
                    <a:srgbClr val="FFFFFF"/>
                  </a:outerShdw>
                </a:effectLst>
                <a:uLnTx/>
                <a:uFillTx/>
                <a:latin typeface="黑体" panose="02010609060101010101" pitchFamily="49" charset="-122"/>
                <a:ea typeface="黑体" panose="02010609060101010101" pitchFamily="49" charset="-122"/>
                <a:cs typeface="黑体" panose="02010609060101010101" pitchFamily="49" charset="-122"/>
              </a:rPr>
              <a:t>--</a:t>
            </a:r>
            <a:r>
              <a:rPr kumimoji="1" lang="zh-CN" altLang="en-US" sz="2400" b="0" i="0" u="none" strike="noStrike" kern="1200" cap="none" spc="0" normalizeH="0" baseline="0" noProof="0" dirty="0">
                <a:ln>
                  <a:noFill/>
                </a:ln>
                <a:solidFill>
                  <a:srgbClr val="000000"/>
                </a:solidFill>
                <a:effectLst>
                  <a:outerShdw blurRad="38100" dist="38100" dir="2700000" algn="tl">
                    <a:srgbClr val="FFFFFF"/>
                  </a:outerShdw>
                </a:effectLst>
                <a:uLnTx/>
                <a:uFillTx/>
                <a:latin typeface="黑体" panose="02010609060101010101" pitchFamily="49" charset="-122"/>
                <a:ea typeface="黑体" panose="02010609060101010101" pitchFamily="49" charset="-122"/>
                <a:cs typeface="黑体" panose="02010609060101010101" pitchFamily="49" charset="-122"/>
              </a:rPr>
              <a:t>轴承的静强度</a:t>
            </a:r>
            <a:endParaRPr kumimoji="1" lang="zh-CN" altLang="en-US" sz="2400" b="0" i="0" u="none" strike="noStrike" kern="1200" cap="none" spc="0" normalizeH="0" baseline="0" noProof="0" dirty="0">
              <a:ln>
                <a:noFill/>
              </a:ln>
              <a:solidFill>
                <a:srgbClr val="000000"/>
              </a:solidFill>
              <a:effectLst>
                <a:outerShdw blurRad="38100" dist="38100" dir="2700000" algn="tl">
                  <a:srgbClr val="FFFFFF"/>
                </a:outerShdw>
              </a:effectLst>
              <a:uLnTx/>
              <a:uFillTx/>
              <a:latin typeface="黑体" panose="02010609060101010101" pitchFamily="49" charset="-122"/>
              <a:ea typeface="黑体" panose="02010609060101010101" pitchFamily="49" charset="-122"/>
              <a:cs typeface="黑体" panose="02010609060101010101" pitchFamily="49" charset="-122"/>
            </a:endParaRPr>
          </a:p>
          <a:p>
            <a:pPr marL="0" marR="0" lvl="0" indent="0" algn="l" defTabSz="914400" rtl="0" eaLnBrk="0" fontAlgn="base" latinLnBrk="0" hangingPunct="0">
              <a:lnSpc>
                <a:spcPct val="100000"/>
              </a:lnSpc>
              <a:spcBef>
                <a:spcPct val="30000"/>
              </a:spcBef>
              <a:spcAft>
                <a:spcPct val="0"/>
              </a:spcAft>
              <a:buClrTx/>
              <a:buSzTx/>
              <a:buFontTx/>
              <a:buNone/>
              <a:defRPr/>
            </a:pPr>
            <a:r>
              <a:rPr kumimoji="1" lang="en-US" altLang="zh-CN" sz="2400" b="0" i="0" u="none" strike="noStrike" kern="1200" cap="none" spc="0" normalizeH="0" baseline="0" noProof="0" dirty="0">
                <a:ln>
                  <a:noFill/>
                </a:ln>
                <a:solidFill>
                  <a:srgbClr val="000000"/>
                </a:solidFill>
                <a:effectLst>
                  <a:outerShdw blurRad="38100" dist="38100" dir="2700000" algn="tl">
                    <a:srgbClr val="FFFFFF"/>
                  </a:outerShdw>
                </a:effectLst>
                <a:uLnTx/>
                <a:uFillTx/>
                <a:latin typeface="黑体" panose="02010609060101010101" pitchFamily="49" charset="-122"/>
                <a:ea typeface="黑体" panose="02010609060101010101" pitchFamily="49" charset="-122"/>
                <a:cs typeface="黑体" panose="02010609060101010101" pitchFamily="49" charset="-122"/>
              </a:rPr>
              <a:t>P</a:t>
            </a:r>
            <a:r>
              <a:rPr kumimoji="1" lang="en-US" altLang="zh-CN" sz="2400" b="0" i="0" u="none" strike="noStrike" kern="1200" cap="none" spc="0" normalizeH="0" baseline="-25000" noProof="0" dirty="0">
                <a:ln>
                  <a:noFill/>
                </a:ln>
                <a:solidFill>
                  <a:srgbClr val="000000"/>
                </a:solidFill>
                <a:effectLst>
                  <a:outerShdw blurRad="38100" dist="38100" dir="2700000" algn="tl">
                    <a:srgbClr val="FFFFFF"/>
                  </a:outerShdw>
                </a:effectLst>
                <a:uLnTx/>
                <a:uFillTx/>
                <a:latin typeface="黑体" panose="02010609060101010101" pitchFamily="49" charset="-122"/>
                <a:ea typeface="黑体" panose="02010609060101010101" pitchFamily="49" charset="-122"/>
                <a:cs typeface="黑体" panose="02010609060101010101" pitchFamily="49" charset="-122"/>
              </a:rPr>
              <a:t>0</a:t>
            </a:r>
            <a:r>
              <a:rPr kumimoji="1" lang="en-US" altLang="zh-CN" sz="2400" b="0" i="0" u="none" strike="noStrike" kern="1200" cap="none" spc="0" normalizeH="0" baseline="0" noProof="0" dirty="0">
                <a:ln>
                  <a:noFill/>
                </a:ln>
                <a:solidFill>
                  <a:srgbClr val="000000"/>
                </a:solidFill>
                <a:effectLst>
                  <a:outerShdw blurRad="38100" dist="38100" dir="2700000" algn="tl">
                    <a:srgbClr val="FFFFFF"/>
                  </a:outerShdw>
                </a:effectLst>
                <a:uLnTx/>
                <a:uFillTx/>
                <a:latin typeface="黑体" panose="02010609060101010101" pitchFamily="49" charset="-122"/>
                <a:ea typeface="黑体" panose="02010609060101010101" pitchFamily="49" charset="-122"/>
                <a:cs typeface="黑体" panose="02010609060101010101" pitchFamily="49" charset="-122"/>
              </a:rPr>
              <a:t>--</a:t>
            </a:r>
            <a:r>
              <a:rPr kumimoji="1" lang="zh-CN" altLang="en-US" sz="2400" b="0" i="0" u="none" strike="noStrike" kern="1200" cap="none" spc="0" normalizeH="0" baseline="0" noProof="0" dirty="0">
                <a:ln>
                  <a:noFill/>
                </a:ln>
                <a:solidFill>
                  <a:srgbClr val="000000"/>
                </a:solidFill>
                <a:effectLst>
                  <a:outerShdw blurRad="38100" dist="38100" dir="2700000" algn="tl">
                    <a:srgbClr val="FFFFFF"/>
                  </a:outerShdw>
                </a:effectLst>
                <a:uLnTx/>
                <a:uFillTx/>
                <a:latin typeface="黑体" panose="02010609060101010101" pitchFamily="49" charset="-122"/>
                <a:ea typeface="黑体" panose="02010609060101010101" pitchFamily="49" charset="-122"/>
                <a:cs typeface="黑体" panose="02010609060101010101" pitchFamily="49" charset="-122"/>
              </a:rPr>
              <a:t>轴承的当量静载荷</a:t>
            </a:r>
            <a:endParaRPr kumimoji="1" lang="zh-CN" altLang="en-US" sz="2400" b="0" i="0" u="none" strike="noStrike" kern="1200" cap="none" spc="0" normalizeH="0" baseline="0" noProof="0" dirty="0">
              <a:ln>
                <a:noFill/>
              </a:ln>
              <a:solidFill>
                <a:srgbClr val="000000"/>
              </a:solidFill>
              <a:effectLst>
                <a:outerShdw blurRad="38100" dist="38100" dir="2700000" algn="tl">
                  <a:srgbClr val="FFFFFF"/>
                </a:outerShdw>
              </a:effectLst>
              <a:uLnTx/>
              <a:uFillTx/>
              <a:latin typeface="黑体" panose="02010609060101010101" pitchFamily="49" charset="-122"/>
              <a:ea typeface="黑体" panose="02010609060101010101" pitchFamily="49" charset="-122"/>
              <a:cs typeface="黑体" panose="02010609060101010101" pitchFamily="49" charset="-122"/>
            </a:endParaRPr>
          </a:p>
          <a:p>
            <a:pPr marL="0" marR="0" lvl="0" indent="0" algn="l" defTabSz="914400" rtl="0" eaLnBrk="0" fontAlgn="base" latinLnBrk="0" hangingPunct="0">
              <a:lnSpc>
                <a:spcPct val="100000"/>
              </a:lnSpc>
              <a:spcBef>
                <a:spcPct val="30000"/>
              </a:spcBef>
              <a:spcAft>
                <a:spcPct val="0"/>
              </a:spcAft>
              <a:buClrTx/>
              <a:buSzTx/>
              <a:buFontTx/>
              <a:buNone/>
              <a:defRPr/>
            </a:pPr>
            <a:r>
              <a:rPr kumimoji="1" lang="en-US" altLang="zh-CN" sz="2400" b="0" i="0" u="none" strike="noStrike" kern="1200" cap="none" spc="0" normalizeH="0" baseline="0" noProof="0" dirty="0">
                <a:ln>
                  <a:noFill/>
                </a:ln>
                <a:solidFill>
                  <a:srgbClr val="000000"/>
                </a:solidFill>
                <a:effectLst>
                  <a:outerShdw blurRad="38100" dist="38100" dir="2700000" algn="tl">
                    <a:srgbClr val="FFFFFF"/>
                  </a:outerShdw>
                </a:effectLst>
                <a:uLnTx/>
                <a:uFillTx/>
                <a:latin typeface="黑体" panose="02010609060101010101" pitchFamily="49" charset="-122"/>
                <a:ea typeface="黑体" panose="02010609060101010101" pitchFamily="49" charset="-122"/>
                <a:cs typeface="黑体" panose="02010609060101010101" pitchFamily="49" charset="-122"/>
              </a:rPr>
              <a:t>S</a:t>
            </a:r>
            <a:r>
              <a:rPr kumimoji="1" lang="en-US" altLang="zh-CN" sz="2400" b="0" i="0" u="none" strike="noStrike" kern="1200" cap="none" spc="0" normalizeH="0" baseline="-25000" noProof="0" dirty="0">
                <a:ln>
                  <a:noFill/>
                </a:ln>
                <a:solidFill>
                  <a:srgbClr val="000000"/>
                </a:solidFill>
                <a:effectLst>
                  <a:outerShdw blurRad="38100" dist="38100" dir="2700000" algn="tl">
                    <a:srgbClr val="FFFFFF"/>
                  </a:outerShdw>
                </a:effectLst>
                <a:uLnTx/>
                <a:uFillTx/>
                <a:latin typeface="黑体" panose="02010609060101010101" pitchFamily="49" charset="-122"/>
                <a:ea typeface="黑体" panose="02010609060101010101" pitchFamily="49" charset="-122"/>
                <a:cs typeface="黑体" panose="02010609060101010101" pitchFamily="49" charset="-122"/>
              </a:rPr>
              <a:t>0 </a:t>
            </a:r>
            <a:r>
              <a:rPr kumimoji="1" lang="en-US" altLang="zh-CN" sz="2400" b="0" i="0" u="none" strike="noStrike" kern="1200" cap="none" spc="0" normalizeH="0" baseline="0" noProof="0" dirty="0">
                <a:ln>
                  <a:noFill/>
                </a:ln>
                <a:solidFill>
                  <a:srgbClr val="000000"/>
                </a:solidFill>
                <a:effectLst>
                  <a:outerShdw blurRad="38100" dist="38100" dir="2700000" algn="tl">
                    <a:srgbClr val="FFFFFF"/>
                  </a:outerShdw>
                </a:effectLst>
                <a:uLnTx/>
                <a:uFillTx/>
                <a:latin typeface="黑体" panose="02010609060101010101" pitchFamily="49" charset="-122"/>
                <a:ea typeface="黑体" panose="02010609060101010101" pitchFamily="49" charset="-122"/>
                <a:cs typeface="黑体" panose="02010609060101010101" pitchFamily="49" charset="-122"/>
              </a:rPr>
              <a:t>--</a:t>
            </a:r>
            <a:r>
              <a:rPr kumimoji="1" lang="en-US" altLang="zh-CN" sz="2400" b="0" i="0" u="none" strike="noStrike" kern="1200" cap="none" spc="0" normalizeH="0" baseline="-25000" noProof="0" dirty="0">
                <a:ln>
                  <a:noFill/>
                </a:ln>
                <a:solidFill>
                  <a:srgbClr val="000000"/>
                </a:solidFill>
                <a:effectLst>
                  <a:outerShdw blurRad="38100" dist="38100" dir="2700000" algn="tl">
                    <a:srgbClr val="FFFFFF"/>
                  </a:outerShdw>
                </a:effectLst>
                <a:uLnTx/>
                <a:uFillTx/>
                <a:latin typeface="黑体" panose="02010609060101010101" pitchFamily="49" charset="-122"/>
                <a:ea typeface="黑体" panose="02010609060101010101" pitchFamily="49" charset="-122"/>
                <a:cs typeface="黑体" panose="02010609060101010101" pitchFamily="49" charset="-122"/>
              </a:rPr>
              <a:t> </a:t>
            </a:r>
            <a:r>
              <a:rPr kumimoji="1" lang="zh-CN" altLang="en-US" sz="2400" b="0" i="0" u="none" strike="noStrike" kern="1200" cap="none" spc="0" normalizeH="0" baseline="0" noProof="0" dirty="0">
                <a:ln>
                  <a:noFill/>
                </a:ln>
                <a:solidFill>
                  <a:srgbClr val="000000"/>
                </a:solidFill>
                <a:effectLst>
                  <a:outerShdw blurRad="38100" dist="38100" dir="2700000" algn="tl">
                    <a:srgbClr val="FFFFFF"/>
                  </a:outerShdw>
                </a:effectLst>
                <a:uLnTx/>
                <a:uFillTx/>
                <a:latin typeface="黑体" panose="02010609060101010101" pitchFamily="49" charset="-122"/>
                <a:ea typeface="黑体" panose="02010609060101010101" pitchFamily="49" charset="-122"/>
                <a:cs typeface="黑体" panose="02010609060101010101" pitchFamily="49" charset="-122"/>
              </a:rPr>
              <a:t>静强度安全系数，查表。</a:t>
            </a:r>
            <a:endParaRPr kumimoji="1" lang="zh-CN" altLang="en-US" sz="2400" b="0" i="0" u="none" strike="noStrike" kern="1200" cap="none" spc="0" normalizeH="0" baseline="0" noProof="0" dirty="0">
              <a:ln>
                <a:noFill/>
              </a:ln>
              <a:solidFill>
                <a:srgbClr val="000000"/>
              </a:solidFill>
              <a:effectLst/>
              <a:uLnTx/>
              <a:uFillTx/>
              <a:latin typeface="黑体" panose="02010609060101010101" pitchFamily="49" charset="-122"/>
              <a:ea typeface="黑体" panose="02010609060101010101" pitchFamily="49" charset="-122"/>
              <a:cs typeface="黑体" panose="02010609060101010101" pitchFamily="49" charset="-122"/>
            </a:endParaRPr>
          </a:p>
        </p:txBody>
      </p:sp>
      <p:pic>
        <p:nvPicPr>
          <p:cNvPr id="6" name="Picture 148" descr="back1">
            <a:hlinkClick r:id="" action="ppaction://hlinkshowjump?jump=previousslide"/>
          </p:cNvPr>
          <p:cNvPicPr>
            <a:picLocks noChangeAspect="1"/>
          </p:cNvPicPr>
          <p:nvPr/>
        </p:nvPicPr>
        <p:blipFill>
          <a:blip r:embed="rId3"/>
          <a:stretch>
            <a:fillRect/>
          </a:stretch>
        </p:blipFill>
        <p:spPr>
          <a:xfrm>
            <a:off x="8339138" y="6551613"/>
            <a:ext cx="306387" cy="306387"/>
          </a:xfrm>
          <a:prstGeom prst="rect">
            <a:avLst/>
          </a:prstGeom>
          <a:noFill/>
          <a:ln w="9525">
            <a:noFill/>
          </a:ln>
        </p:spPr>
      </p:pic>
      <p:pic>
        <p:nvPicPr>
          <p:cNvPr id="8" name="Picture 150" descr="rewind1">
            <a:hlinkClick r:id="" action="ppaction://hlinkshowjump?jump=firstslide"/>
          </p:cNvPr>
          <p:cNvPicPr>
            <a:picLocks noChangeAspect="1"/>
          </p:cNvPicPr>
          <p:nvPr/>
        </p:nvPicPr>
        <p:blipFill>
          <a:blip r:embed="rId4"/>
          <a:stretch>
            <a:fillRect/>
          </a:stretch>
        </p:blipFill>
        <p:spPr>
          <a:xfrm>
            <a:off x="7932738" y="6551613"/>
            <a:ext cx="306387" cy="306387"/>
          </a:xfrm>
          <a:prstGeom prst="rect">
            <a:avLst/>
          </a:prstGeom>
          <a:noFill/>
          <a:ln w="9525">
            <a:noFill/>
          </a:ln>
        </p:spPr>
      </p:pic>
      <p:pic>
        <p:nvPicPr>
          <p:cNvPr id="9" name="Picture 149" descr="NEXT1">
            <a:hlinkClick r:id="" action="ppaction://hlinkshowjump?jump=nextslide"/>
          </p:cNvPr>
          <p:cNvPicPr>
            <a:picLocks noChangeAspect="1"/>
          </p:cNvPicPr>
          <p:nvPr/>
        </p:nvPicPr>
        <p:blipFill>
          <a:blip r:embed="rId5"/>
          <a:stretch>
            <a:fillRect/>
          </a:stretch>
        </p:blipFill>
        <p:spPr>
          <a:xfrm>
            <a:off x="8724900" y="6551613"/>
            <a:ext cx="306388" cy="306387"/>
          </a:xfrm>
          <a:prstGeom prst="rect">
            <a:avLst/>
          </a:prstGeom>
          <a:noFill/>
          <a:ln w="9525">
            <a:noFill/>
          </a:ln>
        </p:spPr>
      </p:pic>
      <p:sp>
        <p:nvSpPr>
          <p:cNvPr id="4132" name="直接连接符 6"/>
          <p:cNvSpPr>
            <a:spLocks noChangeShapeType="1"/>
          </p:cNvSpPr>
          <p:nvPr/>
        </p:nvSpPr>
        <p:spPr bwMode="auto">
          <a:xfrm>
            <a:off x="0" y="685662"/>
            <a:ext cx="9144000" cy="0"/>
          </a:xfrm>
          <a:prstGeom prst="line">
            <a:avLst/>
          </a:prstGeom>
          <a:noFill/>
          <a:ln w="28575">
            <a:solidFill>
              <a:srgbClr val="CC3300"/>
            </a:solidFill>
            <a:miter lim="800000"/>
          </a:ln>
          <a:extLst>
            <a:ext uri="{909E8E84-426E-40DD-AFC4-6F175D3DCCD1}">
              <a14:hiddenFill xmlns:a14="http://schemas.microsoft.com/office/drawing/2010/main">
                <a:noFill/>
              </a14:hiddenFill>
            </a:ext>
          </a:extLst>
        </p:spPr>
        <p:txBody>
          <a:bodyPr/>
          <a:lstStyle/>
          <a:p>
            <a:endParaRPr lang="zh-CN" altLang="en-US"/>
          </a:p>
        </p:txBody>
      </p:sp>
      <p:sp>
        <p:nvSpPr>
          <p:cNvPr id="14339" name="Rectangle 34"/>
          <p:cNvSpPr>
            <a:spLocks noChangeArrowheads="1"/>
          </p:cNvSpPr>
          <p:nvPr/>
        </p:nvSpPr>
        <p:spPr bwMode="auto">
          <a:xfrm>
            <a:off x="3687417" y="228600"/>
            <a:ext cx="4846983" cy="533400"/>
          </a:xfrm>
          <a:prstGeom prst="rect">
            <a:avLst/>
          </a:prstGeom>
          <a:noFill/>
          <a:ln>
            <a:noFill/>
          </a:ln>
          <a:effectLst/>
          <a:extLst>
            <a:ext uri="{909E8E84-426E-40DD-AFC4-6F175D3DCCD1}">
              <a14:hiddenFill xmlns:a14="http://schemas.microsoft.com/office/drawing/2010/main">
                <a:gradFill rotWithShape="0">
                  <a:gsLst>
                    <a:gs pos="0">
                      <a:srgbClr val="E5DCB5"/>
                    </a:gs>
                    <a:gs pos="100000">
                      <a:srgbClr val="FDFBF1"/>
                    </a:gs>
                  </a:gsLst>
                  <a:lin ang="0" scaled="1"/>
                </a:gradFill>
              </a14:hiddenFill>
            </a:ext>
            <a:ext uri="{91240B29-F687-4F45-9708-019B960494DF}">
              <a14:hiddenLine xmlns:a14="http://schemas.microsoft.com/office/drawing/2010/main" w="9525">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tIns="36000" bIns="72000" anchor="ctr" anchorCtr="1"/>
          <a:lstStyle>
            <a:lvl1pPr>
              <a:lnSpc>
                <a:spcPct val="120000"/>
              </a:lnSpc>
              <a:buChar char="•"/>
              <a:defRPr kumimoji="1" sz="2000">
                <a:solidFill>
                  <a:srgbClr val="000099"/>
                </a:solidFill>
                <a:latin typeface="Times New Roman" panose="02020603050405020304" pitchFamily="18" charset="0"/>
                <a:ea typeface="华文中宋" panose="02010600040101010101" pitchFamily="2" charset="-122"/>
              </a:defRPr>
            </a:lvl1pPr>
            <a:lvl2pPr marL="742950" indent="-285750">
              <a:lnSpc>
                <a:spcPct val="120000"/>
              </a:lnSpc>
              <a:buChar char="•"/>
              <a:defRPr kumimoji="1" sz="2000">
                <a:solidFill>
                  <a:srgbClr val="000099"/>
                </a:solidFill>
                <a:latin typeface="Times New Roman" panose="02020603050405020304" pitchFamily="18" charset="0"/>
                <a:ea typeface="华文中宋" panose="02010600040101010101" pitchFamily="2" charset="-122"/>
              </a:defRPr>
            </a:lvl2pPr>
            <a:lvl3pPr marL="1143000" indent="-228600">
              <a:lnSpc>
                <a:spcPct val="120000"/>
              </a:lnSpc>
              <a:buChar char="•"/>
              <a:defRPr kumimoji="1" sz="2000">
                <a:solidFill>
                  <a:srgbClr val="000099"/>
                </a:solidFill>
                <a:latin typeface="Times New Roman" panose="02020603050405020304" pitchFamily="18" charset="0"/>
                <a:ea typeface="华文中宋" panose="02010600040101010101" pitchFamily="2" charset="-122"/>
              </a:defRPr>
            </a:lvl3pPr>
            <a:lvl4pPr marL="1600200" indent="-228600">
              <a:lnSpc>
                <a:spcPct val="120000"/>
              </a:lnSpc>
              <a:buChar char="•"/>
              <a:defRPr kumimoji="1" sz="2000">
                <a:solidFill>
                  <a:srgbClr val="000099"/>
                </a:solidFill>
                <a:latin typeface="Times New Roman" panose="02020603050405020304" pitchFamily="18" charset="0"/>
                <a:ea typeface="华文中宋" panose="02010600040101010101" pitchFamily="2" charset="-122"/>
              </a:defRPr>
            </a:lvl4pPr>
            <a:lvl5pPr marL="2057400" indent="-228600">
              <a:lnSpc>
                <a:spcPct val="120000"/>
              </a:lnSpc>
              <a:buChar char="•"/>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lnSpc>
                <a:spcPct val="100000"/>
              </a:lnSpc>
              <a:buFontTx/>
              <a:buNone/>
            </a:pPr>
            <a:r>
              <a:rPr lang="en-US" altLang="zh-CN" sz="3000" dirty="0" smtClean="0">
                <a:solidFill>
                  <a:srgbClr val="CC3300"/>
                </a:solidFill>
                <a:latin typeface="黑体" panose="02010609060101010101" pitchFamily="49" charset="-122"/>
                <a:ea typeface="黑体" panose="02010609060101010101" pitchFamily="49" charset="-122"/>
              </a:rPr>
              <a:t>3.6-5 </a:t>
            </a:r>
            <a:r>
              <a:rPr lang="zh-CN" altLang="en-US" sz="3000" dirty="0" smtClean="0">
                <a:solidFill>
                  <a:srgbClr val="CC3300"/>
                </a:solidFill>
                <a:latin typeface="黑体" panose="02010609060101010101" pitchFamily="49" charset="-122"/>
                <a:ea typeface="黑体" panose="02010609060101010101" pitchFamily="49" charset="-122"/>
              </a:rPr>
              <a:t>滚动轴承的寿命计算</a:t>
            </a:r>
            <a:endParaRPr lang="en-US" altLang="zh-CN" sz="3000" dirty="0">
              <a:solidFill>
                <a:srgbClr val="CC3300"/>
              </a:solidFill>
              <a:latin typeface="黑体" panose="02010609060101010101" pitchFamily="49" charset="-122"/>
              <a:ea typeface="黑体" panose="02010609060101010101" pitchFamily="49" charset="-122"/>
            </a:endParaRPr>
          </a:p>
        </p:txBody>
      </p:sp>
    </p:spTree>
  </p:cSld>
  <p:clrMapOvr>
    <a:masterClrMapping/>
  </p:clrMapOvr>
  <p:transition>
    <p:wipe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107523"/>
                                        </p:tgtEl>
                                        <p:attrNameLst>
                                          <p:attrName>style.visibility</p:attrName>
                                        </p:attrNameLst>
                                      </p:cBhvr>
                                      <p:to>
                                        <p:strVal val="visible"/>
                                      </p:to>
                                    </p:set>
                                    <p:animEffect transition="in" filter="wipe(left)">
                                      <p:cBhvr>
                                        <p:cTn id="7" dur="500"/>
                                        <p:tgtEl>
                                          <p:spTgt spid="10752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07524"/>
                                        </p:tgtEl>
                                        <p:attrNameLst>
                                          <p:attrName>style.visibility</p:attrName>
                                        </p:attrNameLst>
                                      </p:cBhvr>
                                      <p:to>
                                        <p:strVal val="visible"/>
                                      </p:to>
                                    </p:set>
                                    <p:animEffect transition="in" filter="wipe(left)">
                                      <p:cBhvr>
                                        <p:cTn id="12" dur="500"/>
                                        <p:tgtEl>
                                          <p:spTgt spid="107524"/>
                                        </p:tgtEl>
                                      </p:cBhvr>
                                    </p:animEffect>
                                  </p:childTnLst>
                                </p:cTn>
                              </p:par>
                            </p:childTnLst>
                          </p:cTn>
                        </p:par>
                        <p:par>
                          <p:cTn id="13" fill="hold">
                            <p:stCondLst>
                              <p:cond delay="500"/>
                            </p:stCondLst>
                            <p:childTnLst>
                              <p:par>
                                <p:cTn id="14" presetID="1" presetClass="entr" presetSubtype="0" fill="hold" nodeType="afterEffect">
                                  <p:stCondLst>
                                    <p:cond delay="0"/>
                                  </p:stCondLst>
                                  <p:childTnLst>
                                    <p:set>
                                      <p:cBhvr>
                                        <p:cTn id="15" dur="1" fill="hold">
                                          <p:stCondLst>
                                            <p:cond delay="499"/>
                                          </p:stCondLst>
                                        </p:cTn>
                                        <p:tgtEl>
                                          <p:spTgt spid="6"/>
                                        </p:tgtEl>
                                        <p:attrNameLst>
                                          <p:attrName>style.visibility</p:attrName>
                                        </p:attrNameLst>
                                      </p:cBhvr>
                                      <p:to>
                                        <p:strVal val="visible"/>
                                      </p:to>
                                    </p:set>
                                  </p:childTnLst>
                                </p:cTn>
                              </p:par>
                            </p:childTnLst>
                          </p:cTn>
                        </p:par>
                        <p:par>
                          <p:cTn id="16" fill="hold">
                            <p:stCondLst>
                              <p:cond delay="1000"/>
                            </p:stCondLst>
                            <p:childTnLst>
                              <p:par>
                                <p:cTn id="17" presetID="2" presetClass="entr" presetSubtype="8" fill="hold" nodeType="afterEffect">
                                  <p:stCondLst>
                                    <p:cond delay="0"/>
                                  </p:stCondLst>
                                  <p:childTnLst>
                                    <p:set>
                                      <p:cBhvr>
                                        <p:cTn id="18" dur="1" fill="hold">
                                          <p:stCondLst>
                                            <p:cond delay="0"/>
                                          </p:stCondLst>
                                        </p:cTn>
                                        <p:tgtEl>
                                          <p:spTgt spid="8"/>
                                        </p:tgtEl>
                                        <p:attrNameLst>
                                          <p:attrName>style.visibility</p:attrName>
                                        </p:attrNameLst>
                                      </p:cBhvr>
                                      <p:to>
                                        <p:strVal val="visible"/>
                                      </p:to>
                                    </p:set>
                                    <p:anim calcmode="lin" valueType="num">
                                      <p:cBhvr additive="base">
                                        <p:cTn id="19" dur="500" fill="hold"/>
                                        <p:tgtEl>
                                          <p:spTgt spid="8"/>
                                        </p:tgtEl>
                                        <p:attrNameLst>
                                          <p:attrName>ppt_x</p:attrName>
                                        </p:attrNameLst>
                                      </p:cBhvr>
                                      <p:tavLst>
                                        <p:tav tm="0">
                                          <p:val>
                                            <p:strVal val="0-#ppt_w/2"/>
                                          </p:val>
                                        </p:tav>
                                        <p:tav tm="100000">
                                          <p:val>
                                            <p:strVal val="#ppt_x"/>
                                          </p:val>
                                        </p:tav>
                                      </p:tavLst>
                                    </p:anim>
                                    <p:anim calcmode="lin" valueType="num">
                                      <p:cBhvr additive="base">
                                        <p:cTn id="20" dur="500" fill="hold"/>
                                        <p:tgtEl>
                                          <p:spTgt spid="8"/>
                                        </p:tgtEl>
                                        <p:attrNameLst>
                                          <p:attrName>ppt_y</p:attrName>
                                        </p:attrNameLst>
                                      </p:cBhvr>
                                      <p:tavLst>
                                        <p:tav tm="0">
                                          <p:val>
                                            <p:strVal val="#ppt_y"/>
                                          </p:val>
                                        </p:tav>
                                        <p:tav tm="100000">
                                          <p:val>
                                            <p:strVal val="#ppt_y"/>
                                          </p:val>
                                        </p:tav>
                                      </p:tavLst>
                                    </p:anim>
                                  </p:childTnLst>
                                </p:cTn>
                              </p:par>
                            </p:childTnLst>
                          </p:cTn>
                        </p:par>
                        <p:par>
                          <p:cTn id="21" fill="hold">
                            <p:stCondLst>
                              <p:cond delay="1500"/>
                            </p:stCondLst>
                            <p:childTnLst>
                              <p:par>
                                <p:cTn id="22" presetID="1" presetClass="entr" presetSubtype="0" fill="hold" nodeType="afterEffect">
                                  <p:stCondLst>
                                    <p:cond delay="0"/>
                                  </p:stCondLst>
                                  <p:childTnLst>
                                    <p:set>
                                      <p:cBhvr>
                                        <p:cTn id="23" dur="1" fill="hold">
                                          <p:stCondLst>
                                            <p:cond delay="499"/>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7522" grpId="0" build="p"/>
      <p:bldP spid="107524" grpId="0" bldLvl="0" animBg="1"/>
    </p:bld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6562" name="Rectangle 2"/>
          <p:cNvSpPr>
            <a:spLocks noGrp="1"/>
          </p:cNvSpPr>
          <p:nvPr>
            <p:ph type="title"/>
          </p:nvPr>
        </p:nvSpPr>
        <p:spPr>
          <a:xfrm>
            <a:off x="6877050" y="741363"/>
            <a:ext cx="1171575" cy="209550"/>
          </a:xfrm>
          <a:noFill/>
          <a:ln>
            <a:noFill/>
          </a:ln>
        </p:spPr>
        <p:txBody>
          <a:bodyPr/>
          <a:p>
            <a:pPr eaLnBrk="1" hangingPunct="1"/>
            <a:r>
              <a:rPr lang="zh-CN" altLang="en-US" sz="800" dirty="0">
                <a:solidFill>
                  <a:schemeClr val="bg1"/>
                </a:solidFill>
                <a:latin typeface="华文中宋" panose="02010600040101010101" pitchFamily="2" charset="-122"/>
                <a:ea typeface="华文中宋" panose="02010600040101010101" pitchFamily="2" charset="-122"/>
              </a:rPr>
              <a:t>滚动轴承尺寸的选择</a:t>
            </a:r>
            <a:r>
              <a:rPr lang="en-US" altLang="zh-CN" sz="800" dirty="0">
                <a:solidFill>
                  <a:schemeClr val="bg1"/>
                </a:solidFill>
                <a:latin typeface="华文中宋" panose="02010600040101010101" pitchFamily="2" charset="-122"/>
                <a:ea typeface="华文中宋" panose="02010600040101010101" pitchFamily="2" charset="-122"/>
              </a:rPr>
              <a:t>9</a:t>
            </a:r>
            <a:endParaRPr lang="en-US" altLang="zh-CN" sz="800" dirty="0">
              <a:solidFill>
                <a:schemeClr val="bg1"/>
              </a:solidFill>
              <a:latin typeface="华文中宋" panose="02010600040101010101" pitchFamily="2" charset="-122"/>
              <a:ea typeface="华文中宋" panose="02010600040101010101" pitchFamily="2" charset="-122"/>
            </a:endParaRPr>
          </a:p>
        </p:txBody>
      </p:sp>
      <p:sp>
        <p:nvSpPr>
          <p:cNvPr id="51205" name="Text Box 5"/>
          <p:cNvSpPr txBox="1"/>
          <p:nvPr/>
        </p:nvSpPr>
        <p:spPr>
          <a:xfrm>
            <a:off x="623888" y="966788"/>
            <a:ext cx="4602480" cy="534035"/>
          </a:xfrm>
          <a:prstGeom prst="rect">
            <a:avLst/>
          </a:prstGeom>
          <a:noFill/>
          <a:ln w="57150">
            <a:noFill/>
          </a:ln>
        </p:spPr>
        <p:txBody>
          <a:bodyPr wrap="none">
            <a:spAutoFit/>
          </a:bodyPr>
          <a:p>
            <a:pPr indent="0" eaLnBrk="1" hangingPunct="1">
              <a:buNone/>
            </a:pPr>
            <a:r>
              <a:rPr lang="zh-CN" altLang="en-US" sz="2400" dirty="0">
                <a:solidFill>
                  <a:srgbClr val="C00000"/>
                </a:solidFill>
                <a:latin typeface="黑体" panose="02010609060101010101" pitchFamily="49" charset="-122"/>
                <a:ea typeface="黑体" panose="02010609060101010101" pitchFamily="49" charset="-122"/>
                <a:cs typeface="黑体" panose="02010609060101010101" pitchFamily="49" charset="-122"/>
              </a:rPr>
              <a:t>六、</a:t>
            </a:r>
            <a:r>
              <a:rPr lang="en-US" altLang="zh-CN" sz="2400" dirty="0">
                <a:solidFill>
                  <a:srgbClr val="C00000"/>
                </a:solidFill>
                <a:latin typeface="黑体" panose="02010609060101010101" pitchFamily="49" charset="-122"/>
                <a:ea typeface="黑体" panose="02010609060101010101" pitchFamily="49" charset="-122"/>
                <a:cs typeface="黑体" panose="02010609060101010101" pitchFamily="49" charset="-122"/>
              </a:rPr>
              <a:t> </a:t>
            </a:r>
            <a:r>
              <a:rPr lang="zh-CN" altLang="en-US" sz="2400" dirty="0">
                <a:solidFill>
                  <a:srgbClr val="C00000"/>
                </a:solidFill>
                <a:latin typeface="黑体" panose="02010609060101010101" pitchFamily="49" charset="-122"/>
                <a:ea typeface="黑体" panose="02010609060101010101" pitchFamily="49" charset="-122"/>
                <a:cs typeface="黑体" panose="02010609060101010101" pitchFamily="49" charset="-122"/>
              </a:rPr>
              <a:t>成对安装角接触轴承的计算</a:t>
            </a:r>
            <a:endParaRPr lang="zh-CN" altLang="en-US" sz="2400" dirty="0">
              <a:solidFill>
                <a:srgbClr val="C00000"/>
              </a:solidFill>
              <a:latin typeface="黑体" panose="02010609060101010101" pitchFamily="49" charset="-122"/>
              <a:ea typeface="黑体" panose="02010609060101010101" pitchFamily="49" charset="-122"/>
              <a:cs typeface="黑体" panose="02010609060101010101" pitchFamily="49" charset="-122"/>
            </a:endParaRPr>
          </a:p>
        </p:txBody>
      </p:sp>
      <p:pic>
        <p:nvPicPr>
          <p:cNvPr id="51249" name="Picture 49" descr="back1">
            <a:hlinkClick r:id="" tooltip="上一页" action="ppaction://hlinkshowjump?jump=previousslide"/>
          </p:cNvPr>
          <p:cNvPicPr>
            <a:picLocks noChangeAspect="1"/>
          </p:cNvPicPr>
          <p:nvPr/>
        </p:nvPicPr>
        <p:blipFill>
          <a:blip r:embed="rId1"/>
          <a:stretch>
            <a:fillRect/>
          </a:stretch>
        </p:blipFill>
        <p:spPr>
          <a:xfrm>
            <a:off x="8380413" y="6556375"/>
            <a:ext cx="306387" cy="306388"/>
          </a:xfrm>
          <a:prstGeom prst="rect">
            <a:avLst/>
          </a:prstGeom>
          <a:noFill/>
          <a:ln w="9525">
            <a:noFill/>
          </a:ln>
        </p:spPr>
      </p:pic>
      <p:pic>
        <p:nvPicPr>
          <p:cNvPr id="51250" name="Picture 50" descr="rewind1">
            <a:hlinkClick r:id="" action="ppaction://hlinkshowjump?jump=firstslide"/>
          </p:cNvPr>
          <p:cNvPicPr>
            <a:picLocks noChangeAspect="1"/>
          </p:cNvPicPr>
          <p:nvPr/>
        </p:nvPicPr>
        <p:blipFill>
          <a:blip r:embed="rId2"/>
          <a:stretch>
            <a:fillRect/>
          </a:stretch>
        </p:blipFill>
        <p:spPr>
          <a:xfrm>
            <a:off x="8018463" y="6551613"/>
            <a:ext cx="306387" cy="306387"/>
          </a:xfrm>
          <a:prstGeom prst="rect">
            <a:avLst/>
          </a:prstGeom>
          <a:noFill/>
          <a:ln w="9525">
            <a:noFill/>
          </a:ln>
        </p:spPr>
      </p:pic>
      <p:pic>
        <p:nvPicPr>
          <p:cNvPr id="66569" name="图片 8"/>
          <p:cNvPicPr>
            <a:picLocks noChangeAspect="1"/>
          </p:cNvPicPr>
          <p:nvPr/>
        </p:nvPicPr>
        <p:blipFill>
          <a:blip r:embed="rId3"/>
          <a:stretch>
            <a:fillRect/>
          </a:stretch>
        </p:blipFill>
        <p:spPr>
          <a:xfrm>
            <a:off x="170815" y="2961640"/>
            <a:ext cx="8268970" cy="3673475"/>
          </a:xfrm>
          <a:prstGeom prst="rect">
            <a:avLst/>
          </a:prstGeom>
          <a:noFill/>
          <a:ln w="9525">
            <a:noFill/>
          </a:ln>
        </p:spPr>
      </p:pic>
      <p:sp>
        <p:nvSpPr>
          <p:cNvPr id="66570" name="文本框 9"/>
          <p:cNvSpPr txBox="1"/>
          <p:nvPr/>
        </p:nvSpPr>
        <p:spPr>
          <a:xfrm>
            <a:off x="634365" y="1638300"/>
            <a:ext cx="4804410" cy="1198880"/>
          </a:xfrm>
          <a:prstGeom prst="rect">
            <a:avLst/>
          </a:prstGeom>
          <a:noFill/>
          <a:ln w="9525">
            <a:noFill/>
          </a:ln>
        </p:spPr>
        <p:txBody>
          <a:bodyPr wrap="square">
            <a:spAutoFit/>
          </a:bodyPr>
          <a:p>
            <a:pPr indent="0" eaLnBrk="1" latinLnBrk="0" hangingPunct="1">
              <a:lnSpc>
                <a:spcPct val="120000"/>
              </a:lnSpc>
              <a:buNone/>
            </a:pPr>
            <a:r>
              <a:rPr lang="en-US" altLang="zh-CN" dirty="0">
                <a:latin typeface="Times New Roman" panose="02020603050405020304" pitchFamily="18" charset="0"/>
              </a:rPr>
              <a:t>        </a:t>
            </a:r>
            <a:r>
              <a:rPr lang="zh-CN" altLang="zh-CN" dirty="0">
                <a:latin typeface="Times New Roman" panose="02020603050405020304" pitchFamily="18" charset="0"/>
              </a:rPr>
              <a:t>两个相同的单列角接触轴承正装或反装在一起作为一个支承整体，可以承受径向载荷为主的较大径向、轴向联合载荷。</a:t>
            </a:r>
            <a:endParaRPr lang="zh-CN" altLang="en-US" dirty="0">
              <a:latin typeface="Times New Roman" panose="02020603050405020304" pitchFamily="18" charset="0"/>
            </a:endParaRPr>
          </a:p>
        </p:txBody>
      </p:sp>
      <p:pic>
        <p:nvPicPr>
          <p:cNvPr id="22" name="Picture 149" descr="NEXT1">
            <a:hlinkClick r:id="" action="ppaction://hlinkshowjump?jump=nextslide"/>
          </p:cNvPr>
          <p:cNvPicPr>
            <a:picLocks noChangeAspect="1"/>
          </p:cNvPicPr>
          <p:nvPr/>
        </p:nvPicPr>
        <p:blipFill>
          <a:blip r:embed="rId4"/>
          <a:stretch>
            <a:fillRect/>
          </a:stretch>
        </p:blipFill>
        <p:spPr>
          <a:xfrm>
            <a:off x="8753475" y="6551613"/>
            <a:ext cx="306388" cy="306387"/>
          </a:xfrm>
          <a:prstGeom prst="rect">
            <a:avLst/>
          </a:prstGeom>
          <a:noFill/>
          <a:ln w="9525">
            <a:noFill/>
          </a:ln>
        </p:spPr>
      </p:pic>
      <p:sp>
        <p:nvSpPr>
          <p:cNvPr id="5161" name="直接连接符 6"/>
          <p:cNvSpPr>
            <a:spLocks noChangeShapeType="1"/>
          </p:cNvSpPr>
          <p:nvPr/>
        </p:nvSpPr>
        <p:spPr bwMode="auto">
          <a:xfrm>
            <a:off x="0" y="735358"/>
            <a:ext cx="9144000" cy="0"/>
          </a:xfrm>
          <a:prstGeom prst="line">
            <a:avLst/>
          </a:prstGeom>
          <a:noFill/>
          <a:ln w="28575">
            <a:solidFill>
              <a:srgbClr val="CC3300"/>
            </a:solidFill>
            <a:miter lim="800000"/>
          </a:ln>
          <a:extLst>
            <a:ext uri="{909E8E84-426E-40DD-AFC4-6F175D3DCCD1}">
              <a14:hiddenFill xmlns:a14="http://schemas.microsoft.com/office/drawing/2010/main">
                <a:noFill/>
              </a14:hiddenFill>
            </a:ext>
          </a:extLst>
        </p:spPr>
        <p:txBody>
          <a:bodyPr/>
          <a:lstStyle/>
          <a:p>
            <a:endParaRPr lang="zh-CN" altLang="en-US"/>
          </a:p>
        </p:txBody>
      </p:sp>
      <p:sp>
        <p:nvSpPr>
          <p:cNvPr id="14339" name="Rectangle 34"/>
          <p:cNvSpPr>
            <a:spLocks noChangeArrowheads="1"/>
          </p:cNvSpPr>
          <p:nvPr/>
        </p:nvSpPr>
        <p:spPr bwMode="auto">
          <a:xfrm>
            <a:off x="3687417" y="228600"/>
            <a:ext cx="4846983" cy="533400"/>
          </a:xfrm>
          <a:prstGeom prst="rect">
            <a:avLst/>
          </a:prstGeom>
          <a:noFill/>
          <a:ln>
            <a:noFill/>
          </a:ln>
          <a:effectLst/>
          <a:extLst>
            <a:ext uri="{909E8E84-426E-40DD-AFC4-6F175D3DCCD1}">
              <a14:hiddenFill xmlns:a14="http://schemas.microsoft.com/office/drawing/2010/main">
                <a:gradFill rotWithShape="0">
                  <a:gsLst>
                    <a:gs pos="0">
                      <a:srgbClr val="E5DCB5"/>
                    </a:gs>
                    <a:gs pos="100000">
                      <a:srgbClr val="FDFBF1"/>
                    </a:gs>
                  </a:gsLst>
                  <a:lin ang="0" scaled="1"/>
                </a:gradFill>
              </a14:hiddenFill>
            </a:ext>
            <a:ext uri="{91240B29-F687-4F45-9708-019B960494DF}">
              <a14:hiddenLine xmlns:a14="http://schemas.microsoft.com/office/drawing/2010/main" w="9525">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tIns="36000" bIns="72000" anchor="ctr" anchorCtr="1"/>
          <a:lstStyle>
            <a:lvl1pPr>
              <a:lnSpc>
                <a:spcPct val="120000"/>
              </a:lnSpc>
              <a:buChar char="•"/>
              <a:defRPr kumimoji="1" sz="2000">
                <a:solidFill>
                  <a:srgbClr val="000099"/>
                </a:solidFill>
                <a:latin typeface="Times New Roman" panose="02020603050405020304" pitchFamily="18" charset="0"/>
                <a:ea typeface="华文中宋" panose="02010600040101010101" pitchFamily="2" charset="-122"/>
              </a:defRPr>
            </a:lvl1pPr>
            <a:lvl2pPr marL="742950" indent="-285750">
              <a:lnSpc>
                <a:spcPct val="120000"/>
              </a:lnSpc>
              <a:buChar char="•"/>
              <a:defRPr kumimoji="1" sz="2000">
                <a:solidFill>
                  <a:srgbClr val="000099"/>
                </a:solidFill>
                <a:latin typeface="Times New Roman" panose="02020603050405020304" pitchFamily="18" charset="0"/>
                <a:ea typeface="华文中宋" panose="02010600040101010101" pitchFamily="2" charset="-122"/>
              </a:defRPr>
            </a:lvl2pPr>
            <a:lvl3pPr marL="1143000" indent="-228600">
              <a:lnSpc>
                <a:spcPct val="120000"/>
              </a:lnSpc>
              <a:buChar char="•"/>
              <a:defRPr kumimoji="1" sz="2000">
                <a:solidFill>
                  <a:srgbClr val="000099"/>
                </a:solidFill>
                <a:latin typeface="Times New Roman" panose="02020603050405020304" pitchFamily="18" charset="0"/>
                <a:ea typeface="华文中宋" panose="02010600040101010101" pitchFamily="2" charset="-122"/>
              </a:defRPr>
            </a:lvl3pPr>
            <a:lvl4pPr marL="1600200" indent="-228600">
              <a:lnSpc>
                <a:spcPct val="120000"/>
              </a:lnSpc>
              <a:buChar char="•"/>
              <a:defRPr kumimoji="1" sz="2000">
                <a:solidFill>
                  <a:srgbClr val="000099"/>
                </a:solidFill>
                <a:latin typeface="Times New Roman" panose="02020603050405020304" pitchFamily="18" charset="0"/>
                <a:ea typeface="华文中宋" panose="02010600040101010101" pitchFamily="2" charset="-122"/>
              </a:defRPr>
            </a:lvl4pPr>
            <a:lvl5pPr marL="2057400" indent="-228600">
              <a:lnSpc>
                <a:spcPct val="120000"/>
              </a:lnSpc>
              <a:buChar char="•"/>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lnSpc>
                <a:spcPct val="100000"/>
              </a:lnSpc>
              <a:buFontTx/>
              <a:buNone/>
            </a:pPr>
            <a:r>
              <a:rPr lang="en-US" altLang="zh-CN" sz="3000" dirty="0" smtClean="0">
                <a:solidFill>
                  <a:srgbClr val="CC3300"/>
                </a:solidFill>
                <a:latin typeface="黑体" panose="02010609060101010101" pitchFamily="49" charset="-122"/>
                <a:ea typeface="黑体" panose="02010609060101010101" pitchFamily="49" charset="-122"/>
              </a:rPr>
              <a:t>3.6-5 </a:t>
            </a:r>
            <a:r>
              <a:rPr lang="zh-CN" altLang="en-US" sz="3000" dirty="0" smtClean="0">
                <a:solidFill>
                  <a:srgbClr val="CC3300"/>
                </a:solidFill>
                <a:latin typeface="黑体" panose="02010609060101010101" pitchFamily="49" charset="-122"/>
                <a:ea typeface="黑体" panose="02010609060101010101" pitchFamily="49" charset="-122"/>
              </a:rPr>
              <a:t>滚动轴承的寿命计算</a:t>
            </a:r>
            <a:endParaRPr lang="en-US" altLang="zh-CN" sz="3000" dirty="0">
              <a:solidFill>
                <a:srgbClr val="CC3300"/>
              </a:solidFill>
              <a:latin typeface="黑体" panose="02010609060101010101" pitchFamily="49" charset="-122"/>
              <a:ea typeface="黑体" panose="02010609060101010101" pitchFamily="49" charset="-122"/>
            </a:endParaRPr>
          </a:p>
        </p:txBody>
      </p:sp>
      <p:pic>
        <p:nvPicPr>
          <p:cNvPr id="12" name="Picture 18" descr="未标题-2">
            <a:hlinkClick r:id="rId5" action="ppaction://hlinkfile"/>
          </p:cNvPr>
          <p:cNvPicPr>
            <a:picLocks noChangeAspect="1" noChangeArrowheads="1"/>
          </p:cNvPicPr>
          <p:nvPr/>
        </p:nvPicPr>
        <p:blipFill>
          <a:blip r:embed="rId6">
            <a:extLst>
              <a:ext uri="{28A0092B-C50C-407E-A947-70E740481C1C}">
                <a14:useLocalDpi xmlns:a14="http://schemas.microsoft.com/office/drawing/2010/main" val="0"/>
              </a:ext>
            </a:extLst>
          </a:blip>
          <a:srcRect l="36534" t="3091" b="14326"/>
          <a:stretch>
            <a:fillRect/>
          </a:stretch>
        </p:blipFill>
        <p:spPr bwMode="auto">
          <a:xfrm>
            <a:off x="6066155" y="868045"/>
            <a:ext cx="2555875" cy="267208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51205"/>
                                        </p:tgtEl>
                                        <p:attrNameLst>
                                          <p:attrName>style.visibility</p:attrName>
                                        </p:attrNameLst>
                                      </p:cBhvr>
                                      <p:to>
                                        <p:strVal val="visible"/>
                                      </p:to>
                                    </p:set>
                                    <p:animEffect transition="in" filter="wipe(left)">
                                      <p:cBhvr>
                                        <p:cTn id="7" dur="500"/>
                                        <p:tgtEl>
                                          <p:spTgt spid="51205"/>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66570">
                                            <p:txEl>
                                              <p:pRg st="0" end="0"/>
                                            </p:txEl>
                                          </p:spTgt>
                                        </p:tgtEl>
                                        <p:attrNameLst>
                                          <p:attrName>style.visibility</p:attrName>
                                        </p:attrNameLst>
                                      </p:cBhvr>
                                      <p:to>
                                        <p:strVal val="visible"/>
                                      </p:to>
                                    </p:set>
                                    <p:animEffect transition="in" filter="wipe(left)">
                                      <p:cBhvr>
                                        <p:cTn id="12" dur="500"/>
                                        <p:tgtEl>
                                          <p:spTgt spid="66570">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12"/>
                                        </p:tgtEl>
                                        <p:attrNameLst>
                                          <p:attrName>style.visibility</p:attrName>
                                        </p:attrNameLst>
                                      </p:cBhvr>
                                      <p:to>
                                        <p:strVal val="visible"/>
                                      </p:to>
                                    </p:set>
                                    <p:animEffect transition="in" filter="wipe(left)">
                                      <p:cBhvr>
                                        <p:cTn id="17" dur="500"/>
                                        <p:tgtEl>
                                          <p:spTgt spid="12"/>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nodeType="clickEffect">
                                  <p:stCondLst>
                                    <p:cond delay="0"/>
                                  </p:stCondLst>
                                  <p:childTnLst>
                                    <p:set>
                                      <p:cBhvr>
                                        <p:cTn id="21" dur="1" fill="hold">
                                          <p:stCondLst>
                                            <p:cond delay="0"/>
                                          </p:stCondLst>
                                        </p:cTn>
                                        <p:tgtEl>
                                          <p:spTgt spid="66569"/>
                                        </p:tgtEl>
                                        <p:attrNameLst>
                                          <p:attrName>style.visibility</p:attrName>
                                        </p:attrNameLst>
                                      </p:cBhvr>
                                      <p:to>
                                        <p:strVal val="visible"/>
                                      </p:to>
                                    </p:set>
                                    <p:animEffect transition="in" filter="wipe(up)">
                                      <p:cBhvr>
                                        <p:cTn id="22" dur="500"/>
                                        <p:tgtEl>
                                          <p:spTgt spid="66569"/>
                                        </p:tgtEl>
                                      </p:cBhvr>
                                    </p:animEffect>
                                  </p:childTnLst>
                                </p:cTn>
                              </p:par>
                            </p:childTnLst>
                          </p:cTn>
                        </p:par>
                        <p:par>
                          <p:cTn id="23" fill="hold">
                            <p:stCondLst>
                              <p:cond delay="500"/>
                            </p:stCondLst>
                            <p:childTnLst>
                              <p:par>
                                <p:cTn id="24" presetID="2" presetClass="entr" presetSubtype="8" fill="hold" nodeType="afterEffect">
                                  <p:stCondLst>
                                    <p:cond delay="0"/>
                                  </p:stCondLst>
                                  <p:childTnLst>
                                    <p:set>
                                      <p:cBhvr>
                                        <p:cTn id="25" dur="1" fill="hold">
                                          <p:stCondLst>
                                            <p:cond delay="0"/>
                                          </p:stCondLst>
                                        </p:cTn>
                                        <p:tgtEl>
                                          <p:spTgt spid="51249"/>
                                        </p:tgtEl>
                                        <p:attrNameLst>
                                          <p:attrName>style.visibility</p:attrName>
                                        </p:attrNameLst>
                                      </p:cBhvr>
                                      <p:to>
                                        <p:strVal val="visible"/>
                                      </p:to>
                                    </p:set>
                                    <p:anim calcmode="lin" valueType="num">
                                      <p:cBhvr additive="base">
                                        <p:cTn id="26" dur="500" fill="hold"/>
                                        <p:tgtEl>
                                          <p:spTgt spid="51249"/>
                                        </p:tgtEl>
                                        <p:attrNameLst>
                                          <p:attrName>ppt_x</p:attrName>
                                        </p:attrNameLst>
                                      </p:cBhvr>
                                      <p:tavLst>
                                        <p:tav tm="0">
                                          <p:val>
                                            <p:strVal val="0-#ppt_w/2"/>
                                          </p:val>
                                        </p:tav>
                                        <p:tav tm="100000">
                                          <p:val>
                                            <p:strVal val="#ppt_x"/>
                                          </p:val>
                                        </p:tav>
                                      </p:tavLst>
                                    </p:anim>
                                    <p:anim calcmode="lin" valueType="num">
                                      <p:cBhvr additive="base">
                                        <p:cTn id="27" dur="500" fill="hold"/>
                                        <p:tgtEl>
                                          <p:spTgt spid="51249"/>
                                        </p:tgtEl>
                                        <p:attrNameLst>
                                          <p:attrName>ppt_y</p:attrName>
                                        </p:attrNameLst>
                                      </p:cBhvr>
                                      <p:tavLst>
                                        <p:tav tm="0">
                                          <p:val>
                                            <p:strVal val="#ppt_y"/>
                                          </p:val>
                                        </p:tav>
                                        <p:tav tm="100000">
                                          <p:val>
                                            <p:strVal val="#ppt_y"/>
                                          </p:val>
                                        </p:tav>
                                      </p:tavLst>
                                    </p:anim>
                                  </p:childTnLst>
                                </p:cTn>
                              </p:par>
                            </p:childTnLst>
                          </p:cTn>
                        </p:par>
                        <p:par>
                          <p:cTn id="28" fill="hold">
                            <p:stCondLst>
                              <p:cond delay="1000"/>
                            </p:stCondLst>
                            <p:childTnLst>
                              <p:par>
                                <p:cTn id="29" presetID="2" presetClass="entr" presetSubtype="8" fill="hold" nodeType="afterEffect">
                                  <p:stCondLst>
                                    <p:cond delay="0"/>
                                  </p:stCondLst>
                                  <p:childTnLst>
                                    <p:set>
                                      <p:cBhvr>
                                        <p:cTn id="30" dur="1" fill="hold">
                                          <p:stCondLst>
                                            <p:cond delay="0"/>
                                          </p:stCondLst>
                                        </p:cTn>
                                        <p:tgtEl>
                                          <p:spTgt spid="51250"/>
                                        </p:tgtEl>
                                        <p:attrNameLst>
                                          <p:attrName>style.visibility</p:attrName>
                                        </p:attrNameLst>
                                      </p:cBhvr>
                                      <p:to>
                                        <p:strVal val="visible"/>
                                      </p:to>
                                    </p:set>
                                    <p:anim calcmode="lin" valueType="num">
                                      <p:cBhvr additive="base">
                                        <p:cTn id="31" dur="500" fill="hold"/>
                                        <p:tgtEl>
                                          <p:spTgt spid="51250"/>
                                        </p:tgtEl>
                                        <p:attrNameLst>
                                          <p:attrName>ppt_x</p:attrName>
                                        </p:attrNameLst>
                                      </p:cBhvr>
                                      <p:tavLst>
                                        <p:tav tm="0">
                                          <p:val>
                                            <p:strVal val="0-#ppt_w/2"/>
                                          </p:val>
                                        </p:tav>
                                        <p:tav tm="100000">
                                          <p:val>
                                            <p:strVal val="#ppt_x"/>
                                          </p:val>
                                        </p:tav>
                                      </p:tavLst>
                                    </p:anim>
                                    <p:anim calcmode="lin" valueType="num">
                                      <p:cBhvr additive="base">
                                        <p:cTn id="32" dur="500" fill="hold"/>
                                        <p:tgtEl>
                                          <p:spTgt spid="51250"/>
                                        </p:tgtEl>
                                        <p:attrNameLst>
                                          <p:attrName>ppt_y</p:attrName>
                                        </p:attrNameLst>
                                      </p:cBhvr>
                                      <p:tavLst>
                                        <p:tav tm="0">
                                          <p:val>
                                            <p:strVal val="#ppt_y"/>
                                          </p:val>
                                        </p:tav>
                                        <p:tav tm="100000">
                                          <p:val>
                                            <p:strVal val="#ppt_y"/>
                                          </p:val>
                                        </p:tav>
                                      </p:tavLst>
                                    </p:anim>
                                  </p:childTnLst>
                                </p:cTn>
                              </p:par>
                            </p:childTnLst>
                          </p:cTn>
                        </p:par>
                        <p:par>
                          <p:cTn id="33" fill="hold">
                            <p:stCondLst>
                              <p:cond delay="1500"/>
                            </p:stCondLst>
                            <p:childTnLst>
                              <p:par>
                                <p:cTn id="34" presetID="1" presetClass="entr" presetSubtype="0" fill="hold" nodeType="afterEffect">
                                  <p:stCondLst>
                                    <p:cond delay="0"/>
                                  </p:stCondLst>
                                  <p:childTnLst>
                                    <p:set>
                                      <p:cBhvr>
                                        <p:cTn id="35" dur="1" fill="hold">
                                          <p:stCondLst>
                                            <p:cond delay="499"/>
                                          </p:stCondLst>
                                        </p:cTn>
                                        <p:tgtEl>
                                          <p:spTgt spid="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205" grpId="0"/>
    </p:bld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7586" name="Rectangle 2"/>
          <p:cNvSpPr>
            <a:spLocks noGrp="1"/>
          </p:cNvSpPr>
          <p:nvPr>
            <p:ph type="title"/>
          </p:nvPr>
        </p:nvSpPr>
        <p:spPr>
          <a:xfrm>
            <a:off x="6877050" y="741363"/>
            <a:ext cx="1171575" cy="209550"/>
          </a:xfrm>
          <a:noFill/>
          <a:ln>
            <a:noFill/>
          </a:ln>
        </p:spPr>
        <p:txBody>
          <a:bodyPr/>
          <a:p>
            <a:pPr eaLnBrk="1" hangingPunct="1"/>
            <a:r>
              <a:rPr lang="zh-CN" altLang="en-US" sz="800" dirty="0">
                <a:solidFill>
                  <a:schemeClr val="bg1"/>
                </a:solidFill>
                <a:latin typeface="华文中宋" panose="02010600040101010101" pitchFamily="2" charset="-122"/>
                <a:ea typeface="华文中宋" panose="02010600040101010101" pitchFamily="2" charset="-122"/>
              </a:rPr>
              <a:t>滚动轴承尺寸的选择</a:t>
            </a:r>
            <a:r>
              <a:rPr lang="en-US" altLang="zh-CN" sz="800" dirty="0">
                <a:solidFill>
                  <a:schemeClr val="bg1"/>
                </a:solidFill>
                <a:latin typeface="华文中宋" panose="02010600040101010101" pitchFamily="2" charset="-122"/>
                <a:ea typeface="华文中宋" panose="02010600040101010101" pitchFamily="2" charset="-122"/>
              </a:rPr>
              <a:t>9</a:t>
            </a:r>
            <a:endParaRPr lang="en-US" altLang="zh-CN" sz="800" dirty="0">
              <a:solidFill>
                <a:schemeClr val="bg1"/>
              </a:solidFill>
              <a:latin typeface="华文中宋" panose="02010600040101010101" pitchFamily="2" charset="-122"/>
              <a:ea typeface="华文中宋" panose="02010600040101010101" pitchFamily="2" charset="-122"/>
            </a:endParaRPr>
          </a:p>
        </p:txBody>
      </p:sp>
      <p:sp>
        <p:nvSpPr>
          <p:cNvPr id="51205" name="Text Box 5"/>
          <p:cNvSpPr txBox="1"/>
          <p:nvPr/>
        </p:nvSpPr>
        <p:spPr>
          <a:xfrm>
            <a:off x="500698" y="895033"/>
            <a:ext cx="3535680" cy="534035"/>
          </a:xfrm>
          <a:prstGeom prst="rect">
            <a:avLst/>
          </a:prstGeom>
          <a:noFill/>
          <a:ln w="57150">
            <a:noFill/>
          </a:ln>
        </p:spPr>
        <p:txBody>
          <a:bodyPr wrap="none">
            <a:spAutoFit/>
          </a:bodyPr>
          <a:p>
            <a:pPr indent="0" eaLnBrk="1" hangingPunct="1">
              <a:buNone/>
            </a:pPr>
            <a:r>
              <a:rPr lang="zh-CN" altLang="en-US" sz="2400" dirty="0">
                <a:solidFill>
                  <a:srgbClr val="C00000"/>
                </a:solidFill>
                <a:latin typeface="黑体" panose="02010609060101010101" pitchFamily="49" charset="-122"/>
                <a:ea typeface="黑体" panose="02010609060101010101" pitchFamily="49" charset="-122"/>
              </a:rPr>
              <a:t>七、滚动轴承的极限转速</a:t>
            </a:r>
            <a:endParaRPr lang="zh-CN" altLang="en-US" sz="2400" dirty="0">
              <a:solidFill>
                <a:srgbClr val="C00000"/>
              </a:solidFill>
              <a:latin typeface="黑体" panose="02010609060101010101" pitchFamily="49" charset="-122"/>
              <a:ea typeface="黑体" panose="02010609060101010101" pitchFamily="49" charset="-122"/>
            </a:endParaRPr>
          </a:p>
        </p:txBody>
      </p:sp>
      <p:sp>
        <p:nvSpPr>
          <p:cNvPr id="51206" name="Text Box 6"/>
          <p:cNvSpPr txBox="1"/>
          <p:nvPr/>
        </p:nvSpPr>
        <p:spPr>
          <a:xfrm>
            <a:off x="-163512" y="1595438"/>
            <a:ext cx="8904287" cy="430212"/>
          </a:xfrm>
          <a:prstGeom prst="rect">
            <a:avLst/>
          </a:prstGeom>
          <a:noFill/>
          <a:ln w="57150">
            <a:noFill/>
          </a:ln>
        </p:spPr>
        <p:txBody>
          <a:bodyPr>
            <a:spAutoFit/>
          </a:bodyPr>
          <a:p>
            <a:pPr eaLnBrk="1" hangingPunct="1">
              <a:lnSpc>
                <a:spcPct val="120000"/>
              </a:lnSpc>
            </a:pPr>
            <a:r>
              <a:rPr lang="zh-CN" altLang="en-US" dirty="0">
                <a:latin typeface="Times New Roman" panose="02020603050405020304" pitchFamily="18" charset="0"/>
              </a:rPr>
              <a:t>　　</a:t>
            </a:r>
            <a:endParaRPr lang="zh-CN" altLang="en-US" dirty="0">
              <a:latin typeface="Times New Roman" panose="02020603050405020304" pitchFamily="18" charset="0"/>
            </a:endParaRPr>
          </a:p>
        </p:txBody>
      </p:sp>
      <p:sp>
        <p:nvSpPr>
          <p:cNvPr id="3" name="文本框 2"/>
          <p:cNvSpPr txBox="1">
            <a:spLocks noRot="1" noChangeAspect="1" noMove="1" noResize="1" noEditPoints="1" noAdjustHandles="1" noChangeArrowheads="1" noChangeShapeType="1" noTextEdit="1"/>
          </p:cNvSpPr>
          <p:nvPr/>
        </p:nvSpPr>
        <p:spPr>
          <a:xfrm>
            <a:off x="574476" y="1366766"/>
            <a:ext cx="8062107" cy="861774"/>
          </a:xfrm>
          <a:prstGeom prst="rect">
            <a:avLst/>
          </a:prstGeom>
          <a:blipFill>
            <a:blip r:embed="rId1"/>
            <a:stretch>
              <a:fillRect l="-756" b="-7042"/>
            </a:stretch>
          </a:blipFill>
        </p:spPr>
        <p:txBody>
          <a:bodyPr/>
          <a:lstStyle/>
          <a:p>
            <a:pPr marR="0" defTabSz="914400">
              <a:buClrTx/>
              <a:buSzTx/>
              <a:buFontTx/>
              <a:buNone/>
              <a:defRPr/>
            </a:pPr>
            <a:r>
              <a:rPr kumimoji="1" lang="zh-CN" altLang="en-US" kern="1200" cap="none" spc="0" normalizeH="0" baseline="0" noProof="0">
                <a:noFill/>
                <a:latin typeface="Times New Roman" panose="02020603050405020304" pitchFamily="18" charset="0"/>
                <a:ea typeface="华文中宋" panose="02010600040101010101" pitchFamily="2" charset="-122"/>
                <a:cs typeface="+mn-cs"/>
              </a:rPr>
              <a:t> </a:t>
            </a:r>
            <a:endParaRPr kumimoji="1" lang="zh-CN" altLang="en-US" kern="1200" cap="none" spc="0" normalizeH="0" baseline="0" noProof="0">
              <a:noFill/>
              <a:latin typeface="Times New Roman" panose="02020603050405020304" pitchFamily="18" charset="0"/>
              <a:ea typeface="华文中宋" panose="02010600040101010101" pitchFamily="2" charset="-122"/>
              <a:cs typeface="+mn-cs"/>
            </a:endParaRPr>
          </a:p>
        </p:txBody>
      </p:sp>
      <p:pic>
        <p:nvPicPr>
          <p:cNvPr id="67595" name="图片 6"/>
          <p:cNvPicPr>
            <a:picLocks noChangeAspect="1"/>
          </p:cNvPicPr>
          <p:nvPr/>
        </p:nvPicPr>
        <p:blipFill>
          <a:blip r:embed="rId2"/>
          <a:stretch>
            <a:fillRect/>
          </a:stretch>
        </p:blipFill>
        <p:spPr>
          <a:xfrm>
            <a:off x="1514475" y="3230563"/>
            <a:ext cx="6115050" cy="396875"/>
          </a:xfrm>
          <a:prstGeom prst="rect">
            <a:avLst/>
          </a:prstGeom>
          <a:noFill/>
          <a:ln w="9525">
            <a:noFill/>
          </a:ln>
        </p:spPr>
      </p:pic>
      <p:sp>
        <p:nvSpPr>
          <p:cNvPr id="8" name="文本框 7"/>
          <p:cNvSpPr txBox="1">
            <a:spLocks noRot="1" noChangeAspect="1" noMove="1" noResize="1" noEditPoints="1" noAdjustHandles="1" noChangeArrowheads="1" noChangeShapeType="1" noTextEdit="1"/>
          </p:cNvSpPr>
          <p:nvPr>
            <p:custDataLst>
              <p:tags r:id="rId3"/>
            </p:custDataLst>
          </p:nvPr>
        </p:nvSpPr>
        <p:spPr>
          <a:xfrm>
            <a:off x="561306" y="2180034"/>
            <a:ext cx="8179469" cy="826316"/>
          </a:xfrm>
          <a:prstGeom prst="rect">
            <a:avLst/>
          </a:prstGeom>
          <a:blipFill>
            <a:blip r:embed="rId4"/>
            <a:stretch>
              <a:fillRect l="-745" r="-149" b="-12593"/>
            </a:stretch>
          </a:blipFill>
        </p:spPr>
        <p:txBody>
          <a:bodyPr/>
          <a:lstStyle/>
          <a:p>
            <a:pPr marR="0" defTabSz="914400">
              <a:buClrTx/>
              <a:buSzTx/>
              <a:buFontTx/>
              <a:buNone/>
              <a:defRPr/>
            </a:pPr>
            <a:r>
              <a:rPr kumimoji="1" lang="zh-CN" altLang="en-US" kern="1200" cap="none" spc="0" normalizeH="0" baseline="0" noProof="0">
                <a:noFill/>
                <a:latin typeface="Times New Roman" panose="02020603050405020304" pitchFamily="18" charset="0"/>
                <a:ea typeface="华文中宋" panose="02010600040101010101" pitchFamily="2" charset="-122"/>
                <a:cs typeface="+mn-cs"/>
              </a:rPr>
              <a:t> </a:t>
            </a:r>
            <a:endParaRPr kumimoji="1" lang="zh-CN" altLang="en-US" kern="1200" cap="none" spc="0" normalizeH="0" baseline="0" noProof="0">
              <a:noFill/>
              <a:latin typeface="Times New Roman" panose="02020603050405020304" pitchFamily="18" charset="0"/>
              <a:ea typeface="华文中宋" panose="02010600040101010101" pitchFamily="2" charset="-122"/>
              <a:cs typeface="+mn-cs"/>
            </a:endParaRPr>
          </a:p>
        </p:txBody>
      </p:sp>
      <p:sp>
        <p:nvSpPr>
          <p:cNvPr id="11" name="文本框 10"/>
          <p:cNvSpPr txBox="1">
            <a:spLocks noRot="1" noChangeAspect="1" noMove="1" noResize="1" noEditPoints="1" noAdjustHandles="1" noChangeArrowheads="1" noChangeShapeType="1" noTextEdit="1"/>
          </p:cNvSpPr>
          <p:nvPr/>
        </p:nvSpPr>
        <p:spPr>
          <a:xfrm>
            <a:off x="696336" y="3013565"/>
            <a:ext cx="8062106" cy="826316"/>
          </a:xfrm>
          <a:prstGeom prst="rect">
            <a:avLst/>
          </a:prstGeom>
          <a:blipFill>
            <a:blip r:embed="rId5"/>
            <a:stretch>
              <a:fillRect l="-756" b="-12593"/>
            </a:stretch>
          </a:blipFill>
        </p:spPr>
        <p:txBody>
          <a:bodyPr/>
          <a:lstStyle/>
          <a:p>
            <a:pPr marR="0" defTabSz="914400">
              <a:buClrTx/>
              <a:buSzTx/>
              <a:buFontTx/>
              <a:buNone/>
              <a:defRPr/>
            </a:pPr>
            <a:r>
              <a:rPr kumimoji="1" lang="zh-CN" altLang="en-US" kern="1200" cap="none" spc="0" normalizeH="0" baseline="0" noProof="0">
                <a:noFill/>
                <a:latin typeface="Times New Roman" panose="02020603050405020304" pitchFamily="18" charset="0"/>
                <a:ea typeface="华文中宋" panose="02010600040101010101" pitchFamily="2" charset="-122"/>
                <a:cs typeface="+mn-cs"/>
              </a:rPr>
              <a:t> </a:t>
            </a:r>
            <a:endParaRPr kumimoji="1" lang="zh-CN" altLang="en-US" kern="1200" cap="none" spc="0" normalizeH="0" baseline="0" noProof="0">
              <a:noFill/>
              <a:latin typeface="Times New Roman" panose="02020603050405020304" pitchFamily="18" charset="0"/>
              <a:ea typeface="华文中宋" panose="02010600040101010101" pitchFamily="2" charset="-122"/>
              <a:cs typeface="+mn-cs"/>
            </a:endParaRPr>
          </a:p>
        </p:txBody>
      </p:sp>
      <p:pic>
        <p:nvPicPr>
          <p:cNvPr id="67600" name="图片 13"/>
          <p:cNvPicPr>
            <a:picLocks noChangeAspect="1"/>
          </p:cNvPicPr>
          <p:nvPr/>
        </p:nvPicPr>
        <p:blipFill>
          <a:blip r:embed="rId6"/>
          <a:stretch>
            <a:fillRect/>
          </a:stretch>
        </p:blipFill>
        <p:spPr>
          <a:xfrm>
            <a:off x="-1035050" y="5888038"/>
            <a:ext cx="6861175" cy="519112"/>
          </a:xfrm>
          <a:prstGeom prst="rect">
            <a:avLst/>
          </a:prstGeom>
          <a:noFill/>
          <a:ln w="9525">
            <a:noFill/>
          </a:ln>
        </p:spPr>
      </p:pic>
      <p:pic>
        <p:nvPicPr>
          <p:cNvPr id="67601" name="图片 15"/>
          <p:cNvPicPr>
            <a:picLocks noChangeAspect="1"/>
          </p:cNvPicPr>
          <p:nvPr/>
        </p:nvPicPr>
        <p:blipFill>
          <a:blip r:embed="rId7"/>
          <a:stretch>
            <a:fillRect/>
          </a:stretch>
        </p:blipFill>
        <p:spPr>
          <a:xfrm>
            <a:off x="3236278" y="5993448"/>
            <a:ext cx="6746875" cy="765175"/>
          </a:xfrm>
          <a:prstGeom prst="rect">
            <a:avLst/>
          </a:prstGeom>
          <a:noFill/>
          <a:ln w="9525">
            <a:noFill/>
          </a:ln>
        </p:spPr>
      </p:pic>
      <p:sp>
        <p:nvSpPr>
          <p:cNvPr id="5161" name="直接连接符 6"/>
          <p:cNvSpPr>
            <a:spLocks noChangeShapeType="1"/>
          </p:cNvSpPr>
          <p:nvPr/>
        </p:nvSpPr>
        <p:spPr bwMode="auto">
          <a:xfrm>
            <a:off x="0" y="735358"/>
            <a:ext cx="9144000" cy="0"/>
          </a:xfrm>
          <a:prstGeom prst="line">
            <a:avLst/>
          </a:prstGeom>
          <a:noFill/>
          <a:ln w="28575">
            <a:solidFill>
              <a:srgbClr val="CC3300"/>
            </a:solidFill>
            <a:miter lim="800000"/>
          </a:ln>
          <a:extLst>
            <a:ext uri="{909E8E84-426E-40DD-AFC4-6F175D3DCCD1}">
              <a14:hiddenFill xmlns:a14="http://schemas.microsoft.com/office/drawing/2010/main">
                <a:noFill/>
              </a14:hiddenFill>
            </a:ext>
          </a:extLst>
        </p:spPr>
        <p:txBody>
          <a:bodyPr/>
          <a:lstStyle/>
          <a:p>
            <a:endParaRPr lang="zh-CN" altLang="en-US"/>
          </a:p>
        </p:txBody>
      </p:sp>
      <p:sp>
        <p:nvSpPr>
          <p:cNvPr id="14339" name="Rectangle 34"/>
          <p:cNvSpPr>
            <a:spLocks noChangeArrowheads="1"/>
          </p:cNvSpPr>
          <p:nvPr/>
        </p:nvSpPr>
        <p:spPr bwMode="auto">
          <a:xfrm>
            <a:off x="3687417" y="228600"/>
            <a:ext cx="4846983" cy="533400"/>
          </a:xfrm>
          <a:prstGeom prst="rect">
            <a:avLst/>
          </a:prstGeom>
          <a:noFill/>
          <a:ln>
            <a:noFill/>
          </a:ln>
          <a:effectLst/>
          <a:extLst>
            <a:ext uri="{909E8E84-426E-40DD-AFC4-6F175D3DCCD1}">
              <a14:hiddenFill xmlns:a14="http://schemas.microsoft.com/office/drawing/2010/main">
                <a:gradFill rotWithShape="0">
                  <a:gsLst>
                    <a:gs pos="0">
                      <a:srgbClr val="E5DCB5"/>
                    </a:gs>
                    <a:gs pos="100000">
                      <a:srgbClr val="FDFBF1"/>
                    </a:gs>
                  </a:gsLst>
                  <a:lin ang="0" scaled="1"/>
                </a:gradFill>
              </a14:hiddenFill>
            </a:ext>
            <a:ext uri="{91240B29-F687-4F45-9708-019B960494DF}">
              <a14:hiddenLine xmlns:a14="http://schemas.microsoft.com/office/drawing/2010/main" w="9525">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tIns="36000" bIns="72000" anchor="ctr" anchorCtr="1"/>
          <a:lstStyle>
            <a:lvl1pPr>
              <a:lnSpc>
                <a:spcPct val="120000"/>
              </a:lnSpc>
              <a:buChar char="•"/>
              <a:defRPr kumimoji="1" sz="2000">
                <a:solidFill>
                  <a:srgbClr val="000099"/>
                </a:solidFill>
                <a:latin typeface="Times New Roman" panose="02020603050405020304" pitchFamily="18" charset="0"/>
                <a:ea typeface="华文中宋" panose="02010600040101010101" pitchFamily="2" charset="-122"/>
              </a:defRPr>
            </a:lvl1pPr>
            <a:lvl2pPr marL="742950" indent="-285750">
              <a:lnSpc>
                <a:spcPct val="120000"/>
              </a:lnSpc>
              <a:buChar char="•"/>
              <a:defRPr kumimoji="1" sz="2000">
                <a:solidFill>
                  <a:srgbClr val="000099"/>
                </a:solidFill>
                <a:latin typeface="Times New Roman" panose="02020603050405020304" pitchFamily="18" charset="0"/>
                <a:ea typeface="华文中宋" panose="02010600040101010101" pitchFamily="2" charset="-122"/>
              </a:defRPr>
            </a:lvl2pPr>
            <a:lvl3pPr marL="1143000" indent="-228600">
              <a:lnSpc>
                <a:spcPct val="120000"/>
              </a:lnSpc>
              <a:buChar char="•"/>
              <a:defRPr kumimoji="1" sz="2000">
                <a:solidFill>
                  <a:srgbClr val="000099"/>
                </a:solidFill>
                <a:latin typeface="Times New Roman" panose="02020603050405020304" pitchFamily="18" charset="0"/>
                <a:ea typeface="华文中宋" panose="02010600040101010101" pitchFamily="2" charset="-122"/>
              </a:defRPr>
            </a:lvl3pPr>
            <a:lvl4pPr marL="1600200" indent="-228600">
              <a:lnSpc>
                <a:spcPct val="120000"/>
              </a:lnSpc>
              <a:buChar char="•"/>
              <a:defRPr kumimoji="1" sz="2000">
                <a:solidFill>
                  <a:srgbClr val="000099"/>
                </a:solidFill>
                <a:latin typeface="Times New Roman" panose="02020603050405020304" pitchFamily="18" charset="0"/>
                <a:ea typeface="华文中宋" panose="02010600040101010101" pitchFamily="2" charset="-122"/>
              </a:defRPr>
            </a:lvl4pPr>
            <a:lvl5pPr marL="2057400" indent="-228600">
              <a:lnSpc>
                <a:spcPct val="120000"/>
              </a:lnSpc>
              <a:buChar char="•"/>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lnSpc>
                <a:spcPct val="100000"/>
              </a:lnSpc>
              <a:buFontTx/>
              <a:buNone/>
            </a:pPr>
            <a:r>
              <a:rPr lang="en-US" altLang="zh-CN" sz="3000" dirty="0" smtClean="0">
                <a:solidFill>
                  <a:srgbClr val="CC3300"/>
                </a:solidFill>
                <a:latin typeface="黑体" panose="02010609060101010101" pitchFamily="49" charset="-122"/>
                <a:ea typeface="黑体" panose="02010609060101010101" pitchFamily="49" charset="-122"/>
              </a:rPr>
              <a:t>3.6-5 </a:t>
            </a:r>
            <a:r>
              <a:rPr lang="zh-CN" altLang="en-US" sz="3000" dirty="0" smtClean="0">
                <a:solidFill>
                  <a:srgbClr val="CC3300"/>
                </a:solidFill>
                <a:latin typeface="黑体" panose="02010609060101010101" pitchFamily="49" charset="-122"/>
                <a:ea typeface="黑体" panose="02010609060101010101" pitchFamily="49" charset="-122"/>
              </a:rPr>
              <a:t>滚动轴承的寿命计算</a:t>
            </a:r>
            <a:endParaRPr lang="en-US" altLang="zh-CN" sz="3000" dirty="0">
              <a:solidFill>
                <a:srgbClr val="CC3300"/>
              </a:solidFill>
              <a:latin typeface="黑体" panose="02010609060101010101" pitchFamily="49" charset="-122"/>
              <a:ea typeface="黑体" panose="02010609060101010101" pitchFamily="49" charset="-122"/>
            </a:endParaRPr>
          </a:p>
        </p:txBody>
      </p:sp>
      <p:pic>
        <p:nvPicPr>
          <p:cNvPr id="4" name="图片 3"/>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758825" y="4049236"/>
            <a:ext cx="3157538" cy="1939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 name="图片 5"/>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846638" y="3945414"/>
            <a:ext cx="3687762" cy="1943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1" nodeType="clickEffect">
                                  <p:stCondLst>
                                    <p:cond delay="0"/>
                                  </p:stCondLst>
                                  <p:childTnLst>
                                    <p:set>
                                      <p:cBhvr>
                                        <p:cTn id="6" dur="1" fill="hold">
                                          <p:stCondLst>
                                            <p:cond delay="0"/>
                                          </p:stCondLst>
                                        </p:cTn>
                                        <p:tgtEl>
                                          <p:spTgt spid="51205"/>
                                        </p:tgtEl>
                                        <p:attrNameLst>
                                          <p:attrName>style.visibility</p:attrName>
                                        </p:attrNameLst>
                                      </p:cBhvr>
                                      <p:to>
                                        <p:strVal val="visible"/>
                                      </p:to>
                                    </p:set>
                                    <p:animEffect transition="in" filter="wipe(left)">
                                      <p:cBhvr>
                                        <p:cTn id="7" dur="500"/>
                                        <p:tgtEl>
                                          <p:spTgt spid="51205"/>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wipe(left)">
                                      <p:cBhvr>
                                        <p:cTn id="12" dur="500"/>
                                        <p:tgtEl>
                                          <p:spTgt spid="3"/>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wipe(left)">
                                      <p:cBhvr>
                                        <p:cTn id="17" dur="500"/>
                                        <p:tgtEl>
                                          <p:spTgt spid="8"/>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wipe(left)">
                                      <p:cBhvr>
                                        <p:cTn id="22" dur="500"/>
                                        <p:tgtEl>
                                          <p:spTgt spid="11"/>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4"/>
                                        </p:tgtEl>
                                        <p:attrNameLst>
                                          <p:attrName>style.visibility</p:attrName>
                                        </p:attrNameLst>
                                      </p:cBhvr>
                                      <p:to>
                                        <p:strVal val="visible"/>
                                      </p:to>
                                    </p:set>
                                    <p:animEffect transition="in" filter="wipe(left)">
                                      <p:cBhvr>
                                        <p:cTn id="27" dur="500"/>
                                        <p:tgtEl>
                                          <p:spTgt spid="4"/>
                                        </p:tgtEl>
                                      </p:cBhvr>
                                    </p:animEffect>
                                  </p:childTnLst>
                                </p:cTn>
                              </p:par>
                              <p:par>
                                <p:cTn id="28" presetID="22" presetClass="entr" presetSubtype="8" fill="hold" nodeType="withEffect">
                                  <p:stCondLst>
                                    <p:cond delay="0"/>
                                  </p:stCondLst>
                                  <p:childTnLst>
                                    <p:set>
                                      <p:cBhvr>
                                        <p:cTn id="29" dur="1" fill="hold">
                                          <p:stCondLst>
                                            <p:cond delay="0"/>
                                          </p:stCondLst>
                                        </p:cTn>
                                        <p:tgtEl>
                                          <p:spTgt spid="6"/>
                                        </p:tgtEl>
                                        <p:attrNameLst>
                                          <p:attrName>style.visibility</p:attrName>
                                        </p:attrNameLst>
                                      </p:cBhvr>
                                      <p:to>
                                        <p:strVal val="visible"/>
                                      </p:to>
                                    </p:set>
                                    <p:animEffect transition="in" filter="wipe(left)">
                                      <p:cBhvr>
                                        <p:cTn id="30" dur="500"/>
                                        <p:tgtEl>
                                          <p:spTgt spid="6"/>
                                        </p:tgtEl>
                                      </p:cBhvr>
                                    </p:animEffect>
                                  </p:childTnLst>
                                </p:cTn>
                              </p:par>
                            </p:childTnLst>
                          </p:cTn>
                        </p:par>
                      </p:childTnLst>
                    </p:cTn>
                  </p:par>
                  <p:par>
                    <p:cTn id="31" fill="hold">
                      <p:stCondLst>
                        <p:cond delay="indefinite"/>
                      </p:stCondLst>
                      <p:childTnLst>
                        <p:par>
                          <p:cTn id="32" fill="hold">
                            <p:stCondLst>
                              <p:cond delay="0"/>
                            </p:stCondLst>
                            <p:childTnLst>
                              <p:par>
                                <p:cTn id="33" presetID="22" presetClass="entr" presetSubtype="8" fill="hold" nodeType="clickEffect">
                                  <p:stCondLst>
                                    <p:cond delay="0"/>
                                  </p:stCondLst>
                                  <p:childTnLst>
                                    <p:set>
                                      <p:cBhvr>
                                        <p:cTn id="34" dur="1" fill="hold">
                                          <p:stCondLst>
                                            <p:cond delay="0"/>
                                          </p:stCondLst>
                                        </p:cTn>
                                        <p:tgtEl>
                                          <p:spTgt spid="67601"/>
                                        </p:tgtEl>
                                        <p:attrNameLst>
                                          <p:attrName>style.visibility</p:attrName>
                                        </p:attrNameLst>
                                      </p:cBhvr>
                                      <p:to>
                                        <p:strVal val="visible"/>
                                      </p:to>
                                    </p:set>
                                    <p:animEffect transition="in" filter="wipe(left)">
                                      <p:cBhvr>
                                        <p:cTn id="35" dur="500"/>
                                        <p:tgtEl>
                                          <p:spTgt spid="67601"/>
                                        </p:tgtEl>
                                      </p:cBhvr>
                                    </p:animEffect>
                                  </p:childTnLst>
                                </p:cTn>
                              </p:par>
                              <p:par>
                                <p:cTn id="36" presetID="22" presetClass="entr" presetSubtype="8" fill="hold" nodeType="withEffect">
                                  <p:stCondLst>
                                    <p:cond delay="0"/>
                                  </p:stCondLst>
                                  <p:childTnLst>
                                    <p:set>
                                      <p:cBhvr>
                                        <p:cTn id="37" dur="1" fill="hold">
                                          <p:stCondLst>
                                            <p:cond delay="0"/>
                                          </p:stCondLst>
                                        </p:cTn>
                                        <p:tgtEl>
                                          <p:spTgt spid="67600"/>
                                        </p:tgtEl>
                                        <p:attrNameLst>
                                          <p:attrName>style.visibility</p:attrName>
                                        </p:attrNameLst>
                                      </p:cBhvr>
                                      <p:to>
                                        <p:strVal val="visible"/>
                                      </p:to>
                                    </p:set>
                                    <p:animEffect transition="in" filter="wipe(left)">
                                      <p:cBhvr>
                                        <p:cTn id="38" dur="500"/>
                                        <p:tgtEl>
                                          <p:spTgt spid="6760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205" grpId="1"/>
      <p:bldP spid="3" grpId="0" animBg="1"/>
      <p:bldP spid="8" grpId="0" animBg="1"/>
      <p:bldP spid="11" grpId="0" animBg="1"/>
    </p:bld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4" name="Rectangle 2"/>
          <p:cNvSpPr>
            <a:spLocks noGrp="1" noChangeArrowheads="1"/>
          </p:cNvSpPr>
          <p:nvPr>
            <p:ph type="title"/>
          </p:nvPr>
        </p:nvSpPr>
        <p:spPr bwMode="auto">
          <a:xfrm>
            <a:off x="6384925" y="879475"/>
            <a:ext cx="2073275" cy="20955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eaLnBrk="1" hangingPunct="1"/>
            <a:r>
              <a:rPr lang="zh-CN" altLang="en-US" sz="800" smtClean="0">
                <a:solidFill>
                  <a:schemeClr val="bg1"/>
                </a:solidFill>
                <a:latin typeface="华文中宋" panose="02010600040101010101" pitchFamily="2" charset="-122"/>
                <a:ea typeface="华文中宋" panose="02010600040101010101" pitchFamily="2" charset="-122"/>
              </a:rPr>
              <a:t>滚动轴承尺寸的选择</a:t>
            </a:r>
            <a:r>
              <a:rPr lang="en-US" altLang="zh-CN" sz="800" smtClean="0">
                <a:solidFill>
                  <a:schemeClr val="bg1"/>
                </a:solidFill>
                <a:latin typeface="华文中宋" panose="02010600040101010101" pitchFamily="2" charset="-122"/>
                <a:ea typeface="华文中宋" panose="02010600040101010101" pitchFamily="2" charset="-122"/>
              </a:rPr>
              <a:t>9</a:t>
            </a:r>
            <a:endParaRPr lang="en-US" altLang="zh-CN" sz="800" smtClean="0">
              <a:solidFill>
                <a:schemeClr val="bg1"/>
              </a:solidFill>
              <a:latin typeface="华文中宋" panose="02010600040101010101" pitchFamily="2" charset="-122"/>
              <a:ea typeface="华文中宋" panose="02010600040101010101" pitchFamily="2" charset="-122"/>
            </a:endParaRPr>
          </a:p>
        </p:txBody>
      </p:sp>
      <p:sp>
        <p:nvSpPr>
          <p:cNvPr id="51205" name="Text Box 5"/>
          <p:cNvSpPr txBox="1">
            <a:spLocks noChangeArrowheads="1"/>
          </p:cNvSpPr>
          <p:nvPr/>
        </p:nvSpPr>
        <p:spPr bwMode="auto">
          <a:xfrm>
            <a:off x="220663" y="748030"/>
            <a:ext cx="3230880" cy="5340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57150">
                <a:solidFill>
                  <a:srgbClr val="000000"/>
                </a:solidFill>
                <a:miter lim="800000"/>
                <a:headEnd/>
                <a:tailEnd/>
              </a14:hiddenLine>
            </a:ext>
          </a:extLst>
        </p:spPr>
        <p:txBody>
          <a:bodyPr wrap="none">
            <a:spAutoFit/>
          </a:bodyPr>
          <a:lstStyle>
            <a:lvl1pPr eaLnBrk="0" hangingPunct="0">
              <a:defRPr kumimoji="1" sz="2000">
                <a:solidFill>
                  <a:srgbClr val="000099"/>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rgbClr val="000099"/>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rgbClr val="000099"/>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rgbClr val="000099"/>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buNone/>
            </a:pPr>
            <a:r>
              <a:rPr lang="zh-CN" altLang="en-US" sz="2400" dirty="0">
                <a:solidFill>
                  <a:srgbClr val="C00000"/>
                </a:solidFill>
                <a:latin typeface="黑体" panose="02010609060101010101" pitchFamily="49" charset="-122"/>
                <a:ea typeface="黑体" panose="02010609060101010101" pitchFamily="49" charset="-122"/>
              </a:rPr>
              <a:t>八、滚动轴承的可靠度</a:t>
            </a:r>
            <a:endParaRPr lang="zh-CN" altLang="en-US" sz="2400" dirty="0">
              <a:solidFill>
                <a:srgbClr val="C00000"/>
              </a:solidFill>
              <a:latin typeface="黑体" panose="02010609060101010101" pitchFamily="49" charset="-122"/>
              <a:ea typeface="黑体" panose="02010609060101010101" pitchFamily="49" charset="-122"/>
            </a:endParaRPr>
          </a:p>
        </p:txBody>
      </p:sp>
      <p:sp>
        <p:nvSpPr>
          <p:cNvPr id="51206" name="Text Box 6"/>
          <p:cNvSpPr txBox="1">
            <a:spLocks noChangeArrowheads="1"/>
          </p:cNvSpPr>
          <p:nvPr/>
        </p:nvSpPr>
        <p:spPr bwMode="auto">
          <a:xfrm>
            <a:off x="230823" y="1289050"/>
            <a:ext cx="8904287" cy="1552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57150">
                <a:solidFill>
                  <a:srgbClr val="000000"/>
                </a:solidFill>
                <a:miter lim="800000"/>
                <a:headEnd/>
                <a:tailEnd/>
              </a14:hiddenLine>
            </a:ext>
          </a:extLst>
        </p:spPr>
        <p:txBody>
          <a:bodyPr>
            <a:spAutoFit/>
          </a:bodyPr>
          <a:lstStyle>
            <a:lvl1pPr eaLnBrk="0" hangingPunct="0">
              <a:defRPr kumimoji="1" sz="2000">
                <a:solidFill>
                  <a:srgbClr val="000099"/>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rgbClr val="000099"/>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rgbClr val="000099"/>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rgbClr val="000099"/>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buFontTx/>
              <a:buNone/>
            </a:pPr>
            <a:r>
              <a:rPr lang="zh-CN" altLang="en-US" dirty="0"/>
              <a:t>　　在一般的工程问题中，均以轴承的基本额定动载荷和基本额定寿命来衡量轴承的承载能力，这时对应的</a:t>
            </a:r>
            <a:r>
              <a:rPr lang="zh-CN" altLang="en-US" dirty="0">
                <a:solidFill>
                  <a:srgbClr val="FF0000"/>
                </a:solidFill>
              </a:rPr>
              <a:t>可靠度均为</a:t>
            </a:r>
            <a:r>
              <a:rPr lang="en-US" altLang="zh-CN" dirty="0">
                <a:solidFill>
                  <a:srgbClr val="FF0000"/>
                </a:solidFill>
              </a:rPr>
              <a:t>90%</a:t>
            </a:r>
            <a:r>
              <a:rPr lang="zh-CN" altLang="en-US" dirty="0"/>
              <a:t>。但是，对于航空航天产品、国防装备等，对于轴承的可靠度有更高的要求。这时滚动轴承寿命的计算须引入</a:t>
            </a:r>
            <a:r>
              <a:rPr lang="zh-CN" altLang="en-US" dirty="0">
                <a:solidFill>
                  <a:srgbClr val="FF0000"/>
                </a:solidFill>
              </a:rPr>
              <a:t>可靠性系数</a:t>
            </a:r>
            <a:r>
              <a:rPr lang="en-US" altLang="zh-CN" i="1" dirty="0">
                <a:solidFill>
                  <a:srgbClr val="FF0000"/>
                </a:solidFill>
              </a:rPr>
              <a:t>a</a:t>
            </a:r>
            <a:r>
              <a:rPr lang="en-US" altLang="zh-CN" baseline="-25000" dirty="0">
                <a:solidFill>
                  <a:srgbClr val="FF0000"/>
                </a:solidFill>
              </a:rPr>
              <a:t>1</a:t>
            </a:r>
            <a:r>
              <a:rPr lang="zh-CN" altLang="en-US" dirty="0"/>
              <a:t>，即修正寿命为：</a:t>
            </a:r>
            <a:endParaRPr lang="zh-CN" altLang="en-US" dirty="0"/>
          </a:p>
        </p:txBody>
      </p:sp>
      <p:graphicFrame>
        <p:nvGraphicFramePr>
          <p:cNvPr id="51207" name="Object 2"/>
          <p:cNvGraphicFramePr>
            <a:graphicFrameLocks noChangeAspect="1"/>
          </p:cNvGraphicFramePr>
          <p:nvPr/>
        </p:nvGraphicFramePr>
        <p:xfrm>
          <a:off x="3276532" y="2631592"/>
          <a:ext cx="2720975" cy="790575"/>
        </p:xfrm>
        <a:graphic>
          <a:graphicData uri="http://schemas.openxmlformats.org/presentationml/2006/ole">
            <mc:AlternateContent xmlns:mc="http://schemas.openxmlformats.org/markup-compatibility/2006">
              <mc:Choice xmlns:v="urn:schemas-microsoft-com:vml" Requires="v">
                <p:oleObj spid="_x0000_s5244" name="Flash Movie" r:id="rId1" imgW="2338070" imgH="682625" progId="Flash.Movie">
                  <p:embed/>
                </p:oleObj>
              </mc:Choice>
              <mc:Fallback>
                <p:oleObj name="Flash Movie" r:id="rId1" imgW="2338070" imgH="682625" progId="Flash.Movie">
                  <p:embed/>
                  <p:pic>
                    <p:nvPicPr>
                      <p:cNvPr id="0" name="Object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76532" y="2631592"/>
                        <a:ext cx="2720975" cy="7905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571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51208" name="Group 8"/>
          <p:cNvGraphicFramePr>
            <a:graphicFrameLocks noGrp="1"/>
          </p:cNvGraphicFramePr>
          <p:nvPr>
            <p:custDataLst>
              <p:tags r:id="rId3"/>
            </p:custDataLst>
          </p:nvPr>
        </p:nvGraphicFramePr>
        <p:xfrm>
          <a:off x="207963" y="3833813"/>
          <a:ext cx="8658225" cy="937182"/>
        </p:xfrm>
        <a:graphic>
          <a:graphicData uri="http://schemas.openxmlformats.org/drawingml/2006/table">
            <a:tbl>
              <a:tblPr/>
              <a:tblGrid>
                <a:gridCol w="1479550"/>
                <a:gridCol w="1181100"/>
                <a:gridCol w="1309687"/>
                <a:gridCol w="1182688"/>
                <a:gridCol w="1196975"/>
                <a:gridCol w="1293812"/>
                <a:gridCol w="1014413"/>
              </a:tblGrid>
              <a:tr h="312208">
                <a:tc>
                  <a:txBody>
                    <a:bodyPr/>
                    <a:lstStyle/>
                    <a:p>
                      <a:pPr marL="0" marR="0" lvl="0" indent="0" algn="l" defTabSz="914400" rtl="0" eaLnBrk="1" fontAlgn="base" latinLnBrk="0" hangingPunct="1">
                        <a:lnSpc>
                          <a:spcPct val="100000"/>
                        </a:lnSpc>
                        <a:spcBef>
                          <a:spcPct val="20000"/>
                        </a:spcBef>
                        <a:spcAft>
                          <a:spcPct val="0"/>
                        </a:spcAft>
                        <a:buClr>
                          <a:schemeClr val="hlink"/>
                        </a:buClr>
                        <a:buSzPct val="110000"/>
                        <a:buFont typeface="Wingdings" panose="05000000000000000000" pitchFamily="2" charset="2"/>
                        <a:buNone/>
                      </a:pPr>
                      <a:r>
                        <a:rPr kumimoji="1" lang="zh-CN" altLang="en-US" sz="1800" b="0" i="0" u="none" strike="noStrike" cap="none" normalizeH="0" baseline="0" smtClean="0">
                          <a:ln>
                            <a:noFill/>
                          </a:ln>
                          <a:solidFill>
                            <a:srgbClr val="000099"/>
                          </a:solidFill>
                          <a:effectLst/>
                          <a:latin typeface="Times New Roman" panose="02020603050405020304" pitchFamily="18" charset="0"/>
                          <a:ea typeface="华文中宋" panose="02010600040101010101" pitchFamily="2" charset="-122"/>
                        </a:rPr>
                        <a:t>可靠度／</a:t>
                      </a:r>
                      <a:r>
                        <a:rPr kumimoji="1" lang="en-US" altLang="zh-CN" sz="1800" b="0" i="0" u="none" strike="noStrike" cap="none" normalizeH="0" baseline="0" smtClean="0">
                          <a:ln>
                            <a:noFill/>
                          </a:ln>
                          <a:solidFill>
                            <a:srgbClr val="000099"/>
                          </a:solidFill>
                          <a:effectLst/>
                          <a:latin typeface="Times New Roman" panose="02020603050405020304" pitchFamily="18" charset="0"/>
                          <a:ea typeface="华文中宋" panose="02010600040101010101" pitchFamily="2" charset="-122"/>
                        </a:rPr>
                        <a:t>%</a:t>
                      </a:r>
                      <a:endParaRPr kumimoji="1" lang="en-US" altLang="zh-CN" sz="1800" b="0" i="0" u="none" strike="noStrike" cap="none" normalizeH="0" baseline="0" smtClean="0">
                        <a:ln>
                          <a:noFill/>
                        </a:ln>
                        <a:solidFill>
                          <a:srgbClr val="000099"/>
                        </a:solidFill>
                        <a:effectLst/>
                        <a:latin typeface="Times New Roman" panose="02020603050405020304" pitchFamily="18" charset="0"/>
                        <a:ea typeface="华文中宋" panose="02010600040101010101" pitchFamily="2" charset="-122"/>
                      </a:endParaRPr>
                    </a:p>
                  </a:txBody>
                  <a:tcPr marL="19050" marR="19050" marT="19037" marB="19037" anchor="ctr" anchorCtr="1"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110000"/>
                        <a:buFont typeface="Wingdings" panose="05000000000000000000" pitchFamily="2" charset="2"/>
                        <a:buNone/>
                      </a:pPr>
                      <a:r>
                        <a:rPr kumimoji="1" lang="en-US" altLang="zh-CN" sz="1800" b="0" i="0" u="none" strike="noStrike" cap="none" normalizeH="0" baseline="0" smtClean="0">
                          <a:ln>
                            <a:noFill/>
                          </a:ln>
                          <a:solidFill>
                            <a:srgbClr val="000099"/>
                          </a:solidFill>
                          <a:effectLst/>
                          <a:latin typeface="Times New Roman" panose="02020603050405020304" pitchFamily="18" charset="0"/>
                          <a:ea typeface="华文中宋" panose="02010600040101010101" pitchFamily="2" charset="-122"/>
                        </a:rPr>
                        <a:t>90</a:t>
                      </a:r>
                      <a:endParaRPr kumimoji="1" lang="en-US" altLang="zh-CN" sz="1800" b="0" i="0" u="none" strike="noStrike" cap="none" normalizeH="0" baseline="0" smtClean="0">
                        <a:ln>
                          <a:noFill/>
                        </a:ln>
                        <a:solidFill>
                          <a:srgbClr val="000099"/>
                        </a:solidFill>
                        <a:effectLst/>
                        <a:latin typeface="Times New Roman" panose="02020603050405020304" pitchFamily="18" charset="0"/>
                        <a:ea typeface="华文中宋" panose="02010600040101010101" pitchFamily="2" charset="-122"/>
                      </a:endParaRPr>
                    </a:p>
                  </a:txBody>
                  <a:tcPr marL="19050" marR="19050" marT="19037" marB="19037" anchor="ctr" anchorCtr="1" horzOverflow="overflow">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110000"/>
                        <a:buFont typeface="Wingdings" panose="05000000000000000000" pitchFamily="2" charset="2"/>
                        <a:buNone/>
                      </a:pPr>
                      <a:r>
                        <a:rPr kumimoji="1" lang="en-US" altLang="zh-CN" sz="1800" b="0" i="0" u="none" strike="noStrike" cap="none" normalizeH="0" baseline="0" smtClean="0">
                          <a:ln>
                            <a:noFill/>
                          </a:ln>
                          <a:solidFill>
                            <a:srgbClr val="000099"/>
                          </a:solidFill>
                          <a:effectLst/>
                          <a:latin typeface="Times New Roman" panose="02020603050405020304" pitchFamily="18" charset="0"/>
                          <a:ea typeface="华文中宋" panose="02010600040101010101" pitchFamily="2" charset="-122"/>
                        </a:rPr>
                        <a:t>95</a:t>
                      </a:r>
                      <a:endParaRPr kumimoji="1" lang="en-US" altLang="zh-CN" sz="1800" b="0" i="0" u="none" strike="noStrike" cap="none" normalizeH="0" baseline="0" smtClean="0">
                        <a:ln>
                          <a:noFill/>
                        </a:ln>
                        <a:solidFill>
                          <a:srgbClr val="000099"/>
                        </a:solidFill>
                        <a:effectLst/>
                        <a:latin typeface="Times New Roman" panose="02020603050405020304" pitchFamily="18" charset="0"/>
                        <a:ea typeface="华文中宋" panose="02010600040101010101" pitchFamily="2" charset="-122"/>
                      </a:endParaRPr>
                    </a:p>
                  </a:txBody>
                  <a:tcPr marL="19050" marR="19050" marT="19037" marB="19037" anchor="ctr" anchorCtr="1"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110000"/>
                        <a:buFont typeface="Wingdings" panose="05000000000000000000" pitchFamily="2" charset="2"/>
                        <a:buNone/>
                      </a:pPr>
                      <a:r>
                        <a:rPr kumimoji="1" lang="en-US" altLang="zh-CN" sz="1800" b="0" i="0" u="none" strike="noStrike" cap="none" normalizeH="0" baseline="0" smtClean="0">
                          <a:ln>
                            <a:noFill/>
                          </a:ln>
                          <a:solidFill>
                            <a:srgbClr val="000099"/>
                          </a:solidFill>
                          <a:effectLst/>
                          <a:latin typeface="Times New Roman" panose="02020603050405020304" pitchFamily="18" charset="0"/>
                          <a:ea typeface="华文中宋" panose="02010600040101010101" pitchFamily="2" charset="-122"/>
                        </a:rPr>
                        <a:t>96</a:t>
                      </a:r>
                      <a:endParaRPr kumimoji="1" lang="en-US" altLang="zh-CN" sz="1800" b="0" i="0" u="none" strike="noStrike" cap="none" normalizeH="0" baseline="0" smtClean="0">
                        <a:ln>
                          <a:noFill/>
                        </a:ln>
                        <a:solidFill>
                          <a:srgbClr val="000099"/>
                        </a:solidFill>
                        <a:effectLst/>
                        <a:latin typeface="Times New Roman" panose="02020603050405020304" pitchFamily="18" charset="0"/>
                        <a:ea typeface="华文中宋" panose="02010600040101010101" pitchFamily="2" charset="-122"/>
                      </a:endParaRPr>
                    </a:p>
                  </a:txBody>
                  <a:tcPr marL="19050" marR="19050" marT="19037" marB="19037" anchor="ctr" anchorCtr="1"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110000"/>
                        <a:buFont typeface="Wingdings" panose="05000000000000000000" pitchFamily="2" charset="2"/>
                        <a:buNone/>
                      </a:pPr>
                      <a:r>
                        <a:rPr kumimoji="1" lang="en-US" altLang="zh-CN" sz="1800" b="0" i="0" u="none" strike="noStrike" cap="none" normalizeH="0" baseline="0" smtClean="0">
                          <a:ln>
                            <a:noFill/>
                          </a:ln>
                          <a:solidFill>
                            <a:srgbClr val="000099"/>
                          </a:solidFill>
                          <a:effectLst/>
                          <a:latin typeface="Times New Roman" panose="02020603050405020304" pitchFamily="18" charset="0"/>
                          <a:ea typeface="华文中宋" panose="02010600040101010101" pitchFamily="2" charset="-122"/>
                        </a:rPr>
                        <a:t>97</a:t>
                      </a:r>
                      <a:endParaRPr kumimoji="1" lang="en-US" altLang="zh-CN" sz="1800" b="0" i="0" u="none" strike="noStrike" cap="none" normalizeH="0" baseline="0" smtClean="0">
                        <a:ln>
                          <a:noFill/>
                        </a:ln>
                        <a:solidFill>
                          <a:srgbClr val="000099"/>
                        </a:solidFill>
                        <a:effectLst/>
                        <a:latin typeface="Times New Roman" panose="02020603050405020304" pitchFamily="18" charset="0"/>
                        <a:ea typeface="华文中宋" panose="02010600040101010101" pitchFamily="2" charset="-122"/>
                      </a:endParaRPr>
                    </a:p>
                  </a:txBody>
                  <a:tcPr marL="19050" marR="19050" marT="19037" marB="19037" anchor="ctr" anchorCtr="1"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110000"/>
                        <a:buFont typeface="Wingdings" panose="05000000000000000000" pitchFamily="2" charset="2"/>
                        <a:buNone/>
                      </a:pPr>
                      <a:r>
                        <a:rPr kumimoji="1" lang="en-US" altLang="zh-CN" sz="1800" b="0" i="0" u="none" strike="noStrike" cap="none" normalizeH="0" baseline="0" smtClean="0">
                          <a:ln>
                            <a:noFill/>
                          </a:ln>
                          <a:solidFill>
                            <a:srgbClr val="000099"/>
                          </a:solidFill>
                          <a:effectLst/>
                          <a:latin typeface="Times New Roman" panose="02020603050405020304" pitchFamily="18" charset="0"/>
                          <a:ea typeface="华文中宋" panose="02010600040101010101" pitchFamily="2" charset="-122"/>
                        </a:rPr>
                        <a:t>98</a:t>
                      </a:r>
                      <a:endParaRPr kumimoji="1" lang="en-US" altLang="zh-CN" sz="1800" b="0" i="0" u="none" strike="noStrike" cap="none" normalizeH="0" baseline="0" smtClean="0">
                        <a:ln>
                          <a:noFill/>
                        </a:ln>
                        <a:solidFill>
                          <a:srgbClr val="000099"/>
                        </a:solidFill>
                        <a:effectLst/>
                        <a:latin typeface="Times New Roman" panose="02020603050405020304" pitchFamily="18" charset="0"/>
                        <a:ea typeface="华文中宋" panose="02010600040101010101" pitchFamily="2" charset="-122"/>
                      </a:endParaRPr>
                    </a:p>
                  </a:txBody>
                  <a:tcPr marL="19050" marR="19050" marT="19037" marB="19037" anchor="ctr" anchorCtr="1"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110000"/>
                        <a:buFont typeface="Wingdings" panose="05000000000000000000" pitchFamily="2" charset="2"/>
                        <a:buNone/>
                      </a:pPr>
                      <a:r>
                        <a:rPr kumimoji="1" lang="en-US" altLang="zh-CN" sz="1800" b="0" i="0" u="none" strike="noStrike" cap="none" normalizeH="0" baseline="0" smtClean="0">
                          <a:ln>
                            <a:noFill/>
                          </a:ln>
                          <a:solidFill>
                            <a:srgbClr val="000099"/>
                          </a:solidFill>
                          <a:effectLst/>
                          <a:latin typeface="Times New Roman" panose="02020603050405020304" pitchFamily="18" charset="0"/>
                          <a:ea typeface="华文中宋" panose="02010600040101010101" pitchFamily="2" charset="-122"/>
                        </a:rPr>
                        <a:t>99</a:t>
                      </a:r>
                      <a:endParaRPr kumimoji="1" lang="en-US" altLang="zh-CN" sz="1800" b="0" i="0" u="none" strike="noStrike" cap="none" normalizeH="0" baseline="0" smtClean="0">
                        <a:ln>
                          <a:noFill/>
                        </a:ln>
                        <a:solidFill>
                          <a:srgbClr val="000099"/>
                        </a:solidFill>
                        <a:effectLst/>
                        <a:latin typeface="Times New Roman" panose="02020603050405020304" pitchFamily="18" charset="0"/>
                        <a:ea typeface="华文中宋" panose="02010600040101010101" pitchFamily="2" charset="-122"/>
                      </a:endParaRPr>
                    </a:p>
                  </a:txBody>
                  <a:tcPr marL="19050" marR="19050" marT="19037" marB="19037" anchor="ctr" anchorCtr="1" horzOverflow="overflow">
                    <a:lnL>
                      <a:noFill/>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12208">
                <a:tc>
                  <a:txBody>
                    <a:bodyPr/>
                    <a:lstStyle/>
                    <a:p>
                      <a:pPr marL="0" marR="0" lvl="0" indent="0" algn="l" defTabSz="914400" rtl="0" eaLnBrk="1" fontAlgn="base" latinLnBrk="0" hangingPunct="1">
                        <a:lnSpc>
                          <a:spcPct val="100000"/>
                        </a:lnSpc>
                        <a:spcBef>
                          <a:spcPct val="20000"/>
                        </a:spcBef>
                        <a:spcAft>
                          <a:spcPct val="0"/>
                        </a:spcAft>
                        <a:buClr>
                          <a:schemeClr val="hlink"/>
                        </a:buClr>
                        <a:buSzPct val="110000"/>
                        <a:buFont typeface="Wingdings" panose="05000000000000000000" pitchFamily="2" charset="2"/>
                        <a:buNone/>
                      </a:pPr>
                      <a:r>
                        <a:rPr kumimoji="1" lang="en-US" altLang="zh-CN" sz="1800" b="0" i="1" u="none" strike="noStrike" cap="none" normalizeH="0" baseline="0" smtClean="0">
                          <a:ln>
                            <a:noFill/>
                          </a:ln>
                          <a:solidFill>
                            <a:srgbClr val="000099"/>
                          </a:solidFill>
                          <a:effectLst/>
                          <a:latin typeface="Times New Roman" panose="02020603050405020304" pitchFamily="18" charset="0"/>
                          <a:ea typeface="华文中宋" panose="02010600040101010101" pitchFamily="2" charset="-122"/>
                        </a:rPr>
                        <a:t>L</a:t>
                      </a:r>
                      <a:r>
                        <a:rPr kumimoji="1" lang="en-US" altLang="zh-CN" sz="1800" b="0" i="0" u="none" strike="noStrike" cap="none" normalizeH="0" baseline="-25000" smtClean="0">
                          <a:ln>
                            <a:noFill/>
                          </a:ln>
                          <a:solidFill>
                            <a:srgbClr val="000099"/>
                          </a:solidFill>
                          <a:effectLst/>
                          <a:latin typeface="Times New Roman" panose="02020603050405020304" pitchFamily="18" charset="0"/>
                          <a:ea typeface="华文中宋" panose="02010600040101010101" pitchFamily="2" charset="-122"/>
                        </a:rPr>
                        <a:t>n</a:t>
                      </a:r>
                      <a:endParaRPr kumimoji="1" lang="en-US" altLang="zh-CN" sz="1800" b="0" i="0" u="none" strike="noStrike" cap="none" normalizeH="0" baseline="-25000" smtClean="0">
                        <a:ln>
                          <a:noFill/>
                        </a:ln>
                        <a:solidFill>
                          <a:srgbClr val="000099"/>
                        </a:solidFill>
                        <a:effectLst/>
                        <a:latin typeface="Times New Roman" panose="02020603050405020304" pitchFamily="18" charset="0"/>
                        <a:ea typeface="华文中宋" panose="02010600040101010101" pitchFamily="2" charset="-122"/>
                      </a:endParaRPr>
                    </a:p>
                  </a:txBody>
                  <a:tcPr marL="19050" marR="19050" marT="19037" marB="19037" anchor="ctr" anchorCtr="1"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110000"/>
                        <a:buFont typeface="Wingdings" panose="05000000000000000000" pitchFamily="2" charset="2"/>
                        <a:buNone/>
                      </a:pPr>
                      <a:r>
                        <a:rPr kumimoji="1" lang="en-US" altLang="zh-CN" sz="1800" b="0" i="1" u="none" strike="noStrike" cap="none" normalizeH="0" baseline="0" smtClean="0">
                          <a:ln>
                            <a:noFill/>
                          </a:ln>
                          <a:solidFill>
                            <a:srgbClr val="000099"/>
                          </a:solidFill>
                          <a:effectLst/>
                          <a:latin typeface="Times New Roman" panose="02020603050405020304" pitchFamily="18" charset="0"/>
                          <a:ea typeface="华文中宋" panose="02010600040101010101" pitchFamily="2" charset="-122"/>
                        </a:rPr>
                        <a:t>L</a:t>
                      </a:r>
                      <a:r>
                        <a:rPr kumimoji="1" lang="en-US" altLang="zh-CN" sz="1800" b="0" i="0" u="none" strike="noStrike" cap="none" normalizeH="0" baseline="-25000" smtClean="0">
                          <a:ln>
                            <a:noFill/>
                          </a:ln>
                          <a:solidFill>
                            <a:srgbClr val="000099"/>
                          </a:solidFill>
                          <a:effectLst/>
                          <a:latin typeface="Times New Roman" panose="02020603050405020304" pitchFamily="18" charset="0"/>
                          <a:ea typeface="华文中宋" panose="02010600040101010101" pitchFamily="2" charset="-122"/>
                        </a:rPr>
                        <a:t>10</a:t>
                      </a:r>
                      <a:endParaRPr kumimoji="1" lang="en-US" altLang="zh-CN" sz="1800" b="0" i="0" u="none" strike="noStrike" cap="none" normalizeH="0" baseline="0" smtClean="0">
                        <a:ln>
                          <a:noFill/>
                        </a:ln>
                        <a:solidFill>
                          <a:srgbClr val="000099"/>
                        </a:solidFill>
                        <a:effectLst/>
                        <a:latin typeface="Times New Roman" panose="02020603050405020304" pitchFamily="18" charset="0"/>
                        <a:ea typeface="华文中宋" panose="02010600040101010101" pitchFamily="2" charset="-122"/>
                      </a:endParaRPr>
                    </a:p>
                  </a:txBody>
                  <a:tcPr marL="19050" marR="19050" marT="19037" marB="19037" anchor="ctr" anchorCtr="1" horzOverflow="overflow">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110000"/>
                        <a:buFont typeface="Wingdings" panose="05000000000000000000" pitchFamily="2" charset="2"/>
                        <a:buNone/>
                      </a:pPr>
                      <a:r>
                        <a:rPr kumimoji="1" lang="en-US" altLang="zh-CN" sz="1800" b="0" i="1" u="none" strike="noStrike" cap="none" normalizeH="0" baseline="0" smtClean="0">
                          <a:ln>
                            <a:noFill/>
                          </a:ln>
                          <a:solidFill>
                            <a:srgbClr val="000099"/>
                          </a:solidFill>
                          <a:effectLst/>
                          <a:latin typeface="Times New Roman" panose="02020603050405020304" pitchFamily="18" charset="0"/>
                          <a:ea typeface="华文中宋" panose="02010600040101010101" pitchFamily="2" charset="-122"/>
                        </a:rPr>
                        <a:t>L</a:t>
                      </a:r>
                      <a:r>
                        <a:rPr kumimoji="1" lang="en-US" altLang="zh-CN" sz="1800" b="0" i="0" u="none" strike="noStrike" cap="none" normalizeH="0" baseline="-25000" smtClean="0">
                          <a:ln>
                            <a:noFill/>
                          </a:ln>
                          <a:solidFill>
                            <a:srgbClr val="000099"/>
                          </a:solidFill>
                          <a:effectLst/>
                          <a:latin typeface="Times New Roman" panose="02020603050405020304" pitchFamily="18" charset="0"/>
                          <a:ea typeface="华文中宋" panose="02010600040101010101" pitchFamily="2" charset="-122"/>
                        </a:rPr>
                        <a:t>5</a:t>
                      </a:r>
                      <a:endParaRPr kumimoji="1" lang="en-US" altLang="zh-CN" sz="1800" b="0" i="0" u="none" strike="noStrike" cap="none" normalizeH="0" baseline="0" smtClean="0">
                        <a:ln>
                          <a:noFill/>
                        </a:ln>
                        <a:solidFill>
                          <a:srgbClr val="000099"/>
                        </a:solidFill>
                        <a:effectLst/>
                        <a:latin typeface="Times New Roman" panose="02020603050405020304" pitchFamily="18" charset="0"/>
                        <a:ea typeface="华文中宋" panose="02010600040101010101" pitchFamily="2" charset="-122"/>
                      </a:endParaRPr>
                    </a:p>
                  </a:txBody>
                  <a:tcPr marL="19050" marR="19050" marT="19037" marB="19037" anchor="ctr" anchorCtr="1"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110000"/>
                        <a:buFont typeface="Wingdings" panose="05000000000000000000" pitchFamily="2" charset="2"/>
                        <a:buNone/>
                      </a:pPr>
                      <a:r>
                        <a:rPr kumimoji="1" lang="en-US" altLang="zh-CN" sz="1800" b="0" i="1" u="none" strike="noStrike" cap="none" normalizeH="0" baseline="0" smtClean="0">
                          <a:ln>
                            <a:noFill/>
                          </a:ln>
                          <a:solidFill>
                            <a:srgbClr val="000099"/>
                          </a:solidFill>
                          <a:effectLst/>
                          <a:latin typeface="Times New Roman" panose="02020603050405020304" pitchFamily="18" charset="0"/>
                          <a:ea typeface="华文中宋" panose="02010600040101010101" pitchFamily="2" charset="-122"/>
                        </a:rPr>
                        <a:t>L</a:t>
                      </a:r>
                      <a:r>
                        <a:rPr kumimoji="1" lang="en-US" altLang="zh-CN" sz="1800" b="0" i="0" u="none" strike="noStrike" cap="none" normalizeH="0" baseline="-25000" smtClean="0">
                          <a:ln>
                            <a:noFill/>
                          </a:ln>
                          <a:solidFill>
                            <a:srgbClr val="000099"/>
                          </a:solidFill>
                          <a:effectLst/>
                          <a:latin typeface="Times New Roman" panose="02020603050405020304" pitchFamily="18" charset="0"/>
                          <a:ea typeface="华文中宋" panose="02010600040101010101" pitchFamily="2" charset="-122"/>
                        </a:rPr>
                        <a:t>4</a:t>
                      </a:r>
                      <a:endParaRPr kumimoji="1" lang="en-US" altLang="zh-CN" sz="1800" b="0" i="0" u="none" strike="noStrike" cap="none" normalizeH="0" baseline="0" smtClean="0">
                        <a:ln>
                          <a:noFill/>
                        </a:ln>
                        <a:solidFill>
                          <a:srgbClr val="000099"/>
                        </a:solidFill>
                        <a:effectLst/>
                        <a:latin typeface="Times New Roman" panose="02020603050405020304" pitchFamily="18" charset="0"/>
                        <a:ea typeface="华文中宋" panose="02010600040101010101" pitchFamily="2" charset="-122"/>
                      </a:endParaRPr>
                    </a:p>
                  </a:txBody>
                  <a:tcPr marL="19050" marR="19050" marT="19037" marB="19037" anchor="ctr" anchorCtr="1"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110000"/>
                        <a:buFont typeface="Wingdings" panose="05000000000000000000" pitchFamily="2" charset="2"/>
                        <a:buNone/>
                      </a:pPr>
                      <a:r>
                        <a:rPr kumimoji="1" lang="en-US" altLang="zh-CN" sz="1800" b="0" i="1" u="none" strike="noStrike" cap="none" normalizeH="0" baseline="0" smtClean="0">
                          <a:ln>
                            <a:noFill/>
                          </a:ln>
                          <a:solidFill>
                            <a:srgbClr val="000099"/>
                          </a:solidFill>
                          <a:effectLst/>
                          <a:latin typeface="Times New Roman" panose="02020603050405020304" pitchFamily="18" charset="0"/>
                          <a:ea typeface="华文中宋" panose="02010600040101010101" pitchFamily="2" charset="-122"/>
                        </a:rPr>
                        <a:t>L</a:t>
                      </a:r>
                      <a:r>
                        <a:rPr kumimoji="1" lang="en-US" altLang="zh-CN" sz="1800" b="0" i="0" u="none" strike="noStrike" cap="none" normalizeH="0" baseline="-25000" smtClean="0">
                          <a:ln>
                            <a:noFill/>
                          </a:ln>
                          <a:solidFill>
                            <a:srgbClr val="000099"/>
                          </a:solidFill>
                          <a:effectLst/>
                          <a:latin typeface="Times New Roman" panose="02020603050405020304" pitchFamily="18" charset="0"/>
                          <a:ea typeface="华文中宋" panose="02010600040101010101" pitchFamily="2" charset="-122"/>
                        </a:rPr>
                        <a:t>3</a:t>
                      </a:r>
                      <a:endParaRPr kumimoji="1" lang="en-US" altLang="zh-CN" sz="1800" b="0" i="0" u="none" strike="noStrike" cap="none" normalizeH="0" baseline="0" smtClean="0">
                        <a:ln>
                          <a:noFill/>
                        </a:ln>
                        <a:solidFill>
                          <a:srgbClr val="000099"/>
                        </a:solidFill>
                        <a:effectLst/>
                        <a:latin typeface="Times New Roman" panose="02020603050405020304" pitchFamily="18" charset="0"/>
                        <a:ea typeface="华文中宋" panose="02010600040101010101" pitchFamily="2" charset="-122"/>
                      </a:endParaRPr>
                    </a:p>
                  </a:txBody>
                  <a:tcPr marL="19050" marR="19050" marT="19037" marB="19037" anchor="ctr" anchorCtr="1"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110000"/>
                        <a:buFont typeface="Wingdings" panose="05000000000000000000" pitchFamily="2" charset="2"/>
                        <a:buNone/>
                      </a:pPr>
                      <a:r>
                        <a:rPr kumimoji="1" lang="en-US" altLang="zh-CN" sz="1800" b="0" i="1" u="none" strike="noStrike" cap="none" normalizeH="0" baseline="0" smtClean="0">
                          <a:ln>
                            <a:noFill/>
                          </a:ln>
                          <a:solidFill>
                            <a:srgbClr val="000099"/>
                          </a:solidFill>
                          <a:effectLst/>
                          <a:latin typeface="Times New Roman" panose="02020603050405020304" pitchFamily="18" charset="0"/>
                          <a:ea typeface="华文中宋" panose="02010600040101010101" pitchFamily="2" charset="-122"/>
                        </a:rPr>
                        <a:t>L</a:t>
                      </a:r>
                      <a:r>
                        <a:rPr kumimoji="1" lang="en-US" altLang="zh-CN" sz="1800" b="0" i="0" u="none" strike="noStrike" cap="none" normalizeH="0" baseline="-25000" smtClean="0">
                          <a:ln>
                            <a:noFill/>
                          </a:ln>
                          <a:solidFill>
                            <a:srgbClr val="000099"/>
                          </a:solidFill>
                          <a:effectLst/>
                          <a:latin typeface="Times New Roman" panose="02020603050405020304" pitchFamily="18" charset="0"/>
                          <a:ea typeface="华文中宋" panose="02010600040101010101" pitchFamily="2" charset="-122"/>
                        </a:rPr>
                        <a:t>2</a:t>
                      </a:r>
                      <a:endParaRPr kumimoji="1" lang="en-US" altLang="zh-CN" sz="1800" b="0" i="0" u="none" strike="noStrike" cap="none" normalizeH="0" baseline="0" smtClean="0">
                        <a:ln>
                          <a:noFill/>
                        </a:ln>
                        <a:solidFill>
                          <a:srgbClr val="000099"/>
                        </a:solidFill>
                        <a:effectLst/>
                        <a:latin typeface="Times New Roman" panose="02020603050405020304" pitchFamily="18" charset="0"/>
                        <a:ea typeface="华文中宋" panose="02010600040101010101" pitchFamily="2" charset="-122"/>
                      </a:endParaRPr>
                    </a:p>
                  </a:txBody>
                  <a:tcPr marL="19050" marR="19050" marT="19037" marB="19037" anchor="ctr" anchorCtr="1"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110000"/>
                        <a:buFont typeface="Wingdings" panose="05000000000000000000" pitchFamily="2" charset="2"/>
                        <a:buNone/>
                      </a:pPr>
                      <a:r>
                        <a:rPr kumimoji="1" lang="en-US" altLang="zh-CN" sz="1800" b="0" i="1" u="none" strike="noStrike" cap="none" normalizeH="0" baseline="0" smtClean="0">
                          <a:ln>
                            <a:noFill/>
                          </a:ln>
                          <a:solidFill>
                            <a:srgbClr val="000099"/>
                          </a:solidFill>
                          <a:effectLst/>
                          <a:latin typeface="Times New Roman" panose="02020603050405020304" pitchFamily="18" charset="0"/>
                          <a:ea typeface="华文中宋" panose="02010600040101010101" pitchFamily="2" charset="-122"/>
                        </a:rPr>
                        <a:t>L</a:t>
                      </a:r>
                      <a:r>
                        <a:rPr kumimoji="1" lang="en-US" altLang="zh-CN" sz="1800" b="0" i="0" u="none" strike="noStrike" cap="none" normalizeH="0" baseline="-25000" smtClean="0">
                          <a:ln>
                            <a:noFill/>
                          </a:ln>
                          <a:solidFill>
                            <a:srgbClr val="000099"/>
                          </a:solidFill>
                          <a:effectLst/>
                          <a:latin typeface="Times New Roman" panose="02020603050405020304" pitchFamily="18" charset="0"/>
                          <a:ea typeface="华文中宋" panose="02010600040101010101" pitchFamily="2" charset="-122"/>
                        </a:rPr>
                        <a:t>1</a:t>
                      </a:r>
                      <a:endParaRPr kumimoji="1" lang="en-US" altLang="zh-CN" sz="1800" b="0" i="0" u="none" strike="noStrike" cap="none" normalizeH="0" baseline="0" smtClean="0">
                        <a:ln>
                          <a:noFill/>
                        </a:ln>
                        <a:solidFill>
                          <a:srgbClr val="000099"/>
                        </a:solidFill>
                        <a:effectLst/>
                        <a:latin typeface="Times New Roman" panose="02020603050405020304" pitchFamily="18" charset="0"/>
                        <a:ea typeface="华文中宋" panose="02010600040101010101" pitchFamily="2" charset="-122"/>
                      </a:endParaRPr>
                    </a:p>
                  </a:txBody>
                  <a:tcPr marL="19050" marR="19050" marT="19037" marB="19037" anchor="ctr" anchorCtr="1" horzOverflow="overflow">
                    <a:lnL>
                      <a:noFill/>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12208">
                <a:tc>
                  <a:txBody>
                    <a:bodyPr/>
                    <a:lstStyle/>
                    <a:p>
                      <a:pPr marL="0" marR="0" lvl="0" indent="0" algn="l" defTabSz="914400" rtl="0" eaLnBrk="1" fontAlgn="base" latinLnBrk="0" hangingPunct="1">
                        <a:lnSpc>
                          <a:spcPct val="100000"/>
                        </a:lnSpc>
                        <a:spcBef>
                          <a:spcPct val="20000"/>
                        </a:spcBef>
                        <a:spcAft>
                          <a:spcPct val="0"/>
                        </a:spcAft>
                        <a:buClr>
                          <a:schemeClr val="hlink"/>
                        </a:buClr>
                        <a:buSzPct val="110000"/>
                        <a:buFont typeface="Wingdings" panose="05000000000000000000" pitchFamily="2" charset="2"/>
                        <a:buNone/>
                      </a:pPr>
                      <a:r>
                        <a:rPr kumimoji="1" lang="en-US" altLang="zh-CN" sz="1800" b="0" i="1" u="none" strike="noStrike" cap="none" normalizeH="0" baseline="0" smtClean="0">
                          <a:ln>
                            <a:noFill/>
                          </a:ln>
                          <a:solidFill>
                            <a:srgbClr val="000099"/>
                          </a:solidFill>
                          <a:effectLst/>
                          <a:latin typeface="Times New Roman" panose="02020603050405020304" pitchFamily="18" charset="0"/>
                          <a:ea typeface="华文中宋" panose="02010600040101010101" pitchFamily="2" charset="-122"/>
                        </a:rPr>
                        <a:t>a</a:t>
                      </a:r>
                      <a:r>
                        <a:rPr kumimoji="1" lang="en-US" altLang="zh-CN" sz="1800" b="0" i="0" u="none" strike="noStrike" cap="none" normalizeH="0" baseline="-25000" smtClean="0">
                          <a:ln>
                            <a:noFill/>
                          </a:ln>
                          <a:solidFill>
                            <a:srgbClr val="000099"/>
                          </a:solidFill>
                          <a:effectLst/>
                          <a:latin typeface="Times New Roman" panose="02020603050405020304" pitchFamily="18" charset="0"/>
                          <a:ea typeface="华文中宋" panose="02010600040101010101" pitchFamily="2" charset="-122"/>
                        </a:rPr>
                        <a:t>1</a:t>
                      </a:r>
                      <a:endParaRPr kumimoji="1" lang="en-US" altLang="zh-CN" sz="1800" b="0" i="0" u="none" strike="noStrike" cap="none" normalizeH="0" baseline="-25000" smtClean="0">
                        <a:ln>
                          <a:noFill/>
                        </a:ln>
                        <a:solidFill>
                          <a:srgbClr val="000099"/>
                        </a:solidFill>
                        <a:effectLst/>
                        <a:latin typeface="Times New Roman" panose="02020603050405020304" pitchFamily="18" charset="0"/>
                        <a:ea typeface="华文中宋" panose="02010600040101010101" pitchFamily="2" charset="-122"/>
                      </a:endParaRPr>
                    </a:p>
                  </a:txBody>
                  <a:tcPr marL="19050" marR="19050" marT="19037" marB="19037" anchor="ctr" anchorCtr="1"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110000"/>
                        <a:buFont typeface="Wingdings" panose="05000000000000000000" pitchFamily="2" charset="2"/>
                        <a:buNone/>
                      </a:pPr>
                      <a:r>
                        <a:rPr kumimoji="1" lang="en-US" altLang="zh-CN" sz="1800" b="0" i="0" u="none" strike="noStrike" cap="none" normalizeH="0" baseline="0" smtClean="0">
                          <a:ln>
                            <a:noFill/>
                          </a:ln>
                          <a:solidFill>
                            <a:srgbClr val="000099"/>
                          </a:solidFill>
                          <a:effectLst/>
                          <a:latin typeface="Times New Roman" panose="02020603050405020304" pitchFamily="18" charset="0"/>
                          <a:ea typeface="华文中宋" panose="02010600040101010101" pitchFamily="2" charset="-122"/>
                        </a:rPr>
                        <a:t>1.0</a:t>
                      </a:r>
                      <a:endParaRPr kumimoji="1" lang="en-US" altLang="zh-CN" sz="1800" b="0" i="0" u="none" strike="noStrike" cap="none" normalizeH="0" baseline="0" smtClean="0">
                        <a:ln>
                          <a:noFill/>
                        </a:ln>
                        <a:solidFill>
                          <a:srgbClr val="000099"/>
                        </a:solidFill>
                        <a:effectLst/>
                        <a:latin typeface="Times New Roman" panose="02020603050405020304" pitchFamily="18" charset="0"/>
                        <a:ea typeface="华文中宋" panose="02010600040101010101" pitchFamily="2" charset="-122"/>
                      </a:endParaRPr>
                    </a:p>
                  </a:txBody>
                  <a:tcPr marL="19050" marR="19050" marT="19037" marB="19037" anchor="ctr" anchorCtr="1" horzOverflow="overflow">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110000"/>
                        <a:buFont typeface="Wingdings" panose="05000000000000000000" pitchFamily="2" charset="2"/>
                        <a:buNone/>
                      </a:pPr>
                      <a:r>
                        <a:rPr kumimoji="1" lang="en-US" altLang="zh-CN" sz="1800" b="0" i="0" u="none" strike="noStrike" cap="none" normalizeH="0" baseline="0" smtClean="0">
                          <a:ln>
                            <a:noFill/>
                          </a:ln>
                          <a:solidFill>
                            <a:srgbClr val="000099"/>
                          </a:solidFill>
                          <a:effectLst/>
                          <a:latin typeface="Times New Roman" panose="02020603050405020304" pitchFamily="18" charset="0"/>
                          <a:ea typeface="华文中宋" panose="02010600040101010101" pitchFamily="2" charset="-122"/>
                        </a:rPr>
                        <a:t>0.62</a:t>
                      </a:r>
                      <a:endParaRPr kumimoji="1" lang="en-US" altLang="zh-CN" sz="1800" b="0" i="0" u="none" strike="noStrike" cap="none" normalizeH="0" baseline="0" smtClean="0">
                        <a:ln>
                          <a:noFill/>
                        </a:ln>
                        <a:solidFill>
                          <a:srgbClr val="000099"/>
                        </a:solidFill>
                        <a:effectLst/>
                        <a:latin typeface="Times New Roman" panose="02020603050405020304" pitchFamily="18" charset="0"/>
                        <a:ea typeface="华文中宋" panose="02010600040101010101" pitchFamily="2" charset="-122"/>
                      </a:endParaRPr>
                    </a:p>
                  </a:txBody>
                  <a:tcPr marL="19050" marR="19050" marT="19037" marB="19037" anchor="ctr" anchorCtr="1"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110000"/>
                        <a:buFont typeface="Wingdings" panose="05000000000000000000" pitchFamily="2" charset="2"/>
                        <a:buNone/>
                      </a:pPr>
                      <a:r>
                        <a:rPr kumimoji="1" lang="en-US" altLang="zh-CN" sz="1800" b="0" i="0" u="none" strike="noStrike" cap="none" normalizeH="0" baseline="0" smtClean="0">
                          <a:ln>
                            <a:noFill/>
                          </a:ln>
                          <a:solidFill>
                            <a:srgbClr val="000099"/>
                          </a:solidFill>
                          <a:effectLst/>
                          <a:latin typeface="Times New Roman" panose="02020603050405020304" pitchFamily="18" charset="0"/>
                          <a:ea typeface="华文中宋" panose="02010600040101010101" pitchFamily="2" charset="-122"/>
                        </a:rPr>
                        <a:t>0.53</a:t>
                      </a:r>
                      <a:endParaRPr kumimoji="1" lang="en-US" altLang="zh-CN" sz="1800" b="0" i="0" u="none" strike="noStrike" cap="none" normalizeH="0" baseline="0" smtClean="0">
                        <a:ln>
                          <a:noFill/>
                        </a:ln>
                        <a:solidFill>
                          <a:srgbClr val="000099"/>
                        </a:solidFill>
                        <a:effectLst/>
                        <a:latin typeface="Times New Roman" panose="02020603050405020304" pitchFamily="18" charset="0"/>
                        <a:ea typeface="华文中宋" panose="02010600040101010101" pitchFamily="2" charset="-122"/>
                      </a:endParaRPr>
                    </a:p>
                  </a:txBody>
                  <a:tcPr marL="19050" marR="19050" marT="19037" marB="19037" anchor="ctr" anchorCtr="1"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110000"/>
                        <a:buFont typeface="Wingdings" panose="05000000000000000000" pitchFamily="2" charset="2"/>
                        <a:buNone/>
                      </a:pPr>
                      <a:r>
                        <a:rPr kumimoji="1" lang="en-US" altLang="zh-CN" sz="1800" b="0" i="0" u="none" strike="noStrike" cap="none" normalizeH="0" baseline="0" smtClean="0">
                          <a:ln>
                            <a:noFill/>
                          </a:ln>
                          <a:solidFill>
                            <a:srgbClr val="000099"/>
                          </a:solidFill>
                          <a:effectLst/>
                          <a:latin typeface="Times New Roman" panose="02020603050405020304" pitchFamily="18" charset="0"/>
                          <a:ea typeface="华文中宋" panose="02010600040101010101" pitchFamily="2" charset="-122"/>
                        </a:rPr>
                        <a:t>0.44</a:t>
                      </a:r>
                      <a:endParaRPr kumimoji="1" lang="en-US" altLang="zh-CN" sz="1800" b="0" i="0" u="none" strike="noStrike" cap="none" normalizeH="0" baseline="0" smtClean="0">
                        <a:ln>
                          <a:noFill/>
                        </a:ln>
                        <a:solidFill>
                          <a:srgbClr val="000099"/>
                        </a:solidFill>
                        <a:effectLst/>
                        <a:latin typeface="Times New Roman" panose="02020603050405020304" pitchFamily="18" charset="0"/>
                        <a:ea typeface="华文中宋" panose="02010600040101010101" pitchFamily="2" charset="-122"/>
                      </a:endParaRPr>
                    </a:p>
                  </a:txBody>
                  <a:tcPr marL="19050" marR="19050" marT="19037" marB="19037" anchor="ctr" anchorCtr="1"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110000"/>
                        <a:buFont typeface="Wingdings" panose="05000000000000000000" pitchFamily="2" charset="2"/>
                        <a:buNone/>
                      </a:pPr>
                      <a:r>
                        <a:rPr kumimoji="1" lang="en-US" altLang="zh-CN" sz="1800" b="0" i="0" u="none" strike="noStrike" cap="none" normalizeH="0" baseline="0" smtClean="0">
                          <a:ln>
                            <a:noFill/>
                          </a:ln>
                          <a:solidFill>
                            <a:srgbClr val="000099"/>
                          </a:solidFill>
                          <a:effectLst/>
                          <a:latin typeface="Times New Roman" panose="02020603050405020304" pitchFamily="18" charset="0"/>
                          <a:ea typeface="华文中宋" panose="02010600040101010101" pitchFamily="2" charset="-122"/>
                        </a:rPr>
                        <a:t>0.3</a:t>
                      </a:r>
                      <a:endParaRPr kumimoji="1" lang="en-US" altLang="zh-CN" sz="1800" b="0" i="0" u="none" strike="noStrike" cap="none" normalizeH="0" baseline="0" smtClean="0">
                        <a:ln>
                          <a:noFill/>
                        </a:ln>
                        <a:solidFill>
                          <a:srgbClr val="000099"/>
                        </a:solidFill>
                        <a:effectLst/>
                        <a:latin typeface="Times New Roman" panose="02020603050405020304" pitchFamily="18" charset="0"/>
                        <a:ea typeface="华文中宋" panose="02010600040101010101" pitchFamily="2" charset="-122"/>
                      </a:endParaRPr>
                    </a:p>
                  </a:txBody>
                  <a:tcPr marL="19050" marR="19050" marT="19037" marB="19037" anchor="ctr" anchorCtr="1"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110000"/>
                        <a:buFont typeface="Wingdings" panose="05000000000000000000" pitchFamily="2" charset="2"/>
                        <a:buNone/>
                      </a:pPr>
                      <a:r>
                        <a:rPr kumimoji="1" lang="en-US" altLang="zh-CN" sz="1800" b="0" i="0" u="none" strike="noStrike" cap="none" normalizeH="0" baseline="0" smtClean="0">
                          <a:ln>
                            <a:noFill/>
                          </a:ln>
                          <a:solidFill>
                            <a:srgbClr val="000099"/>
                          </a:solidFill>
                          <a:effectLst/>
                          <a:latin typeface="Times New Roman" panose="02020603050405020304" pitchFamily="18" charset="0"/>
                          <a:ea typeface="华文中宋" panose="02010600040101010101" pitchFamily="2" charset="-122"/>
                        </a:rPr>
                        <a:t>0.21</a:t>
                      </a:r>
                      <a:endParaRPr kumimoji="1" lang="en-US" altLang="zh-CN" sz="1800" b="0" i="0" u="none" strike="noStrike" cap="none" normalizeH="0" baseline="0" smtClean="0">
                        <a:ln>
                          <a:noFill/>
                        </a:ln>
                        <a:solidFill>
                          <a:srgbClr val="000099"/>
                        </a:solidFill>
                        <a:effectLst/>
                        <a:latin typeface="Times New Roman" panose="02020603050405020304" pitchFamily="18" charset="0"/>
                        <a:ea typeface="华文中宋" panose="02010600040101010101" pitchFamily="2" charset="-122"/>
                      </a:endParaRPr>
                    </a:p>
                  </a:txBody>
                  <a:tcPr marL="19050" marR="19050" marT="19037" marB="19037" anchor="ctr" anchorCtr="1" horzOverflow="overflow">
                    <a:lnL>
                      <a:noFill/>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bl>
          </a:graphicData>
        </a:graphic>
      </p:graphicFrame>
      <p:sp>
        <p:nvSpPr>
          <p:cNvPr id="51241" name="Text Box 41"/>
          <p:cNvSpPr txBox="1">
            <a:spLocks noChangeArrowheads="1"/>
          </p:cNvSpPr>
          <p:nvPr/>
        </p:nvSpPr>
        <p:spPr bwMode="auto">
          <a:xfrm>
            <a:off x="1154389" y="3390003"/>
            <a:ext cx="7295587"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57150">
                <a:solidFill>
                  <a:srgbClr val="000000"/>
                </a:solidFill>
                <a:miter lim="800000"/>
                <a:headEnd/>
                <a:tailEnd/>
              </a14:hiddenLine>
            </a:ext>
          </a:extLst>
        </p:spPr>
        <p:txBody>
          <a:bodyPr wrap="none">
            <a:spAutoFit/>
          </a:bodyPr>
          <a:lstStyle>
            <a:lvl1pPr eaLnBrk="0" hangingPunct="0">
              <a:defRPr kumimoji="1" sz="2000">
                <a:solidFill>
                  <a:srgbClr val="000099"/>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rgbClr val="000099"/>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rgbClr val="000099"/>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rgbClr val="000099"/>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lnSpc>
                <a:spcPct val="100000"/>
              </a:lnSpc>
              <a:buFontTx/>
              <a:buNone/>
            </a:pPr>
            <a:r>
              <a:rPr lang="zh-CN" altLang="en-US" sz="2200" dirty="0">
                <a:solidFill>
                  <a:srgbClr val="C00000"/>
                </a:solidFill>
              </a:rPr>
              <a:t>可靠度不为</a:t>
            </a:r>
            <a:r>
              <a:rPr lang="en-US" altLang="zh-CN" sz="2200" dirty="0">
                <a:solidFill>
                  <a:srgbClr val="C00000"/>
                </a:solidFill>
              </a:rPr>
              <a:t>90%</a:t>
            </a:r>
            <a:r>
              <a:rPr lang="zh-CN" altLang="en-US" sz="2200" dirty="0">
                <a:solidFill>
                  <a:srgbClr val="C00000"/>
                </a:solidFill>
              </a:rPr>
              <a:t>时的额定寿命修正系数</a:t>
            </a:r>
            <a:r>
              <a:rPr lang="en-US" altLang="zh-CN" sz="2200" i="1" dirty="0">
                <a:solidFill>
                  <a:srgbClr val="C00000"/>
                </a:solidFill>
              </a:rPr>
              <a:t>a</a:t>
            </a:r>
            <a:r>
              <a:rPr lang="en-US" altLang="zh-CN" sz="2200" baseline="-25000" dirty="0">
                <a:solidFill>
                  <a:srgbClr val="C00000"/>
                </a:solidFill>
              </a:rPr>
              <a:t>1</a:t>
            </a:r>
            <a:r>
              <a:rPr lang="en-US" altLang="zh-CN" sz="2200" dirty="0">
                <a:solidFill>
                  <a:srgbClr val="C00000"/>
                </a:solidFill>
              </a:rPr>
              <a:t> (GB/T6391-1995)</a:t>
            </a:r>
            <a:endParaRPr lang="en-US" altLang="zh-CN" sz="2200" dirty="0">
              <a:solidFill>
                <a:srgbClr val="C00000"/>
              </a:solidFill>
            </a:endParaRPr>
          </a:p>
        </p:txBody>
      </p:sp>
      <p:sp>
        <p:nvSpPr>
          <p:cNvPr id="51242" name="Text Box 42"/>
          <p:cNvSpPr txBox="1">
            <a:spLocks noChangeArrowheads="1"/>
          </p:cNvSpPr>
          <p:nvPr/>
        </p:nvSpPr>
        <p:spPr bwMode="auto">
          <a:xfrm>
            <a:off x="779463" y="4911725"/>
            <a:ext cx="29337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57150">
                <a:solidFill>
                  <a:srgbClr val="000000"/>
                </a:solidFill>
                <a:miter lim="800000"/>
                <a:headEnd/>
                <a:tailEnd/>
              </a14:hiddenLine>
            </a:ext>
          </a:extLst>
        </p:spPr>
        <p:txBody>
          <a:bodyPr wrap="none">
            <a:spAutoFit/>
          </a:bodyPr>
          <a:lstStyle>
            <a:lvl1pPr eaLnBrk="0" hangingPunct="0">
              <a:defRPr kumimoji="1" sz="2000">
                <a:solidFill>
                  <a:srgbClr val="000099"/>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rgbClr val="000099"/>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rgbClr val="000099"/>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rgbClr val="000099"/>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lnSpc>
                <a:spcPct val="100000"/>
              </a:lnSpc>
              <a:buFontTx/>
              <a:buNone/>
            </a:pPr>
            <a:r>
              <a:rPr lang="en-US" altLang="zh-CN" i="1" dirty="0"/>
              <a:t>a</a:t>
            </a:r>
            <a:r>
              <a:rPr lang="en-US" altLang="zh-CN" baseline="-25000" dirty="0"/>
              <a:t>1</a:t>
            </a:r>
            <a:r>
              <a:rPr lang="zh-CN" altLang="en-US" dirty="0">
                <a:latin typeface="华文中宋" panose="02010600040101010101" pitchFamily="2" charset="-122"/>
              </a:rPr>
              <a:t>也可按下式计算确定：</a:t>
            </a:r>
            <a:endParaRPr lang="zh-CN" altLang="en-US" dirty="0">
              <a:latin typeface="华文中宋" panose="02010600040101010101" pitchFamily="2" charset="-122"/>
            </a:endParaRPr>
          </a:p>
        </p:txBody>
      </p:sp>
      <p:graphicFrame>
        <p:nvGraphicFramePr>
          <p:cNvPr id="51243" name="Object 3"/>
          <p:cNvGraphicFramePr>
            <a:graphicFrameLocks noChangeAspect="1"/>
          </p:cNvGraphicFramePr>
          <p:nvPr/>
        </p:nvGraphicFramePr>
        <p:xfrm>
          <a:off x="3455023" y="5234402"/>
          <a:ext cx="1627187" cy="790575"/>
        </p:xfrm>
        <a:graphic>
          <a:graphicData uri="http://schemas.openxmlformats.org/presentationml/2006/ole">
            <mc:AlternateContent xmlns:mc="http://schemas.openxmlformats.org/markup-compatibility/2006">
              <mc:Choice xmlns:v="urn:schemas-microsoft-com:vml" Requires="v">
                <p:oleObj spid="_x0000_s5245" name="Flash Movie" r:id="rId4" imgW="1440815" imgH="700405" progId="Flash.Movie">
                  <p:embed/>
                </p:oleObj>
              </mc:Choice>
              <mc:Fallback>
                <p:oleObj name="Flash Movie" r:id="rId4" imgW="1440815" imgH="700405" progId="Flash.Movie">
                  <p:embed/>
                  <p:pic>
                    <p:nvPicPr>
                      <p:cNvPr id="0" name="Object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455023" y="5234402"/>
                        <a:ext cx="1627187" cy="7905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571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51244" name="Text Box 44"/>
          <p:cNvSpPr txBox="1">
            <a:spLocks noChangeArrowheads="1"/>
          </p:cNvSpPr>
          <p:nvPr/>
        </p:nvSpPr>
        <p:spPr bwMode="auto">
          <a:xfrm>
            <a:off x="755167" y="6189939"/>
            <a:ext cx="345122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57150">
                <a:solidFill>
                  <a:srgbClr val="000000"/>
                </a:solidFill>
                <a:miter lim="800000"/>
                <a:headEnd/>
                <a:tailEnd/>
              </a14:hiddenLine>
            </a:ext>
          </a:extLst>
        </p:spPr>
        <p:txBody>
          <a:bodyPr wrap="none">
            <a:spAutoFit/>
          </a:bodyPr>
          <a:lstStyle>
            <a:lvl1pPr eaLnBrk="0" hangingPunct="0">
              <a:defRPr kumimoji="1" sz="2000">
                <a:solidFill>
                  <a:srgbClr val="000099"/>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rgbClr val="000099"/>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rgbClr val="000099"/>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rgbClr val="000099"/>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lnSpc>
                <a:spcPct val="100000"/>
              </a:lnSpc>
              <a:buFontTx/>
              <a:buNone/>
            </a:pPr>
            <a:r>
              <a:rPr lang="zh-CN" altLang="en-US"/>
              <a:t>式中</a:t>
            </a:r>
            <a:r>
              <a:rPr lang="en-US" altLang="zh-CN" i="1"/>
              <a:t>R</a:t>
            </a:r>
            <a:r>
              <a:rPr lang="zh-CN" altLang="en-US"/>
              <a:t>为要求达到的可靠度。 </a:t>
            </a:r>
            <a:endParaRPr lang="zh-CN" altLang="en-US"/>
          </a:p>
        </p:txBody>
      </p:sp>
      <p:sp>
        <p:nvSpPr>
          <p:cNvPr id="51247" name="Text Box 47"/>
          <p:cNvSpPr txBox="1">
            <a:spLocks noChangeArrowheads="1"/>
          </p:cNvSpPr>
          <p:nvPr/>
        </p:nvSpPr>
        <p:spPr bwMode="auto">
          <a:xfrm>
            <a:off x="6981825" y="6483350"/>
            <a:ext cx="9271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57150">
                <a:solidFill>
                  <a:srgbClr val="000000"/>
                </a:solidFill>
                <a:miter lim="800000"/>
                <a:headEnd/>
                <a:tailEnd/>
              </a14:hiddenLine>
            </a:ext>
          </a:extLst>
        </p:spPr>
        <p:txBody>
          <a:bodyPr>
            <a:spAutoFit/>
          </a:bodyPr>
          <a:lstStyle>
            <a:lvl1pPr eaLnBrk="0" hangingPunct="0">
              <a:defRPr kumimoji="1" sz="2000">
                <a:solidFill>
                  <a:srgbClr val="000099"/>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rgbClr val="000099"/>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rgbClr val="000099"/>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rgbClr val="000099"/>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9pPr>
          </a:lstStyle>
          <a:p>
            <a:pPr algn="ctr" eaLnBrk="1" hangingPunct="1">
              <a:lnSpc>
                <a:spcPct val="100000"/>
              </a:lnSpc>
              <a:spcBef>
                <a:spcPct val="50000"/>
              </a:spcBef>
              <a:buFontTx/>
              <a:buNone/>
            </a:pPr>
            <a:r>
              <a:rPr lang="en-US" altLang="zh-CN" sz="1800">
                <a:latin typeface="华文中宋" panose="02010600040101010101" pitchFamily="2" charset="-122"/>
              </a:rPr>
              <a:t>  </a:t>
            </a:r>
            <a:endParaRPr lang="en-US" altLang="zh-CN" sz="1800">
              <a:latin typeface="华文中宋" panose="02010600040101010101" pitchFamily="2" charset="-122"/>
            </a:endParaRPr>
          </a:p>
        </p:txBody>
      </p:sp>
      <p:pic>
        <p:nvPicPr>
          <p:cNvPr id="51249" name="Picture 49" descr="back1">
            <a:hlinkClick r:id="" tooltip="上一页" action="ppaction://hlinkshowjump?jump=previousslide"/>
          </p:cNvPr>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8740775" y="6483350"/>
            <a:ext cx="306388" cy="306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1250" name="Picture 50" descr="rewind1">
            <a:hlinkClick r:id="" action="ppaction://hlinkshowjump?jump=firstslide"/>
          </p:cNvPr>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8366125" y="6483350"/>
            <a:ext cx="306388" cy="306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161" name="直接连接符 6"/>
          <p:cNvSpPr>
            <a:spLocks noChangeShapeType="1"/>
          </p:cNvSpPr>
          <p:nvPr/>
        </p:nvSpPr>
        <p:spPr bwMode="auto">
          <a:xfrm>
            <a:off x="0" y="735358"/>
            <a:ext cx="9144000" cy="0"/>
          </a:xfrm>
          <a:prstGeom prst="line">
            <a:avLst/>
          </a:prstGeom>
          <a:noFill/>
          <a:ln w="28575">
            <a:solidFill>
              <a:srgbClr val="CC3300"/>
            </a:solidFill>
            <a:miter lim="800000"/>
          </a:ln>
          <a:extLst>
            <a:ext uri="{909E8E84-426E-40DD-AFC4-6F175D3DCCD1}">
              <a14:hiddenFill xmlns:a14="http://schemas.microsoft.com/office/drawing/2010/main">
                <a:noFill/>
              </a14:hiddenFill>
            </a:ext>
          </a:extLst>
        </p:spPr>
        <p:txBody>
          <a:bodyPr/>
          <a:lstStyle/>
          <a:p>
            <a:endParaRPr lang="zh-CN" altLang="en-US"/>
          </a:p>
        </p:txBody>
      </p:sp>
      <p:sp>
        <p:nvSpPr>
          <p:cNvPr id="14339" name="Rectangle 34"/>
          <p:cNvSpPr>
            <a:spLocks noChangeArrowheads="1"/>
          </p:cNvSpPr>
          <p:nvPr/>
        </p:nvSpPr>
        <p:spPr bwMode="auto">
          <a:xfrm>
            <a:off x="3687417" y="228600"/>
            <a:ext cx="4846983" cy="533400"/>
          </a:xfrm>
          <a:prstGeom prst="rect">
            <a:avLst/>
          </a:prstGeom>
          <a:noFill/>
          <a:ln>
            <a:noFill/>
          </a:ln>
          <a:effectLst/>
          <a:extLst>
            <a:ext uri="{909E8E84-426E-40DD-AFC4-6F175D3DCCD1}">
              <a14:hiddenFill xmlns:a14="http://schemas.microsoft.com/office/drawing/2010/main">
                <a:gradFill rotWithShape="0">
                  <a:gsLst>
                    <a:gs pos="0">
                      <a:srgbClr val="E5DCB5"/>
                    </a:gs>
                    <a:gs pos="100000">
                      <a:srgbClr val="FDFBF1"/>
                    </a:gs>
                  </a:gsLst>
                  <a:lin ang="0" scaled="1"/>
                </a:gradFill>
              </a14:hiddenFill>
            </a:ext>
            <a:ext uri="{91240B29-F687-4F45-9708-019B960494DF}">
              <a14:hiddenLine xmlns:a14="http://schemas.microsoft.com/office/drawing/2010/main" w="9525">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tIns="36000" bIns="72000" anchor="ctr" anchorCtr="1"/>
          <a:lstStyle>
            <a:lvl1pPr>
              <a:lnSpc>
                <a:spcPct val="120000"/>
              </a:lnSpc>
              <a:buChar char="•"/>
              <a:defRPr kumimoji="1" sz="2000">
                <a:solidFill>
                  <a:srgbClr val="000099"/>
                </a:solidFill>
                <a:latin typeface="Times New Roman" panose="02020603050405020304" pitchFamily="18" charset="0"/>
                <a:ea typeface="华文中宋" panose="02010600040101010101" pitchFamily="2" charset="-122"/>
              </a:defRPr>
            </a:lvl1pPr>
            <a:lvl2pPr marL="742950" indent="-285750">
              <a:lnSpc>
                <a:spcPct val="120000"/>
              </a:lnSpc>
              <a:buChar char="•"/>
              <a:defRPr kumimoji="1" sz="2000">
                <a:solidFill>
                  <a:srgbClr val="000099"/>
                </a:solidFill>
                <a:latin typeface="Times New Roman" panose="02020603050405020304" pitchFamily="18" charset="0"/>
                <a:ea typeface="华文中宋" panose="02010600040101010101" pitchFamily="2" charset="-122"/>
              </a:defRPr>
            </a:lvl2pPr>
            <a:lvl3pPr marL="1143000" indent="-228600">
              <a:lnSpc>
                <a:spcPct val="120000"/>
              </a:lnSpc>
              <a:buChar char="•"/>
              <a:defRPr kumimoji="1" sz="2000">
                <a:solidFill>
                  <a:srgbClr val="000099"/>
                </a:solidFill>
                <a:latin typeface="Times New Roman" panose="02020603050405020304" pitchFamily="18" charset="0"/>
                <a:ea typeface="华文中宋" panose="02010600040101010101" pitchFamily="2" charset="-122"/>
              </a:defRPr>
            </a:lvl3pPr>
            <a:lvl4pPr marL="1600200" indent="-228600">
              <a:lnSpc>
                <a:spcPct val="120000"/>
              </a:lnSpc>
              <a:buChar char="•"/>
              <a:defRPr kumimoji="1" sz="2000">
                <a:solidFill>
                  <a:srgbClr val="000099"/>
                </a:solidFill>
                <a:latin typeface="Times New Roman" panose="02020603050405020304" pitchFamily="18" charset="0"/>
                <a:ea typeface="华文中宋" panose="02010600040101010101" pitchFamily="2" charset="-122"/>
              </a:defRPr>
            </a:lvl4pPr>
            <a:lvl5pPr marL="2057400" indent="-228600">
              <a:lnSpc>
                <a:spcPct val="120000"/>
              </a:lnSpc>
              <a:buChar char="•"/>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lnSpc>
                <a:spcPct val="100000"/>
              </a:lnSpc>
              <a:buFontTx/>
              <a:buNone/>
            </a:pPr>
            <a:r>
              <a:rPr lang="en-US" altLang="zh-CN" sz="3000" dirty="0" smtClean="0">
                <a:solidFill>
                  <a:srgbClr val="CC3300"/>
                </a:solidFill>
                <a:latin typeface="黑体" panose="02010609060101010101" pitchFamily="49" charset="-122"/>
                <a:ea typeface="黑体" panose="02010609060101010101" pitchFamily="49" charset="-122"/>
              </a:rPr>
              <a:t>3.6-5 </a:t>
            </a:r>
            <a:r>
              <a:rPr lang="zh-CN" altLang="en-US" sz="3000" dirty="0" smtClean="0">
                <a:solidFill>
                  <a:srgbClr val="CC3300"/>
                </a:solidFill>
                <a:latin typeface="黑体" panose="02010609060101010101" pitchFamily="49" charset="-122"/>
                <a:ea typeface="黑体" panose="02010609060101010101" pitchFamily="49" charset="-122"/>
              </a:rPr>
              <a:t>滚动轴承的寿命计算</a:t>
            </a:r>
            <a:endParaRPr lang="en-US" altLang="zh-CN" sz="3000" dirty="0">
              <a:solidFill>
                <a:srgbClr val="CC3300"/>
              </a:solidFill>
              <a:latin typeface="黑体" panose="02010609060101010101" pitchFamily="49" charset="-122"/>
              <a:ea typeface="黑体" panose="02010609060101010101" pitchFamily="49" charset="-122"/>
            </a:endParaRPr>
          </a:p>
        </p:txBody>
      </p:sp>
    </p:spTree>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51205"/>
                                        </p:tgtEl>
                                        <p:attrNameLst>
                                          <p:attrName>style.visibility</p:attrName>
                                        </p:attrNameLst>
                                      </p:cBhvr>
                                      <p:to>
                                        <p:strVal val="visible"/>
                                      </p:to>
                                    </p:set>
                                    <p:animEffect transition="in" filter="wipe(left)">
                                      <p:cBhvr>
                                        <p:cTn id="7" dur="500"/>
                                        <p:tgtEl>
                                          <p:spTgt spid="51205"/>
                                        </p:tgtEl>
                                      </p:cBhvr>
                                    </p:animEffect>
                                  </p:childTnLst>
                                </p:cTn>
                              </p:par>
                            </p:childTnLst>
                          </p:cTn>
                        </p:par>
                        <p:par>
                          <p:cTn id="8" fill="hold">
                            <p:stCondLst>
                              <p:cond delay="500"/>
                            </p:stCondLst>
                            <p:childTnLst>
                              <p:par>
                                <p:cTn id="9" presetID="18" presetClass="entr" presetSubtype="6" fill="hold" grpId="0" nodeType="afterEffect">
                                  <p:stCondLst>
                                    <p:cond delay="0"/>
                                  </p:stCondLst>
                                  <p:childTnLst>
                                    <p:set>
                                      <p:cBhvr>
                                        <p:cTn id="10" dur="1" fill="hold">
                                          <p:stCondLst>
                                            <p:cond delay="0"/>
                                          </p:stCondLst>
                                        </p:cTn>
                                        <p:tgtEl>
                                          <p:spTgt spid="51206"/>
                                        </p:tgtEl>
                                        <p:attrNameLst>
                                          <p:attrName>style.visibility</p:attrName>
                                        </p:attrNameLst>
                                      </p:cBhvr>
                                      <p:to>
                                        <p:strVal val="visible"/>
                                      </p:to>
                                    </p:set>
                                    <p:animEffect transition="in" filter="strips(downRight)">
                                      <p:cBhvr>
                                        <p:cTn id="11" dur="500"/>
                                        <p:tgtEl>
                                          <p:spTgt spid="51206"/>
                                        </p:tgtEl>
                                      </p:cBhvr>
                                    </p:animEffect>
                                  </p:childTnLst>
                                </p:cTn>
                              </p:par>
                            </p:childTnLst>
                          </p:cTn>
                        </p:par>
                      </p:childTnLst>
                    </p:cTn>
                  </p:par>
                  <p:par>
                    <p:cTn id="12" fill="hold">
                      <p:stCondLst>
                        <p:cond delay="indefinite"/>
                      </p:stCondLst>
                      <p:childTnLst>
                        <p:par>
                          <p:cTn id="13" fill="hold">
                            <p:stCondLst>
                              <p:cond delay="0"/>
                            </p:stCondLst>
                            <p:childTnLst>
                              <p:par>
                                <p:cTn id="14" presetID="3" presetClass="entr" presetSubtype="5" fill="hold" nodeType="clickEffect">
                                  <p:stCondLst>
                                    <p:cond delay="0"/>
                                  </p:stCondLst>
                                  <p:childTnLst>
                                    <p:set>
                                      <p:cBhvr>
                                        <p:cTn id="15" dur="1" fill="hold">
                                          <p:stCondLst>
                                            <p:cond delay="0"/>
                                          </p:stCondLst>
                                        </p:cTn>
                                        <p:tgtEl>
                                          <p:spTgt spid="51207"/>
                                        </p:tgtEl>
                                        <p:attrNameLst>
                                          <p:attrName>style.visibility</p:attrName>
                                        </p:attrNameLst>
                                      </p:cBhvr>
                                      <p:to>
                                        <p:strVal val="visible"/>
                                      </p:to>
                                    </p:set>
                                    <p:animEffect transition="in" filter="blinds(vertical)">
                                      <p:cBhvr>
                                        <p:cTn id="16" dur="500"/>
                                        <p:tgtEl>
                                          <p:spTgt spid="51207"/>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grpId="0" nodeType="clickEffect">
                                  <p:stCondLst>
                                    <p:cond delay="0"/>
                                  </p:stCondLst>
                                  <p:childTnLst>
                                    <p:set>
                                      <p:cBhvr>
                                        <p:cTn id="20" dur="1" fill="hold">
                                          <p:stCondLst>
                                            <p:cond delay="0"/>
                                          </p:stCondLst>
                                        </p:cTn>
                                        <p:tgtEl>
                                          <p:spTgt spid="51241"/>
                                        </p:tgtEl>
                                        <p:attrNameLst>
                                          <p:attrName>style.visibility</p:attrName>
                                        </p:attrNameLst>
                                      </p:cBhvr>
                                      <p:to>
                                        <p:strVal val="visible"/>
                                      </p:to>
                                    </p:set>
                                    <p:animEffect transition="in" filter="wipe(left)">
                                      <p:cBhvr>
                                        <p:cTn id="21" dur="500"/>
                                        <p:tgtEl>
                                          <p:spTgt spid="51241"/>
                                        </p:tgtEl>
                                      </p:cBhvr>
                                    </p:animEffect>
                                  </p:childTnLst>
                                </p:cTn>
                              </p:par>
                            </p:childTnLst>
                          </p:cTn>
                        </p:par>
                        <p:par>
                          <p:cTn id="22" fill="hold">
                            <p:stCondLst>
                              <p:cond delay="500"/>
                            </p:stCondLst>
                            <p:childTnLst>
                              <p:par>
                                <p:cTn id="23" presetID="3" presetClass="entr" presetSubtype="5" fill="hold" nodeType="afterEffect">
                                  <p:stCondLst>
                                    <p:cond delay="0"/>
                                  </p:stCondLst>
                                  <p:childTnLst>
                                    <p:set>
                                      <p:cBhvr>
                                        <p:cTn id="24" dur="1" fill="hold">
                                          <p:stCondLst>
                                            <p:cond delay="0"/>
                                          </p:stCondLst>
                                        </p:cTn>
                                        <p:tgtEl>
                                          <p:spTgt spid="51208"/>
                                        </p:tgtEl>
                                        <p:attrNameLst>
                                          <p:attrName>style.visibility</p:attrName>
                                        </p:attrNameLst>
                                      </p:cBhvr>
                                      <p:to>
                                        <p:strVal val="visible"/>
                                      </p:to>
                                    </p:set>
                                    <p:animEffect transition="in" filter="blinds(vertical)">
                                      <p:cBhvr>
                                        <p:cTn id="25" dur="500"/>
                                        <p:tgtEl>
                                          <p:spTgt spid="51208"/>
                                        </p:tgtEl>
                                      </p:cBhvr>
                                    </p:animEffect>
                                  </p:childTnLst>
                                </p:cTn>
                              </p:par>
                            </p:childTnLst>
                          </p:cTn>
                        </p:par>
                      </p:childTnLst>
                    </p:cTn>
                  </p:par>
                  <p:par>
                    <p:cTn id="26" fill="hold">
                      <p:stCondLst>
                        <p:cond delay="indefinite"/>
                      </p:stCondLst>
                      <p:childTnLst>
                        <p:par>
                          <p:cTn id="27" fill="hold">
                            <p:stCondLst>
                              <p:cond delay="0"/>
                            </p:stCondLst>
                            <p:childTnLst>
                              <p:par>
                                <p:cTn id="28" presetID="22" presetClass="entr" presetSubtype="8" fill="hold" grpId="0" nodeType="clickEffect">
                                  <p:stCondLst>
                                    <p:cond delay="0"/>
                                  </p:stCondLst>
                                  <p:childTnLst>
                                    <p:set>
                                      <p:cBhvr>
                                        <p:cTn id="29" dur="1" fill="hold">
                                          <p:stCondLst>
                                            <p:cond delay="0"/>
                                          </p:stCondLst>
                                        </p:cTn>
                                        <p:tgtEl>
                                          <p:spTgt spid="51242"/>
                                        </p:tgtEl>
                                        <p:attrNameLst>
                                          <p:attrName>style.visibility</p:attrName>
                                        </p:attrNameLst>
                                      </p:cBhvr>
                                      <p:to>
                                        <p:strVal val="visible"/>
                                      </p:to>
                                    </p:set>
                                    <p:animEffect transition="in" filter="wipe(left)">
                                      <p:cBhvr>
                                        <p:cTn id="30" dur="500"/>
                                        <p:tgtEl>
                                          <p:spTgt spid="51242"/>
                                        </p:tgtEl>
                                      </p:cBhvr>
                                    </p:animEffect>
                                  </p:childTnLst>
                                </p:cTn>
                              </p:par>
                            </p:childTnLst>
                          </p:cTn>
                        </p:par>
                        <p:par>
                          <p:cTn id="31" fill="hold">
                            <p:stCondLst>
                              <p:cond delay="500"/>
                            </p:stCondLst>
                            <p:childTnLst>
                              <p:par>
                                <p:cTn id="32" presetID="9" presetClass="entr" presetSubtype="0" fill="hold" nodeType="afterEffect">
                                  <p:stCondLst>
                                    <p:cond delay="0"/>
                                  </p:stCondLst>
                                  <p:childTnLst>
                                    <p:set>
                                      <p:cBhvr>
                                        <p:cTn id="33" dur="1" fill="hold">
                                          <p:stCondLst>
                                            <p:cond delay="0"/>
                                          </p:stCondLst>
                                        </p:cTn>
                                        <p:tgtEl>
                                          <p:spTgt spid="51243"/>
                                        </p:tgtEl>
                                        <p:attrNameLst>
                                          <p:attrName>style.visibility</p:attrName>
                                        </p:attrNameLst>
                                      </p:cBhvr>
                                      <p:to>
                                        <p:strVal val="visible"/>
                                      </p:to>
                                    </p:set>
                                    <p:animEffect transition="in" filter="dissolve">
                                      <p:cBhvr>
                                        <p:cTn id="34" dur="500"/>
                                        <p:tgtEl>
                                          <p:spTgt spid="51243"/>
                                        </p:tgtEl>
                                      </p:cBhvr>
                                    </p:animEffect>
                                  </p:childTnLst>
                                </p:cTn>
                              </p:par>
                            </p:childTnLst>
                          </p:cTn>
                        </p:par>
                        <p:par>
                          <p:cTn id="35" fill="hold">
                            <p:stCondLst>
                              <p:cond delay="1000"/>
                            </p:stCondLst>
                            <p:childTnLst>
                              <p:par>
                                <p:cTn id="36" presetID="22" presetClass="entr" presetSubtype="8" fill="hold" grpId="0" nodeType="afterEffect">
                                  <p:stCondLst>
                                    <p:cond delay="0"/>
                                  </p:stCondLst>
                                  <p:childTnLst>
                                    <p:set>
                                      <p:cBhvr>
                                        <p:cTn id="37" dur="1" fill="hold">
                                          <p:stCondLst>
                                            <p:cond delay="0"/>
                                          </p:stCondLst>
                                        </p:cTn>
                                        <p:tgtEl>
                                          <p:spTgt spid="51244"/>
                                        </p:tgtEl>
                                        <p:attrNameLst>
                                          <p:attrName>style.visibility</p:attrName>
                                        </p:attrNameLst>
                                      </p:cBhvr>
                                      <p:to>
                                        <p:strVal val="visible"/>
                                      </p:to>
                                    </p:set>
                                    <p:animEffect transition="in" filter="wipe(left)">
                                      <p:cBhvr>
                                        <p:cTn id="38" dur="500"/>
                                        <p:tgtEl>
                                          <p:spTgt spid="51244"/>
                                        </p:tgtEl>
                                      </p:cBhvr>
                                    </p:animEffect>
                                  </p:childTnLst>
                                </p:cTn>
                              </p:par>
                            </p:childTnLst>
                          </p:cTn>
                        </p:par>
                        <p:par>
                          <p:cTn id="39" fill="hold">
                            <p:stCondLst>
                              <p:cond delay="1500"/>
                            </p:stCondLst>
                            <p:childTnLst>
                              <p:par>
                                <p:cTn id="40" presetID="2" presetClass="entr" presetSubtype="8" fill="hold" nodeType="afterEffect">
                                  <p:stCondLst>
                                    <p:cond delay="0"/>
                                  </p:stCondLst>
                                  <p:childTnLst>
                                    <p:set>
                                      <p:cBhvr>
                                        <p:cTn id="41" dur="1" fill="hold">
                                          <p:stCondLst>
                                            <p:cond delay="0"/>
                                          </p:stCondLst>
                                        </p:cTn>
                                        <p:tgtEl>
                                          <p:spTgt spid="51249"/>
                                        </p:tgtEl>
                                        <p:attrNameLst>
                                          <p:attrName>style.visibility</p:attrName>
                                        </p:attrNameLst>
                                      </p:cBhvr>
                                      <p:to>
                                        <p:strVal val="visible"/>
                                      </p:to>
                                    </p:set>
                                    <p:anim calcmode="lin" valueType="num">
                                      <p:cBhvr additive="base">
                                        <p:cTn id="42" dur="500" fill="hold"/>
                                        <p:tgtEl>
                                          <p:spTgt spid="51249"/>
                                        </p:tgtEl>
                                        <p:attrNameLst>
                                          <p:attrName>ppt_x</p:attrName>
                                        </p:attrNameLst>
                                      </p:cBhvr>
                                      <p:tavLst>
                                        <p:tav tm="0">
                                          <p:val>
                                            <p:strVal val="0-#ppt_w/2"/>
                                          </p:val>
                                        </p:tav>
                                        <p:tav tm="100000">
                                          <p:val>
                                            <p:strVal val="#ppt_x"/>
                                          </p:val>
                                        </p:tav>
                                      </p:tavLst>
                                    </p:anim>
                                    <p:anim calcmode="lin" valueType="num">
                                      <p:cBhvr additive="base">
                                        <p:cTn id="43" dur="500" fill="hold"/>
                                        <p:tgtEl>
                                          <p:spTgt spid="51249"/>
                                        </p:tgtEl>
                                        <p:attrNameLst>
                                          <p:attrName>ppt_y</p:attrName>
                                        </p:attrNameLst>
                                      </p:cBhvr>
                                      <p:tavLst>
                                        <p:tav tm="0">
                                          <p:val>
                                            <p:strVal val="#ppt_y"/>
                                          </p:val>
                                        </p:tav>
                                        <p:tav tm="100000">
                                          <p:val>
                                            <p:strVal val="#ppt_y"/>
                                          </p:val>
                                        </p:tav>
                                      </p:tavLst>
                                    </p:anim>
                                  </p:childTnLst>
                                </p:cTn>
                              </p:par>
                            </p:childTnLst>
                          </p:cTn>
                        </p:par>
                        <p:par>
                          <p:cTn id="44" fill="hold">
                            <p:stCondLst>
                              <p:cond delay="2000"/>
                            </p:stCondLst>
                            <p:childTnLst>
                              <p:par>
                                <p:cTn id="45" presetID="2" presetClass="entr" presetSubtype="8" fill="hold" nodeType="afterEffect">
                                  <p:stCondLst>
                                    <p:cond delay="0"/>
                                  </p:stCondLst>
                                  <p:childTnLst>
                                    <p:set>
                                      <p:cBhvr>
                                        <p:cTn id="46" dur="1" fill="hold">
                                          <p:stCondLst>
                                            <p:cond delay="0"/>
                                          </p:stCondLst>
                                        </p:cTn>
                                        <p:tgtEl>
                                          <p:spTgt spid="51250"/>
                                        </p:tgtEl>
                                        <p:attrNameLst>
                                          <p:attrName>style.visibility</p:attrName>
                                        </p:attrNameLst>
                                      </p:cBhvr>
                                      <p:to>
                                        <p:strVal val="visible"/>
                                      </p:to>
                                    </p:set>
                                    <p:anim calcmode="lin" valueType="num">
                                      <p:cBhvr additive="base">
                                        <p:cTn id="47" dur="500" fill="hold"/>
                                        <p:tgtEl>
                                          <p:spTgt spid="51250"/>
                                        </p:tgtEl>
                                        <p:attrNameLst>
                                          <p:attrName>ppt_x</p:attrName>
                                        </p:attrNameLst>
                                      </p:cBhvr>
                                      <p:tavLst>
                                        <p:tav tm="0">
                                          <p:val>
                                            <p:strVal val="0-#ppt_w/2"/>
                                          </p:val>
                                        </p:tav>
                                        <p:tav tm="100000">
                                          <p:val>
                                            <p:strVal val="#ppt_x"/>
                                          </p:val>
                                        </p:tav>
                                      </p:tavLst>
                                    </p:anim>
                                    <p:anim calcmode="lin" valueType="num">
                                      <p:cBhvr additive="base">
                                        <p:cTn id="48" dur="500" fill="hold"/>
                                        <p:tgtEl>
                                          <p:spTgt spid="51250"/>
                                        </p:tgtEl>
                                        <p:attrNameLst>
                                          <p:attrName>ppt_y</p:attrName>
                                        </p:attrNameLst>
                                      </p:cBhvr>
                                      <p:tavLst>
                                        <p:tav tm="0">
                                          <p:val>
                                            <p:strVal val="#ppt_y"/>
                                          </p:val>
                                        </p:tav>
                                        <p:tav tm="100000">
                                          <p:val>
                                            <p:strVal val="#ppt_y"/>
                                          </p:val>
                                        </p:tav>
                                      </p:tavLst>
                                    </p:anim>
                                  </p:childTnLst>
                                </p:cTn>
                              </p:par>
                            </p:childTnLst>
                          </p:cTn>
                        </p:par>
                      </p:childTnLst>
                    </p:cTn>
                  </p:par>
                  <p:par>
                    <p:cTn id="49" fill="hold">
                      <p:stCondLst>
                        <p:cond delay="indefinite"/>
                      </p:stCondLst>
                      <p:childTnLst>
                        <p:par>
                          <p:cTn id="50" fill="hold">
                            <p:stCondLst>
                              <p:cond delay="0"/>
                            </p:stCondLst>
                            <p:childTnLst>
                              <p:par>
                                <p:cTn id="51" presetID="2" presetClass="entr" presetSubtype="8" fill="hold" grpId="0" nodeType="clickEffect">
                                  <p:stCondLst>
                                    <p:cond delay="0"/>
                                  </p:stCondLst>
                                  <p:childTnLst>
                                    <p:set>
                                      <p:cBhvr>
                                        <p:cTn id="52" dur="1" fill="hold">
                                          <p:stCondLst>
                                            <p:cond delay="0"/>
                                          </p:stCondLst>
                                        </p:cTn>
                                        <p:tgtEl>
                                          <p:spTgt spid="51247"/>
                                        </p:tgtEl>
                                        <p:attrNameLst>
                                          <p:attrName>style.visibility</p:attrName>
                                        </p:attrNameLst>
                                      </p:cBhvr>
                                      <p:to>
                                        <p:strVal val="visible"/>
                                      </p:to>
                                    </p:set>
                                    <p:anim calcmode="lin" valueType="num">
                                      <p:cBhvr additive="base">
                                        <p:cTn id="53" dur="500" fill="hold"/>
                                        <p:tgtEl>
                                          <p:spTgt spid="51247"/>
                                        </p:tgtEl>
                                        <p:attrNameLst>
                                          <p:attrName>ppt_x</p:attrName>
                                        </p:attrNameLst>
                                      </p:cBhvr>
                                      <p:tavLst>
                                        <p:tav tm="0">
                                          <p:val>
                                            <p:strVal val="0-#ppt_w/2"/>
                                          </p:val>
                                        </p:tav>
                                        <p:tav tm="100000">
                                          <p:val>
                                            <p:strVal val="#ppt_x"/>
                                          </p:val>
                                        </p:tav>
                                      </p:tavLst>
                                    </p:anim>
                                    <p:anim calcmode="lin" valueType="num">
                                      <p:cBhvr additive="base">
                                        <p:cTn id="54" dur="500" fill="hold"/>
                                        <p:tgtEl>
                                          <p:spTgt spid="51247"/>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205" grpId="0" autoUpdateAnimBg="0"/>
      <p:bldP spid="51206" grpId="0" autoUpdateAnimBg="0"/>
      <p:bldP spid="51241" grpId="0" autoUpdateAnimBg="0"/>
      <p:bldP spid="51242" grpId="0" autoUpdateAnimBg="0"/>
      <p:bldP spid="51244" grpId="0" autoUpdateAnimBg="0"/>
      <p:bldP spid="51247" grpId="0" autoUpdateAnimBg="0"/>
    </p:bldLst>
  </p:timing>
</p:sld>
</file>

<file path=ppt/slides/slide8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6147" name="Rectangle 2"/>
          <p:cNvSpPr>
            <a:spLocks noGrp="1" noChangeArrowheads="1"/>
          </p:cNvSpPr>
          <p:nvPr>
            <p:ph type="title"/>
          </p:nvPr>
        </p:nvSpPr>
        <p:spPr bwMode="auto">
          <a:xfrm>
            <a:off x="6384925" y="688975"/>
            <a:ext cx="2073275" cy="2254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eaLnBrk="1" hangingPunct="1"/>
            <a:r>
              <a:rPr lang="zh-CN" altLang="en-US" sz="800" smtClean="0">
                <a:solidFill>
                  <a:schemeClr val="bg1"/>
                </a:solidFill>
                <a:latin typeface="华文中宋" panose="02010600040101010101" pitchFamily="2" charset="-122"/>
                <a:ea typeface="华文中宋" panose="02010600040101010101" pitchFamily="2" charset="-122"/>
              </a:rPr>
              <a:t>滚动轴承尺寸的选择</a:t>
            </a:r>
            <a:r>
              <a:rPr lang="en-US" altLang="zh-CN" sz="800" smtClean="0">
                <a:solidFill>
                  <a:schemeClr val="bg1"/>
                </a:solidFill>
                <a:latin typeface="华文中宋" panose="02010600040101010101" pitchFamily="2" charset="-122"/>
                <a:ea typeface="华文中宋" panose="02010600040101010101" pitchFamily="2" charset="-122"/>
              </a:rPr>
              <a:t>8</a:t>
            </a:r>
            <a:endParaRPr lang="en-US" altLang="zh-CN" sz="800" smtClean="0">
              <a:solidFill>
                <a:schemeClr val="bg1"/>
              </a:solidFill>
              <a:latin typeface="华文中宋" panose="02010600040101010101" pitchFamily="2" charset="-122"/>
              <a:ea typeface="华文中宋" panose="02010600040101010101" pitchFamily="2" charset="-122"/>
            </a:endParaRPr>
          </a:p>
        </p:txBody>
      </p:sp>
      <p:sp>
        <p:nvSpPr>
          <p:cNvPr id="50507" name="Text Box 331"/>
          <p:cNvSpPr txBox="1">
            <a:spLocks noChangeArrowheads="1"/>
          </p:cNvSpPr>
          <p:nvPr/>
        </p:nvSpPr>
        <p:spPr bwMode="auto">
          <a:xfrm>
            <a:off x="406746" y="1004736"/>
            <a:ext cx="414528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57150">
                <a:solidFill>
                  <a:srgbClr val="000000"/>
                </a:solidFill>
                <a:miter lim="800000"/>
                <a:headEnd/>
                <a:tailEnd/>
              </a14:hiddenLine>
            </a:ext>
          </a:extLst>
        </p:spPr>
        <p:txBody>
          <a:bodyPr wrap="none">
            <a:spAutoFit/>
          </a:bodyPr>
          <a:lstStyle>
            <a:lvl1pPr eaLnBrk="0" hangingPunct="0">
              <a:defRPr kumimoji="1" sz="2000">
                <a:solidFill>
                  <a:srgbClr val="000099"/>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rgbClr val="000099"/>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rgbClr val="000099"/>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rgbClr val="000099"/>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lnSpc>
                <a:spcPct val="100000"/>
              </a:lnSpc>
              <a:buFontTx/>
              <a:buNone/>
            </a:pPr>
            <a:r>
              <a:rPr lang="zh-CN" altLang="en-US" sz="2400" dirty="0">
                <a:solidFill>
                  <a:srgbClr val="FF0000"/>
                </a:solidFill>
                <a:latin typeface="黑体" panose="02010609060101010101" pitchFamily="49" charset="-122"/>
                <a:ea typeface="黑体" panose="02010609060101010101" pitchFamily="49" charset="-122"/>
              </a:rPr>
              <a:t>九</a:t>
            </a:r>
            <a:r>
              <a:rPr lang="zh-CN" altLang="en-US" sz="2400" dirty="0" smtClean="0">
                <a:solidFill>
                  <a:srgbClr val="FF0000"/>
                </a:solidFill>
                <a:latin typeface="黑体" panose="02010609060101010101" pitchFamily="49" charset="-122"/>
                <a:ea typeface="黑体" panose="02010609060101010101" pitchFamily="49" charset="-122"/>
              </a:rPr>
              <a:t>、</a:t>
            </a:r>
            <a:r>
              <a:rPr lang="zh-CN" altLang="en-US" sz="2400" dirty="0">
                <a:solidFill>
                  <a:srgbClr val="FF0000"/>
                </a:solidFill>
                <a:latin typeface="黑体" panose="02010609060101010101" pitchFamily="49" charset="-122"/>
                <a:ea typeface="黑体" panose="02010609060101010101" pitchFamily="49" charset="-122"/>
              </a:rPr>
              <a:t>滚动轴承尺寸选择的过程</a:t>
            </a:r>
            <a:endParaRPr lang="zh-CN" altLang="en-US" sz="2400" dirty="0">
              <a:solidFill>
                <a:srgbClr val="FF0000"/>
              </a:solidFill>
              <a:latin typeface="黑体" panose="02010609060101010101" pitchFamily="49" charset="-122"/>
              <a:ea typeface="黑体" panose="02010609060101010101" pitchFamily="49" charset="-122"/>
            </a:endParaRPr>
          </a:p>
        </p:txBody>
      </p:sp>
      <p:sp>
        <p:nvSpPr>
          <p:cNvPr id="50508" name="Text Box 332"/>
          <p:cNvSpPr txBox="1">
            <a:spLocks noChangeArrowheads="1"/>
          </p:cNvSpPr>
          <p:nvPr/>
        </p:nvSpPr>
        <p:spPr bwMode="auto">
          <a:xfrm>
            <a:off x="2369585" y="1873458"/>
            <a:ext cx="3938587" cy="409575"/>
          </a:xfrm>
          <a:prstGeom prst="rect">
            <a:avLst/>
          </a:prstGeom>
          <a:gradFill flip="none" rotWithShape="1">
            <a:gsLst>
              <a:gs pos="0">
                <a:schemeClr val="tx2">
                  <a:lumMod val="60000"/>
                  <a:lumOff val="40000"/>
                  <a:tint val="66000"/>
                  <a:satMod val="160000"/>
                </a:schemeClr>
              </a:gs>
              <a:gs pos="50000">
                <a:schemeClr val="tx2">
                  <a:lumMod val="60000"/>
                  <a:lumOff val="40000"/>
                  <a:tint val="44500"/>
                  <a:satMod val="160000"/>
                </a:schemeClr>
              </a:gs>
              <a:gs pos="100000">
                <a:schemeClr val="tx2">
                  <a:lumMod val="60000"/>
                  <a:lumOff val="40000"/>
                  <a:tint val="23500"/>
                  <a:satMod val="160000"/>
                </a:schemeClr>
              </a:gs>
            </a:gsLst>
            <a:lin ang="5400000" scaled="1"/>
            <a:tileRect/>
          </a:gradFill>
          <a:ln w="12700">
            <a:solidFill>
              <a:srgbClr val="000099"/>
            </a:solidFill>
            <a:miter lim="800000"/>
          </a:ln>
        </p:spPr>
        <p:txBody>
          <a:bodyPr wrap="none">
            <a:spAutoFit/>
          </a:bodyPr>
          <a:lstStyle>
            <a:lvl1pPr eaLnBrk="0" hangingPunct="0">
              <a:defRPr kumimoji="1" sz="2000">
                <a:solidFill>
                  <a:srgbClr val="000099"/>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rgbClr val="000099"/>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rgbClr val="000099"/>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rgbClr val="000099"/>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lnSpc>
                <a:spcPct val="100000"/>
              </a:lnSpc>
              <a:buFontTx/>
              <a:buNone/>
            </a:pPr>
            <a:r>
              <a:rPr lang="zh-CN" altLang="en-US"/>
              <a:t>由力分析确定轴承所承受的</a:t>
            </a:r>
            <a:r>
              <a:rPr lang="en-US" altLang="zh-CN" i="1"/>
              <a:t>F</a:t>
            </a:r>
            <a:r>
              <a:rPr lang="en-US" altLang="zh-CN" baseline="-25000"/>
              <a:t>r</a:t>
            </a:r>
            <a:r>
              <a:rPr lang="zh-CN" altLang="en-US"/>
              <a:t>与</a:t>
            </a:r>
            <a:r>
              <a:rPr lang="en-US" altLang="zh-CN" i="1"/>
              <a:t>F</a:t>
            </a:r>
            <a:r>
              <a:rPr lang="en-US" altLang="zh-CN" baseline="-25000"/>
              <a:t>a</a:t>
            </a:r>
            <a:endParaRPr lang="en-US" altLang="zh-CN" baseline="-25000"/>
          </a:p>
        </p:txBody>
      </p:sp>
      <p:grpSp>
        <p:nvGrpSpPr>
          <p:cNvPr id="2" name="Group 333"/>
          <p:cNvGrpSpPr/>
          <p:nvPr/>
        </p:nvGrpSpPr>
        <p:grpSpPr bwMode="auto">
          <a:xfrm>
            <a:off x="2596597" y="2283033"/>
            <a:ext cx="3482975" cy="776287"/>
            <a:chOff x="1692" y="1075"/>
            <a:chExt cx="2194" cy="489"/>
          </a:xfrm>
        </p:grpSpPr>
        <p:sp>
          <p:nvSpPr>
            <p:cNvPr id="6167" name="Text Box 334"/>
            <p:cNvSpPr txBox="1">
              <a:spLocks noChangeArrowheads="1"/>
            </p:cNvSpPr>
            <p:nvPr/>
          </p:nvSpPr>
          <p:spPr bwMode="auto">
            <a:xfrm>
              <a:off x="1692" y="1306"/>
              <a:ext cx="2194" cy="258"/>
            </a:xfrm>
            <a:prstGeom prst="rect">
              <a:avLst/>
            </a:prstGeom>
            <a:gradFill flip="none" rotWithShape="1">
              <a:gsLst>
                <a:gs pos="0">
                  <a:schemeClr val="tx2">
                    <a:lumMod val="60000"/>
                    <a:lumOff val="40000"/>
                    <a:tint val="66000"/>
                    <a:satMod val="160000"/>
                  </a:schemeClr>
                </a:gs>
                <a:gs pos="50000">
                  <a:schemeClr val="tx2">
                    <a:lumMod val="60000"/>
                    <a:lumOff val="40000"/>
                    <a:tint val="44500"/>
                    <a:satMod val="160000"/>
                  </a:schemeClr>
                </a:gs>
                <a:gs pos="100000">
                  <a:schemeClr val="tx2">
                    <a:lumMod val="60000"/>
                    <a:lumOff val="40000"/>
                    <a:tint val="23500"/>
                    <a:satMod val="160000"/>
                  </a:schemeClr>
                </a:gs>
              </a:gsLst>
              <a:lin ang="5400000" scaled="1"/>
              <a:tileRect/>
            </a:gradFill>
            <a:ln w="12700">
              <a:solidFill>
                <a:srgbClr val="000099"/>
              </a:solidFill>
              <a:miter lim="800000"/>
            </a:ln>
          </p:spPr>
          <p:txBody>
            <a:bodyPr wrap="none">
              <a:spAutoFit/>
            </a:bodyPr>
            <a:lstStyle>
              <a:lvl1pPr eaLnBrk="0" hangingPunct="0">
                <a:defRPr kumimoji="1" sz="2000">
                  <a:solidFill>
                    <a:srgbClr val="000099"/>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rgbClr val="000099"/>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rgbClr val="000099"/>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rgbClr val="000099"/>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lnSpc>
                  <a:spcPct val="100000"/>
                </a:lnSpc>
                <a:buFontTx/>
                <a:buNone/>
              </a:pPr>
              <a:r>
                <a:rPr lang="zh-CN" altLang="en-US" dirty="0"/>
                <a:t>计算当量动载荷</a:t>
              </a:r>
              <a:r>
                <a:rPr lang="en-US" altLang="zh-CN" i="1" dirty="0"/>
                <a:t>P</a:t>
              </a:r>
              <a:r>
                <a:rPr lang="en-US" altLang="zh-CN" dirty="0"/>
                <a:t>=</a:t>
              </a:r>
              <a:r>
                <a:rPr lang="en-US" altLang="zh-CN" i="1" dirty="0" err="1"/>
                <a:t>f</a:t>
              </a:r>
              <a:r>
                <a:rPr lang="en-US" altLang="zh-CN" baseline="-25000" dirty="0" err="1"/>
                <a:t>P</a:t>
              </a:r>
              <a:r>
                <a:rPr lang="en-US" altLang="zh-CN" dirty="0"/>
                <a:t>(</a:t>
              </a:r>
              <a:r>
                <a:rPr lang="en-US" altLang="zh-CN" i="1" dirty="0" err="1"/>
                <a:t>XF</a:t>
              </a:r>
              <a:r>
                <a:rPr lang="en-US" altLang="zh-CN" baseline="-25000" dirty="0" err="1"/>
                <a:t>r</a:t>
              </a:r>
              <a:r>
                <a:rPr lang="en-US" altLang="zh-CN" dirty="0" err="1"/>
                <a:t>+</a:t>
              </a:r>
              <a:r>
                <a:rPr lang="en-US" altLang="zh-CN" i="1" dirty="0" err="1"/>
                <a:t>YF</a:t>
              </a:r>
              <a:r>
                <a:rPr lang="en-US" altLang="zh-CN" baseline="-25000" dirty="0" err="1"/>
                <a:t>a</a:t>
              </a:r>
              <a:r>
                <a:rPr lang="en-US" altLang="zh-CN" dirty="0"/>
                <a:t>)</a:t>
              </a:r>
              <a:endParaRPr lang="en-US" altLang="zh-CN" dirty="0"/>
            </a:p>
          </p:txBody>
        </p:sp>
        <p:sp>
          <p:nvSpPr>
            <p:cNvPr id="6168" name="Line 335"/>
            <p:cNvSpPr>
              <a:spLocks noChangeShapeType="1"/>
            </p:cNvSpPr>
            <p:nvPr/>
          </p:nvSpPr>
          <p:spPr bwMode="auto">
            <a:xfrm>
              <a:off x="2699" y="1075"/>
              <a:ext cx="0" cy="231"/>
            </a:xfrm>
            <a:prstGeom prst="line">
              <a:avLst/>
            </a:prstGeom>
            <a:noFill/>
            <a:ln w="12700">
              <a:solidFill>
                <a:schemeClr val="tx1"/>
              </a:solidFill>
              <a:round/>
              <a:tailEnd type="triangle" w="sm" len="lg"/>
            </a:ln>
            <a:extLst>
              <a:ext uri="{909E8E84-426E-40DD-AFC4-6F175D3DCCD1}">
                <a14:hiddenFill xmlns:a14="http://schemas.microsoft.com/office/drawing/2010/main">
                  <a:noFill/>
                </a14:hiddenFill>
              </a:ext>
            </a:extLst>
          </p:spPr>
          <p:txBody>
            <a:bodyPr/>
            <a:lstStyle/>
            <a:p>
              <a:endParaRPr lang="zh-CN" altLang="en-US"/>
            </a:p>
          </p:txBody>
        </p:sp>
      </p:grpSp>
      <p:grpSp>
        <p:nvGrpSpPr>
          <p:cNvPr id="3" name="Group 336"/>
          <p:cNvGrpSpPr/>
          <p:nvPr/>
        </p:nvGrpSpPr>
        <p:grpSpPr bwMode="auto">
          <a:xfrm>
            <a:off x="2245760" y="3059320"/>
            <a:ext cx="4186237" cy="776288"/>
            <a:chOff x="1471" y="1564"/>
            <a:chExt cx="2637" cy="489"/>
          </a:xfrm>
        </p:grpSpPr>
        <p:sp>
          <p:nvSpPr>
            <p:cNvPr id="6165" name="Text Box 337"/>
            <p:cNvSpPr txBox="1">
              <a:spLocks noChangeArrowheads="1"/>
            </p:cNvSpPr>
            <p:nvPr/>
          </p:nvSpPr>
          <p:spPr bwMode="auto">
            <a:xfrm>
              <a:off x="1471" y="1795"/>
              <a:ext cx="2637" cy="258"/>
            </a:xfrm>
            <a:prstGeom prst="rect">
              <a:avLst/>
            </a:prstGeom>
            <a:gradFill flip="none" rotWithShape="1">
              <a:gsLst>
                <a:gs pos="0">
                  <a:srgbClr val="0070C0">
                    <a:tint val="66000"/>
                    <a:satMod val="160000"/>
                  </a:srgbClr>
                </a:gs>
                <a:gs pos="50000">
                  <a:srgbClr val="0070C0">
                    <a:tint val="44500"/>
                    <a:satMod val="160000"/>
                  </a:srgbClr>
                </a:gs>
                <a:gs pos="100000">
                  <a:srgbClr val="0070C0">
                    <a:tint val="23500"/>
                    <a:satMod val="160000"/>
                  </a:srgbClr>
                </a:gs>
              </a:gsLst>
              <a:lin ang="5400000" scaled="1"/>
              <a:tileRect/>
            </a:gradFill>
            <a:ln w="12700">
              <a:solidFill>
                <a:srgbClr val="000099"/>
              </a:solidFill>
              <a:miter lim="800000"/>
            </a:ln>
          </p:spPr>
          <p:txBody>
            <a:bodyPr wrap="none">
              <a:spAutoFit/>
            </a:bodyPr>
            <a:lstStyle>
              <a:lvl1pPr eaLnBrk="0" hangingPunct="0">
                <a:defRPr kumimoji="1" sz="2000">
                  <a:solidFill>
                    <a:srgbClr val="000099"/>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rgbClr val="000099"/>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rgbClr val="000099"/>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rgbClr val="000099"/>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lnSpc>
                  <a:spcPct val="100000"/>
                </a:lnSpc>
                <a:buFontTx/>
                <a:buNone/>
              </a:pPr>
              <a:r>
                <a:rPr lang="zh-CN" altLang="en-US" dirty="0">
                  <a:solidFill>
                    <a:srgbClr val="002060"/>
                  </a:solidFill>
                </a:rPr>
                <a:t>明确轴承的工作转速</a:t>
              </a:r>
              <a:r>
                <a:rPr lang="en-US" altLang="zh-CN" i="1" dirty="0">
                  <a:solidFill>
                    <a:srgbClr val="002060"/>
                  </a:solidFill>
                </a:rPr>
                <a:t>n</a:t>
              </a:r>
              <a:r>
                <a:rPr lang="zh-CN" altLang="en-US" dirty="0">
                  <a:solidFill>
                    <a:srgbClr val="002060"/>
                  </a:solidFill>
                </a:rPr>
                <a:t>与预计寿命</a:t>
              </a:r>
              <a:r>
                <a:rPr lang="en-US" altLang="zh-CN" i="1" dirty="0">
                  <a:solidFill>
                    <a:srgbClr val="002060"/>
                  </a:solidFill>
                </a:rPr>
                <a:t>L</a:t>
              </a:r>
              <a:r>
                <a:rPr lang="en-US" altLang="zh-CN" baseline="-25000" dirty="0">
                  <a:solidFill>
                    <a:srgbClr val="002060"/>
                  </a:solidFill>
                </a:rPr>
                <a:t>10</a:t>
              </a:r>
              <a:endParaRPr lang="en-US" altLang="zh-CN" baseline="-25000" dirty="0">
                <a:solidFill>
                  <a:srgbClr val="002060"/>
                </a:solidFill>
              </a:endParaRPr>
            </a:p>
          </p:txBody>
        </p:sp>
        <p:sp>
          <p:nvSpPr>
            <p:cNvPr id="6166" name="Line 338"/>
            <p:cNvSpPr>
              <a:spLocks noChangeShapeType="1"/>
            </p:cNvSpPr>
            <p:nvPr/>
          </p:nvSpPr>
          <p:spPr bwMode="auto">
            <a:xfrm>
              <a:off x="2700" y="1564"/>
              <a:ext cx="0" cy="231"/>
            </a:xfrm>
            <a:prstGeom prst="line">
              <a:avLst/>
            </a:prstGeom>
            <a:noFill/>
            <a:ln w="12700">
              <a:solidFill>
                <a:schemeClr val="tx1"/>
              </a:solidFill>
              <a:round/>
              <a:tailEnd type="triangle" w="sm" len="lg"/>
            </a:ln>
            <a:extLst>
              <a:ext uri="{909E8E84-426E-40DD-AFC4-6F175D3DCCD1}">
                <a14:hiddenFill xmlns:a14="http://schemas.microsoft.com/office/drawing/2010/main">
                  <a:noFill/>
                </a14:hiddenFill>
              </a:ext>
            </a:extLst>
          </p:spPr>
          <p:txBody>
            <a:bodyPr/>
            <a:lstStyle/>
            <a:p>
              <a:endParaRPr lang="zh-CN" altLang="en-US"/>
            </a:p>
          </p:txBody>
        </p:sp>
      </p:grpSp>
      <p:grpSp>
        <p:nvGrpSpPr>
          <p:cNvPr id="4" name="Group 339"/>
          <p:cNvGrpSpPr/>
          <p:nvPr/>
        </p:nvGrpSpPr>
        <p:grpSpPr bwMode="auto">
          <a:xfrm>
            <a:off x="2233060" y="3835608"/>
            <a:ext cx="4213225" cy="1517650"/>
            <a:chOff x="1463" y="2053"/>
            <a:chExt cx="2654" cy="956"/>
          </a:xfrm>
        </p:grpSpPr>
        <p:grpSp>
          <p:nvGrpSpPr>
            <p:cNvPr id="6162" name="Group 340"/>
            <p:cNvGrpSpPr/>
            <p:nvPr/>
          </p:nvGrpSpPr>
          <p:grpSpPr bwMode="auto">
            <a:xfrm>
              <a:off x="1463" y="2284"/>
              <a:ext cx="2654" cy="725"/>
              <a:chOff x="1319" y="2347"/>
              <a:chExt cx="2654" cy="725"/>
            </a:xfrm>
          </p:grpSpPr>
          <p:sp>
            <p:nvSpPr>
              <p:cNvPr id="6164" name="Text Box 341"/>
              <p:cNvSpPr txBox="1">
                <a:spLocks noChangeArrowheads="1"/>
              </p:cNvSpPr>
              <p:nvPr/>
            </p:nvSpPr>
            <p:spPr bwMode="auto">
              <a:xfrm>
                <a:off x="1319" y="2347"/>
                <a:ext cx="2654" cy="725"/>
              </a:xfrm>
              <a:prstGeom prst="rect">
                <a:avLst/>
              </a:prstGeom>
              <a:gradFill flip="none" rotWithShape="1">
                <a:gsLst>
                  <a:gs pos="0">
                    <a:schemeClr val="tx2">
                      <a:lumMod val="60000"/>
                      <a:lumOff val="40000"/>
                      <a:tint val="66000"/>
                      <a:satMod val="160000"/>
                    </a:schemeClr>
                  </a:gs>
                  <a:gs pos="50000">
                    <a:schemeClr val="tx2">
                      <a:lumMod val="60000"/>
                      <a:lumOff val="40000"/>
                      <a:tint val="44500"/>
                      <a:satMod val="160000"/>
                    </a:schemeClr>
                  </a:gs>
                  <a:gs pos="100000">
                    <a:schemeClr val="tx2">
                      <a:lumMod val="60000"/>
                      <a:lumOff val="40000"/>
                      <a:tint val="23500"/>
                      <a:satMod val="160000"/>
                    </a:schemeClr>
                  </a:gs>
                </a:gsLst>
                <a:lin ang="5400000" scaled="1"/>
                <a:tileRect/>
              </a:gradFill>
              <a:ln w="12700">
                <a:solidFill>
                  <a:srgbClr val="000099"/>
                </a:solidFill>
                <a:miter lim="800000"/>
              </a:ln>
            </p:spPr>
            <p:txBody>
              <a:bodyPr/>
              <a:lstStyle>
                <a:lvl1pPr eaLnBrk="0" hangingPunct="0">
                  <a:defRPr kumimoji="1" sz="2000">
                    <a:solidFill>
                      <a:srgbClr val="000099"/>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rgbClr val="000099"/>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rgbClr val="000099"/>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rgbClr val="000099"/>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9pPr>
              </a:lstStyle>
              <a:p>
                <a:pPr algn="ctr" eaLnBrk="1" hangingPunct="1">
                  <a:lnSpc>
                    <a:spcPct val="100000"/>
                  </a:lnSpc>
                  <a:buFontTx/>
                  <a:buNone/>
                </a:pPr>
                <a:r>
                  <a:rPr lang="zh-CN" altLang="en-US" dirty="0">
                    <a:latin typeface="华文中宋" panose="02010600040101010101" pitchFamily="2" charset="-122"/>
                  </a:rPr>
                  <a:t>计算轴承应满足的基本额定动载荷</a:t>
                </a:r>
                <a:endParaRPr lang="zh-CN" altLang="en-US" dirty="0">
                  <a:latin typeface="华文中宋" panose="02010600040101010101" pitchFamily="2" charset="-122"/>
                </a:endParaRPr>
              </a:p>
              <a:p>
                <a:pPr algn="ctr" eaLnBrk="1" hangingPunct="1">
                  <a:lnSpc>
                    <a:spcPct val="100000"/>
                  </a:lnSpc>
                  <a:buFontTx/>
                  <a:buNone/>
                </a:pPr>
                <a:endParaRPr lang="zh-CN" altLang="en-US" dirty="0">
                  <a:latin typeface="华文中宋" panose="02010600040101010101" pitchFamily="2" charset="-122"/>
                </a:endParaRPr>
              </a:p>
              <a:p>
                <a:pPr algn="ctr" eaLnBrk="1" hangingPunct="1">
                  <a:lnSpc>
                    <a:spcPct val="100000"/>
                  </a:lnSpc>
                  <a:buFontTx/>
                  <a:buNone/>
                </a:pPr>
                <a:endParaRPr lang="en-US" altLang="zh-CN" dirty="0">
                  <a:latin typeface="华文中宋" panose="02010600040101010101" pitchFamily="2" charset="-122"/>
                </a:endParaRPr>
              </a:p>
            </p:txBody>
          </p:sp>
          <p:graphicFrame>
            <p:nvGraphicFramePr>
              <p:cNvPr id="6146" name="Object 0"/>
              <p:cNvGraphicFramePr>
                <a:graphicFrameLocks noChangeAspect="1"/>
              </p:cNvGraphicFramePr>
              <p:nvPr/>
            </p:nvGraphicFramePr>
            <p:xfrm>
              <a:off x="2047" y="2575"/>
              <a:ext cx="1099" cy="454"/>
            </p:xfrm>
            <a:graphic>
              <a:graphicData uri="http://schemas.openxmlformats.org/presentationml/2006/ole">
                <mc:AlternateContent xmlns:mc="http://schemas.openxmlformats.org/markup-compatibility/2006">
                  <mc:Choice xmlns:v="urn:schemas-microsoft-com:vml" Requires="v">
                    <p:oleObj spid="_x0000_s6209" name="Equation" r:id="rId1" imgW="1064895" imgH="440055" progId="Equation.3">
                      <p:embed/>
                    </p:oleObj>
                  </mc:Choice>
                  <mc:Fallback>
                    <p:oleObj name="Equation" r:id="rId1" imgW="1064895" imgH="440055" progId="Equation.3">
                      <p:embed/>
                      <p:pic>
                        <p:nvPicPr>
                          <p:cNvPr id="0" name="Object 0"/>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47" y="2575"/>
                            <a:ext cx="1099" cy="45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
          <p:nvSpPr>
            <p:cNvPr id="6163" name="Line 343"/>
            <p:cNvSpPr>
              <a:spLocks noChangeShapeType="1"/>
            </p:cNvSpPr>
            <p:nvPr/>
          </p:nvSpPr>
          <p:spPr bwMode="auto">
            <a:xfrm>
              <a:off x="2700" y="2053"/>
              <a:ext cx="0" cy="231"/>
            </a:xfrm>
            <a:prstGeom prst="line">
              <a:avLst/>
            </a:prstGeom>
            <a:noFill/>
            <a:ln w="12700">
              <a:solidFill>
                <a:schemeClr val="tx1"/>
              </a:solidFill>
              <a:round/>
              <a:tailEnd type="triangle" w="sm" len="lg"/>
            </a:ln>
            <a:extLst>
              <a:ext uri="{909E8E84-426E-40DD-AFC4-6F175D3DCCD1}">
                <a14:hiddenFill xmlns:a14="http://schemas.microsoft.com/office/drawing/2010/main">
                  <a:noFill/>
                </a14:hiddenFill>
              </a:ext>
            </a:extLst>
          </p:spPr>
          <p:txBody>
            <a:bodyPr/>
            <a:lstStyle/>
            <a:p>
              <a:endParaRPr lang="zh-CN" altLang="en-US"/>
            </a:p>
          </p:txBody>
        </p:sp>
      </p:grpSp>
      <p:grpSp>
        <p:nvGrpSpPr>
          <p:cNvPr id="6" name="Group 344"/>
          <p:cNvGrpSpPr/>
          <p:nvPr/>
        </p:nvGrpSpPr>
        <p:grpSpPr bwMode="auto">
          <a:xfrm>
            <a:off x="2219186" y="5404540"/>
            <a:ext cx="4260850" cy="776288"/>
            <a:chOff x="1448" y="3010"/>
            <a:chExt cx="2684" cy="489"/>
          </a:xfrm>
        </p:grpSpPr>
        <p:sp>
          <p:nvSpPr>
            <p:cNvPr id="6160" name="Text Box 345"/>
            <p:cNvSpPr txBox="1">
              <a:spLocks noChangeArrowheads="1"/>
            </p:cNvSpPr>
            <p:nvPr/>
          </p:nvSpPr>
          <p:spPr bwMode="auto">
            <a:xfrm>
              <a:off x="1448" y="3241"/>
              <a:ext cx="2684" cy="258"/>
            </a:xfrm>
            <a:prstGeom prst="rect">
              <a:avLst/>
            </a:prstGeom>
            <a:gradFill flip="none" rotWithShape="1">
              <a:gsLst>
                <a:gs pos="0">
                  <a:srgbClr val="0070C0">
                    <a:tint val="66000"/>
                    <a:satMod val="160000"/>
                  </a:srgbClr>
                </a:gs>
                <a:gs pos="50000">
                  <a:srgbClr val="0070C0">
                    <a:tint val="44500"/>
                    <a:satMod val="160000"/>
                  </a:srgbClr>
                </a:gs>
                <a:gs pos="100000">
                  <a:srgbClr val="0070C0">
                    <a:tint val="23500"/>
                    <a:satMod val="160000"/>
                  </a:srgbClr>
                </a:gs>
              </a:gsLst>
              <a:lin ang="5400000" scaled="1"/>
              <a:tileRect/>
            </a:gradFill>
            <a:ln w="12700">
              <a:solidFill>
                <a:srgbClr val="000099"/>
              </a:solidFill>
              <a:miter lim="800000"/>
            </a:ln>
          </p:spPr>
          <p:txBody>
            <a:bodyPr wrap="none">
              <a:spAutoFit/>
            </a:bodyPr>
            <a:lstStyle>
              <a:lvl1pPr eaLnBrk="0" hangingPunct="0">
                <a:defRPr kumimoji="1" sz="2000">
                  <a:solidFill>
                    <a:srgbClr val="000099"/>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rgbClr val="000099"/>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rgbClr val="000099"/>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rgbClr val="000099"/>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lnSpc>
                  <a:spcPct val="100000"/>
                </a:lnSpc>
                <a:buFontTx/>
                <a:buNone/>
              </a:pPr>
              <a:r>
                <a:rPr lang="zh-CN" altLang="en-US" dirty="0">
                  <a:latin typeface="华文中宋" panose="02010600040101010101" pitchFamily="2" charset="-122"/>
                </a:rPr>
                <a:t>由轴承样本（手册）查取合适的轴承</a:t>
              </a:r>
              <a:endParaRPr lang="zh-CN" altLang="en-US" dirty="0">
                <a:latin typeface="华文中宋" panose="02010600040101010101" pitchFamily="2" charset="-122"/>
              </a:endParaRPr>
            </a:p>
          </p:txBody>
        </p:sp>
        <p:sp>
          <p:nvSpPr>
            <p:cNvPr id="6161" name="Line 346"/>
            <p:cNvSpPr>
              <a:spLocks noChangeShapeType="1"/>
            </p:cNvSpPr>
            <p:nvPr/>
          </p:nvSpPr>
          <p:spPr bwMode="auto">
            <a:xfrm>
              <a:off x="2700" y="3010"/>
              <a:ext cx="0" cy="231"/>
            </a:xfrm>
            <a:prstGeom prst="line">
              <a:avLst/>
            </a:prstGeom>
            <a:noFill/>
            <a:ln w="12700">
              <a:solidFill>
                <a:schemeClr val="tx1"/>
              </a:solidFill>
              <a:round/>
              <a:tailEnd type="triangle" w="sm" len="lg"/>
            </a:ln>
            <a:extLst>
              <a:ext uri="{909E8E84-426E-40DD-AFC4-6F175D3DCCD1}">
                <a14:hiddenFill xmlns:a14="http://schemas.microsoft.com/office/drawing/2010/main">
                  <a:noFill/>
                </a14:hiddenFill>
              </a:ext>
            </a:extLst>
          </p:spPr>
          <p:txBody>
            <a:bodyPr/>
            <a:lstStyle/>
            <a:p>
              <a:endParaRPr lang="zh-CN" altLang="en-US"/>
            </a:p>
          </p:txBody>
        </p:sp>
      </p:grpSp>
      <p:sp>
        <p:nvSpPr>
          <p:cNvPr id="50525" name="Text Box 349"/>
          <p:cNvSpPr txBox="1">
            <a:spLocks noChangeArrowheads="1"/>
          </p:cNvSpPr>
          <p:nvPr/>
        </p:nvSpPr>
        <p:spPr bwMode="auto">
          <a:xfrm>
            <a:off x="6616700" y="6483350"/>
            <a:ext cx="9271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57150">
                <a:solidFill>
                  <a:srgbClr val="000000"/>
                </a:solidFill>
                <a:miter lim="800000"/>
                <a:headEnd/>
                <a:tailEnd/>
              </a14:hiddenLine>
            </a:ext>
          </a:extLst>
        </p:spPr>
        <p:txBody>
          <a:bodyPr>
            <a:spAutoFit/>
          </a:bodyPr>
          <a:lstStyle>
            <a:lvl1pPr eaLnBrk="0" hangingPunct="0">
              <a:defRPr kumimoji="1" sz="2000">
                <a:solidFill>
                  <a:srgbClr val="000099"/>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rgbClr val="000099"/>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rgbClr val="000099"/>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rgbClr val="000099"/>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9pPr>
          </a:lstStyle>
          <a:p>
            <a:pPr algn="ctr" eaLnBrk="1" hangingPunct="1">
              <a:lnSpc>
                <a:spcPct val="100000"/>
              </a:lnSpc>
              <a:spcBef>
                <a:spcPct val="50000"/>
              </a:spcBef>
              <a:buFontTx/>
              <a:buNone/>
            </a:pPr>
            <a:r>
              <a:rPr lang="en-US" altLang="zh-CN" sz="1800">
                <a:latin typeface="华文中宋" panose="02010600040101010101" pitchFamily="2" charset="-122"/>
              </a:rPr>
              <a:t>  </a:t>
            </a:r>
            <a:endParaRPr lang="en-US" altLang="zh-CN" sz="1800">
              <a:latin typeface="华文中宋" panose="02010600040101010101" pitchFamily="2" charset="-122"/>
            </a:endParaRPr>
          </a:p>
        </p:txBody>
      </p:sp>
      <p:pic>
        <p:nvPicPr>
          <p:cNvPr id="50527" name="Picture 351" descr="back1">
            <a:hlinkClick r:id="" tooltip="上一页" action="ppaction://hlinkshowjump?jump=previousslide"/>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397875" y="6483350"/>
            <a:ext cx="306388" cy="306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0528" name="Picture 352" descr="rewind1">
            <a:hlinkClick r:id="" action="ppaction://hlinkshowjump?jump=firstslide"/>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8023225" y="6483350"/>
            <a:ext cx="306388" cy="306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0529" name="Picture 353" descr="NEXT1">
            <a:hlinkClick r:id="" tooltip="下一页" action="ppaction://hlinkshowjump?jump=nextslide"/>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8774113" y="6483350"/>
            <a:ext cx="306387" cy="306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159" name="直接连接符 6"/>
          <p:cNvSpPr>
            <a:spLocks noChangeShapeType="1"/>
          </p:cNvSpPr>
          <p:nvPr/>
        </p:nvSpPr>
        <p:spPr bwMode="auto">
          <a:xfrm>
            <a:off x="0" y="765175"/>
            <a:ext cx="9144000" cy="0"/>
          </a:xfrm>
          <a:prstGeom prst="line">
            <a:avLst/>
          </a:prstGeom>
          <a:noFill/>
          <a:ln w="28575">
            <a:solidFill>
              <a:srgbClr val="CC3300"/>
            </a:solidFill>
            <a:miter lim="800000"/>
          </a:ln>
          <a:extLst>
            <a:ext uri="{909E8E84-426E-40DD-AFC4-6F175D3DCCD1}">
              <a14:hiddenFill xmlns:a14="http://schemas.microsoft.com/office/drawing/2010/main">
                <a:noFill/>
              </a14:hiddenFill>
            </a:ext>
          </a:extLst>
        </p:spPr>
        <p:txBody>
          <a:bodyPr/>
          <a:lstStyle/>
          <a:p>
            <a:endParaRPr lang="zh-CN" altLang="en-US"/>
          </a:p>
        </p:txBody>
      </p:sp>
      <p:sp>
        <p:nvSpPr>
          <p:cNvPr id="14339" name="Rectangle 34"/>
          <p:cNvSpPr>
            <a:spLocks noChangeArrowheads="1"/>
          </p:cNvSpPr>
          <p:nvPr/>
        </p:nvSpPr>
        <p:spPr bwMode="auto">
          <a:xfrm>
            <a:off x="3687417" y="228600"/>
            <a:ext cx="4846983" cy="533400"/>
          </a:xfrm>
          <a:prstGeom prst="rect">
            <a:avLst/>
          </a:prstGeom>
          <a:noFill/>
          <a:ln>
            <a:noFill/>
          </a:ln>
          <a:effectLst/>
          <a:extLst>
            <a:ext uri="{909E8E84-426E-40DD-AFC4-6F175D3DCCD1}">
              <a14:hiddenFill xmlns:a14="http://schemas.microsoft.com/office/drawing/2010/main">
                <a:gradFill rotWithShape="0">
                  <a:gsLst>
                    <a:gs pos="0">
                      <a:srgbClr val="E5DCB5"/>
                    </a:gs>
                    <a:gs pos="100000">
                      <a:srgbClr val="FDFBF1"/>
                    </a:gs>
                  </a:gsLst>
                  <a:lin ang="0" scaled="1"/>
                </a:gradFill>
              </a14:hiddenFill>
            </a:ext>
            <a:ext uri="{91240B29-F687-4F45-9708-019B960494DF}">
              <a14:hiddenLine xmlns:a14="http://schemas.microsoft.com/office/drawing/2010/main" w="9525">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tIns="36000" bIns="72000" anchor="ctr" anchorCtr="1"/>
          <a:lstStyle>
            <a:lvl1pPr>
              <a:lnSpc>
                <a:spcPct val="120000"/>
              </a:lnSpc>
              <a:buChar char="•"/>
              <a:defRPr kumimoji="1" sz="2000">
                <a:solidFill>
                  <a:srgbClr val="000099"/>
                </a:solidFill>
                <a:latin typeface="Times New Roman" panose="02020603050405020304" pitchFamily="18" charset="0"/>
                <a:ea typeface="华文中宋" panose="02010600040101010101" pitchFamily="2" charset="-122"/>
              </a:defRPr>
            </a:lvl1pPr>
            <a:lvl2pPr marL="742950" indent="-285750">
              <a:lnSpc>
                <a:spcPct val="120000"/>
              </a:lnSpc>
              <a:buChar char="•"/>
              <a:defRPr kumimoji="1" sz="2000">
                <a:solidFill>
                  <a:srgbClr val="000099"/>
                </a:solidFill>
                <a:latin typeface="Times New Roman" panose="02020603050405020304" pitchFamily="18" charset="0"/>
                <a:ea typeface="华文中宋" panose="02010600040101010101" pitchFamily="2" charset="-122"/>
              </a:defRPr>
            </a:lvl2pPr>
            <a:lvl3pPr marL="1143000" indent="-228600">
              <a:lnSpc>
                <a:spcPct val="120000"/>
              </a:lnSpc>
              <a:buChar char="•"/>
              <a:defRPr kumimoji="1" sz="2000">
                <a:solidFill>
                  <a:srgbClr val="000099"/>
                </a:solidFill>
                <a:latin typeface="Times New Roman" panose="02020603050405020304" pitchFamily="18" charset="0"/>
                <a:ea typeface="华文中宋" panose="02010600040101010101" pitchFamily="2" charset="-122"/>
              </a:defRPr>
            </a:lvl3pPr>
            <a:lvl4pPr marL="1600200" indent="-228600">
              <a:lnSpc>
                <a:spcPct val="120000"/>
              </a:lnSpc>
              <a:buChar char="•"/>
              <a:defRPr kumimoji="1" sz="2000">
                <a:solidFill>
                  <a:srgbClr val="000099"/>
                </a:solidFill>
                <a:latin typeface="Times New Roman" panose="02020603050405020304" pitchFamily="18" charset="0"/>
                <a:ea typeface="华文中宋" panose="02010600040101010101" pitchFamily="2" charset="-122"/>
              </a:defRPr>
            </a:lvl4pPr>
            <a:lvl5pPr marL="2057400" indent="-228600">
              <a:lnSpc>
                <a:spcPct val="120000"/>
              </a:lnSpc>
              <a:buChar char="•"/>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lnSpc>
                <a:spcPct val="100000"/>
              </a:lnSpc>
              <a:buFontTx/>
              <a:buNone/>
            </a:pPr>
            <a:r>
              <a:rPr lang="en-US" altLang="zh-CN" sz="3000" dirty="0" smtClean="0">
                <a:solidFill>
                  <a:srgbClr val="CC3300"/>
                </a:solidFill>
                <a:latin typeface="黑体" panose="02010609060101010101" pitchFamily="49" charset="-122"/>
                <a:ea typeface="黑体" panose="02010609060101010101" pitchFamily="49" charset="-122"/>
              </a:rPr>
              <a:t>3.6-5 </a:t>
            </a:r>
            <a:r>
              <a:rPr lang="zh-CN" altLang="en-US" sz="3000" dirty="0" smtClean="0">
                <a:solidFill>
                  <a:srgbClr val="CC3300"/>
                </a:solidFill>
                <a:latin typeface="黑体" panose="02010609060101010101" pitchFamily="49" charset="-122"/>
                <a:ea typeface="黑体" panose="02010609060101010101" pitchFamily="49" charset="-122"/>
              </a:rPr>
              <a:t>滚动轴承的寿命计算</a:t>
            </a:r>
            <a:endParaRPr lang="en-US" altLang="zh-CN" sz="3000" dirty="0">
              <a:solidFill>
                <a:srgbClr val="CC3300"/>
              </a:solidFill>
              <a:latin typeface="黑体" panose="02010609060101010101" pitchFamily="49" charset="-122"/>
              <a:ea typeface="黑体" panose="02010609060101010101" pitchFamily="49" charset="-122"/>
            </a:endParaRPr>
          </a:p>
        </p:txBody>
      </p:sp>
    </p:spTree>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50507"/>
                                        </p:tgtEl>
                                        <p:attrNameLst>
                                          <p:attrName>style.visibility</p:attrName>
                                        </p:attrNameLst>
                                      </p:cBhvr>
                                      <p:to>
                                        <p:strVal val="visible"/>
                                      </p:to>
                                    </p:set>
                                    <p:animEffect transition="in" filter="wipe(left)">
                                      <p:cBhvr>
                                        <p:cTn id="7" dur="500"/>
                                        <p:tgtEl>
                                          <p:spTgt spid="50507"/>
                                        </p:tgtEl>
                                      </p:cBhvr>
                                    </p:animEffect>
                                  </p:childTnLst>
                                </p:cTn>
                              </p:par>
                            </p:childTnLst>
                          </p:cTn>
                        </p:par>
                        <p:par>
                          <p:cTn id="8" fill="hold">
                            <p:stCondLst>
                              <p:cond delay="500"/>
                            </p:stCondLst>
                            <p:childTnLst>
                              <p:par>
                                <p:cTn id="9" presetID="22" presetClass="entr" presetSubtype="1" fill="hold" grpId="0" nodeType="afterEffect">
                                  <p:stCondLst>
                                    <p:cond delay="0"/>
                                  </p:stCondLst>
                                  <p:childTnLst>
                                    <p:set>
                                      <p:cBhvr>
                                        <p:cTn id="10" dur="1" fill="hold">
                                          <p:stCondLst>
                                            <p:cond delay="0"/>
                                          </p:stCondLst>
                                        </p:cTn>
                                        <p:tgtEl>
                                          <p:spTgt spid="50508"/>
                                        </p:tgtEl>
                                        <p:attrNameLst>
                                          <p:attrName>style.visibility</p:attrName>
                                        </p:attrNameLst>
                                      </p:cBhvr>
                                      <p:to>
                                        <p:strVal val="visible"/>
                                      </p:to>
                                    </p:set>
                                    <p:animEffect transition="in" filter="wipe(up)">
                                      <p:cBhvr>
                                        <p:cTn id="11" dur="500"/>
                                        <p:tgtEl>
                                          <p:spTgt spid="50508"/>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1" fill="hold" nodeType="clickEffect">
                                  <p:stCondLst>
                                    <p:cond delay="0"/>
                                  </p:stCondLst>
                                  <p:childTnLst>
                                    <p:set>
                                      <p:cBhvr>
                                        <p:cTn id="15" dur="1" fill="hold">
                                          <p:stCondLst>
                                            <p:cond delay="0"/>
                                          </p:stCondLst>
                                        </p:cTn>
                                        <p:tgtEl>
                                          <p:spTgt spid="2"/>
                                        </p:tgtEl>
                                        <p:attrNameLst>
                                          <p:attrName>style.visibility</p:attrName>
                                        </p:attrNameLst>
                                      </p:cBhvr>
                                      <p:to>
                                        <p:strVal val="visible"/>
                                      </p:to>
                                    </p:set>
                                    <p:animEffect transition="in" filter="wipe(up)">
                                      <p:cBhvr>
                                        <p:cTn id="16" dur="500"/>
                                        <p:tgtEl>
                                          <p:spTgt spid="2"/>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1" fill="hold" nodeType="clickEffect">
                                  <p:stCondLst>
                                    <p:cond delay="0"/>
                                  </p:stCondLst>
                                  <p:childTnLst>
                                    <p:set>
                                      <p:cBhvr>
                                        <p:cTn id="20" dur="1" fill="hold">
                                          <p:stCondLst>
                                            <p:cond delay="0"/>
                                          </p:stCondLst>
                                        </p:cTn>
                                        <p:tgtEl>
                                          <p:spTgt spid="3"/>
                                        </p:tgtEl>
                                        <p:attrNameLst>
                                          <p:attrName>style.visibility</p:attrName>
                                        </p:attrNameLst>
                                      </p:cBhvr>
                                      <p:to>
                                        <p:strVal val="visible"/>
                                      </p:to>
                                    </p:set>
                                    <p:animEffect transition="in" filter="wipe(up)">
                                      <p:cBhvr>
                                        <p:cTn id="21" dur="500"/>
                                        <p:tgtEl>
                                          <p:spTgt spid="3"/>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1" fill="hold" nodeType="clickEffect">
                                  <p:stCondLst>
                                    <p:cond delay="0"/>
                                  </p:stCondLst>
                                  <p:childTnLst>
                                    <p:set>
                                      <p:cBhvr>
                                        <p:cTn id="25" dur="1" fill="hold">
                                          <p:stCondLst>
                                            <p:cond delay="0"/>
                                          </p:stCondLst>
                                        </p:cTn>
                                        <p:tgtEl>
                                          <p:spTgt spid="4"/>
                                        </p:tgtEl>
                                        <p:attrNameLst>
                                          <p:attrName>style.visibility</p:attrName>
                                        </p:attrNameLst>
                                      </p:cBhvr>
                                      <p:to>
                                        <p:strVal val="visible"/>
                                      </p:to>
                                    </p:set>
                                    <p:animEffect transition="in" filter="wipe(up)">
                                      <p:cBhvr>
                                        <p:cTn id="26" dur="500"/>
                                        <p:tgtEl>
                                          <p:spTgt spid="4"/>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1" fill="hold" nodeType="clickEffect">
                                  <p:stCondLst>
                                    <p:cond delay="0"/>
                                  </p:stCondLst>
                                  <p:childTnLst>
                                    <p:set>
                                      <p:cBhvr>
                                        <p:cTn id="30" dur="1" fill="hold">
                                          <p:stCondLst>
                                            <p:cond delay="0"/>
                                          </p:stCondLst>
                                        </p:cTn>
                                        <p:tgtEl>
                                          <p:spTgt spid="6"/>
                                        </p:tgtEl>
                                        <p:attrNameLst>
                                          <p:attrName>style.visibility</p:attrName>
                                        </p:attrNameLst>
                                      </p:cBhvr>
                                      <p:to>
                                        <p:strVal val="visible"/>
                                      </p:to>
                                    </p:set>
                                    <p:animEffect transition="in" filter="wipe(up)">
                                      <p:cBhvr>
                                        <p:cTn id="31" dur="500"/>
                                        <p:tgtEl>
                                          <p:spTgt spid="6"/>
                                        </p:tgtEl>
                                      </p:cBhvr>
                                    </p:animEffect>
                                  </p:childTnLst>
                                </p:cTn>
                              </p:par>
                            </p:childTnLst>
                          </p:cTn>
                        </p:par>
                        <p:par>
                          <p:cTn id="32" fill="hold">
                            <p:stCondLst>
                              <p:cond delay="500"/>
                            </p:stCondLst>
                            <p:childTnLst>
                              <p:par>
                                <p:cTn id="33" presetID="1" presetClass="entr" presetSubtype="0" fill="hold" nodeType="afterEffect">
                                  <p:stCondLst>
                                    <p:cond delay="0"/>
                                  </p:stCondLst>
                                  <p:childTnLst>
                                    <p:set>
                                      <p:cBhvr>
                                        <p:cTn id="34" dur="1" fill="hold">
                                          <p:stCondLst>
                                            <p:cond delay="499"/>
                                          </p:stCondLst>
                                        </p:cTn>
                                        <p:tgtEl>
                                          <p:spTgt spid="50529"/>
                                        </p:tgtEl>
                                        <p:attrNameLst>
                                          <p:attrName>style.visibility</p:attrName>
                                        </p:attrNameLst>
                                      </p:cBhvr>
                                      <p:to>
                                        <p:strVal val="visible"/>
                                      </p:to>
                                    </p:set>
                                  </p:childTnLst>
                                </p:cTn>
                              </p:par>
                            </p:childTnLst>
                          </p:cTn>
                        </p:par>
                        <p:par>
                          <p:cTn id="35" fill="hold">
                            <p:stCondLst>
                              <p:cond delay="1000"/>
                            </p:stCondLst>
                            <p:childTnLst>
                              <p:par>
                                <p:cTn id="36" presetID="2" presetClass="entr" presetSubtype="8" fill="hold" nodeType="afterEffect">
                                  <p:stCondLst>
                                    <p:cond delay="0"/>
                                  </p:stCondLst>
                                  <p:childTnLst>
                                    <p:set>
                                      <p:cBhvr>
                                        <p:cTn id="37" dur="1" fill="hold">
                                          <p:stCondLst>
                                            <p:cond delay="0"/>
                                          </p:stCondLst>
                                        </p:cTn>
                                        <p:tgtEl>
                                          <p:spTgt spid="50527"/>
                                        </p:tgtEl>
                                        <p:attrNameLst>
                                          <p:attrName>style.visibility</p:attrName>
                                        </p:attrNameLst>
                                      </p:cBhvr>
                                      <p:to>
                                        <p:strVal val="visible"/>
                                      </p:to>
                                    </p:set>
                                    <p:anim calcmode="lin" valueType="num">
                                      <p:cBhvr additive="base">
                                        <p:cTn id="38" dur="500" fill="hold"/>
                                        <p:tgtEl>
                                          <p:spTgt spid="50527"/>
                                        </p:tgtEl>
                                        <p:attrNameLst>
                                          <p:attrName>ppt_x</p:attrName>
                                        </p:attrNameLst>
                                      </p:cBhvr>
                                      <p:tavLst>
                                        <p:tav tm="0">
                                          <p:val>
                                            <p:strVal val="0-#ppt_w/2"/>
                                          </p:val>
                                        </p:tav>
                                        <p:tav tm="100000">
                                          <p:val>
                                            <p:strVal val="#ppt_x"/>
                                          </p:val>
                                        </p:tav>
                                      </p:tavLst>
                                    </p:anim>
                                    <p:anim calcmode="lin" valueType="num">
                                      <p:cBhvr additive="base">
                                        <p:cTn id="39" dur="500" fill="hold"/>
                                        <p:tgtEl>
                                          <p:spTgt spid="50527"/>
                                        </p:tgtEl>
                                        <p:attrNameLst>
                                          <p:attrName>ppt_y</p:attrName>
                                        </p:attrNameLst>
                                      </p:cBhvr>
                                      <p:tavLst>
                                        <p:tav tm="0">
                                          <p:val>
                                            <p:strVal val="#ppt_y"/>
                                          </p:val>
                                        </p:tav>
                                        <p:tav tm="100000">
                                          <p:val>
                                            <p:strVal val="#ppt_y"/>
                                          </p:val>
                                        </p:tav>
                                      </p:tavLst>
                                    </p:anim>
                                  </p:childTnLst>
                                </p:cTn>
                              </p:par>
                            </p:childTnLst>
                          </p:cTn>
                        </p:par>
                        <p:par>
                          <p:cTn id="40" fill="hold">
                            <p:stCondLst>
                              <p:cond delay="1500"/>
                            </p:stCondLst>
                            <p:childTnLst>
                              <p:par>
                                <p:cTn id="41" presetID="2" presetClass="entr" presetSubtype="8" fill="hold" nodeType="afterEffect">
                                  <p:stCondLst>
                                    <p:cond delay="0"/>
                                  </p:stCondLst>
                                  <p:childTnLst>
                                    <p:set>
                                      <p:cBhvr>
                                        <p:cTn id="42" dur="1" fill="hold">
                                          <p:stCondLst>
                                            <p:cond delay="0"/>
                                          </p:stCondLst>
                                        </p:cTn>
                                        <p:tgtEl>
                                          <p:spTgt spid="50528"/>
                                        </p:tgtEl>
                                        <p:attrNameLst>
                                          <p:attrName>style.visibility</p:attrName>
                                        </p:attrNameLst>
                                      </p:cBhvr>
                                      <p:to>
                                        <p:strVal val="visible"/>
                                      </p:to>
                                    </p:set>
                                    <p:anim calcmode="lin" valueType="num">
                                      <p:cBhvr additive="base">
                                        <p:cTn id="43" dur="500" fill="hold"/>
                                        <p:tgtEl>
                                          <p:spTgt spid="50528"/>
                                        </p:tgtEl>
                                        <p:attrNameLst>
                                          <p:attrName>ppt_x</p:attrName>
                                        </p:attrNameLst>
                                      </p:cBhvr>
                                      <p:tavLst>
                                        <p:tav tm="0">
                                          <p:val>
                                            <p:strVal val="0-#ppt_w/2"/>
                                          </p:val>
                                        </p:tav>
                                        <p:tav tm="100000">
                                          <p:val>
                                            <p:strVal val="#ppt_x"/>
                                          </p:val>
                                        </p:tav>
                                      </p:tavLst>
                                    </p:anim>
                                    <p:anim calcmode="lin" valueType="num">
                                      <p:cBhvr additive="base">
                                        <p:cTn id="44" dur="500" fill="hold"/>
                                        <p:tgtEl>
                                          <p:spTgt spid="50528"/>
                                        </p:tgtEl>
                                        <p:attrNameLst>
                                          <p:attrName>ppt_y</p:attrName>
                                        </p:attrNameLst>
                                      </p:cBhvr>
                                      <p:tavLst>
                                        <p:tav tm="0">
                                          <p:val>
                                            <p:strVal val="#ppt_y"/>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8" fill="hold" grpId="0" nodeType="clickEffect">
                                  <p:stCondLst>
                                    <p:cond delay="0"/>
                                  </p:stCondLst>
                                  <p:childTnLst>
                                    <p:set>
                                      <p:cBhvr>
                                        <p:cTn id="48" dur="1" fill="hold">
                                          <p:stCondLst>
                                            <p:cond delay="0"/>
                                          </p:stCondLst>
                                        </p:cTn>
                                        <p:tgtEl>
                                          <p:spTgt spid="50525"/>
                                        </p:tgtEl>
                                        <p:attrNameLst>
                                          <p:attrName>style.visibility</p:attrName>
                                        </p:attrNameLst>
                                      </p:cBhvr>
                                      <p:to>
                                        <p:strVal val="visible"/>
                                      </p:to>
                                    </p:set>
                                    <p:anim calcmode="lin" valueType="num">
                                      <p:cBhvr additive="base">
                                        <p:cTn id="49" dur="500" fill="hold"/>
                                        <p:tgtEl>
                                          <p:spTgt spid="50525"/>
                                        </p:tgtEl>
                                        <p:attrNameLst>
                                          <p:attrName>ppt_x</p:attrName>
                                        </p:attrNameLst>
                                      </p:cBhvr>
                                      <p:tavLst>
                                        <p:tav tm="0">
                                          <p:val>
                                            <p:strVal val="0-#ppt_w/2"/>
                                          </p:val>
                                        </p:tav>
                                        <p:tav tm="100000">
                                          <p:val>
                                            <p:strVal val="#ppt_x"/>
                                          </p:val>
                                        </p:tav>
                                      </p:tavLst>
                                    </p:anim>
                                    <p:anim calcmode="lin" valueType="num">
                                      <p:cBhvr additive="base">
                                        <p:cTn id="50" dur="500" fill="hold"/>
                                        <p:tgtEl>
                                          <p:spTgt spid="50525"/>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507" grpId="0" autoUpdateAnimBg="0"/>
      <p:bldP spid="50508" grpId="0" animBg="1" autoUpdateAnimBg="0"/>
      <p:bldP spid="50525" grpId="0" autoUpdateAnimBg="0"/>
    </p:bld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9" name="Rectangle 7"/>
          <p:cNvSpPr>
            <a:spLocks noGrp="1" noChangeArrowheads="1"/>
          </p:cNvSpPr>
          <p:nvPr>
            <p:ph type="title"/>
          </p:nvPr>
        </p:nvSpPr>
        <p:spPr bwMode="auto">
          <a:xfrm>
            <a:off x="5689600" y="711200"/>
            <a:ext cx="1854200" cy="177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eaLnBrk="1" hangingPunct="1"/>
            <a:r>
              <a:rPr lang="zh-CN" altLang="en-US" sz="800" smtClean="0">
                <a:solidFill>
                  <a:schemeClr val="bg1"/>
                </a:solidFill>
                <a:latin typeface="华文中宋" panose="02010600040101010101" pitchFamily="2" charset="-122"/>
                <a:ea typeface="华文中宋" panose="02010600040101010101" pitchFamily="2" charset="-122"/>
              </a:rPr>
              <a:t>轴承装置的设计</a:t>
            </a:r>
            <a:r>
              <a:rPr lang="en-US" altLang="zh-CN" sz="800" smtClean="0">
                <a:solidFill>
                  <a:schemeClr val="bg1"/>
                </a:solidFill>
                <a:latin typeface="华文中宋" panose="02010600040101010101" pitchFamily="2" charset="-122"/>
                <a:ea typeface="华文中宋" panose="02010600040101010101" pitchFamily="2" charset="-122"/>
              </a:rPr>
              <a:t>1</a:t>
            </a:r>
            <a:endParaRPr lang="en-US" altLang="zh-CN" sz="800" smtClean="0">
              <a:solidFill>
                <a:schemeClr val="bg1"/>
              </a:solidFill>
              <a:latin typeface="华文中宋" panose="02010600040101010101" pitchFamily="2" charset="-122"/>
              <a:ea typeface="华文中宋" panose="02010600040101010101" pitchFamily="2" charset="-122"/>
            </a:endParaRPr>
          </a:p>
        </p:txBody>
      </p:sp>
      <p:sp>
        <p:nvSpPr>
          <p:cNvPr id="25609" name="Text Box 9"/>
          <p:cNvSpPr txBox="1">
            <a:spLocks noChangeArrowheads="1"/>
          </p:cNvSpPr>
          <p:nvPr/>
        </p:nvSpPr>
        <p:spPr bwMode="auto">
          <a:xfrm>
            <a:off x="479537" y="1383939"/>
            <a:ext cx="7310644" cy="39693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2000">
                <a:solidFill>
                  <a:srgbClr val="000099"/>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rgbClr val="000099"/>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rgbClr val="000099"/>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rgbClr val="000099"/>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lnSpc>
                <a:spcPct val="150000"/>
              </a:lnSpc>
              <a:buFontTx/>
              <a:buNone/>
            </a:pPr>
            <a:r>
              <a:rPr lang="zh-CN" altLang="en-US" sz="2400" dirty="0" smtClean="0">
                <a:solidFill>
                  <a:srgbClr val="0000FF"/>
                </a:solidFill>
                <a:latin typeface="黑体" panose="02010609060101010101" pitchFamily="49" charset="-122"/>
                <a:ea typeface="黑体" panose="02010609060101010101" pitchFamily="49" charset="-122"/>
              </a:rPr>
              <a:t>轴承</a:t>
            </a:r>
            <a:r>
              <a:rPr lang="zh-CN" altLang="en-US" sz="2400" dirty="0">
                <a:solidFill>
                  <a:srgbClr val="0000FF"/>
                </a:solidFill>
                <a:latin typeface="黑体" panose="02010609060101010101" pitchFamily="49" charset="-122"/>
                <a:ea typeface="黑体" panose="02010609060101010101" pitchFamily="49" charset="-122"/>
              </a:rPr>
              <a:t>的装置设计的内容包括</a:t>
            </a:r>
            <a:r>
              <a:rPr lang="zh-CN" altLang="en-US" sz="2400" dirty="0" smtClean="0">
                <a:solidFill>
                  <a:srgbClr val="0000FF"/>
                </a:solidFill>
                <a:latin typeface="黑体" panose="02010609060101010101" pitchFamily="49" charset="-122"/>
                <a:ea typeface="黑体" panose="02010609060101010101" pitchFamily="49" charset="-122"/>
              </a:rPr>
              <a:t>：</a:t>
            </a:r>
            <a:endParaRPr lang="en-US" altLang="zh-CN" sz="2400" dirty="0" smtClean="0">
              <a:solidFill>
                <a:srgbClr val="0000FF"/>
              </a:solidFill>
              <a:latin typeface="黑体" panose="02010609060101010101" pitchFamily="49" charset="-122"/>
              <a:ea typeface="黑体" panose="02010609060101010101" pitchFamily="49" charset="-122"/>
            </a:endParaRPr>
          </a:p>
          <a:p>
            <a:pPr eaLnBrk="1" hangingPunct="1">
              <a:lnSpc>
                <a:spcPct val="150000"/>
              </a:lnSpc>
              <a:buFontTx/>
              <a:buNone/>
            </a:pPr>
            <a:r>
              <a:rPr lang="zh-CN" altLang="en-US" sz="2400" dirty="0" smtClean="0">
                <a:latin typeface="黑体" panose="02010609060101010101" pitchFamily="49" charset="-122"/>
                <a:ea typeface="黑体" panose="02010609060101010101" pitchFamily="49" charset="-122"/>
              </a:rPr>
              <a:t>     </a:t>
            </a:r>
            <a:r>
              <a:rPr lang="zh-CN" altLang="en-US" sz="2400" dirty="0" smtClean="0">
                <a:solidFill>
                  <a:srgbClr val="C00000"/>
                </a:solidFill>
                <a:latin typeface="黑体" panose="02010609060101010101" pitchFamily="49" charset="-122"/>
                <a:ea typeface="黑体" panose="02010609060101010101" pitchFamily="49" charset="-122"/>
              </a:rPr>
              <a:t>轴承</a:t>
            </a:r>
            <a:r>
              <a:rPr lang="zh-CN" altLang="en-US" sz="2400" dirty="0">
                <a:solidFill>
                  <a:srgbClr val="C00000"/>
                </a:solidFill>
                <a:latin typeface="黑体" panose="02010609060101010101" pitchFamily="49" charset="-122"/>
                <a:ea typeface="黑体" panose="02010609060101010101" pitchFamily="49" charset="-122"/>
              </a:rPr>
              <a:t>的轴向定位和紧</a:t>
            </a:r>
            <a:r>
              <a:rPr lang="zh-CN" altLang="en-US" sz="2400" dirty="0" smtClean="0">
                <a:solidFill>
                  <a:srgbClr val="C00000"/>
                </a:solidFill>
                <a:latin typeface="黑体" panose="02010609060101010101" pitchFamily="49" charset="-122"/>
                <a:ea typeface="黑体" panose="02010609060101010101" pitchFamily="49" charset="-122"/>
              </a:rPr>
              <a:t>固</a:t>
            </a:r>
            <a:endParaRPr lang="en-US" altLang="zh-CN" sz="2400" dirty="0" smtClean="0">
              <a:solidFill>
                <a:srgbClr val="C00000"/>
              </a:solidFill>
              <a:latin typeface="黑体" panose="02010609060101010101" pitchFamily="49" charset="-122"/>
              <a:ea typeface="黑体" panose="02010609060101010101" pitchFamily="49" charset="-122"/>
            </a:endParaRPr>
          </a:p>
          <a:p>
            <a:pPr eaLnBrk="1" hangingPunct="1">
              <a:lnSpc>
                <a:spcPct val="150000"/>
              </a:lnSpc>
              <a:buFontTx/>
              <a:buNone/>
            </a:pPr>
            <a:r>
              <a:rPr lang="zh-CN" altLang="en-US" sz="2400" dirty="0" smtClean="0">
                <a:solidFill>
                  <a:srgbClr val="C00000"/>
                </a:solidFill>
                <a:latin typeface="黑体" panose="02010609060101010101" pitchFamily="49" charset="-122"/>
                <a:ea typeface="黑体" panose="02010609060101010101" pitchFamily="49" charset="-122"/>
              </a:rPr>
              <a:t>     轴承</a:t>
            </a:r>
            <a:r>
              <a:rPr lang="zh-CN" altLang="en-US" sz="2400" dirty="0">
                <a:solidFill>
                  <a:srgbClr val="C00000"/>
                </a:solidFill>
                <a:latin typeface="黑体" panose="02010609060101010101" pitchFamily="49" charset="-122"/>
                <a:ea typeface="黑体" panose="02010609060101010101" pitchFamily="49" charset="-122"/>
              </a:rPr>
              <a:t>的配置</a:t>
            </a:r>
            <a:r>
              <a:rPr lang="zh-CN" altLang="en-US" sz="2400" dirty="0" smtClean="0">
                <a:solidFill>
                  <a:srgbClr val="C00000"/>
                </a:solidFill>
                <a:latin typeface="黑体" panose="02010609060101010101" pitchFamily="49" charset="-122"/>
                <a:ea typeface="黑体" panose="02010609060101010101" pitchFamily="49" charset="-122"/>
              </a:rPr>
              <a:t>设计</a:t>
            </a:r>
            <a:endParaRPr lang="en-US" altLang="zh-CN" sz="2400" dirty="0" smtClean="0">
              <a:solidFill>
                <a:srgbClr val="C00000"/>
              </a:solidFill>
              <a:latin typeface="黑体" panose="02010609060101010101" pitchFamily="49" charset="-122"/>
              <a:ea typeface="黑体" panose="02010609060101010101" pitchFamily="49" charset="-122"/>
            </a:endParaRPr>
          </a:p>
          <a:p>
            <a:pPr eaLnBrk="1" hangingPunct="1">
              <a:lnSpc>
                <a:spcPct val="150000"/>
              </a:lnSpc>
              <a:buFontTx/>
              <a:buNone/>
            </a:pPr>
            <a:r>
              <a:rPr lang="zh-CN" altLang="en-US" sz="2400" dirty="0" smtClean="0">
                <a:solidFill>
                  <a:srgbClr val="C00000"/>
                </a:solidFill>
                <a:latin typeface="黑体" panose="02010609060101010101" pitchFamily="49" charset="-122"/>
                <a:ea typeface="黑体" panose="02010609060101010101" pitchFamily="49" charset="-122"/>
              </a:rPr>
              <a:t>     轴承</a:t>
            </a:r>
            <a:r>
              <a:rPr lang="zh-CN" altLang="en-US" sz="2400" dirty="0">
                <a:solidFill>
                  <a:srgbClr val="C00000"/>
                </a:solidFill>
                <a:latin typeface="黑体" panose="02010609060101010101" pitchFamily="49" charset="-122"/>
                <a:ea typeface="黑体" panose="02010609060101010101" pitchFamily="49" charset="-122"/>
              </a:rPr>
              <a:t>位置的</a:t>
            </a:r>
            <a:r>
              <a:rPr lang="zh-CN" altLang="en-US" sz="2400" dirty="0" smtClean="0">
                <a:solidFill>
                  <a:srgbClr val="C00000"/>
                </a:solidFill>
                <a:latin typeface="黑体" panose="02010609060101010101" pitchFamily="49" charset="-122"/>
                <a:ea typeface="黑体" panose="02010609060101010101" pitchFamily="49" charset="-122"/>
              </a:rPr>
              <a:t>调节</a:t>
            </a:r>
            <a:endParaRPr lang="en-US" altLang="zh-CN" sz="2400" dirty="0" smtClean="0">
              <a:solidFill>
                <a:srgbClr val="C00000"/>
              </a:solidFill>
              <a:latin typeface="黑体" panose="02010609060101010101" pitchFamily="49" charset="-122"/>
              <a:ea typeface="黑体" panose="02010609060101010101" pitchFamily="49" charset="-122"/>
            </a:endParaRPr>
          </a:p>
          <a:p>
            <a:pPr eaLnBrk="1" hangingPunct="1">
              <a:lnSpc>
                <a:spcPct val="150000"/>
              </a:lnSpc>
              <a:buFontTx/>
              <a:buNone/>
            </a:pPr>
            <a:r>
              <a:rPr lang="zh-CN" altLang="en-US" sz="2400" dirty="0" smtClean="0">
                <a:solidFill>
                  <a:srgbClr val="C00000"/>
                </a:solidFill>
                <a:latin typeface="黑体" panose="02010609060101010101" pitchFamily="49" charset="-122"/>
                <a:ea typeface="黑体" panose="02010609060101010101" pitchFamily="49" charset="-122"/>
              </a:rPr>
              <a:t>     轴承</a:t>
            </a:r>
            <a:r>
              <a:rPr lang="zh-CN" altLang="en-US" sz="2400" dirty="0">
                <a:solidFill>
                  <a:srgbClr val="C00000"/>
                </a:solidFill>
                <a:latin typeface="黑体" panose="02010609060101010101" pitchFamily="49" charset="-122"/>
                <a:ea typeface="黑体" panose="02010609060101010101" pitchFamily="49" charset="-122"/>
              </a:rPr>
              <a:t>的润滑与</a:t>
            </a:r>
            <a:r>
              <a:rPr lang="zh-CN" altLang="en-US" sz="2400" dirty="0" smtClean="0">
                <a:solidFill>
                  <a:srgbClr val="C00000"/>
                </a:solidFill>
                <a:latin typeface="黑体" panose="02010609060101010101" pitchFamily="49" charset="-122"/>
                <a:ea typeface="黑体" panose="02010609060101010101" pitchFamily="49" charset="-122"/>
              </a:rPr>
              <a:t>密封</a:t>
            </a:r>
            <a:endParaRPr lang="en-US" altLang="zh-CN" sz="2400" dirty="0" smtClean="0">
              <a:solidFill>
                <a:srgbClr val="C00000"/>
              </a:solidFill>
              <a:latin typeface="黑体" panose="02010609060101010101" pitchFamily="49" charset="-122"/>
              <a:ea typeface="黑体" panose="02010609060101010101" pitchFamily="49" charset="-122"/>
            </a:endParaRPr>
          </a:p>
          <a:p>
            <a:pPr eaLnBrk="1" hangingPunct="1">
              <a:lnSpc>
                <a:spcPct val="150000"/>
              </a:lnSpc>
              <a:buFontTx/>
              <a:buNone/>
            </a:pPr>
            <a:r>
              <a:rPr lang="zh-CN" altLang="en-US" sz="2400" dirty="0" smtClean="0">
                <a:solidFill>
                  <a:srgbClr val="C00000"/>
                </a:solidFill>
                <a:latin typeface="黑体" panose="02010609060101010101" pitchFamily="49" charset="-122"/>
                <a:ea typeface="黑体" panose="02010609060101010101" pitchFamily="49" charset="-122"/>
              </a:rPr>
              <a:t>     轴承</a:t>
            </a:r>
            <a:r>
              <a:rPr lang="zh-CN" altLang="en-US" sz="2400" dirty="0">
                <a:solidFill>
                  <a:srgbClr val="C00000"/>
                </a:solidFill>
                <a:latin typeface="黑体" panose="02010609060101010101" pitchFamily="49" charset="-122"/>
                <a:ea typeface="黑体" panose="02010609060101010101" pitchFamily="49" charset="-122"/>
              </a:rPr>
              <a:t>的</a:t>
            </a:r>
            <a:r>
              <a:rPr lang="zh-CN" altLang="en-US" sz="2400" dirty="0" smtClean="0">
                <a:solidFill>
                  <a:srgbClr val="C00000"/>
                </a:solidFill>
                <a:latin typeface="黑体" panose="02010609060101010101" pitchFamily="49" charset="-122"/>
                <a:ea typeface="黑体" panose="02010609060101010101" pitchFamily="49" charset="-122"/>
              </a:rPr>
              <a:t>配合</a:t>
            </a:r>
            <a:endParaRPr lang="en-US" altLang="zh-CN" sz="2400" dirty="0" smtClean="0">
              <a:solidFill>
                <a:srgbClr val="C00000"/>
              </a:solidFill>
              <a:latin typeface="黑体" panose="02010609060101010101" pitchFamily="49" charset="-122"/>
              <a:ea typeface="黑体" panose="02010609060101010101" pitchFamily="49" charset="-122"/>
            </a:endParaRPr>
          </a:p>
          <a:p>
            <a:pPr eaLnBrk="1" hangingPunct="1">
              <a:lnSpc>
                <a:spcPct val="150000"/>
              </a:lnSpc>
              <a:buFontTx/>
              <a:buNone/>
            </a:pPr>
            <a:r>
              <a:rPr lang="zh-CN" altLang="en-US" sz="2400" dirty="0" smtClean="0">
                <a:solidFill>
                  <a:srgbClr val="C00000"/>
                </a:solidFill>
                <a:latin typeface="黑体" panose="02010609060101010101" pitchFamily="49" charset="-122"/>
                <a:ea typeface="黑体" panose="02010609060101010101" pitchFamily="49" charset="-122"/>
              </a:rPr>
              <a:t>     轴承</a:t>
            </a:r>
            <a:r>
              <a:rPr lang="zh-CN" altLang="en-US" sz="2400" dirty="0">
                <a:solidFill>
                  <a:srgbClr val="C00000"/>
                </a:solidFill>
                <a:latin typeface="黑体" panose="02010609060101010101" pitchFamily="49" charset="-122"/>
                <a:ea typeface="黑体" panose="02010609060101010101" pitchFamily="49" charset="-122"/>
              </a:rPr>
              <a:t>的装</a:t>
            </a:r>
            <a:r>
              <a:rPr lang="zh-CN" altLang="en-US" sz="2400" dirty="0" smtClean="0">
                <a:solidFill>
                  <a:srgbClr val="C00000"/>
                </a:solidFill>
                <a:latin typeface="黑体" panose="02010609060101010101" pitchFamily="49" charset="-122"/>
                <a:ea typeface="黑体" panose="02010609060101010101" pitchFamily="49" charset="-122"/>
              </a:rPr>
              <a:t>拆</a:t>
            </a:r>
            <a:endParaRPr lang="zh-CN" altLang="en-US" sz="2400" dirty="0">
              <a:solidFill>
                <a:srgbClr val="C00000"/>
              </a:solidFill>
              <a:latin typeface="黑体" panose="02010609060101010101" pitchFamily="49" charset="-122"/>
              <a:ea typeface="黑体" panose="02010609060101010101" pitchFamily="49" charset="-122"/>
            </a:endParaRPr>
          </a:p>
        </p:txBody>
      </p:sp>
      <p:pic>
        <p:nvPicPr>
          <p:cNvPr id="25663" name="Picture 63" descr="NEXT1">
            <a:hlinkClick r:id="" action="ppaction://hlinkshowjump?jump=nextslide"/>
          </p:cNvPr>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8774113" y="6489700"/>
            <a:ext cx="306387" cy="306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5664" name="Picture 64" descr="rewind1">
            <a:hlinkClick r:id="" action="ppaction://hlinkshowjump?jump=firstslide"/>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370888" y="6489700"/>
            <a:ext cx="306387" cy="306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205" name="Text Box 65"/>
          <p:cNvSpPr txBox="1">
            <a:spLocks noChangeArrowheads="1"/>
          </p:cNvSpPr>
          <p:nvPr/>
        </p:nvSpPr>
        <p:spPr bwMode="auto">
          <a:xfrm>
            <a:off x="7505700" y="5908675"/>
            <a:ext cx="9271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57150">
                <a:solidFill>
                  <a:srgbClr val="000000"/>
                </a:solidFill>
                <a:miter lim="800000"/>
                <a:headEnd/>
                <a:tailEnd/>
              </a14:hiddenLine>
            </a:ext>
          </a:extLst>
        </p:spPr>
        <p:txBody>
          <a:bodyPr>
            <a:spAutoFit/>
          </a:bodyPr>
          <a:lstStyle>
            <a:lvl1pPr eaLnBrk="0" hangingPunct="0">
              <a:defRPr kumimoji="1" sz="2000">
                <a:solidFill>
                  <a:srgbClr val="000099"/>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rgbClr val="000099"/>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rgbClr val="000099"/>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rgbClr val="000099"/>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9pPr>
          </a:lstStyle>
          <a:p>
            <a:pPr algn="ctr" eaLnBrk="1" hangingPunct="1">
              <a:lnSpc>
                <a:spcPct val="100000"/>
              </a:lnSpc>
              <a:spcBef>
                <a:spcPct val="50000"/>
              </a:spcBef>
              <a:buFontTx/>
              <a:buNone/>
            </a:pPr>
            <a:r>
              <a:rPr lang="en-US" altLang="zh-CN" sz="1800">
                <a:latin typeface="华文中宋" panose="02010600040101010101" pitchFamily="2" charset="-122"/>
              </a:rPr>
              <a:t>  </a:t>
            </a:r>
            <a:endParaRPr lang="en-US" altLang="zh-CN" sz="1800">
              <a:latin typeface="华文中宋" panose="02010600040101010101" pitchFamily="2" charset="-122"/>
            </a:endParaRPr>
          </a:p>
        </p:txBody>
      </p:sp>
      <p:sp>
        <p:nvSpPr>
          <p:cNvPr id="8206" name="Rectangle 67"/>
          <p:cNvSpPr>
            <a:spLocks noChangeArrowheads="1"/>
          </p:cNvSpPr>
          <p:nvPr/>
        </p:nvSpPr>
        <p:spPr bwMode="auto">
          <a:xfrm>
            <a:off x="3289935" y="110967"/>
            <a:ext cx="4945380" cy="5530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kumimoji="1" sz="2000">
                <a:solidFill>
                  <a:srgbClr val="000099"/>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rgbClr val="000099"/>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rgbClr val="000099"/>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rgbClr val="000099"/>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lnSpc>
                <a:spcPct val="100000"/>
              </a:lnSpc>
              <a:buFontTx/>
              <a:buNone/>
            </a:pPr>
            <a:r>
              <a:rPr lang="en-US" altLang="zh-CN" sz="3000" dirty="0" smtClean="0">
                <a:solidFill>
                  <a:srgbClr val="CC3300"/>
                </a:solidFill>
                <a:latin typeface="黑体" panose="02010609060101010101" pitchFamily="49" charset="-122"/>
                <a:ea typeface="黑体" panose="02010609060101010101" pitchFamily="49" charset="-122"/>
              </a:rPr>
              <a:t>3.6-6  </a:t>
            </a:r>
            <a:r>
              <a:rPr lang="zh-CN" altLang="en-US" sz="3000" dirty="0">
                <a:solidFill>
                  <a:srgbClr val="CC3300"/>
                </a:solidFill>
                <a:latin typeface="黑体" panose="02010609060101010101" pitchFamily="49" charset="-122"/>
                <a:ea typeface="黑体" panose="02010609060101010101" pitchFamily="49" charset="-122"/>
              </a:rPr>
              <a:t>滚动轴承装置的设计</a:t>
            </a:r>
            <a:endParaRPr lang="zh-CN" altLang="en-US" sz="3000" dirty="0">
              <a:solidFill>
                <a:srgbClr val="CC3300"/>
              </a:solidFill>
              <a:latin typeface="黑体" panose="02010609060101010101" pitchFamily="49" charset="-122"/>
              <a:ea typeface="黑体" panose="02010609060101010101" pitchFamily="49" charset="-122"/>
            </a:endParaRPr>
          </a:p>
        </p:txBody>
      </p:sp>
      <p:sp>
        <p:nvSpPr>
          <p:cNvPr id="8207" name="Rectangle 69"/>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kumimoji="1" sz="2000">
                <a:solidFill>
                  <a:srgbClr val="000099"/>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rgbClr val="000099"/>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rgbClr val="000099"/>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rgbClr val="000099"/>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endParaRPr lang="zh-CN" altLang="en-US"/>
          </a:p>
        </p:txBody>
      </p:sp>
      <p:sp>
        <p:nvSpPr>
          <p:cNvPr id="8208" name="Rectangle 71"/>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kumimoji="1" sz="2000">
                <a:solidFill>
                  <a:srgbClr val="000099"/>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rgbClr val="000099"/>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rgbClr val="000099"/>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rgbClr val="000099"/>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endParaRPr lang="zh-CN" altLang="en-US"/>
          </a:p>
        </p:txBody>
      </p:sp>
      <p:sp>
        <p:nvSpPr>
          <p:cNvPr id="8210" name="Rectangle 73"/>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kumimoji="1" sz="2000">
                <a:solidFill>
                  <a:srgbClr val="000099"/>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rgbClr val="000099"/>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rgbClr val="000099"/>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rgbClr val="000099"/>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endParaRPr lang="zh-CN" altLang="en-US"/>
          </a:p>
        </p:txBody>
      </p:sp>
      <p:sp>
        <p:nvSpPr>
          <p:cNvPr id="8211" name="Rectangle 75"/>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kumimoji="1" sz="2000">
                <a:solidFill>
                  <a:srgbClr val="000099"/>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rgbClr val="000099"/>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rgbClr val="000099"/>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rgbClr val="000099"/>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endParaRPr lang="zh-CN" altLang="en-US"/>
          </a:p>
        </p:txBody>
      </p:sp>
      <p:sp>
        <p:nvSpPr>
          <p:cNvPr id="8212" name="Rectangle 77"/>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kumimoji="1" sz="2000">
                <a:solidFill>
                  <a:srgbClr val="000099"/>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rgbClr val="000099"/>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rgbClr val="000099"/>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rgbClr val="000099"/>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endParaRPr lang="zh-CN" altLang="en-US"/>
          </a:p>
        </p:txBody>
      </p:sp>
      <p:sp>
        <p:nvSpPr>
          <p:cNvPr id="8214" name="Rectangle 27"/>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kumimoji="1" sz="2000">
                <a:solidFill>
                  <a:srgbClr val="000099"/>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rgbClr val="000099"/>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rgbClr val="000099"/>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rgbClr val="000099"/>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endParaRPr lang="zh-CN" altLang="en-US"/>
          </a:p>
        </p:txBody>
      </p:sp>
      <p:sp>
        <p:nvSpPr>
          <p:cNvPr id="23" name="直接连接符 6"/>
          <p:cNvSpPr>
            <a:spLocks noChangeShapeType="1"/>
          </p:cNvSpPr>
          <p:nvPr/>
        </p:nvSpPr>
        <p:spPr bwMode="auto">
          <a:xfrm>
            <a:off x="0" y="765175"/>
            <a:ext cx="9144000" cy="0"/>
          </a:xfrm>
          <a:prstGeom prst="line">
            <a:avLst/>
          </a:prstGeom>
          <a:noFill/>
          <a:ln w="28575">
            <a:solidFill>
              <a:srgbClr val="CC3300"/>
            </a:solidFill>
            <a:miter lim="800000"/>
          </a:ln>
          <a:extLst>
            <a:ext uri="{909E8E84-426E-40DD-AFC4-6F175D3DCCD1}">
              <a14:hiddenFill xmlns:a14="http://schemas.microsoft.com/office/drawing/2010/main">
                <a:noFill/>
              </a14:hiddenFill>
            </a:ext>
          </a:extLst>
        </p:spPr>
        <p:txBody>
          <a:bodyPr/>
          <a:lstStyle/>
          <a:p>
            <a:endParaRPr lang="zh-CN" altLang="en-US" dirty="0"/>
          </a:p>
        </p:txBody>
      </p:sp>
    </p:spTree>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5609"/>
                                        </p:tgtEl>
                                        <p:attrNameLst>
                                          <p:attrName>style.visibility</p:attrName>
                                        </p:attrNameLst>
                                      </p:cBhvr>
                                      <p:to>
                                        <p:strVal val="visible"/>
                                      </p:to>
                                    </p:set>
                                  </p:childTnLst>
                                </p:cTn>
                              </p:par>
                            </p:childTnLst>
                          </p:cTn>
                        </p:par>
                        <p:par>
                          <p:cTn id="7" fill="hold">
                            <p:stCondLst>
                              <p:cond delay="0"/>
                            </p:stCondLst>
                            <p:childTnLst>
                              <p:par>
                                <p:cTn id="8" presetID="1" presetClass="entr" presetSubtype="0" fill="hold" nodeType="afterEffect">
                                  <p:stCondLst>
                                    <p:cond delay="0"/>
                                  </p:stCondLst>
                                  <p:childTnLst>
                                    <p:set>
                                      <p:cBhvr>
                                        <p:cTn id="9" dur="1" fill="hold">
                                          <p:stCondLst>
                                            <p:cond delay="499"/>
                                          </p:stCondLst>
                                        </p:cTn>
                                        <p:tgtEl>
                                          <p:spTgt spid="25663"/>
                                        </p:tgtEl>
                                        <p:attrNameLst>
                                          <p:attrName>style.visibility</p:attrName>
                                        </p:attrNameLst>
                                      </p:cBhvr>
                                      <p:to>
                                        <p:strVal val="visible"/>
                                      </p:to>
                                    </p:set>
                                  </p:childTnLst>
                                </p:cTn>
                              </p:par>
                            </p:childTnLst>
                          </p:cTn>
                        </p:par>
                        <p:par>
                          <p:cTn id="10" fill="hold">
                            <p:stCondLst>
                              <p:cond delay="500"/>
                            </p:stCondLst>
                            <p:childTnLst>
                              <p:par>
                                <p:cTn id="11" presetID="2" presetClass="entr" presetSubtype="8" fill="hold" nodeType="afterEffect">
                                  <p:stCondLst>
                                    <p:cond delay="0"/>
                                  </p:stCondLst>
                                  <p:childTnLst>
                                    <p:set>
                                      <p:cBhvr>
                                        <p:cTn id="12" dur="1" fill="hold">
                                          <p:stCondLst>
                                            <p:cond delay="0"/>
                                          </p:stCondLst>
                                        </p:cTn>
                                        <p:tgtEl>
                                          <p:spTgt spid="25664"/>
                                        </p:tgtEl>
                                        <p:attrNameLst>
                                          <p:attrName>style.visibility</p:attrName>
                                        </p:attrNameLst>
                                      </p:cBhvr>
                                      <p:to>
                                        <p:strVal val="visible"/>
                                      </p:to>
                                    </p:set>
                                    <p:anim calcmode="lin" valueType="num">
                                      <p:cBhvr additive="base">
                                        <p:cTn id="13" dur="500" fill="hold"/>
                                        <p:tgtEl>
                                          <p:spTgt spid="25664"/>
                                        </p:tgtEl>
                                        <p:attrNameLst>
                                          <p:attrName>ppt_x</p:attrName>
                                        </p:attrNameLst>
                                      </p:cBhvr>
                                      <p:tavLst>
                                        <p:tav tm="0">
                                          <p:val>
                                            <p:strVal val="0-#ppt_w/2"/>
                                          </p:val>
                                        </p:tav>
                                        <p:tav tm="100000">
                                          <p:val>
                                            <p:strVal val="#ppt_x"/>
                                          </p:val>
                                        </p:tav>
                                      </p:tavLst>
                                    </p:anim>
                                    <p:anim calcmode="lin" valueType="num">
                                      <p:cBhvr additive="base">
                                        <p:cTn id="14" dur="500" fill="hold"/>
                                        <p:tgtEl>
                                          <p:spTgt spid="2566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609" grpId="0"/>
    </p:bld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7"/>
          <p:cNvSpPr>
            <a:spLocks noGrp="1" noChangeArrowheads="1"/>
          </p:cNvSpPr>
          <p:nvPr>
            <p:ph type="title"/>
          </p:nvPr>
        </p:nvSpPr>
        <p:spPr bwMode="auto">
          <a:xfrm>
            <a:off x="5689600" y="711200"/>
            <a:ext cx="1854200" cy="177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eaLnBrk="1" hangingPunct="1"/>
            <a:r>
              <a:rPr lang="zh-CN" altLang="en-US" sz="800" smtClean="0">
                <a:solidFill>
                  <a:schemeClr val="bg1"/>
                </a:solidFill>
                <a:latin typeface="华文中宋" panose="02010600040101010101" pitchFamily="2" charset="-122"/>
                <a:ea typeface="华文中宋" panose="02010600040101010101" pitchFamily="2" charset="-122"/>
              </a:rPr>
              <a:t>轴承装置的设计</a:t>
            </a:r>
            <a:r>
              <a:rPr lang="en-US" altLang="zh-CN" sz="800" smtClean="0">
                <a:solidFill>
                  <a:schemeClr val="bg1"/>
                </a:solidFill>
                <a:latin typeface="华文中宋" panose="02010600040101010101" pitchFamily="2" charset="-122"/>
                <a:ea typeface="华文中宋" panose="02010600040101010101" pitchFamily="2" charset="-122"/>
              </a:rPr>
              <a:t>1</a:t>
            </a:r>
            <a:endParaRPr lang="en-US" altLang="zh-CN" sz="800" smtClean="0">
              <a:solidFill>
                <a:schemeClr val="bg1"/>
              </a:solidFill>
              <a:latin typeface="华文中宋" panose="02010600040101010101" pitchFamily="2" charset="-122"/>
              <a:ea typeface="华文中宋" panose="02010600040101010101" pitchFamily="2" charset="-122"/>
            </a:endParaRPr>
          </a:p>
        </p:txBody>
      </p:sp>
      <p:sp>
        <p:nvSpPr>
          <p:cNvPr id="25610" name="Text Box 10"/>
          <p:cNvSpPr txBox="1">
            <a:spLocks noChangeArrowheads="1"/>
          </p:cNvSpPr>
          <p:nvPr/>
        </p:nvSpPr>
        <p:spPr bwMode="auto">
          <a:xfrm>
            <a:off x="58420" y="748251"/>
            <a:ext cx="4829175"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a:solidFill>
                  <a:srgbClr val="000099"/>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rgbClr val="000099"/>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rgbClr val="000099"/>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rgbClr val="000099"/>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lnSpc>
                <a:spcPct val="100000"/>
              </a:lnSpc>
              <a:buNone/>
            </a:pPr>
            <a:r>
              <a:rPr lang="zh-CN" altLang="en-US" sz="2400" dirty="0" smtClean="0">
                <a:solidFill>
                  <a:srgbClr val="FF0000"/>
                </a:solidFill>
                <a:latin typeface="黑体" panose="02010609060101010101" pitchFamily="49" charset="-122"/>
                <a:ea typeface="黑体" panose="02010609060101010101" pitchFamily="49" charset="-122"/>
              </a:rPr>
              <a:t>一、</a:t>
            </a:r>
            <a:r>
              <a:rPr lang="zh-CN" altLang="en-US" sz="2400" dirty="0">
                <a:solidFill>
                  <a:srgbClr val="FF0000"/>
                </a:solidFill>
                <a:latin typeface="黑体" panose="02010609060101010101" pitchFamily="49" charset="-122"/>
                <a:ea typeface="黑体" panose="02010609060101010101" pitchFamily="49" charset="-122"/>
              </a:rPr>
              <a:t>滚动轴承的轴向定位与固定</a:t>
            </a:r>
            <a:endParaRPr lang="zh-CN" altLang="en-US" sz="2400" dirty="0">
              <a:solidFill>
                <a:srgbClr val="FF0000"/>
              </a:solidFill>
              <a:latin typeface="黑体" panose="02010609060101010101" pitchFamily="49" charset="-122"/>
              <a:ea typeface="黑体" panose="02010609060101010101" pitchFamily="49" charset="-122"/>
            </a:endParaRPr>
          </a:p>
        </p:txBody>
      </p:sp>
      <p:sp>
        <p:nvSpPr>
          <p:cNvPr id="25660" name="Text Box 60"/>
          <p:cNvSpPr txBox="1">
            <a:spLocks noChangeArrowheads="1"/>
          </p:cNvSpPr>
          <p:nvPr/>
        </p:nvSpPr>
        <p:spPr bwMode="auto">
          <a:xfrm>
            <a:off x="104140" y="1227194"/>
            <a:ext cx="9020175" cy="1714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57150">
                <a:solidFill>
                  <a:srgbClr val="000000"/>
                </a:solidFill>
                <a:miter lim="800000"/>
                <a:headEnd/>
                <a:tailEnd/>
              </a14:hiddenLine>
            </a:ext>
          </a:extLst>
        </p:spPr>
        <p:txBody>
          <a:bodyPr wrap="square">
            <a:spAutoFit/>
          </a:bodyPr>
          <a:lstStyle>
            <a:lvl1pPr eaLnBrk="0" hangingPunct="0">
              <a:defRPr kumimoji="1" sz="2000">
                <a:solidFill>
                  <a:srgbClr val="000099"/>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rgbClr val="000099"/>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rgbClr val="000099"/>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rgbClr val="000099"/>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buFontTx/>
              <a:buNone/>
            </a:pPr>
            <a:r>
              <a:rPr lang="zh-CN" altLang="en-US" sz="2200" dirty="0">
                <a:latin typeface="华文中宋" panose="02010600040101010101" pitchFamily="2" charset="-122"/>
              </a:rPr>
              <a:t>　　</a:t>
            </a:r>
            <a:r>
              <a:rPr lang="zh-CN" altLang="en-US" sz="2200" dirty="0"/>
              <a:t>滚动轴承轴向定位和固定是指内圈在轴上的定位与固定以及外圈在座孔内的定位与固定</a:t>
            </a:r>
            <a:r>
              <a:rPr lang="zh-CN" altLang="en-US" sz="2200" dirty="0" smtClean="0"/>
              <a:t>。</a:t>
            </a:r>
            <a:r>
              <a:rPr lang="zh-CN" altLang="en-US" sz="2200" b="1" noProof="0" dirty="0">
                <a:ln>
                  <a:noFill/>
                </a:ln>
                <a:solidFill>
                  <a:srgbClr val="000000"/>
                </a:solidFill>
                <a:effectLst>
                  <a:outerShdw blurRad="38100" dist="38100" dir="2700000" algn="tl">
                    <a:srgbClr val="FFFFFF"/>
                  </a:outerShdw>
                </a:effectLst>
                <a:uLnTx/>
                <a:uFillTx/>
                <a:latin typeface="仿宋_GB2312" pitchFamily="49" charset="-122"/>
                <a:ea typeface="仿宋_GB2312" pitchFamily="49" charset="-122"/>
                <a:sym typeface="+mn-ea"/>
              </a:rPr>
              <a:t>使轴及轴上零件在机体内有</a:t>
            </a:r>
            <a:r>
              <a:rPr lang="zh-CN" altLang="en-US" sz="2200" b="1" noProof="0" dirty="0">
                <a:ln>
                  <a:noFill/>
                </a:ln>
                <a:solidFill>
                  <a:srgbClr val="FF0000"/>
                </a:solidFill>
                <a:effectLst>
                  <a:outerShdw blurRad="38100" dist="38100" dir="2700000" algn="tl">
                    <a:srgbClr val="000000"/>
                  </a:outerShdw>
                </a:effectLst>
                <a:uLnTx/>
                <a:uFillTx/>
                <a:latin typeface="仿宋_GB2312" pitchFamily="49" charset="-122"/>
                <a:ea typeface="仿宋_GB2312" pitchFamily="49" charset="-122"/>
                <a:sym typeface="+mn-ea"/>
              </a:rPr>
              <a:t>固定的轴向位置</a:t>
            </a:r>
            <a:r>
              <a:rPr lang="zh-CN" altLang="en-US" sz="2200" b="1" noProof="0" dirty="0">
                <a:ln>
                  <a:noFill/>
                </a:ln>
                <a:solidFill>
                  <a:srgbClr val="000000"/>
                </a:solidFill>
                <a:effectLst>
                  <a:outerShdw blurRad="38100" dist="38100" dir="2700000" algn="tl">
                    <a:srgbClr val="FFFFFF"/>
                  </a:outerShdw>
                </a:effectLst>
                <a:uLnTx/>
                <a:uFillTx/>
                <a:latin typeface="仿宋_GB2312" pitchFamily="49" charset="-122"/>
                <a:ea typeface="仿宋_GB2312" pitchFamily="49" charset="-122"/>
                <a:sym typeface="+mn-ea"/>
              </a:rPr>
              <a:t>，受力时把力传到机座上去，不致引起轴向串动。</a:t>
            </a:r>
            <a:endParaRPr kumimoji="1" lang="zh-CN" altLang="en-US" sz="2200" b="0" i="0" u="none" strike="noStrike" kern="1200" cap="none" spc="0" normalizeH="0" baseline="0" noProof="0" dirty="0">
              <a:ln>
                <a:noFill/>
              </a:ln>
              <a:solidFill>
                <a:srgbClr val="000000"/>
              </a:solidFill>
              <a:effectLst/>
              <a:uLnTx/>
              <a:uFillTx/>
              <a:latin typeface="楷体_GB2312"/>
              <a:ea typeface="楷体_GB2312"/>
              <a:cs typeface="楷体_GB2312"/>
            </a:endParaRPr>
          </a:p>
          <a:p>
            <a:pPr eaLnBrk="1" hangingPunct="1">
              <a:buFontTx/>
              <a:buNone/>
            </a:pPr>
            <a:endParaRPr lang="zh-CN" altLang="en-US" sz="2200" dirty="0">
              <a:latin typeface="华文中宋" panose="02010600040101010101" pitchFamily="2" charset="-122"/>
            </a:endParaRPr>
          </a:p>
        </p:txBody>
      </p:sp>
      <p:sp>
        <p:nvSpPr>
          <p:cNvPr id="33799" name="Text Box 65"/>
          <p:cNvSpPr txBox="1">
            <a:spLocks noChangeArrowheads="1"/>
          </p:cNvSpPr>
          <p:nvPr/>
        </p:nvSpPr>
        <p:spPr bwMode="auto">
          <a:xfrm>
            <a:off x="7505700" y="5908675"/>
            <a:ext cx="9271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57150">
                <a:solidFill>
                  <a:srgbClr val="000000"/>
                </a:solidFill>
                <a:miter lim="800000"/>
                <a:headEnd/>
                <a:tailEnd/>
              </a14:hiddenLine>
            </a:ext>
          </a:extLst>
        </p:spPr>
        <p:txBody>
          <a:bodyPr>
            <a:spAutoFit/>
          </a:bodyPr>
          <a:lstStyle>
            <a:lvl1pPr eaLnBrk="0" hangingPunct="0">
              <a:defRPr kumimoji="1" sz="2000">
                <a:solidFill>
                  <a:srgbClr val="000099"/>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rgbClr val="000099"/>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rgbClr val="000099"/>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rgbClr val="000099"/>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9pPr>
          </a:lstStyle>
          <a:p>
            <a:pPr algn="ctr" eaLnBrk="1" hangingPunct="1">
              <a:lnSpc>
                <a:spcPct val="100000"/>
              </a:lnSpc>
              <a:spcBef>
                <a:spcPct val="50000"/>
              </a:spcBef>
              <a:buFontTx/>
              <a:buNone/>
            </a:pPr>
            <a:r>
              <a:rPr lang="en-US" altLang="zh-CN" sz="1800">
                <a:latin typeface="华文中宋" panose="02010600040101010101" pitchFamily="2" charset="-122"/>
              </a:rPr>
              <a:t>  </a:t>
            </a:r>
            <a:endParaRPr lang="en-US" altLang="zh-CN" sz="1800">
              <a:latin typeface="华文中宋" panose="02010600040101010101" pitchFamily="2" charset="-122"/>
            </a:endParaRPr>
          </a:p>
        </p:txBody>
      </p:sp>
      <p:sp>
        <p:nvSpPr>
          <p:cNvPr id="33801" name="Rectangle 67"/>
          <p:cNvSpPr>
            <a:spLocks noChangeArrowheads="1"/>
          </p:cNvSpPr>
          <p:nvPr/>
        </p:nvSpPr>
        <p:spPr bwMode="auto">
          <a:xfrm>
            <a:off x="3728720" y="97632"/>
            <a:ext cx="4945380" cy="5530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kumimoji="1" sz="2000">
                <a:solidFill>
                  <a:srgbClr val="000099"/>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rgbClr val="000099"/>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rgbClr val="000099"/>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rgbClr val="000099"/>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lnSpc>
                <a:spcPct val="100000"/>
              </a:lnSpc>
              <a:buFontTx/>
              <a:buNone/>
            </a:pPr>
            <a:r>
              <a:rPr lang="en-US" altLang="zh-CN" sz="3000" dirty="0" smtClean="0">
                <a:solidFill>
                  <a:srgbClr val="CC3300"/>
                </a:solidFill>
                <a:latin typeface="黑体" panose="02010609060101010101" pitchFamily="49" charset="-122"/>
                <a:ea typeface="黑体" panose="02010609060101010101" pitchFamily="49" charset="-122"/>
              </a:rPr>
              <a:t>3.6-6  </a:t>
            </a:r>
            <a:r>
              <a:rPr lang="zh-CN" altLang="en-US" sz="3000" dirty="0">
                <a:solidFill>
                  <a:srgbClr val="CC3300"/>
                </a:solidFill>
                <a:latin typeface="黑体" panose="02010609060101010101" pitchFamily="49" charset="-122"/>
                <a:ea typeface="黑体" panose="02010609060101010101" pitchFamily="49" charset="-122"/>
              </a:rPr>
              <a:t>滚动轴承装置的设计</a:t>
            </a:r>
            <a:endParaRPr lang="zh-CN" altLang="en-US" sz="3000" dirty="0">
              <a:solidFill>
                <a:srgbClr val="CC3300"/>
              </a:solidFill>
              <a:latin typeface="黑体" panose="02010609060101010101" pitchFamily="49" charset="-122"/>
              <a:ea typeface="黑体" panose="02010609060101010101" pitchFamily="49" charset="-122"/>
            </a:endParaRPr>
          </a:p>
        </p:txBody>
      </p:sp>
      <p:sp>
        <p:nvSpPr>
          <p:cNvPr id="10" name="直接连接符 6"/>
          <p:cNvSpPr>
            <a:spLocks noChangeShapeType="1"/>
          </p:cNvSpPr>
          <p:nvPr/>
        </p:nvSpPr>
        <p:spPr bwMode="auto">
          <a:xfrm>
            <a:off x="-48895" y="706755"/>
            <a:ext cx="9144000" cy="0"/>
          </a:xfrm>
          <a:prstGeom prst="line">
            <a:avLst/>
          </a:prstGeom>
          <a:noFill/>
          <a:ln w="28575">
            <a:solidFill>
              <a:srgbClr val="CC3300"/>
            </a:solidFill>
            <a:miter lim="800000"/>
          </a:ln>
          <a:extLst>
            <a:ext uri="{909E8E84-426E-40DD-AFC4-6F175D3DCCD1}">
              <a14:hiddenFill xmlns:a14="http://schemas.microsoft.com/office/drawing/2010/main">
                <a:noFill/>
              </a14:hiddenFill>
            </a:ext>
          </a:extLst>
        </p:spPr>
        <p:txBody>
          <a:bodyPr/>
          <a:lstStyle/>
          <a:p>
            <a:endParaRPr lang="zh-CN" altLang="en-US"/>
          </a:p>
        </p:txBody>
      </p:sp>
      <p:pic>
        <p:nvPicPr>
          <p:cNvPr id="2" name="图片 1"/>
          <p:cNvPicPr>
            <a:picLocks noChangeAspect="1"/>
          </p:cNvPicPr>
          <p:nvPr/>
        </p:nvPicPr>
        <p:blipFill>
          <a:blip r:embed="rId1"/>
          <a:stretch>
            <a:fillRect/>
          </a:stretch>
        </p:blipFill>
        <p:spPr>
          <a:xfrm>
            <a:off x="1262614" y="2509340"/>
            <a:ext cx="5859407" cy="3222142"/>
          </a:xfrm>
          <a:prstGeom prst="rect">
            <a:avLst/>
          </a:prstGeom>
        </p:spPr>
      </p:pic>
      <p:sp>
        <p:nvSpPr>
          <p:cNvPr id="3" name="矩形 2"/>
          <p:cNvSpPr/>
          <p:nvPr/>
        </p:nvSpPr>
        <p:spPr>
          <a:xfrm>
            <a:off x="1328707" y="5841978"/>
            <a:ext cx="1595309" cy="498598"/>
          </a:xfrm>
          <a:prstGeom prst="rect">
            <a:avLst/>
          </a:prstGeom>
        </p:spPr>
        <p:txBody>
          <a:bodyPr wrap="none">
            <a:spAutoFit/>
          </a:bodyPr>
          <a:lstStyle/>
          <a:p>
            <a:pPr eaLnBrk="1" hangingPunct="1">
              <a:buFontTx/>
              <a:buNone/>
            </a:pPr>
            <a:r>
              <a:rPr lang="zh-CN" altLang="en-US" sz="2200" dirty="0" smtClean="0">
                <a:latin typeface="华文中宋" panose="02010600040101010101" pitchFamily="2" charset="-122"/>
              </a:rPr>
              <a:t>常用</a:t>
            </a:r>
            <a:r>
              <a:rPr lang="zh-CN" altLang="en-US" sz="2200" dirty="0">
                <a:latin typeface="华文中宋" panose="02010600040101010101" pitchFamily="2" charset="-122"/>
              </a:rPr>
              <a:t>的</a:t>
            </a:r>
            <a:r>
              <a:rPr lang="zh-CN" altLang="en-US" sz="2200" dirty="0" smtClean="0">
                <a:latin typeface="华文中宋" panose="02010600040101010101" pitchFamily="2" charset="-122"/>
              </a:rPr>
              <a:t>方法</a:t>
            </a:r>
            <a:endParaRPr lang="zh-CN" altLang="en-US" sz="2200" dirty="0">
              <a:latin typeface="华文中宋" panose="02010600040101010101" pitchFamily="2" charset="-122"/>
            </a:endParaRPr>
          </a:p>
        </p:txBody>
      </p:sp>
      <p:sp>
        <p:nvSpPr>
          <p:cNvPr id="13" name="文本框 12"/>
          <p:cNvSpPr txBox="1"/>
          <p:nvPr/>
        </p:nvSpPr>
        <p:spPr>
          <a:xfrm>
            <a:off x="3021330" y="5565775"/>
            <a:ext cx="3395980" cy="497205"/>
          </a:xfrm>
          <a:prstGeom prst="rect">
            <a:avLst/>
          </a:prstGeom>
          <a:noFill/>
        </p:spPr>
        <p:txBody>
          <a:bodyPr wrap="square" rtlCol="0">
            <a:spAutoFit/>
          </a:bodyPr>
          <a:lstStyle/>
          <a:p>
            <a:pPr>
              <a:buNone/>
            </a:pPr>
            <a:r>
              <a:rPr lang="zh-CN" altLang="en-US" sz="2200" dirty="0" smtClean="0">
                <a:solidFill>
                  <a:srgbClr val="FF0000"/>
                </a:solidFill>
                <a:latin typeface="黑体" panose="02010609060101010101" pitchFamily="49" charset="-122"/>
                <a:ea typeface="黑体" panose="02010609060101010101" pitchFamily="49" charset="-122"/>
              </a:rPr>
              <a:t>内圈轴向紧固方法</a:t>
            </a:r>
            <a:endParaRPr lang="zh-CN" altLang="en-US" sz="2200" dirty="0">
              <a:solidFill>
                <a:srgbClr val="FF0000"/>
              </a:solidFill>
              <a:latin typeface="黑体" panose="02010609060101010101" pitchFamily="49" charset="-122"/>
              <a:ea typeface="黑体" panose="02010609060101010101" pitchFamily="49" charset="-122"/>
            </a:endParaRPr>
          </a:p>
        </p:txBody>
      </p:sp>
      <p:sp>
        <p:nvSpPr>
          <p:cNvPr id="14" name="文本框 13"/>
          <p:cNvSpPr txBox="1"/>
          <p:nvPr/>
        </p:nvSpPr>
        <p:spPr>
          <a:xfrm>
            <a:off x="3051175" y="6182360"/>
            <a:ext cx="3464560" cy="497205"/>
          </a:xfrm>
          <a:prstGeom prst="rect">
            <a:avLst/>
          </a:prstGeom>
          <a:noFill/>
        </p:spPr>
        <p:txBody>
          <a:bodyPr wrap="square" rtlCol="0">
            <a:spAutoFit/>
          </a:bodyPr>
          <a:lstStyle/>
          <a:p>
            <a:pPr>
              <a:buNone/>
            </a:pPr>
            <a:r>
              <a:rPr lang="zh-CN" altLang="en-US" sz="2200" dirty="0" smtClean="0">
                <a:solidFill>
                  <a:srgbClr val="FF0000"/>
                </a:solidFill>
                <a:latin typeface="黑体" panose="02010609060101010101" pitchFamily="49" charset="-122"/>
                <a:ea typeface="黑体" panose="02010609060101010101" pitchFamily="49" charset="-122"/>
              </a:rPr>
              <a:t>外圈轴向紧固方法</a:t>
            </a:r>
            <a:endParaRPr lang="zh-CN" altLang="en-US" sz="2200" dirty="0">
              <a:solidFill>
                <a:srgbClr val="FF0000"/>
              </a:solidFill>
              <a:latin typeface="黑体" panose="02010609060101010101" pitchFamily="49" charset="-122"/>
              <a:ea typeface="黑体" panose="02010609060101010101" pitchFamily="49" charset="-122"/>
            </a:endParaRPr>
          </a:p>
        </p:txBody>
      </p:sp>
      <p:sp>
        <p:nvSpPr>
          <p:cNvPr id="4" name="左大括号 3"/>
          <p:cNvSpPr/>
          <p:nvPr/>
        </p:nvSpPr>
        <p:spPr bwMode="auto">
          <a:xfrm>
            <a:off x="2941983" y="5864087"/>
            <a:ext cx="45719" cy="616226"/>
          </a:xfrm>
          <a:prstGeom prst="leftBrace">
            <a:avLst/>
          </a:prstGeom>
          <a:noFill/>
          <a:ln w="9525" cap="flat" cmpd="sng" algn="ctr">
            <a:solidFill>
              <a:srgbClr val="0000FF"/>
            </a:solidFill>
            <a:prstDash val="solid"/>
            <a:round/>
            <a:headEnd type="none" w="med" len="med"/>
            <a:tailEnd type="none" w="med" len="med"/>
          </a:ln>
          <a:effectLst/>
        </p:spPr>
        <p:txBody>
          <a:bodyPr vert="horz" wrap="none" lIns="91440" tIns="45720" rIns="91440" bIns="45720" numCol="1" rtlCol="0" anchor="t" anchorCtr="0" compatLnSpc="1">
            <a:spAutoFit/>
          </a:bodyPr>
          <a:lstStyle/>
          <a:p>
            <a:pPr marL="0" marR="0" indent="0" algn="l" defTabSz="914400" rtl="0" eaLnBrk="1" fontAlgn="base" latinLnBrk="0" hangingPunct="1">
              <a:lnSpc>
                <a:spcPct val="120000"/>
              </a:lnSpc>
              <a:spcBef>
                <a:spcPct val="0"/>
              </a:spcBef>
              <a:spcAft>
                <a:spcPct val="0"/>
              </a:spcAft>
              <a:buClrTx/>
              <a:buSzTx/>
              <a:buFontTx/>
              <a:buBlip>
                <a:blip r:embed="rId2"/>
              </a:buBlip>
            </a:pPr>
            <a:endParaRPr kumimoji="1" lang="zh-CN" altLang="en-US" sz="2000" b="0" i="0" u="none" strike="noStrike" cap="none" normalizeH="0" baseline="0" smtClean="0">
              <a:ln>
                <a:noFill/>
              </a:ln>
              <a:solidFill>
                <a:srgbClr val="000099"/>
              </a:solidFill>
              <a:effectLst/>
              <a:latin typeface="Times New Roman" panose="02020603050405020304" pitchFamily="18" charset="0"/>
              <a:ea typeface="华文中宋" panose="02010600040101010101" pitchFamily="2" charset="-122"/>
            </a:endParaRPr>
          </a:p>
        </p:txBody>
      </p:sp>
    </p:spTree>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561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2" presetClass="entr" presetSubtype="8" fill="hold" grpId="0" nodeType="clickEffect">
                                  <p:stCondLst>
                                    <p:cond delay="0"/>
                                  </p:stCondLst>
                                  <p:childTnLst>
                                    <p:set>
                                      <p:cBhvr>
                                        <p:cTn id="10" dur="1" fill="hold">
                                          <p:stCondLst>
                                            <p:cond delay="0"/>
                                          </p:stCondLst>
                                        </p:cTn>
                                        <p:tgtEl>
                                          <p:spTgt spid="25660"/>
                                        </p:tgtEl>
                                        <p:attrNameLst>
                                          <p:attrName>style.visibility</p:attrName>
                                        </p:attrNameLst>
                                      </p:cBhvr>
                                      <p:to>
                                        <p:strVal val="visible"/>
                                      </p:to>
                                    </p:set>
                                    <p:animEffect transition="in" filter="wipe(left)">
                                      <p:cBhvr>
                                        <p:cTn id="11" dur="500"/>
                                        <p:tgtEl>
                                          <p:spTgt spid="25660"/>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nodeType="clickEffect">
                                  <p:stCondLst>
                                    <p:cond delay="0"/>
                                  </p:stCondLst>
                                  <p:childTnLst>
                                    <p:set>
                                      <p:cBhvr>
                                        <p:cTn id="15" dur="1" fill="hold">
                                          <p:stCondLst>
                                            <p:cond delay="0"/>
                                          </p:stCondLst>
                                        </p:cTn>
                                        <p:tgtEl>
                                          <p:spTgt spid="2"/>
                                        </p:tgtEl>
                                        <p:attrNameLst>
                                          <p:attrName>style.visibility</p:attrName>
                                        </p:attrNameLst>
                                      </p:cBhvr>
                                      <p:to>
                                        <p:strVal val="visible"/>
                                      </p:to>
                                    </p:set>
                                    <p:animEffect transition="in" filter="wipe(left)">
                                      <p:cBhvr>
                                        <p:cTn id="16" dur="500"/>
                                        <p:tgtEl>
                                          <p:spTgt spid="2"/>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grpId="0" nodeType="clickEffect">
                                  <p:stCondLst>
                                    <p:cond delay="0"/>
                                  </p:stCondLst>
                                  <p:childTnLst>
                                    <p:set>
                                      <p:cBhvr>
                                        <p:cTn id="20" dur="1" fill="hold">
                                          <p:stCondLst>
                                            <p:cond delay="0"/>
                                          </p:stCondLst>
                                        </p:cTn>
                                        <p:tgtEl>
                                          <p:spTgt spid="3"/>
                                        </p:tgtEl>
                                        <p:attrNameLst>
                                          <p:attrName>style.visibility</p:attrName>
                                        </p:attrNameLst>
                                      </p:cBhvr>
                                      <p:to>
                                        <p:strVal val="visible"/>
                                      </p:to>
                                    </p:set>
                                    <p:animEffect transition="in" filter="wipe(left)">
                                      <p:cBhvr>
                                        <p:cTn id="21" dur="500"/>
                                        <p:tgtEl>
                                          <p:spTgt spid="3"/>
                                        </p:tgtEl>
                                      </p:cBhvr>
                                    </p:animEffect>
                                  </p:childTnLst>
                                </p:cTn>
                              </p:par>
                              <p:par>
                                <p:cTn id="22" presetID="22" presetClass="entr" presetSubtype="8" fill="hold" grpId="0" nodeType="withEffect">
                                  <p:stCondLst>
                                    <p:cond delay="0"/>
                                  </p:stCondLst>
                                  <p:childTnLst>
                                    <p:set>
                                      <p:cBhvr>
                                        <p:cTn id="23" dur="1" fill="hold">
                                          <p:stCondLst>
                                            <p:cond delay="0"/>
                                          </p:stCondLst>
                                        </p:cTn>
                                        <p:tgtEl>
                                          <p:spTgt spid="4"/>
                                        </p:tgtEl>
                                        <p:attrNameLst>
                                          <p:attrName>style.visibility</p:attrName>
                                        </p:attrNameLst>
                                      </p:cBhvr>
                                      <p:to>
                                        <p:strVal val="visible"/>
                                      </p:to>
                                    </p:set>
                                    <p:animEffect transition="in" filter="wipe(left)">
                                      <p:cBhvr>
                                        <p:cTn id="24" dur="500"/>
                                        <p:tgtEl>
                                          <p:spTgt spid="4"/>
                                        </p:tgtEl>
                                      </p:cBhvr>
                                    </p:animEffect>
                                  </p:childTnLst>
                                </p:cTn>
                              </p:par>
                            </p:childTnLst>
                          </p:cTn>
                        </p:par>
                      </p:childTnLst>
                    </p:cTn>
                  </p:par>
                  <p:par>
                    <p:cTn id="25" fill="hold">
                      <p:stCondLst>
                        <p:cond delay="indefinite"/>
                      </p:stCondLst>
                      <p:childTnLst>
                        <p:par>
                          <p:cTn id="26" fill="hold">
                            <p:stCondLst>
                              <p:cond delay="0"/>
                            </p:stCondLst>
                            <p:childTnLst>
                              <p:par>
                                <p:cTn id="27" presetID="22" presetClass="entr" presetSubtype="8" fill="hold" grpId="0" nodeType="clickEffect">
                                  <p:stCondLst>
                                    <p:cond delay="0"/>
                                  </p:stCondLst>
                                  <p:childTnLst>
                                    <p:set>
                                      <p:cBhvr>
                                        <p:cTn id="28" dur="1" fill="hold">
                                          <p:stCondLst>
                                            <p:cond delay="0"/>
                                          </p:stCondLst>
                                        </p:cTn>
                                        <p:tgtEl>
                                          <p:spTgt spid="13"/>
                                        </p:tgtEl>
                                        <p:attrNameLst>
                                          <p:attrName>style.visibility</p:attrName>
                                        </p:attrNameLst>
                                      </p:cBhvr>
                                      <p:to>
                                        <p:strVal val="visible"/>
                                      </p:to>
                                    </p:set>
                                    <p:animEffect transition="in" filter="wipe(left)">
                                      <p:cBhvr>
                                        <p:cTn id="29" dur="500"/>
                                        <p:tgtEl>
                                          <p:spTgt spid="13"/>
                                        </p:tgtEl>
                                      </p:cBhvr>
                                    </p:animEffect>
                                  </p:childTnLst>
                                </p:cTn>
                              </p:par>
                            </p:childTnLst>
                          </p:cTn>
                        </p:par>
                        <p:par>
                          <p:cTn id="30" fill="hold">
                            <p:stCondLst>
                              <p:cond delay="500"/>
                            </p:stCondLst>
                            <p:childTnLst>
                              <p:par>
                                <p:cTn id="31" presetID="22" presetClass="entr" presetSubtype="8" fill="hold" grpId="0" nodeType="afterEffect">
                                  <p:stCondLst>
                                    <p:cond delay="0"/>
                                  </p:stCondLst>
                                  <p:childTnLst>
                                    <p:set>
                                      <p:cBhvr>
                                        <p:cTn id="32" dur="1" fill="hold">
                                          <p:stCondLst>
                                            <p:cond delay="0"/>
                                          </p:stCondLst>
                                        </p:cTn>
                                        <p:tgtEl>
                                          <p:spTgt spid="14"/>
                                        </p:tgtEl>
                                        <p:attrNameLst>
                                          <p:attrName>style.visibility</p:attrName>
                                        </p:attrNameLst>
                                      </p:cBhvr>
                                      <p:to>
                                        <p:strVal val="visible"/>
                                      </p:to>
                                    </p:set>
                                    <p:animEffect transition="in" filter="wipe(left)">
                                      <p:cBhvr>
                                        <p:cTn id="33"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610" grpId="0"/>
      <p:bldP spid="25660" grpId="0"/>
      <p:bldP spid="3" grpId="0"/>
      <p:bldP spid="13" grpId="0"/>
      <p:bldP spid="14" grpId="0"/>
      <p:bldP spid="4" grpId="0" animBg="1"/>
    </p:bld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5714" name="Rectangle 2"/>
          <p:cNvSpPr>
            <a:spLocks noGrp="1" noChangeArrowheads="1"/>
          </p:cNvSpPr>
          <p:nvPr>
            <p:ph type="title"/>
          </p:nvPr>
        </p:nvSpPr>
        <p:spPr>
          <a:xfrm>
            <a:off x="479108" y="871538"/>
            <a:ext cx="7772400" cy="623888"/>
          </a:xfrm>
        </p:spPr>
        <p:txBody>
          <a:bodyPr/>
          <a:lstStyle/>
          <a:p>
            <a:pPr marL="0" marR="0" lvl="0" indent="0" algn="l" defTabSz="914400" rtl="0" eaLnBrk="0" fontAlgn="base" latinLnBrk="0" hangingPunct="0">
              <a:lnSpc>
                <a:spcPct val="100000"/>
              </a:lnSpc>
              <a:spcBef>
                <a:spcPct val="0"/>
              </a:spcBef>
              <a:spcAft>
                <a:spcPct val="0"/>
              </a:spcAft>
              <a:buClrTx/>
              <a:buSzTx/>
              <a:buFontTx/>
              <a:buNone/>
              <a:defRPr/>
            </a:pPr>
            <a:r>
              <a:rPr kumimoji="1" lang="en-US" sz="2400" i="0" u="none" strike="noStrike" kern="1200" cap="none" spc="0" normalizeH="0" baseline="0" noProof="0" dirty="0">
                <a:ln>
                  <a:noFill/>
                </a:ln>
                <a:solidFill>
                  <a:srgbClr val="0000FF"/>
                </a:solidFill>
                <a:effectLst/>
                <a:uLnTx/>
                <a:uFillTx/>
                <a:latin typeface="黑体" panose="02010609060101010101" pitchFamily="49" charset="-122"/>
                <a:ea typeface="黑体" panose="02010609060101010101" pitchFamily="49" charset="-122"/>
                <a:cs typeface="黑体" panose="02010609060101010101" pitchFamily="49" charset="-122"/>
              </a:rPr>
              <a:t>1</a:t>
            </a:r>
            <a:r>
              <a:rPr kumimoji="1" lang="zh-CN" altLang="en-US" sz="2400" i="0" u="none" strike="noStrike" kern="1200" cap="none" spc="0" normalizeH="0" baseline="0" noProof="0" dirty="0">
                <a:ln>
                  <a:noFill/>
                </a:ln>
                <a:solidFill>
                  <a:srgbClr val="0000FF"/>
                </a:solidFill>
                <a:effectLst/>
                <a:uLnTx/>
                <a:uFillTx/>
                <a:latin typeface="黑体" panose="02010609060101010101" pitchFamily="49" charset="-122"/>
                <a:ea typeface="黑体" panose="02010609060101010101" pitchFamily="49" charset="-122"/>
                <a:cs typeface="黑体" panose="02010609060101010101" pitchFamily="49" charset="-122"/>
              </a:rPr>
              <a:t>、轴承</a:t>
            </a:r>
            <a:r>
              <a:rPr kumimoji="1" lang="zh-CN" altLang="en-US" sz="2400" i="0" u="none" strike="noStrike" kern="1200" cap="none" spc="0" normalizeH="0" baseline="0" noProof="0" dirty="0" smtClean="0">
                <a:ln>
                  <a:noFill/>
                </a:ln>
                <a:solidFill>
                  <a:srgbClr val="0000FF"/>
                </a:solidFill>
                <a:effectLst/>
                <a:uLnTx/>
                <a:uFillTx/>
                <a:latin typeface="黑体" panose="02010609060101010101" pitchFamily="49" charset="-122"/>
                <a:ea typeface="黑体" panose="02010609060101010101" pitchFamily="49" charset="-122"/>
                <a:cs typeface="黑体" panose="02010609060101010101" pitchFamily="49" charset="-122"/>
              </a:rPr>
              <a:t>内圈轴向</a:t>
            </a:r>
            <a:r>
              <a:rPr kumimoji="1" lang="zh-CN" altLang="en-US" sz="2400" i="0" u="none" strike="noStrike" kern="1200" cap="none" spc="0" normalizeH="0" baseline="0" noProof="0" dirty="0">
                <a:ln>
                  <a:noFill/>
                </a:ln>
                <a:solidFill>
                  <a:srgbClr val="0000FF"/>
                </a:solidFill>
                <a:effectLst/>
                <a:uLnTx/>
                <a:uFillTx/>
                <a:latin typeface="黑体" panose="02010609060101010101" pitchFamily="49" charset="-122"/>
                <a:ea typeface="黑体" panose="02010609060101010101" pitchFamily="49" charset="-122"/>
                <a:cs typeface="黑体" panose="02010609060101010101" pitchFamily="49" charset="-122"/>
              </a:rPr>
              <a:t>紧</a:t>
            </a:r>
            <a:r>
              <a:rPr kumimoji="1" lang="zh-CN" altLang="en-US" sz="2400" i="0" u="none" strike="noStrike" kern="1200" cap="none" spc="0" normalizeH="0" baseline="0" noProof="0" dirty="0" smtClean="0">
                <a:ln>
                  <a:noFill/>
                </a:ln>
                <a:solidFill>
                  <a:srgbClr val="0000FF"/>
                </a:solidFill>
                <a:effectLst/>
                <a:uLnTx/>
                <a:uFillTx/>
                <a:latin typeface="黑体" panose="02010609060101010101" pitchFamily="49" charset="-122"/>
                <a:ea typeface="黑体" panose="02010609060101010101" pitchFamily="49" charset="-122"/>
                <a:cs typeface="黑体" panose="02010609060101010101" pitchFamily="49" charset="-122"/>
              </a:rPr>
              <a:t>固的常用方法</a:t>
            </a:r>
            <a:endParaRPr kumimoji="1" lang="zh-CN" altLang="en-US" sz="2400" i="0" u="none" strike="noStrike" kern="1200" cap="none" spc="0" normalizeH="0" baseline="0" noProof="0" dirty="0" smtClean="0">
              <a:ln>
                <a:noFill/>
              </a:ln>
              <a:solidFill>
                <a:srgbClr val="0000FF"/>
              </a:solidFill>
              <a:effectLst/>
              <a:uLnTx/>
              <a:uFillTx/>
              <a:latin typeface="黑体" panose="02010609060101010101" pitchFamily="49" charset="-122"/>
              <a:ea typeface="黑体" panose="02010609060101010101" pitchFamily="49" charset="-122"/>
              <a:cs typeface="黑体" panose="02010609060101010101" pitchFamily="49" charset="-122"/>
            </a:endParaRPr>
          </a:p>
        </p:txBody>
      </p:sp>
      <p:sp>
        <p:nvSpPr>
          <p:cNvPr id="115715" name="Rectangle 3"/>
          <p:cNvSpPr>
            <a:spLocks noGrp="1" noChangeArrowheads="1"/>
          </p:cNvSpPr>
          <p:nvPr>
            <p:ph idx="1"/>
          </p:nvPr>
        </p:nvSpPr>
        <p:spPr>
          <a:xfrm>
            <a:off x="692150" y="1404620"/>
            <a:ext cx="7932420" cy="2092325"/>
          </a:xfrm>
        </p:spPr>
        <p:txBody>
          <a:bodyPr/>
          <a:lstStyle/>
          <a:p>
            <a:pPr marL="342900" marR="0" lvl="0" indent="-342900" algn="l" defTabSz="914400" rtl="0" eaLnBrk="0" fontAlgn="base" latinLnBrk="0" hangingPunct="0">
              <a:lnSpc>
                <a:spcPct val="100000"/>
              </a:lnSpc>
              <a:spcBef>
                <a:spcPct val="0"/>
              </a:spcBef>
              <a:spcAft>
                <a:spcPct val="0"/>
              </a:spcAft>
              <a:buClr>
                <a:schemeClr val="hlink"/>
              </a:buClr>
              <a:buSzPct val="110000"/>
              <a:buFontTx/>
              <a:buNone/>
              <a:defRPr/>
            </a:pPr>
            <a:r>
              <a:rPr kumimoji="1" lang="zh-CN" altLang="en-US" sz="2800" b="1" i="0" u="none" strike="noStrike" kern="1200" cap="none" spc="0" normalizeH="0" baseline="0" noProof="0" dirty="0" smtClean="0">
                <a:ln>
                  <a:noFill/>
                </a:ln>
                <a:solidFill>
                  <a:srgbClr val="CC0000"/>
                </a:solidFill>
                <a:effectLst/>
                <a:uLnTx/>
                <a:uFillTx/>
                <a:latin typeface="仿宋_GB2312" pitchFamily="49" charset="-122"/>
                <a:ea typeface="仿宋_GB2312" pitchFamily="49" charset="-122"/>
                <a:cs typeface="+mn-cs"/>
              </a:rPr>
              <a:t>  </a:t>
            </a:r>
            <a:r>
              <a:rPr kumimoji="1" lang="zh-CN" altLang="en-US" sz="2400" i="0" u="none" strike="noStrike" kern="1200" cap="none" spc="0" normalizeH="0" baseline="0" noProof="0" dirty="0" smtClean="0">
                <a:ln>
                  <a:noFill/>
                </a:ln>
                <a:solidFill>
                  <a:srgbClr val="CC0000"/>
                </a:solidFill>
                <a:effectLst/>
                <a:uLnTx/>
                <a:uFillTx/>
                <a:latin typeface="黑体" panose="02010609060101010101" pitchFamily="49" charset="-122"/>
                <a:ea typeface="黑体" panose="02010609060101010101" pitchFamily="49" charset="-122"/>
                <a:cs typeface="黑体" panose="02010609060101010101" pitchFamily="49" charset="-122"/>
              </a:rPr>
              <a:t>轴</a:t>
            </a:r>
            <a:r>
              <a:rPr kumimoji="1" lang="zh-CN" altLang="en-US" sz="2400" i="0" u="none" strike="noStrike" kern="1200" cap="none" spc="0" normalizeH="0" baseline="0" noProof="0" dirty="0">
                <a:ln>
                  <a:noFill/>
                </a:ln>
                <a:solidFill>
                  <a:srgbClr val="CC0000"/>
                </a:solidFill>
                <a:effectLst/>
                <a:uLnTx/>
                <a:uFillTx/>
                <a:latin typeface="黑体" panose="02010609060101010101" pitchFamily="49" charset="-122"/>
                <a:ea typeface="黑体" panose="02010609060101010101" pitchFamily="49" charset="-122"/>
                <a:cs typeface="黑体" panose="02010609060101010101" pitchFamily="49" charset="-122"/>
              </a:rPr>
              <a:t>肩或轴环固定</a:t>
            </a:r>
            <a:r>
              <a:rPr kumimoji="1" lang="zh-CN" altLang="en-US" sz="2400" i="0" u="none" strike="noStrike" kern="1200" cap="none" spc="0" normalizeH="0" baseline="0" noProof="0" dirty="0">
                <a:ln>
                  <a:noFill/>
                </a:ln>
                <a:solidFill>
                  <a:schemeClr val="tx1"/>
                </a:solidFill>
                <a:effectLst/>
                <a:uLnTx/>
                <a:uFillTx/>
                <a:latin typeface="黑体" panose="02010609060101010101" pitchFamily="49" charset="-122"/>
                <a:ea typeface="黑体" panose="02010609060101010101" pitchFamily="49" charset="-122"/>
                <a:cs typeface="黑体" panose="02010609060101010101" pitchFamily="49" charset="-122"/>
              </a:rPr>
              <a:t>：</a:t>
            </a:r>
            <a:endParaRPr kumimoji="1" lang="zh-CN" altLang="en-US" sz="2400" i="0" u="none" strike="noStrike" kern="1200" cap="none" spc="0" normalizeH="0" baseline="0" noProof="0" dirty="0">
              <a:ln>
                <a:noFill/>
              </a:ln>
              <a:solidFill>
                <a:schemeClr val="tx1"/>
              </a:solidFill>
              <a:effectLst/>
              <a:uLnTx/>
              <a:uFillTx/>
              <a:latin typeface="黑体" panose="02010609060101010101" pitchFamily="49" charset="-122"/>
              <a:ea typeface="黑体" panose="02010609060101010101" pitchFamily="49" charset="-122"/>
              <a:cs typeface="黑体" panose="02010609060101010101" pitchFamily="49" charset="-122"/>
            </a:endParaRPr>
          </a:p>
          <a:p>
            <a:pPr marL="342900" marR="0" lvl="0" indent="-342900" algn="l" defTabSz="914400" rtl="0" eaLnBrk="0" fontAlgn="base" latinLnBrk="0" hangingPunct="0">
              <a:lnSpc>
                <a:spcPct val="100000"/>
              </a:lnSpc>
              <a:spcBef>
                <a:spcPct val="0"/>
              </a:spcBef>
              <a:spcAft>
                <a:spcPct val="0"/>
              </a:spcAft>
              <a:buClr>
                <a:schemeClr val="hlink"/>
              </a:buClr>
              <a:buSzPct val="110000"/>
              <a:buFontTx/>
              <a:buNone/>
              <a:defRPr/>
            </a:pPr>
            <a:r>
              <a:rPr kumimoji="1" lang="zh-CN" altLang="en-US" sz="2400" i="0" u="none" strike="noStrike" kern="1200" cap="none" spc="0" normalizeH="0" baseline="0" noProof="0" dirty="0">
                <a:ln>
                  <a:noFill/>
                </a:ln>
                <a:solidFill>
                  <a:schemeClr val="tx1"/>
                </a:solidFill>
                <a:effectLst>
                  <a:outerShdw blurRad="38100" dist="38100" dir="2700000" algn="tl">
                    <a:srgbClr val="FFFFFF"/>
                  </a:outerShdw>
                </a:effectLst>
                <a:uLnTx/>
                <a:uFillTx/>
                <a:latin typeface="黑体" panose="02010609060101010101" pitchFamily="49" charset="-122"/>
                <a:ea typeface="黑体" panose="02010609060101010101" pitchFamily="49" charset="-122"/>
                <a:cs typeface="黑体" panose="02010609060101010101" pitchFamily="49" charset="-122"/>
              </a:rPr>
              <a:t>      可承受较大的轴向载荷，对轴无削弱，但应注意过渡处的应力集中，这种固定方式不能作为双向固定。</a:t>
            </a:r>
            <a:endParaRPr kumimoji="1" lang="zh-CN" altLang="en-US" sz="2400" i="0" u="none" strike="noStrike" kern="1200" cap="none" spc="0" normalizeH="0" baseline="0" noProof="0" dirty="0">
              <a:ln>
                <a:noFill/>
              </a:ln>
              <a:solidFill>
                <a:schemeClr val="tx1"/>
              </a:solidFill>
              <a:effectLst>
                <a:outerShdw blurRad="38100" dist="38100" dir="2700000" algn="tl">
                  <a:srgbClr val="FFFFFF"/>
                </a:outerShdw>
              </a:effectLst>
              <a:uLnTx/>
              <a:uFillTx/>
              <a:latin typeface="黑体" panose="02010609060101010101" pitchFamily="49" charset="-122"/>
              <a:ea typeface="黑体" panose="02010609060101010101" pitchFamily="49" charset="-122"/>
              <a:cs typeface="黑体" panose="02010609060101010101" pitchFamily="49" charset="-122"/>
            </a:endParaRPr>
          </a:p>
        </p:txBody>
      </p:sp>
      <p:pic>
        <p:nvPicPr>
          <p:cNvPr id="115716" name="Picture 4" descr="滚动轴承的定位2"/>
          <p:cNvPicPr>
            <a:picLocks noChangeAspect="1"/>
          </p:cNvPicPr>
          <p:nvPr/>
        </p:nvPicPr>
        <p:blipFill>
          <a:blip r:embed="rId1"/>
          <a:stretch>
            <a:fillRect/>
          </a:stretch>
        </p:blipFill>
        <p:spPr>
          <a:xfrm>
            <a:off x="2519363" y="4171315"/>
            <a:ext cx="1966912" cy="1643063"/>
          </a:xfrm>
          <a:prstGeom prst="rect">
            <a:avLst/>
          </a:prstGeom>
          <a:noFill/>
          <a:ln w="9525">
            <a:noFill/>
          </a:ln>
        </p:spPr>
      </p:pic>
      <p:pic>
        <p:nvPicPr>
          <p:cNvPr id="115718" name="Picture 6" descr="滚动轴承的定位1"/>
          <p:cNvPicPr>
            <a:picLocks noChangeAspect="1"/>
          </p:cNvPicPr>
          <p:nvPr/>
        </p:nvPicPr>
        <p:blipFill>
          <a:blip r:embed="rId2"/>
          <a:stretch>
            <a:fillRect/>
          </a:stretch>
        </p:blipFill>
        <p:spPr>
          <a:xfrm>
            <a:off x="514350" y="3253105"/>
            <a:ext cx="1885950" cy="2932113"/>
          </a:xfrm>
          <a:prstGeom prst="rect">
            <a:avLst/>
          </a:prstGeom>
          <a:noFill/>
          <a:ln w="9525">
            <a:noFill/>
          </a:ln>
        </p:spPr>
      </p:pic>
      <p:pic>
        <p:nvPicPr>
          <p:cNvPr id="8" name="Picture 49" descr="back1">
            <a:hlinkClick r:id="" tooltip="上一页" action="ppaction://hlinkshowjump?jump=previousslide"/>
          </p:cNvPr>
          <p:cNvPicPr>
            <a:picLocks noChangeAspect="1"/>
          </p:cNvPicPr>
          <p:nvPr/>
        </p:nvPicPr>
        <p:blipFill>
          <a:blip r:embed="rId3"/>
          <a:stretch>
            <a:fillRect/>
          </a:stretch>
        </p:blipFill>
        <p:spPr>
          <a:xfrm>
            <a:off x="8380413" y="6556375"/>
            <a:ext cx="306387" cy="306388"/>
          </a:xfrm>
          <a:prstGeom prst="rect">
            <a:avLst/>
          </a:prstGeom>
          <a:noFill/>
          <a:ln w="9525">
            <a:noFill/>
          </a:ln>
        </p:spPr>
      </p:pic>
      <p:pic>
        <p:nvPicPr>
          <p:cNvPr id="9" name="Picture 50" descr="rewind1">
            <a:hlinkClick r:id="" action="ppaction://hlinkshowjump?jump=firstslide"/>
          </p:cNvPr>
          <p:cNvPicPr>
            <a:picLocks noChangeAspect="1"/>
          </p:cNvPicPr>
          <p:nvPr/>
        </p:nvPicPr>
        <p:blipFill>
          <a:blip r:embed="rId4"/>
          <a:stretch>
            <a:fillRect/>
          </a:stretch>
        </p:blipFill>
        <p:spPr>
          <a:xfrm>
            <a:off x="8018463" y="6551613"/>
            <a:ext cx="306387" cy="306387"/>
          </a:xfrm>
          <a:prstGeom prst="rect">
            <a:avLst/>
          </a:prstGeom>
          <a:noFill/>
          <a:ln w="9525">
            <a:noFill/>
          </a:ln>
        </p:spPr>
      </p:pic>
      <p:pic>
        <p:nvPicPr>
          <p:cNvPr id="10" name="Picture 149" descr="NEXT1">
            <a:hlinkClick r:id="" action="ppaction://hlinkshowjump?jump=nextslide"/>
          </p:cNvPr>
          <p:cNvPicPr>
            <a:picLocks noChangeAspect="1"/>
          </p:cNvPicPr>
          <p:nvPr/>
        </p:nvPicPr>
        <p:blipFill>
          <a:blip r:embed="rId5"/>
          <a:stretch>
            <a:fillRect/>
          </a:stretch>
        </p:blipFill>
        <p:spPr>
          <a:xfrm>
            <a:off x="8753475" y="6551613"/>
            <a:ext cx="306388" cy="306387"/>
          </a:xfrm>
          <a:prstGeom prst="rect">
            <a:avLst/>
          </a:prstGeom>
          <a:noFill/>
          <a:ln w="9525">
            <a:noFill/>
          </a:ln>
        </p:spPr>
      </p:pic>
      <p:sp>
        <p:nvSpPr>
          <p:cNvPr id="2" name="直接连接符 6"/>
          <p:cNvSpPr>
            <a:spLocks noChangeShapeType="1"/>
          </p:cNvSpPr>
          <p:nvPr/>
        </p:nvSpPr>
        <p:spPr bwMode="auto">
          <a:xfrm>
            <a:off x="-48895" y="706755"/>
            <a:ext cx="9144000" cy="0"/>
          </a:xfrm>
          <a:prstGeom prst="line">
            <a:avLst/>
          </a:prstGeom>
          <a:noFill/>
          <a:ln w="28575">
            <a:solidFill>
              <a:srgbClr val="CC3300"/>
            </a:solidFill>
            <a:miter lim="800000"/>
          </a:ln>
          <a:extLst>
            <a:ext uri="{909E8E84-426E-40DD-AFC4-6F175D3DCCD1}">
              <a14:hiddenFill xmlns:a14="http://schemas.microsoft.com/office/drawing/2010/main">
                <a:noFill/>
              </a14:hiddenFill>
            </a:ext>
          </a:extLst>
        </p:spPr>
        <p:txBody>
          <a:bodyPr/>
          <a:lstStyle/>
          <a:p>
            <a:endParaRPr lang="zh-CN" altLang="en-US"/>
          </a:p>
        </p:txBody>
      </p:sp>
      <p:sp>
        <p:nvSpPr>
          <p:cNvPr id="8206" name="Rectangle 67"/>
          <p:cNvSpPr>
            <a:spLocks noChangeArrowheads="1"/>
          </p:cNvSpPr>
          <p:nvPr/>
        </p:nvSpPr>
        <p:spPr bwMode="auto">
          <a:xfrm>
            <a:off x="3162300" y="10637"/>
            <a:ext cx="4945380" cy="5530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kumimoji="1" sz="2000">
                <a:solidFill>
                  <a:srgbClr val="000099"/>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rgbClr val="000099"/>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rgbClr val="000099"/>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rgbClr val="000099"/>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lnSpc>
                <a:spcPct val="100000"/>
              </a:lnSpc>
              <a:buFontTx/>
              <a:buNone/>
            </a:pPr>
            <a:r>
              <a:rPr lang="en-US" altLang="zh-CN" sz="3000" dirty="0" smtClean="0">
                <a:solidFill>
                  <a:srgbClr val="CC3300"/>
                </a:solidFill>
                <a:latin typeface="黑体" panose="02010609060101010101" pitchFamily="49" charset="-122"/>
                <a:ea typeface="黑体" panose="02010609060101010101" pitchFamily="49" charset="-122"/>
              </a:rPr>
              <a:t>3.6-6  </a:t>
            </a:r>
            <a:r>
              <a:rPr lang="zh-CN" altLang="en-US" sz="3000" dirty="0">
                <a:solidFill>
                  <a:srgbClr val="CC3300"/>
                </a:solidFill>
                <a:latin typeface="黑体" panose="02010609060101010101" pitchFamily="49" charset="-122"/>
                <a:ea typeface="黑体" panose="02010609060101010101" pitchFamily="49" charset="-122"/>
              </a:rPr>
              <a:t>滚动轴承装置的设计</a:t>
            </a:r>
            <a:endParaRPr lang="zh-CN" altLang="en-US" sz="3000" dirty="0">
              <a:solidFill>
                <a:srgbClr val="CC3300"/>
              </a:solidFill>
              <a:latin typeface="黑体" panose="02010609060101010101" pitchFamily="49" charset="-122"/>
              <a:ea typeface="黑体" panose="02010609060101010101" pitchFamily="49" charset="-122"/>
            </a:endParaRPr>
          </a:p>
        </p:txBody>
      </p:sp>
      <p:sp>
        <p:nvSpPr>
          <p:cNvPr id="83984" name="Rectangle 16"/>
          <p:cNvSpPr>
            <a:spLocks noChangeArrowheads="1"/>
          </p:cNvSpPr>
          <p:nvPr/>
        </p:nvSpPr>
        <p:spPr bwMode="auto">
          <a:xfrm>
            <a:off x="4298792" y="3100070"/>
            <a:ext cx="4411345" cy="6076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p>
            <a:pPr indent="0" algn="ctr">
              <a:lnSpc>
                <a:spcPct val="140000"/>
              </a:lnSpc>
              <a:buNone/>
            </a:pPr>
            <a:r>
              <a:rPr lang="zh-CN" altLang="en-US" sz="2400" b="1">
                <a:solidFill>
                  <a:srgbClr val="CC3300"/>
                </a:solidFill>
                <a:effectLst/>
                <a:latin typeface="华文中宋" panose="02010600040101010101" pitchFamily="2" charset="-122"/>
              </a:rPr>
              <a:t>轴肩高度低于内圈高度的</a:t>
            </a:r>
            <a:r>
              <a:rPr lang="en-US" altLang="zh-CN" sz="2400" b="1">
                <a:solidFill>
                  <a:srgbClr val="CC3300"/>
                </a:solidFill>
                <a:effectLst/>
                <a:latin typeface="华文中宋" panose="02010600040101010101" pitchFamily="2" charset="-122"/>
              </a:rPr>
              <a:t>3/4</a:t>
            </a:r>
            <a:r>
              <a:rPr lang="zh-CN" altLang="en-US" sz="2400" b="1">
                <a:solidFill>
                  <a:srgbClr val="CC3300"/>
                </a:solidFill>
                <a:effectLst/>
                <a:latin typeface="华文中宋" panose="02010600040101010101" pitchFamily="2" charset="-122"/>
              </a:rPr>
              <a:t>。</a:t>
            </a:r>
            <a:endParaRPr lang="zh-CN" altLang="en-US" sz="2400" b="1">
              <a:solidFill>
                <a:srgbClr val="CC3300"/>
              </a:solidFill>
              <a:effectLst/>
              <a:latin typeface="华文中宋" panose="02010600040101010101" pitchFamily="2" charset="-122"/>
            </a:endParaRPr>
          </a:p>
        </p:txBody>
      </p:sp>
    </p:spTree>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115718"/>
                                        </p:tgtEl>
                                        <p:attrNameLst>
                                          <p:attrName>style.visibility</p:attrName>
                                        </p:attrNameLst>
                                      </p:cBhvr>
                                      <p:to>
                                        <p:strVal val="visible"/>
                                      </p:to>
                                    </p:set>
                                    <p:animEffect transition="in" filter="wipe(up)">
                                      <p:cBhvr>
                                        <p:cTn id="7" dur="500"/>
                                        <p:tgtEl>
                                          <p:spTgt spid="115718"/>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nodeType="clickEffect">
                                  <p:stCondLst>
                                    <p:cond delay="0"/>
                                  </p:stCondLst>
                                  <p:childTnLst>
                                    <p:set>
                                      <p:cBhvr>
                                        <p:cTn id="11" dur="1" fill="hold">
                                          <p:stCondLst>
                                            <p:cond delay="0"/>
                                          </p:stCondLst>
                                        </p:cTn>
                                        <p:tgtEl>
                                          <p:spTgt spid="115716"/>
                                        </p:tgtEl>
                                        <p:attrNameLst>
                                          <p:attrName>style.visibility</p:attrName>
                                        </p:attrNameLst>
                                      </p:cBhvr>
                                      <p:to>
                                        <p:strVal val="visible"/>
                                      </p:to>
                                    </p:set>
                                    <p:animEffect transition="in" filter="wipe(up)">
                                      <p:cBhvr>
                                        <p:cTn id="12" dur="500"/>
                                        <p:tgtEl>
                                          <p:spTgt spid="115716"/>
                                        </p:tgtEl>
                                      </p:cBhvr>
                                    </p:animEffect>
                                  </p:childTnLst>
                                </p:cTn>
                              </p:par>
                            </p:childTnLst>
                          </p:cTn>
                        </p:par>
                        <p:par>
                          <p:cTn id="13" fill="hold">
                            <p:stCondLst>
                              <p:cond delay="500"/>
                            </p:stCondLst>
                            <p:childTnLst>
                              <p:par>
                                <p:cTn id="14" presetID="2" presetClass="entr" presetSubtype="8" fill="hold" nodeType="afterEffect">
                                  <p:stCondLst>
                                    <p:cond delay="0"/>
                                  </p:stCondLst>
                                  <p:childTnLst>
                                    <p:set>
                                      <p:cBhvr>
                                        <p:cTn id="15" dur="1" fill="hold">
                                          <p:stCondLst>
                                            <p:cond delay="0"/>
                                          </p:stCondLst>
                                        </p:cTn>
                                        <p:tgtEl>
                                          <p:spTgt spid="8"/>
                                        </p:tgtEl>
                                        <p:attrNameLst>
                                          <p:attrName>style.visibility</p:attrName>
                                        </p:attrNameLst>
                                      </p:cBhvr>
                                      <p:to>
                                        <p:strVal val="visible"/>
                                      </p:to>
                                    </p:set>
                                    <p:anim calcmode="lin" valueType="num">
                                      <p:cBhvr additive="base">
                                        <p:cTn id="16" dur="500" fill="hold"/>
                                        <p:tgtEl>
                                          <p:spTgt spid="8"/>
                                        </p:tgtEl>
                                        <p:attrNameLst>
                                          <p:attrName>ppt_x</p:attrName>
                                        </p:attrNameLst>
                                      </p:cBhvr>
                                      <p:tavLst>
                                        <p:tav tm="0">
                                          <p:val>
                                            <p:strVal val="0-#ppt_w/2"/>
                                          </p:val>
                                        </p:tav>
                                        <p:tav tm="100000">
                                          <p:val>
                                            <p:strVal val="#ppt_x"/>
                                          </p:val>
                                        </p:tav>
                                      </p:tavLst>
                                    </p:anim>
                                    <p:anim calcmode="lin" valueType="num">
                                      <p:cBhvr additive="base">
                                        <p:cTn id="17" dur="500" fill="hold"/>
                                        <p:tgtEl>
                                          <p:spTgt spid="8"/>
                                        </p:tgtEl>
                                        <p:attrNameLst>
                                          <p:attrName>ppt_y</p:attrName>
                                        </p:attrNameLst>
                                      </p:cBhvr>
                                      <p:tavLst>
                                        <p:tav tm="0">
                                          <p:val>
                                            <p:strVal val="#ppt_y"/>
                                          </p:val>
                                        </p:tav>
                                        <p:tav tm="100000">
                                          <p:val>
                                            <p:strVal val="#ppt_y"/>
                                          </p:val>
                                        </p:tav>
                                      </p:tavLst>
                                    </p:anim>
                                  </p:childTnLst>
                                </p:cTn>
                              </p:par>
                            </p:childTnLst>
                          </p:cTn>
                        </p:par>
                        <p:par>
                          <p:cTn id="18" fill="hold">
                            <p:stCondLst>
                              <p:cond delay="1000"/>
                            </p:stCondLst>
                            <p:childTnLst>
                              <p:par>
                                <p:cTn id="19" presetID="2" presetClass="entr" presetSubtype="8" fill="hold" nodeType="afterEffect">
                                  <p:stCondLst>
                                    <p:cond delay="0"/>
                                  </p:stCondLst>
                                  <p:childTnLst>
                                    <p:set>
                                      <p:cBhvr>
                                        <p:cTn id="20" dur="1" fill="hold">
                                          <p:stCondLst>
                                            <p:cond delay="0"/>
                                          </p:stCondLst>
                                        </p:cTn>
                                        <p:tgtEl>
                                          <p:spTgt spid="9"/>
                                        </p:tgtEl>
                                        <p:attrNameLst>
                                          <p:attrName>style.visibility</p:attrName>
                                        </p:attrNameLst>
                                      </p:cBhvr>
                                      <p:to>
                                        <p:strVal val="visible"/>
                                      </p:to>
                                    </p:set>
                                    <p:anim calcmode="lin" valueType="num">
                                      <p:cBhvr additive="base">
                                        <p:cTn id="21" dur="500" fill="hold"/>
                                        <p:tgtEl>
                                          <p:spTgt spid="9"/>
                                        </p:tgtEl>
                                        <p:attrNameLst>
                                          <p:attrName>ppt_x</p:attrName>
                                        </p:attrNameLst>
                                      </p:cBhvr>
                                      <p:tavLst>
                                        <p:tav tm="0">
                                          <p:val>
                                            <p:strVal val="0-#ppt_w/2"/>
                                          </p:val>
                                        </p:tav>
                                        <p:tav tm="100000">
                                          <p:val>
                                            <p:strVal val="#ppt_x"/>
                                          </p:val>
                                        </p:tav>
                                      </p:tavLst>
                                    </p:anim>
                                    <p:anim calcmode="lin" valueType="num">
                                      <p:cBhvr additive="base">
                                        <p:cTn id="22" dur="500" fill="hold"/>
                                        <p:tgtEl>
                                          <p:spTgt spid="9"/>
                                        </p:tgtEl>
                                        <p:attrNameLst>
                                          <p:attrName>ppt_y</p:attrName>
                                        </p:attrNameLst>
                                      </p:cBhvr>
                                      <p:tavLst>
                                        <p:tav tm="0">
                                          <p:val>
                                            <p:strVal val="#ppt_y"/>
                                          </p:val>
                                        </p:tav>
                                        <p:tav tm="100000">
                                          <p:val>
                                            <p:strVal val="#ppt_y"/>
                                          </p:val>
                                        </p:tav>
                                      </p:tavLst>
                                    </p:anim>
                                  </p:childTnLst>
                                </p:cTn>
                              </p:par>
                            </p:childTnLst>
                          </p:cTn>
                        </p:par>
                        <p:par>
                          <p:cTn id="23" fill="hold">
                            <p:stCondLst>
                              <p:cond delay="1500"/>
                            </p:stCondLst>
                            <p:childTnLst>
                              <p:par>
                                <p:cTn id="24" presetID="1" presetClass="entr" presetSubtype="0" fill="hold" nodeType="afterEffect">
                                  <p:stCondLst>
                                    <p:cond delay="0"/>
                                  </p:stCondLst>
                                  <p:childTnLst>
                                    <p:set>
                                      <p:cBhvr>
                                        <p:cTn id="25" dur="1" fill="hold">
                                          <p:stCondLst>
                                            <p:cond delay="499"/>
                                          </p:stCondLst>
                                        </p:cTn>
                                        <p:tgtEl>
                                          <p:spTgt spid="10"/>
                                        </p:tgtEl>
                                        <p:attrNameLst>
                                          <p:attrName>style.visibility</p:attrName>
                                        </p:attrNameLst>
                                      </p:cBhvr>
                                      <p:to>
                                        <p:strVal val="visible"/>
                                      </p:to>
                                    </p:set>
                                  </p:childTnLst>
                                </p:cTn>
                              </p:par>
                            </p:childTnLst>
                          </p:cTn>
                        </p:par>
                      </p:childTnLst>
                    </p:cTn>
                  </p:par>
                  <p:par>
                    <p:cTn id="26" fill="hold">
                      <p:stCondLst>
                        <p:cond delay="indefinite"/>
                      </p:stCondLst>
                      <p:childTnLst>
                        <p:par>
                          <p:cTn id="27" fill="hold">
                            <p:stCondLst>
                              <p:cond delay="0"/>
                            </p:stCondLst>
                            <p:childTnLst>
                              <p:par>
                                <p:cTn id="28" presetID="22" presetClass="entr" presetSubtype="8" fill="hold" grpId="0" nodeType="clickEffect">
                                  <p:stCondLst>
                                    <p:cond delay="0"/>
                                  </p:stCondLst>
                                  <p:childTnLst>
                                    <p:set>
                                      <p:cBhvr>
                                        <p:cTn id="29" dur="1" fill="hold">
                                          <p:stCondLst>
                                            <p:cond delay="0"/>
                                          </p:stCondLst>
                                        </p:cTn>
                                        <p:tgtEl>
                                          <p:spTgt spid="83984"/>
                                        </p:tgtEl>
                                        <p:attrNameLst>
                                          <p:attrName>style.visibility</p:attrName>
                                        </p:attrNameLst>
                                      </p:cBhvr>
                                      <p:to>
                                        <p:strVal val="visible"/>
                                      </p:to>
                                    </p:set>
                                    <p:animEffect transition="in" filter="wipe(left)">
                                      <p:cBhvr>
                                        <p:cTn id="30" dur="500"/>
                                        <p:tgtEl>
                                          <p:spTgt spid="8398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5715" grpId="0" build="p"/>
      <p:bldP spid="83984" grpId="0" bldLvl="0" animBg="1" autoUpdateAnimBg="0"/>
    </p:bld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6738" name="Rectangle 2"/>
          <p:cNvSpPr>
            <a:spLocks noGrp="1" noChangeArrowheads="1"/>
          </p:cNvSpPr>
          <p:nvPr>
            <p:ph idx="1"/>
          </p:nvPr>
        </p:nvSpPr>
        <p:spPr>
          <a:xfrm>
            <a:off x="381000" y="998855"/>
            <a:ext cx="4171950" cy="5304155"/>
          </a:xfrm>
        </p:spPr>
        <p:txBody>
          <a:bodyPr/>
          <a:lstStyle/>
          <a:p>
            <a:pPr marL="342900" marR="0" lvl="0" indent="-342900" algn="l" defTabSz="914400" rtl="0" latinLnBrk="0">
              <a:lnSpc>
                <a:spcPct val="150000"/>
              </a:lnSpc>
              <a:spcBef>
                <a:spcPts val="0"/>
              </a:spcBef>
              <a:spcAft>
                <a:spcPct val="0"/>
              </a:spcAft>
              <a:buClr>
                <a:schemeClr val="hlink"/>
              </a:buClr>
              <a:buSzPct val="110000"/>
              <a:buFontTx/>
              <a:buNone/>
              <a:defRPr/>
            </a:pPr>
            <a:r>
              <a:rPr kumimoji="1" lang="zh-CN" altLang="en-US" sz="2400" i="0" u="none" strike="noStrike" kern="1200" cap="none" spc="0" normalizeH="0" baseline="0" noProof="0">
                <a:ln>
                  <a:noFill/>
                </a:ln>
                <a:solidFill>
                  <a:srgbClr val="CC0000"/>
                </a:solidFill>
                <a:effectLst/>
                <a:uLnTx/>
                <a:uFillTx/>
                <a:latin typeface="黑体" panose="02010609060101010101" pitchFamily="49" charset="-122"/>
                <a:ea typeface="黑体" panose="02010609060101010101" pitchFamily="49" charset="-122"/>
                <a:cs typeface="黑体" panose="02010609060101010101" pitchFamily="49" charset="-122"/>
              </a:rPr>
              <a:t>套筒固定：</a:t>
            </a:r>
            <a:endParaRPr kumimoji="1" lang="zh-CN" altLang="en-US" sz="2400" i="0" u="none" strike="noStrike" kern="1200" cap="none" spc="0" normalizeH="0" baseline="0" noProof="0">
              <a:ln>
                <a:noFill/>
              </a:ln>
              <a:solidFill>
                <a:srgbClr val="FF0000"/>
              </a:solidFill>
              <a:effectLst/>
              <a:uLnTx/>
              <a:uFillTx/>
              <a:latin typeface="黑体" panose="02010609060101010101" pitchFamily="49" charset="-122"/>
              <a:ea typeface="黑体" panose="02010609060101010101" pitchFamily="49" charset="-122"/>
              <a:cs typeface="黑体" panose="02010609060101010101" pitchFamily="49" charset="-122"/>
            </a:endParaRPr>
          </a:p>
          <a:p>
            <a:pPr marL="342900" marR="0" lvl="0" indent="-342900" algn="l" defTabSz="914400" rtl="0" latinLnBrk="0">
              <a:lnSpc>
                <a:spcPct val="150000"/>
              </a:lnSpc>
              <a:spcBef>
                <a:spcPts val="0"/>
              </a:spcBef>
              <a:spcAft>
                <a:spcPct val="0"/>
              </a:spcAft>
              <a:buClr>
                <a:schemeClr val="hlink"/>
              </a:buClr>
              <a:buSzPct val="110000"/>
              <a:buFontTx/>
              <a:buNone/>
              <a:defRPr/>
            </a:pPr>
            <a:r>
              <a:rPr kumimoji="1" lang="zh-CN" altLang="en-US" sz="2400" i="0" u="none" strike="noStrike" kern="1200" cap="none" spc="0" normalizeH="0" baseline="0" noProof="0">
                <a:ln>
                  <a:noFill/>
                </a:ln>
                <a:solidFill>
                  <a:srgbClr val="0000FF"/>
                </a:solidFill>
                <a:effectLst/>
                <a:uLnTx/>
                <a:uFillTx/>
                <a:latin typeface="黑体" panose="02010609060101010101" pitchFamily="49" charset="-122"/>
                <a:ea typeface="黑体" panose="02010609060101010101" pitchFamily="49" charset="-122"/>
                <a:cs typeface="黑体" panose="02010609060101010101" pitchFamily="49" charset="-122"/>
              </a:rPr>
              <a:t>   </a:t>
            </a:r>
            <a:r>
              <a:rPr kumimoji="1" lang="zh-CN" altLang="en-US" sz="2400" i="0" u="none" strike="noStrike" kern="1200" cap="none" spc="0" normalizeH="0" baseline="0" noProof="0">
                <a:ln>
                  <a:noFill/>
                </a:ln>
                <a:solidFill>
                  <a:schemeClr val="tx2"/>
                </a:solidFill>
                <a:effectLst/>
                <a:uLnTx/>
                <a:uFillTx/>
                <a:latin typeface="黑体" panose="02010609060101010101" pitchFamily="49" charset="-122"/>
                <a:ea typeface="黑体" panose="02010609060101010101" pitchFamily="49" charset="-122"/>
                <a:cs typeface="黑体" panose="02010609060101010101" pitchFamily="49" charset="-122"/>
              </a:rPr>
              <a:t>可承受较大的轴向载荷，对轴无削弱，也可作为双向固定，固定时，套筒本身应固定。</a:t>
            </a:r>
            <a:endParaRPr kumimoji="1" lang="zh-CN" altLang="en-US" sz="2400" i="0" u="none" strike="noStrike" kern="1200" cap="none" spc="0" normalizeH="0" baseline="0" noProof="0">
              <a:ln>
                <a:noFill/>
              </a:ln>
              <a:solidFill>
                <a:schemeClr val="tx2"/>
              </a:solidFill>
              <a:effectLst/>
              <a:uLnTx/>
              <a:uFillTx/>
              <a:latin typeface="黑体" panose="02010609060101010101" pitchFamily="49" charset="-122"/>
              <a:ea typeface="黑体" panose="02010609060101010101" pitchFamily="49" charset="-122"/>
              <a:cs typeface="黑体" panose="02010609060101010101" pitchFamily="49" charset="-122"/>
            </a:endParaRPr>
          </a:p>
        </p:txBody>
      </p:sp>
      <p:pic>
        <p:nvPicPr>
          <p:cNvPr id="116739" name="Picture 3" descr="滚动轴承的定位5"/>
          <p:cNvPicPr>
            <a:picLocks noChangeAspect="1"/>
          </p:cNvPicPr>
          <p:nvPr/>
        </p:nvPicPr>
        <p:blipFill>
          <a:blip r:embed="rId1"/>
          <a:stretch>
            <a:fillRect/>
          </a:stretch>
        </p:blipFill>
        <p:spPr>
          <a:xfrm>
            <a:off x="4552315" y="1433195"/>
            <a:ext cx="3408045" cy="3990975"/>
          </a:xfrm>
          <a:prstGeom prst="rect">
            <a:avLst/>
          </a:prstGeom>
          <a:noFill/>
          <a:ln w="9525">
            <a:noFill/>
          </a:ln>
        </p:spPr>
      </p:pic>
      <p:pic>
        <p:nvPicPr>
          <p:cNvPr id="4" name="Picture 49" descr="back1">
            <a:hlinkClick r:id="" tooltip="上一页" action="ppaction://hlinkshowjump?jump=previousslide"/>
          </p:cNvPr>
          <p:cNvPicPr>
            <a:picLocks noChangeAspect="1"/>
          </p:cNvPicPr>
          <p:nvPr/>
        </p:nvPicPr>
        <p:blipFill>
          <a:blip r:embed="rId2"/>
          <a:stretch>
            <a:fillRect/>
          </a:stretch>
        </p:blipFill>
        <p:spPr>
          <a:xfrm>
            <a:off x="8380413" y="6556375"/>
            <a:ext cx="306387" cy="306388"/>
          </a:xfrm>
          <a:prstGeom prst="rect">
            <a:avLst/>
          </a:prstGeom>
          <a:noFill/>
          <a:ln w="9525">
            <a:noFill/>
          </a:ln>
        </p:spPr>
      </p:pic>
      <p:pic>
        <p:nvPicPr>
          <p:cNvPr id="5" name="Picture 50" descr="rewind1">
            <a:hlinkClick r:id="" action="ppaction://hlinkshowjump?jump=firstslide"/>
          </p:cNvPr>
          <p:cNvPicPr>
            <a:picLocks noChangeAspect="1"/>
          </p:cNvPicPr>
          <p:nvPr/>
        </p:nvPicPr>
        <p:blipFill>
          <a:blip r:embed="rId3"/>
          <a:stretch>
            <a:fillRect/>
          </a:stretch>
        </p:blipFill>
        <p:spPr>
          <a:xfrm>
            <a:off x="8018463" y="6551613"/>
            <a:ext cx="306387" cy="306387"/>
          </a:xfrm>
          <a:prstGeom prst="rect">
            <a:avLst/>
          </a:prstGeom>
          <a:noFill/>
          <a:ln w="9525">
            <a:noFill/>
          </a:ln>
        </p:spPr>
      </p:pic>
      <p:pic>
        <p:nvPicPr>
          <p:cNvPr id="6" name="Picture 149" descr="NEXT1">
            <a:hlinkClick r:id="" action="ppaction://hlinkshowjump?jump=nextslide"/>
          </p:cNvPr>
          <p:cNvPicPr>
            <a:picLocks noChangeAspect="1"/>
          </p:cNvPicPr>
          <p:nvPr/>
        </p:nvPicPr>
        <p:blipFill>
          <a:blip r:embed="rId4"/>
          <a:stretch>
            <a:fillRect/>
          </a:stretch>
        </p:blipFill>
        <p:spPr>
          <a:xfrm>
            <a:off x="8753475" y="6551613"/>
            <a:ext cx="306388" cy="306387"/>
          </a:xfrm>
          <a:prstGeom prst="rect">
            <a:avLst/>
          </a:prstGeom>
          <a:noFill/>
          <a:ln w="9525">
            <a:noFill/>
          </a:ln>
        </p:spPr>
      </p:pic>
      <p:sp>
        <p:nvSpPr>
          <p:cNvPr id="10" name="直接连接符 6"/>
          <p:cNvSpPr>
            <a:spLocks noChangeShapeType="1"/>
          </p:cNvSpPr>
          <p:nvPr/>
        </p:nvSpPr>
        <p:spPr bwMode="auto">
          <a:xfrm>
            <a:off x="-48895" y="706755"/>
            <a:ext cx="9144000" cy="0"/>
          </a:xfrm>
          <a:prstGeom prst="line">
            <a:avLst/>
          </a:prstGeom>
          <a:noFill/>
          <a:ln w="28575">
            <a:solidFill>
              <a:srgbClr val="CC3300"/>
            </a:solidFill>
            <a:miter lim="800000"/>
          </a:ln>
          <a:extLst>
            <a:ext uri="{909E8E84-426E-40DD-AFC4-6F175D3DCCD1}">
              <a14:hiddenFill xmlns:a14="http://schemas.microsoft.com/office/drawing/2010/main">
                <a:noFill/>
              </a14:hiddenFill>
            </a:ext>
          </a:extLst>
        </p:spPr>
        <p:txBody>
          <a:bodyPr/>
          <a:lstStyle/>
          <a:p>
            <a:endParaRPr lang="zh-CN" altLang="en-US"/>
          </a:p>
        </p:txBody>
      </p:sp>
      <p:sp>
        <p:nvSpPr>
          <p:cNvPr id="8206" name="Rectangle 67"/>
          <p:cNvSpPr>
            <a:spLocks noChangeArrowheads="1"/>
          </p:cNvSpPr>
          <p:nvPr/>
        </p:nvSpPr>
        <p:spPr bwMode="auto">
          <a:xfrm>
            <a:off x="3162300" y="10637"/>
            <a:ext cx="4945380" cy="5530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kumimoji="1" sz="2000">
                <a:solidFill>
                  <a:srgbClr val="000099"/>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rgbClr val="000099"/>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rgbClr val="000099"/>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rgbClr val="000099"/>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lnSpc>
                <a:spcPct val="100000"/>
              </a:lnSpc>
              <a:buFontTx/>
              <a:buNone/>
            </a:pPr>
            <a:r>
              <a:rPr lang="en-US" altLang="zh-CN" sz="3000" dirty="0" smtClean="0">
                <a:solidFill>
                  <a:srgbClr val="CC3300"/>
                </a:solidFill>
                <a:latin typeface="黑体" panose="02010609060101010101" pitchFamily="49" charset="-122"/>
                <a:ea typeface="黑体" panose="02010609060101010101" pitchFamily="49" charset="-122"/>
              </a:rPr>
              <a:t>3.6-6  </a:t>
            </a:r>
            <a:r>
              <a:rPr lang="zh-CN" altLang="en-US" sz="3000" dirty="0">
                <a:solidFill>
                  <a:srgbClr val="CC3300"/>
                </a:solidFill>
                <a:latin typeface="黑体" panose="02010609060101010101" pitchFamily="49" charset="-122"/>
                <a:ea typeface="黑体" panose="02010609060101010101" pitchFamily="49" charset="-122"/>
              </a:rPr>
              <a:t>滚动轴承装置的设计</a:t>
            </a:r>
            <a:endParaRPr lang="zh-CN" altLang="en-US" sz="3000" dirty="0">
              <a:solidFill>
                <a:srgbClr val="CC3300"/>
              </a:solidFill>
              <a:latin typeface="黑体" panose="02010609060101010101" pitchFamily="49" charset="-122"/>
              <a:ea typeface="黑体" panose="02010609060101010101" pitchFamily="49" charset="-122"/>
            </a:endParaRP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116739"/>
                                        </p:tgtEl>
                                        <p:attrNameLst>
                                          <p:attrName>style.visibility</p:attrName>
                                        </p:attrNameLst>
                                      </p:cBhvr>
                                      <p:to>
                                        <p:strVal val="visible"/>
                                      </p:to>
                                    </p:set>
                                    <p:animEffect transition="in" filter="wipe(up)">
                                      <p:cBhvr>
                                        <p:cTn id="7" dur="500"/>
                                        <p:tgtEl>
                                          <p:spTgt spid="116739"/>
                                        </p:tgtEl>
                                      </p:cBhvr>
                                    </p:animEffect>
                                  </p:childTnLst>
                                </p:cTn>
                              </p:par>
                            </p:childTnLst>
                          </p:cTn>
                        </p:par>
                        <p:par>
                          <p:cTn id="8" fill="hold">
                            <p:stCondLst>
                              <p:cond delay="500"/>
                            </p:stCondLst>
                            <p:childTnLst>
                              <p:par>
                                <p:cTn id="9" presetID="2" presetClass="entr" presetSubtype="8" fill="hold" nodeType="afterEffect">
                                  <p:stCondLst>
                                    <p:cond delay="0"/>
                                  </p:stCondLst>
                                  <p:childTnLst>
                                    <p:set>
                                      <p:cBhvr>
                                        <p:cTn id="10" dur="1" fill="hold">
                                          <p:stCondLst>
                                            <p:cond delay="0"/>
                                          </p:stCondLst>
                                        </p:cTn>
                                        <p:tgtEl>
                                          <p:spTgt spid="4"/>
                                        </p:tgtEl>
                                        <p:attrNameLst>
                                          <p:attrName>style.visibility</p:attrName>
                                        </p:attrNameLst>
                                      </p:cBhvr>
                                      <p:to>
                                        <p:strVal val="visible"/>
                                      </p:to>
                                    </p:set>
                                    <p:anim calcmode="lin" valueType="num">
                                      <p:cBhvr additive="base">
                                        <p:cTn id="11" dur="500" fill="hold"/>
                                        <p:tgtEl>
                                          <p:spTgt spid="4"/>
                                        </p:tgtEl>
                                        <p:attrNameLst>
                                          <p:attrName>ppt_x</p:attrName>
                                        </p:attrNameLst>
                                      </p:cBhvr>
                                      <p:tavLst>
                                        <p:tav tm="0">
                                          <p:val>
                                            <p:strVal val="0-#ppt_w/2"/>
                                          </p:val>
                                        </p:tav>
                                        <p:tav tm="100000">
                                          <p:val>
                                            <p:strVal val="#ppt_x"/>
                                          </p:val>
                                        </p:tav>
                                      </p:tavLst>
                                    </p:anim>
                                    <p:anim calcmode="lin" valueType="num">
                                      <p:cBhvr additive="base">
                                        <p:cTn id="12" dur="500" fill="hold"/>
                                        <p:tgtEl>
                                          <p:spTgt spid="4"/>
                                        </p:tgtEl>
                                        <p:attrNameLst>
                                          <p:attrName>ppt_y</p:attrName>
                                        </p:attrNameLst>
                                      </p:cBhvr>
                                      <p:tavLst>
                                        <p:tav tm="0">
                                          <p:val>
                                            <p:strVal val="#ppt_y"/>
                                          </p:val>
                                        </p:tav>
                                        <p:tav tm="100000">
                                          <p:val>
                                            <p:strVal val="#ppt_y"/>
                                          </p:val>
                                        </p:tav>
                                      </p:tavLst>
                                    </p:anim>
                                  </p:childTnLst>
                                </p:cTn>
                              </p:par>
                            </p:childTnLst>
                          </p:cTn>
                        </p:par>
                        <p:par>
                          <p:cTn id="13" fill="hold">
                            <p:stCondLst>
                              <p:cond delay="1000"/>
                            </p:stCondLst>
                            <p:childTnLst>
                              <p:par>
                                <p:cTn id="14" presetID="2" presetClass="entr" presetSubtype="8" fill="hold" nodeType="afterEffect">
                                  <p:stCondLst>
                                    <p:cond delay="0"/>
                                  </p:stCondLst>
                                  <p:childTnLst>
                                    <p:set>
                                      <p:cBhvr>
                                        <p:cTn id="15" dur="1" fill="hold">
                                          <p:stCondLst>
                                            <p:cond delay="0"/>
                                          </p:stCondLst>
                                        </p:cTn>
                                        <p:tgtEl>
                                          <p:spTgt spid="5"/>
                                        </p:tgtEl>
                                        <p:attrNameLst>
                                          <p:attrName>style.visibility</p:attrName>
                                        </p:attrNameLst>
                                      </p:cBhvr>
                                      <p:to>
                                        <p:strVal val="visible"/>
                                      </p:to>
                                    </p:set>
                                    <p:anim calcmode="lin" valueType="num">
                                      <p:cBhvr additive="base">
                                        <p:cTn id="16" dur="500" fill="hold"/>
                                        <p:tgtEl>
                                          <p:spTgt spid="5"/>
                                        </p:tgtEl>
                                        <p:attrNameLst>
                                          <p:attrName>ppt_x</p:attrName>
                                        </p:attrNameLst>
                                      </p:cBhvr>
                                      <p:tavLst>
                                        <p:tav tm="0">
                                          <p:val>
                                            <p:strVal val="0-#ppt_w/2"/>
                                          </p:val>
                                        </p:tav>
                                        <p:tav tm="100000">
                                          <p:val>
                                            <p:strVal val="#ppt_x"/>
                                          </p:val>
                                        </p:tav>
                                      </p:tavLst>
                                    </p:anim>
                                    <p:anim calcmode="lin" valueType="num">
                                      <p:cBhvr additive="base">
                                        <p:cTn id="17" dur="500" fill="hold"/>
                                        <p:tgtEl>
                                          <p:spTgt spid="5"/>
                                        </p:tgtEl>
                                        <p:attrNameLst>
                                          <p:attrName>ppt_y</p:attrName>
                                        </p:attrNameLst>
                                      </p:cBhvr>
                                      <p:tavLst>
                                        <p:tav tm="0">
                                          <p:val>
                                            <p:strVal val="#ppt_y"/>
                                          </p:val>
                                        </p:tav>
                                        <p:tav tm="100000">
                                          <p:val>
                                            <p:strVal val="#ppt_y"/>
                                          </p:val>
                                        </p:tav>
                                      </p:tavLst>
                                    </p:anim>
                                  </p:childTnLst>
                                </p:cTn>
                              </p:par>
                            </p:childTnLst>
                          </p:cTn>
                        </p:par>
                        <p:par>
                          <p:cTn id="18" fill="hold">
                            <p:stCondLst>
                              <p:cond delay="1500"/>
                            </p:stCondLst>
                            <p:childTnLst>
                              <p:par>
                                <p:cTn id="19" presetID="1" presetClass="entr" presetSubtype="0" fill="hold" nodeType="afterEffect">
                                  <p:stCondLst>
                                    <p:cond delay="0"/>
                                  </p:stCondLst>
                                  <p:childTnLst>
                                    <p:set>
                                      <p:cBhvr>
                                        <p:cTn id="20" dur="1" fill="hold">
                                          <p:stCondLst>
                                            <p:cond delay="499"/>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6738" grpId="0" build="p"/>
    </p:bld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7762" name="Rectangle 2"/>
          <p:cNvSpPr>
            <a:spLocks noGrp="1" noChangeArrowheads="1"/>
          </p:cNvSpPr>
          <p:nvPr>
            <p:ph idx="1"/>
          </p:nvPr>
        </p:nvSpPr>
        <p:spPr>
          <a:xfrm>
            <a:off x="723900" y="1555750"/>
            <a:ext cx="4380865" cy="2900680"/>
          </a:xfrm>
        </p:spPr>
        <p:txBody>
          <a:bodyPr/>
          <a:lstStyle/>
          <a:p>
            <a:pPr marL="342900" marR="0" lvl="0" indent="-342900" algn="l" defTabSz="914400" rtl="0" latinLnBrk="0">
              <a:lnSpc>
                <a:spcPct val="150000"/>
              </a:lnSpc>
              <a:spcBef>
                <a:spcPts val="0"/>
              </a:spcBef>
              <a:spcAft>
                <a:spcPct val="0"/>
              </a:spcAft>
              <a:buClr>
                <a:schemeClr val="hlink"/>
              </a:buClr>
              <a:buSzPct val="110000"/>
              <a:buFontTx/>
              <a:buNone/>
              <a:defRPr/>
            </a:pPr>
            <a:r>
              <a:rPr kumimoji="1" lang="zh-CN" altLang="en-US" sz="3600" b="1" i="0" u="none" strike="noStrike" kern="1200" cap="none" spc="0" normalizeH="0" baseline="0" noProof="0" dirty="0" smtClean="0">
                <a:ln>
                  <a:noFill/>
                </a:ln>
                <a:solidFill>
                  <a:srgbClr val="CC0000"/>
                </a:solidFill>
                <a:effectLst>
                  <a:outerShdw blurRad="38100" dist="38100" dir="2700000" algn="tl">
                    <a:srgbClr val="000000"/>
                  </a:outerShdw>
                </a:effectLst>
                <a:uLnTx/>
                <a:uFillTx/>
                <a:latin typeface="+mn-lt"/>
                <a:ea typeface="仿宋_GB2312" pitchFamily="49" charset="-122"/>
                <a:cs typeface="+mn-cs"/>
              </a:rPr>
              <a:t>  </a:t>
            </a:r>
            <a:r>
              <a:rPr kumimoji="1" lang="zh-CN" altLang="en-US" sz="2400" i="0" u="none" strike="noStrike" kern="1200" cap="none" spc="0" normalizeH="0" baseline="0" noProof="0" dirty="0" smtClean="0">
                <a:ln>
                  <a:noFill/>
                </a:ln>
                <a:solidFill>
                  <a:srgbClr val="CC0000"/>
                </a:solidFill>
                <a:effectLst/>
                <a:uLnTx/>
                <a:uFillTx/>
                <a:latin typeface="黑体" panose="02010609060101010101" pitchFamily="49" charset="-122"/>
                <a:ea typeface="黑体" panose="02010609060101010101" pitchFamily="49" charset="-122"/>
                <a:cs typeface="黑体" panose="02010609060101010101" pitchFamily="49" charset="-122"/>
              </a:rPr>
              <a:t>弹簧</a:t>
            </a:r>
            <a:r>
              <a:rPr kumimoji="1" lang="zh-CN" altLang="en-US" sz="2400" i="0" u="none" strike="noStrike" kern="1200" cap="none" spc="0" normalizeH="0" baseline="0" noProof="0" dirty="0">
                <a:ln>
                  <a:noFill/>
                </a:ln>
                <a:solidFill>
                  <a:srgbClr val="CC0000"/>
                </a:solidFill>
                <a:effectLst/>
                <a:uLnTx/>
                <a:uFillTx/>
                <a:latin typeface="黑体" panose="02010609060101010101" pitchFamily="49" charset="-122"/>
                <a:ea typeface="黑体" panose="02010609060101010101" pitchFamily="49" charset="-122"/>
                <a:cs typeface="黑体" panose="02010609060101010101" pitchFamily="49" charset="-122"/>
              </a:rPr>
              <a:t>卡圈固定：</a:t>
            </a:r>
            <a:endParaRPr kumimoji="1" lang="zh-CN" altLang="en-US" sz="2400" i="0" u="none" strike="noStrike" kern="1200" cap="none" spc="0" normalizeH="0" baseline="0" noProof="0" dirty="0">
              <a:ln>
                <a:noFill/>
              </a:ln>
              <a:solidFill>
                <a:schemeClr val="tx1"/>
              </a:solidFill>
              <a:effectLst/>
              <a:uLnTx/>
              <a:uFillTx/>
              <a:latin typeface="黑体" panose="02010609060101010101" pitchFamily="49" charset="-122"/>
              <a:ea typeface="黑体" panose="02010609060101010101" pitchFamily="49" charset="-122"/>
              <a:cs typeface="黑体" panose="02010609060101010101" pitchFamily="49" charset="-122"/>
            </a:endParaRPr>
          </a:p>
          <a:p>
            <a:pPr marL="342900" marR="0" lvl="0" indent="-342900" algn="l" defTabSz="914400" rtl="0" latinLnBrk="0">
              <a:lnSpc>
                <a:spcPct val="150000"/>
              </a:lnSpc>
              <a:spcBef>
                <a:spcPts val="0"/>
              </a:spcBef>
              <a:spcAft>
                <a:spcPct val="0"/>
              </a:spcAft>
              <a:buClr>
                <a:schemeClr val="hlink"/>
              </a:buClr>
              <a:buSzPct val="110000"/>
              <a:buFontTx/>
              <a:buNone/>
              <a:defRPr/>
            </a:pPr>
            <a:r>
              <a:rPr kumimoji="1" lang="zh-CN" altLang="en-US" sz="2400" i="0" u="none" strike="noStrike" kern="1200" cap="none" spc="0" normalizeH="0" baseline="0" noProof="0" dirty="0">
                <a:ln>
                  <a:noFill/>
                </a:ln>
                <a:solidFill>
                  <a:schemeClr val="tx1"/>
                </a:solidFill>
                <a:effectLst/>
                <a:uLnTx/>
                <a:uFillTx/>
                <a:latin typeface="黑体" panose="02010609060101010101" pitchFamily="49" charset="-122"/>
                <a:ea typeface="黑体" panose="02010609060101010101" pitchFamily="49" charset="-122"/>
                <a:cs typeface="黑体" panose="02010609060101010101" pitchFamily="49" charset="-122"/>
              </a:rPr>
              <a:t>      </a:t>
            </a:r>
            <a:r>
              <a:rPr kumimoji="1" lang="zh-CN" altLang="en-US" sz="2400" i="0" u="none" strike="noStrike" kern="1200" cap="none" spc="0" normalizeH="0" baseline="0" noProof="0" dirty="0" smtClean="0">
                <a:ln>
                  <a:noFill/>
                </a:ln>
                <a:solidFill>
                  <a:schemeClr val="tx1"/>
                </a:solidFill>
                <a:effectLst/>
                <a:uLnTx/>
                <a:uFillTx/>
                <a:latin typeface="黑体" panose="02010609060101010101" pitchFamily="49" charset="-122"/>
                <a:ea typeface="黑体" panose="02010609060101010101" pitchFamily="49" charset="-122"/>
                <a:cs typeface="黑体" panose="02010609060101010101" pitchFamily="49" charset="-122"/>
              </a:rPr>
              <a:t>具有</a:t>
            </a:r>
            <a:r>
              <a:rPr kumimoji="1" lang="zh-CN" altLang="en-US" sz="2400" i="0" u="none" strike="noStrike" kern="1200" cap="none" spc="0" normalizeH="0" baseline="0" noProof="0" dirty="0">
                <a:ln>
                  <a:noFill/>
                </a:ln>
                <a:solidFill>
                  <a:schemeClr val="tx1"/>
                </a:solidFill>
                <a:effectLst/>
                <a:uLnTx/>
                <a:uFillTx/>
                <a:latin typeface="黑体" panose="02010609060101010101" pitchFamily="49" charset="-122"/>
                <a:ea typeface="黑体" panose="02010609060101010101" pitchFamily="49" charset="-122"/>
                <a:cs typeface="黑体" panose="02010609060101010101" pitchFamily="49" charset="-122"/>
              </a:rPr>
              <a:t>结构简单的特点，但所承受的轴向力较小，且转速也不宜过高。</a:t>
            </a:r>
            <a:endParaRPr kumimoji="1" lang="zh-CN" altLang="en-US" sz="2400" i="0" u="none" strike="noStrike" kern="1200" cap="none" spc="0" normalizeH="0" baseline="0" noProof="0" dirty="0">
              <a:ln>
                <a:noFill/>
              </a:ln>
              <a:solidFill>
                <a:schemeClr val="tx1"/>
              </a:solidFill>
              <a:effectLst/>
              <a:uLnTx/>
              <a:uFillTx/>
              <a:latin typeface="黑体" panose="02010609060101010101" pitchFamily="49" charset="-122"/>
              <a:ea typeface="黑体" panose="02010609060101010101" pitchFamily="49" charset="-122"/>
              <a:cs typeface="黑体" panose="02010609060101010101" pitchFamily="49" charset="-122"/>
            </a:endParaRPr>
          </a:p>
        </p:txBody>
      </p:sp>
      <p:pic>
        <p:nvPicPr>
          <p:cNvPr id="5" name="Picture 49" descr="back1">
            <a:hlinkClick r:id="" tooltip="上一页" action="ppaction://hlinkshowjump?jump=previousslide"/>
          </p:cNvPr>
          <p:cNvPicPr>
            <a:picLocks noChangeAspect="1"/>
          </p:cNvPicPr>
          <p:nvPr/>
        </p:nvPicPr>
        <p:blipFill>
          <a:blip r:embed="rId1"/>
          <a:stretch>
            <a:fillRect/>
          </a:stretch>
        </p:blipFill>
        <p:spPr>
          <a:xfrm>
            <a:off x="8380413" y="6556375"/>
            <a:ext cx="306387" cy="306388"/>
          </a:xfrm>
          <a:prstGeom prst="rect">
            <a:avLst/>
          </a:prstGeom>
          <a:noFill/>
          <a:ln w="9525">
            <a:noFill/>
          </a:ln>
        </p:spPr>
      </p:pic>
      <p:pic>
        <p:nvPicPr>
          <p:cNvPr id="6" name="Picture 50" descr="rewind1">
            <a:hlinkClick r:id="" action="ppaction://hlinkshowjump?jump=firstslide"/>
          </p:cNvPr>
          <p:cNvPicPr>
            <a:picLocks noChangeAspect="1"/>
          </p:cNvPicPr>
          <p:nvPr/>
        </p:nvPicPr>
        <p:blipFill>
          <a:blip r:embed="rId2"/>
          <a:stretch>
            <a:fillRect/>
          </a:stretch>
        </p:blipFill>
        <p:spPr>
          <a:xfrm>
            <a:off x="8018463" y="6551613"/>
            <a:ext cx="306387" cy="306387"/>
          </a:xfrm>
          <a:prstGeom prst="rect">
            <a:avLst/>
          </a:prstGeom>
          <a:noFill/>
          <a:ln w="9525">
            <a:noFill/>
          </a:ln>
        </p:spPr>
      </p:pic>
      <p:pic>
        <p:nvPicPr>
          <p:cNvPr id="7" name="Picture 149" descr="NEXT1">
            <a:hlinkClick r:id="" action="ppaction://hlinkshowjump?jump=nextslide"/>
          </p:cNvPr>
          <p:cNvPicPr>
            <a:picLocks noChangeAspect="1"/>
          </p:cNvPicPr>
          <p:nvPr/>
        </p:nvPicPr>
        <p:blipFill>
          <a:blip r:embed="rId3"/>
          <a:stretch>
            <a:fillRect/>
          </a:stretch>
        </p:blipFill>
        <p:spPr>
          <a:xfrm>
            <a:off x="8753475" y="6551613"/>
            <a:ext cx="306388" cy="306387"/>
          </a:xfrm>
          <a:prstGeom prst="rect">
            <a:avLst/>
          </a:prstGeom>
          <a:noFill/>
          <a:ln w="9525">
            <a:noFill/>
          </a:ln>
        </p:spPr>
      </p:pic>
      <p:sp>
        <p:nvSpPr>
          <p:cNvPr id="10" name="直接连接符 6"/>
          <p:cNvSpPr>
            <a:spLocks noChangeShapeType="1"/>
          </p:cNvSpPr>
          <p:nvPr/>
        </p:nvSpPr>
        <p:spPr bwMode="auto">
          <a:xfrm>
            <a:off x="-48895" y="706755"/>
            <a:ext cx="9144000" cy="0"/>
          </a:xfrm>
          <a:prstGeom prst="line">
            <a:avLst/>
          </a:prstGeom>
          <a:noFill/>
          <a:ln w="28575">
            <a:solidFill>
              <a:srgbClr val="CC3300"/>
            </a:solidFill>
            <a:miter lim="800000"/>
          </a:ln>
          <a:extLst>
            <a:ext uri="{909E8E84-426E-40DD-AFC4-6F175D3DCCD1}">
              <a14:hiddenFill xmlns:a14="http://schemas.microsoft.com/office/drawing/2010/main">
                <a:noFill/>
              </a14:hiddenFill>
            </a:ext>
          </a:extLst>
        </p:spPr>
        <p:txBody>
          <a:bodyPr/>
          <a:lstStyle/>
          <a:p>
            <a:endParaRPr lang="zh-CN" altLang="en-US"/>
          </a:p>
        </p:txBody>
      </p:sp>
      <p:grpSp>
        <p:nvGrpSpPr>
          <p:cNvPr id="3" name="组合 2"/>
          <p:cNvGrpSpPr/>
          <p:nvPr/>
        </p:nvGrpSpPr>
        <p:grpSpPr>
          <a:xfrm>
            <a:off x="5234305" y="1144905"/>
            <a:ext cx="2988310" cy="4591050"/>
            <a:chOff x="8243" y="1803"/>
            <a:chExt cx="4706" cy="7230"/>
          </a:xfrm>
        </p:grpSpPr>
        <p:pic>
          <p:nvPicPr>
            <p:cNvPr id="117763" name="Picture 3" descr="滚动轴承的定位6"/>
            <p:cNvPicPr>
              <a:picLocks noChangeAspect="1"/>
            </p:cNvPicPr>
            <p:nvPr/>
          </p:nvPicPr>
          <p:blipFill>
            <a:blip r:embed="rId4"/>
            <a:stretch>
              <a:fillRect/>
            </a:stretch>
          </p:blipFill>
          <p:spPr>
            <a:xfrm>
              <a:off x="8243" y="1803"/>
              <a:ext cx="4707" cy="7230"/>
            </a:xfrm>
            <a:prstGeom prst="rect">
              <a:avLst/>
            </a:prstGeom>
            <a:noFill/>
            <a:ln w="9525">
              <a:noFill/>
            </a:ln>
          </p:spPr>
        </p:pic>
        <p:cxnSp>
          <p:nvCxnSpPr>
            <p:cNvPr id="2" name="直接连接符 1"/>
            <p:cNvCxnSpPr/>
            <p:nvPr/>
          </p:nvCxnSpPr>
          <p:spPr>
            <a:xfrm>
              <a:off x="11660" y="4399"/>
              <a:ext cx="15" cy="1954"/>
            </a:xfrm>
            <a:prstGeom prst="line">
              <a:avLst/>
            </a:prstGeom>
            <a:noFill/>
            <a:ln w="57150" cap="flat" cmpd="sng" algn="ctr">
              <a:solidFill>
                <a:schemeClr val="bg1"/>
              </a:solidFill>
              <a:prstDash val="solid"/>
              <a:round/>
              <a:headEnd type="none" w="med" len="med"/>
              <a:tailEnd type="none" w="med" len="med"/>
            </a:ln>
          </p:spPr>
        </p:cxnSp>
      </p:grpSp>
      <p:sp>
        <p:nvSpPr>
          <p:cNvPr id="8206" name="Rectangle 67"/>
          <p:cNvSpPr>
            <a:spLocks noChangeArrowheads="1"/>
          </p:cNvSpPr>
          <p:nvPr/>
        </p:nvSpPr>
        <p:spPr bwMode="auto">
          <a:xfrm>
            <a:off x="3162300" y="10637"/>
            <a:ext cx="4945380" cy="5530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kumimoji="1" sz="2000">
                <a:solidFill>
                  <a:srgbClr val="000099"/>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rgbClr val="000099"/>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rgbClr val="000099"/>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rgbClr val="000099"/>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lnSpc>
                <a:spcPct val="100000"/>
              </a:lnSpc>
              <a:buFontTx/>
              <a:buNone/>
            </a:pPr>
            <a:r>
              <a:rPr lang="en-US" altLang="zh-CN" sz="3000" dirty="0" smtClean="0">
                <a:solidFill>
                  <a:srgbClr val="CC3300"/>
                </a:solidFill>
                <a:latin typeface="黑体" panose="02010609060101010101" pitchFamily="49" charset="-122"/>
                <a:ea typeface="黑体" panose="02010609060101010101" pitchFamily="49" charset="-122"/>
              </a:rPr>
              <a:t>3.6-6  </a:t>
            </a:r>
            <a:r>
              <a:rPr lang="zh-CN" altLang="en-US" sz="3000" dirty="0">
                <a:solidFill>
                  <a:srgbClr val="CC3300"/>
                </a:solidFill>
                <a:latin typeface="黑体" panose="02010609060101010101" pitchFamily="49" charset="-122"/>
                <a:ea typeface="黑体" panose="02010609060101010101" pitchFamily="49" charset="-122"/>
              </a:rPr>
              <a:t>滚动轴承装置的设计</a:t>
            </a:r>
            <a:endParaRPr lang="zh-CN" altLang="en-US" sz="3000" dirty="0">
              <a:solidFill>
                <a:srgbClr val="CC3300"/>
              </a:solidFill>
              <a:latin typeface="黑体" panose="02010609060101010101" pitchFamily="49" charset="-122"/>
              <a:ea typeface="黑体" panose="02010609060101010101" pitchFamily="49" charset="-122"/>
            </a:endParaRPr>
          </a:p>
        </p:txBody>
      </p:sp>
    </p:spTree>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after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0-#ppt_w/2"/>
                                          </p:val>
                                        </p:tav>
                                        <p:tav tm="100000">
                                          <p:val>
                                            <p:strVal val="#ppt_x"/>
                                          </p:val>
                                        </p:tav>
                                      </p:tavLst>
                                    </p:anim>
                                    <p:anim calcmode="lin" valueType="num">
                                      <p:cBhvr additive="base">
                                        <p:cTn id="8" dur="500" fill="hold"/>
                                        <p:tgtEl>
                                          <p:spTgt spid="5"/>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2" presetClass="entr" presetSubtype="8" fill="hold" nodeType="afterEffect">
                                  <p:stCondLst>
                                    <p:cond delay="0"/>
                                  </p:stCondLst>
                                  <p:childTnLst>
                                    <p:set>
                                      <p:cBhvr>
                                        <p:cTn id="11" dur="1" fill="hold">
                                          <p:stCondLst>
                                            <p:cond delay="0"/>
                                          </p:stCondLst>
                                        </p:cTn>
                                        <p:tgtEl>
                                          <p:spTgt spid="6"/>
                                        </p:tgtEl>
                                        <p:attrNameLst>
                                          <p:attrName>style.visibility</p:attrName>
                                        </p:attrNameLst>
                                      </p:cBhvr>
                                      <p:to>
                                        <p:strVal val="visible"/>
                                      </p:to>
                                    </p:set>
                                    <p:anim calcmode="lin" valueType="num">
                                      <p:cBhvr additive="base">
                                        <p:cTn id="12" dur="500" fill="hold"/>
                                        <p:tgtEl>
                                          <p:spTgt spid="6"/>
                                        </p:tgtEl>
                                        <p:attrNameLst>
                                          <p:attrName>ppt_x</p:attrName>
                                        </p:attrNameLst>
                                      </p:cBhvr>
                                      <p:tavLst>
                                        <p:tav tm="0">
                                          <p:val>
                                            <p:strVal val="0-#ppt_w/2"/>
                                          </p:val>
                                        </p:tav>
                                        <p:tav tm="100000">
                                          <p:val>
                                            <p:strVal val="#ppt_x"/>
                                          </p:val>
                                        </p:tav>
                                      </p:tavLst>
                                    </p:anim>
                                    <p:anim calcmode="lin" valueType="num">
                                      <p:cBhvr additive="base">
                                        <p:cTn id="13" dur="500" fill="hold"/>
                                        <p:tgtEl>
                                          <p:spTgt spid="6"/>
                                        </p:tgtEl>
                                        <p:attrNameLst>
                                          <p:attrName>ppt_y</p:attrName>
                                        </p:attrNameLst>
                                      </p:cBhvr>
                                      <p:tavLst>
                                        <p:tav tm="0">
                                          <p:val>
                                            <p:strVal val="#ppt_y"/>
                                          </p:val>
                                        </p:tav>
                                        <p:tav tm="100000">
                                          <p:val>
                                            <p:strVal val="#ppt_y"/>
                                          </p:val>
                                        </p:tav>
                                      </p:tavLst>
                                    </p:anim>
                                  </p:childTnLst>
                                </p:cTn>
                              </p:par>
                            </p:childTnLst>
                          </p:cTn>
                        </p:par>
                        <p:par>
                          <p:cTn id="14" fill="hold">
                            <p:stCondLst>
                              <p:cond delay="1000"/>
                            </p:stCondLst>
                            <p:childTnLst>
                              <p:par>
                                <p:cTn id="15" presetID="1" presetClass="entr" presetSubtype="0" fill="hold" nodeType="afterEffect">
                                  <p:stCondLst>
                                    <p:cond delay="0"/>
                                  </p:stCondLst>
                                  <p:childTnLst>
                                    <p:set>
                                      <p:cBhvr>
                                        <p:cTn id="16" dur="1" fill="hold">
                                          <p:stCondLst>
                                            <p:cond delay="499"/>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7762" grpId="0" build="p"/>
    </p:bld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0" y="796484"/>
            <a:ext cx="9144000" cy="4052455"/>
          </a:xfrm>
          <a:prstGeom prst="rect">
            <a:avLst/>
          </a:prstGeom>
        </p:spPr>
      </p:pic>
    </p:spTree>
  </p:cSld>
  <p:clrMapOvr>
    <a:masterClrMapping/>
  </p:clrMapOvr>
  <p:transition>
    <p:wipe dir="r"/>
  </p:transition>
  <p:timing>
    <p:tnLst>
      <p:par>
        <p:cTn id="1" dur="indefinite" restart="never" nodeType="tmRoot"/>
      </p:par>
    </p:tn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8786" name="Rectangle 2"/>
          <p:cNvSpPr>
            <a:spLocks noGrp="1" noChangeArrowheads="1"/>
          </p:cNvSpPr>
          <p:nvPr>
            <p:ph idx="1"/>
          </p:nvPr>
        </p:nvSpPr>
        <p:spPr>
          <a:xfrm>
            <a:off x="538163" y="1630363"/>
            <a:ext cx="3857625" cy="3962400"/>
          </a:xfrm>
        </p:spPr>
        <p:txBody>
          <a:bodyPr/>
          <a:lstStyle/>
          <a:p>
            <a:pPr marL="342900" marR="0" lvl="0" indent="-342900" algn="l" defTabSz="914400" rtl="0" eaLnBrk="0" fontAlgn="base" latinLnBrk="0" hangingPunct="0">
              <a:lnSpc>
                <a:spcPct val="100000"/>
              </a:lnSpc>
              <a:spcBef>
                <a:spcPct val="20000"/>
              </a:spcBef>
              <a:spcAft>
                <a:spcPct val="0"/>
              </a:spcAft>
              <a:buClr>
                <a:schemeClr val="hlink"/>
              </a:buClr>
              <a:buSzPct val="110000"/>
              <a:buFontTx/>
              <a:buNone/>
              <a:defRPr/>
            </a:pPr>
            <a:r>
              <a:rPr kumimoji="1" lang="zh-CN" altLang="en-US" sz="3600" b="1" i="0" u="none" strike="noStrike" kern="1200" cap="none" spc="0" normalizeH="0" baseline="0" noProof="0" dirty="0" smtClean="0">
                <a:ln>
                  <a:noFill/>
                </a:ln>
                <a:solidFill>
                  <a:srgbClr val="CC0000"/>
                </a:solidFill>
                <a:effectLst>
                  <a:outerShdw blurRad="38100" dist="38100" dir="2700000" algn="tl">
                    <a:srgbClr val="000000"/>
                  </a:outerShdw>
                </a:effectLst>
                <a:uLnTx/>
                <a:uFillTx/>
                <a:latin typeface="+mn-lt"/>
                <a:ea typeface="仿宋_GB2312" pitchFamily="49" charset="-122"/>
                <a:cs typeface="+mn-cs"/>
              </a:rPr>
              <a:t>  </a:t>
            </a:r>
            <a:r>
              <a:rPr kumimoji="1" lang="zh-CN" altLang="en-US" sz="2400" i="0" u="none" strike="noStrike" kern="1200" cap="none" spc="0" normalizeH="0" baseline="0" noProof="0" dirty="0" smtClean="0">
                <a:ln>
                  <a:noFill/>
                </a:ln>
                <a:solidFill>
                  <a:srgbClr val="CC0000"/>
                </a:solidFill>
                <a:effectLst/>
                <a:uLnTx/>
                <a:uFillTx/>
                <a:latin typeface="黑体" panose="02010609060101010101" pitchFamily="49" charset="-122"/>
                <a:ea typeface="黑体" panose="02010609060101010101" pitchFamily="49" charset="-122"/>
                <a:cs typeface="黑体" panose="02010609060101010101" pitchFamily="49" charset="-122"/>
              </a:rPr>
              <a:t>轴</a:t>
            </a:r>
            <a:r>
              <a:rPr kumimoji="1" lang="zh-CN" altLang="en-US" sz="2400" i="0" u="none" strike="noStrike" kern="1200" cap="none" spc="0" normalizeH="0" baseline="0" noProof="0" dirty="0">
                <a:ln>
                  <a:noFill/>
                </a:ln>
                <a:solidFill>
                  <a:srgbClr val="CC0000"/>
                </a:solidFill>
                <a:effectLst/>
                <a:uLnTx/>
                <a:uFillTx/>
                <a:latin typeface="黑体" panose="02010609060101010101" pitchFamily="49" charset="-122"/>
                <a:ea typeface="黑体" panose="02010609060101010101" pitchFamily="49" charset="-122"/>
                <a:cs typeface="黑体" panose="02010609060101010101" pitchFamily="49" charset="-122"/>
              </a:rPr>
              <a:t>端档圈：</a:t>
            </a:r>
            <a:endParaRPr kumimoji="1" lang="zh-CN" altLang="en-US" sz="2400" i="0" u="none" strike="noStrike" kern="1200" cap="none" spc="0" normalizeH="0" baseline="0" noProof="0" dirty="0">
              <a:ln>
                <a:noFill/>
              </a:ln>
              <a:solidFill>
                <a:srgbClr val="CC0000"/>
              </a:solidFill>
              <a:effectLst/>
              <a:uLnTx/>
              <a:uFillTx/>
              <a:latin typeface="黑体" panose="02010609060101010101" pitchFamily="49" charset="-122"/>
              <a:ea typeface="黑体" panose="02010609060101010101" pitchFamily="49" charset="-122"/>
              <a:cs typeface="黑体" panose="02010609060101010101" pitchFamily="49" charset="-122"/>
            </a:endParaRPr>
          </a:p>
          <a:p>
            <a:pPr marL="342900" marR="0" lvl="0" indent="-342900" algn="l" defTabSz="914400" rtl="0" latinLnBrk="0">
              <a:lnSpc>
                <a:spcPct val="150000"/>
              </a:lnSpc>
              <a:spcBef>
                <a:spcPts val="0"/>
              </a:spcBef>
              <a:spcAft>
                <a:spcPct val="0"/>
              </a:spcAft>
              <a:buClr>
                <a:schemeClr val="hlink"/>
              </a:buClr>
              <a:buSzPct val="110000"/>
              <a:buFontTx/>
              <a:buNone/>
              <a:defRPr/>
            </a:pPr>
            <a:r>
              <a:rPr kumimoji="1" lang="zh-CN" altLang="en-US" sz="2400" i="0" u="none" strike="noStrike" kern="1200" cap="none" spc="0" normalizeH="0" baseline="0" noProof="0" dirty="0">
                <a:ln>
                  <a:noFill/>
                </a:ln>
                <a:solidFill>
                  <a:schemeClr val="tx1"/>
                </a:solidFill>
                <a:effectLst/>
                <a:uLnTx/>
                <a:uFillTx/>
                <a:latin typeface="黑体" panose="02010609060101010101" pitchFamily="49" charset="-122"/>
                <a:ea typeface="黑体" panose="02010609060101010101" pitchFamily="49" charset="-122"/>
                <a:cs typeface="黑体" panose="02010609060101010101" pitchFamily="49" charset="-122"/>
              </a:rPr>
              <a:t>     </a:t>
            </a:r>
            <a:r>
              <a:rPr kumimoji="1" lang="zh-CN" altLang="en-US" sz="2400" i="0" u="none" strike="noStrike" kern="1200" cap="none" spc="0" normalizeH="0" baseline="0" noProof="0" dirty="0" smtClean="0">
                <a:ln>
                  <a:noFill/>
                </a:ln>
                <a:solidFill>
                  <a:schemeClr val="tx1"/>
                </a:solidFill>
                <a:effectLst/>
                <a:uLnTx/>
                <a:uFillTx/>
                <a:latin typeface="黑体" panose="02010609060101010101" pitchFamily="49" charset="-122"/>
                <a:ea typeface="黑体" panose="02010609060101010101" pitchFamily="49" charset="-122"/>
                <a:cs typeface="黑体" panose="02010609060101010101" pitchFamily="49" charset="-122"/>
              </a:rPr>
              <a:t> 用</a:t>
            </a:r>
            <a:r>
              <a:rPr kumimoji="1" lang="zh-CN" altLang="en-US" sz="2400" i="0" u="none" strike="noStrike" kern="1200" cap="none" spc="0" normalizeH="0" baseline="0" noProof="0" dirty="0">
                <a:ln>
                  <a:noFill/>
                </a:ln>
                <a:solidFill>
                  <a:schemeClr val="tx1"/>
                </a:solidFill>
                <a:effectLst/>
                <a:uLnTx/>
                <a:uFillTx/>
                <a:latin typeface="黑体" panose="02010609060101010101" pitchFamily="49" charset="-122"/>
                <a:ea typeface="黑体" panose="02010609060101010101" pitchFamily="49" charset="-122"/>
                <a:cs typeface="黑体" panose="02010609060101010101" pitchFamily="49" charset="-122"/>
              </a:rPr>
              <a:t>螺栓固定在轴的端部，可以承受较大的轴向载荷。</a:t>
            </a:r>
            <a:endParaRPr kumimoji="1" lang="zh-CN" altLang="en-US" sz="2400" i="0" u="none" strike="noStrike" kern="1200" cap="none" spc="0" normalizeH="0" baseline="0" noProof="0" dirty="0">
              <a:ln>
                <a:noFill/>
              </a:ln>
              <a:solidFill>
                <a:schemeClr val="tx1"/>
              </a:solidFill>
              <a:effectLst/>
              <a:uLnTx/>
              <a:uFillTx/>
              <a:latin typeface="黑体" panose="02010609060101010101" pitchFamily="49" charset="-122"/>
              <a:ea typeface="黑体" panose="02010609060101010101" pitchFamily="49" charset="-122"/>
              <a:cs typeface="黑体" panose="02010609060101010101" pitchFamily="49" charset="-122"/>
            </a:endParaRPr>
          </a:p>
        </p:txBody>
      </p:sp>
      <p:pic>
        <p:nvPicPr>
          <p:cNvPr id="118787" name="Picture 3" descr="轴承的固定1"/>
          <p:cNvPicPr>
            <a:picLocks noChangeAspect="1"/>
          </p:cNvPicPr>
          <p:nvPr/>
        </p:nvPicPr>
        <p:blipFill>
          <a:blip r:embed="rId1"/>
          <a:stretch>
            <a:fillRect/>
          </a:stretch>
        </p:blipFill>
        <p:spPr>
          <a:xfrm>
            <a:off x="4645025" y="1500188"/>
            <a:ext cx="3735388" cy="3716337"/>
          </a:xfrm>
          <a:prstGeom prst="rect">
            <a:avLst/>
          </a:prstGeom>
          <a:noFill/>
          <a:ln w="9525">
            <a:noFill/>
          </a:ln>
        </p:spPr>
      </p:pic>
      <p:pic>
        <p:nvPicPr>
          <p:cNvPr id="4" name="Picture 49" descr="back1">
            <a:hlinkClick r:id="" tooltip="上一页" action="ppaction://hlinkshowjump?jump=previousslide"/>
          </p:cNvPr>
          <p:cNvPicPr>
            <a:picLocks noChangeAspect="1"/>
          </p:cNvPicPr>
          <p:nvPr/>
        </p:nvPicPr>
        <p:blipFill>
          <a:blip r:embed="rId2"/>
          <a:stretch>
            <a:fillRect/>
          </a:stretch>
        </p:blipFill>
        <p:spPr>
          <a:xfrm>
            <a:off x="8380413" y="6556375"/>
            <a:ext cx="306387" cy="306388"/>
          </a:xfrm>
          <a:prstGeom prst="rect">
            <a:avLst/>
          </a:prstGeom>
          <a:noFill/>
          <a:ln w="9525">
            <a:noFill/>
          </a:ln>
        </p:spPr>
      </p:pic>
      <p:pic>
        <p:nvPicPr>
          <p:cNvPr id="5" name="Picture 50" descr="rewind1">
            <a:hlinkClick r:id="" action="ppaction://hlinkshowjump?jump=firstslide"/>
          </p:cNvPr>
          <p:cNvPicPr>
            <a:picLocks noChangeAspect="1"/>
          </p:cNvPicPr>
          <p:nvPr/>
        </p:nvPicPr>
        <p:blipFill>
          <a:blip r:embed="rId3"/>
          <a:stretch>
            <a:fillRect/>
          </a:stretch>
        </p:blipFill>
        <p:spPr>
          <a:xfrm>
            <a:off x="8018463" y="6551613"/>
            <a:ext cx="306387" cy="306387"/>
          </a:xfrm>
          <a:prstGeom prst="rect">
            <a:avLst/>
          </a:prstGeom>
          <a:noFill/>
          <a:ln w="9525">
            <a:noFill/>
          </a:ln>
        </p:spPr>
      </p:pic>
      <p:pic>
        <p:nvPicPr>
          <p:cNvPr id="6" name="Picture 149" descr="NEXT1">
            <a:hlinkClick r:id="" action="ppaction://hlinkshowjump?jump=nextslide"/>
          </p:cNvPr>
          <p:cNvPicPr>
            <a:picLocks noChangeAspect="1"/>
          </p:cNvPicPr>
          <p:nvPr/>
        </p:nvPicPr>
        <p:blipFill>
          <a:blip r:embed="rId4"/>
          <a:stretch>
            <a:fillRect/>
          </a:stretch>
        </p:blipFill>
        <p:spPr>
          <a:xfrm>
            <a:off x="8753475" y="6551613"/>
            <a:ext cx="306388" cy="306387"/>
          </a:xfrm>
          <a:prstGeom prst="rect">
            <a:avLst/>
          </a:prstGeom>
          <a:noFill/>
          <a:ln w="9525">
            <a:noFill/>
          </a:ln>
        </p:spPr>
      </p:pic>
      <p:sp>
        <p:nvSpPr>
          <p:cNvPr id="10" name="直接连接符 6"/>
          <p:cNvSpPr>
            <a:spLocks noChangeShapeType="1"/>
          </p:cNvSpPr>
          <p:nvPr/>
        </p:nvSpPr>
        <p:spPr bwMode="auto">
          <a:xfrm>
            <a:off x="-48895" y="706755"/>
            <a:ext cx="9144000" cy="0"/>
          </a:xfrm>
          <a:prstGeom prst="line">
            <a:avLst/>
          </a:prstGeom>
          <a:noFill/>
          <a:ln w="28575">
            <a:solidFill>
              <a:srgbClr val="CC3300"/>
            </a:solidFill>
            <a:miter lim="800000"/>
          </a:ln>
          <a:extLst>
            <a:ext uri="{909E8E84-426E-40DD-AFC4-6F175D3DCCD1}">
              <a14:hiddenFill xmlns:a14="http://schemas.microsoft.com/office/drawing/2010/main">
                <a:noFill/>
              </a14:hiddenFill>
            </a:ext>
          </a:extLst>
        </p:spPr>
        <p:txBody>
          <a:bodyPr/>
          <a:lstStyle/>
          <a:p>
            <a:endParaRPr lang="zh-CN" altLang="en-US"/>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118787"/>
                                        </p:tgtEl>
                                        <p:attrNameLst>
                                          <p:attrName>style.visibility</p:attrName>
                                        </p:attrNameLst>
                                      </p:cBhvr>
                                      <p:to>
                                        <p:strVal val="visible"/>
                                      </p:to>
                                    </p:set>
                                    <p:animEffect transition="in" filter="wipe(up)">
                                      <p:cBhvr>
                                        <p:cTn id="7" dur="500"/>
                                        <p:tgtEl>
                                          <p:spTgt spid="118787"/>
                                        </p:tgtEl>
                                      </p:cBhvr>
                                    </p:animEffect>
                                  </p:childTnLst>
                                </p:cTn>
                              </p:par>
                            </p:childTnLst>
                          </p:cTn>
                        </p:par>
                        <p:par>
                          <p:cTn id="8" fill="hold">
                            <p:stCondLst>
                              <p:cond delay="500"/>
                            </p:stCondLst>
                            <p:childTnLst>
                              <p:par>
                                <p:cTn id="9" presetID="2" presetClass="entr" presetSubtype="8" fill="hold" nodeType="afterEffect">
                                  <p:stCondLst>
                                    <p:cond delay="0"/>
                                  </p:stCondLst>
                                  <p:childTnLst>
                                    <p:set>
                                      <p:cBhvr>
                                        <p:cTn id="10" dur="1" fill="hold">
                                          <p:stCondLst>
                                            <p:cond delay="0"/>
                                          </p:stCondLst>
                                        </p:cTn>
                                        <p:tgtEl>
                                          <p:spTgt spid="4"/>
                                        </p:tgtEl>
                                        <p:attrNameLst>
                                          <p:attrName>style.visibility</p:attrName>
                                        </p:attrNameLst>
                                      </p:cBhvr>
                                      <p:to>
                                        <p:strVal val="visible"/>
                                      </p:to>
                                    </p:set>
                                    <p:anim calcmode="lin" valueType="num">
                                      <p:cBhvr additive="base">
                                        <p:cTn id="11" dur="500" fill="hold"/>
                                        <p:tgtEl>
                                          <p:spTgt spid="4"/>
                                        </p:tgtEl>
                                        <p:attrNameLst>
                                          <p:attrName>ppt_x</p:attrName>
                                        </p:attrNameLst>
                                      </p:cBhvr>
                                      <p:tavLst>
                                        <p:tav tm="0">
                                          <p:val>
                                            <p:strVal val="0-#ppt_w/2"/>
                                          </p:val>
                                        </p:tav>
                                        <p:tav tm="100000">
                                          <p:val>
                                            <p:strVal val="#ppt_x"/>
                                          </p:val>
                                        </p:tav>
                                      </p:tavLst>
                                    </p:anim>
                                    <p:anim calcmode="lin" valueType="num">
                                      <p:cBhvr additive="base">
                                        <p:cTn id="12" dur="500" fill="hold"/>
                                        <p:tgtEl>
                                          <p:spTgt spid="4"/>
                                        </p:tgtEl>
                                        <p:attrNameLst>
                                          <p:attrName>ppt_y</p:attrName>
                                        </p:attrNameLst>
                                      </p:cBhvr>
                                      <p:tavLst>
                                        <p:tav tm="0">
                                          <p:val>
                                            <p:strVal val="#ppt_y"/>
                                          </p:val>
                                        </p:tav>
                                        <p:tav tm="100000">
                                          <p:val>
                                            <p:strVal val="#ppt_y"/>
                                          </p:val>
                                        </p:tav>
                                      </p:tavLst>
                                    </p:anim>
                                  </p:childTnLst>
                                </p:cTn>
                              </p:par>
                            </p:childTnLst>
                          </p:cTn>
                        </p:par>
                        <p:par>
                          <p:cTn id="13" fill="hold">
                            <p:stCondLst>
                              <p:cond delay="1000"/>
                            </p:stCondLst>
                            <p:childTnLst>
                              <p:par>
                                <p:cTn id="14" presetID="2" presetClass="entr" presetSubtype="8" fill="hold" nodeType="afterEffect">
                                  <p:stCondLst>
                                    <p:cond delay="0"/>
                                  </p:stCondLst>
                                  <p:childTnLst>
                                    <p:set>
                                      <p:cBhvr>
                                        <p:cTn id="15" dur="1" fill="hold">
                                          <p:stCondLst>
                                            <p:cond delay="0"/>
                                          </p:stCondLst>
                                        </p:cTn>
                                        <p:tgtEl>
                                          <p:spTgt spid="5"/>
                                        </p:tgtEl>
                                        <p:attrNameLst>
                                          <p:attrName>style.visibility</p:attrName>
                                        </p:attrNameLst>
                                      </p:cBhvr>
                                      <p:to>
                                        <p:strVal val="visible"/>
                                      </p:to>
                                    </p:set>
                                    <p:anim calcmode="lin" valueType="num">
                                      <p:cBhvr additive="base">
                                        <p:cTn id="16" dur="500" fill="hold"/>
                                        <p:tgtEl>
                                          <p:spTgt spid="5"/>
                                        </p:tgtEl>
                                        <p:attrNameLst>
                                          <p:attrName>ppt_x</p:attrName>
                                        </p:attrNameLst>
                                      </p:cBhvr>
                                      <p:tavLst>
                                        <p:tav tm="0">
                                          <p:val>
                                            <p:strVal val="0-#ppt_w/2"/>
                                          </p:val>
                                        </p:tav>
                                        <p:tav tm="100000">
                                          <p:val>
                                            <p:strVal val="#ppt_x"/>
                                          </p:val>
                                        </p:tav>
                                      </p:tavLst>
                                    </p:anim>
                                    <p:anim calcmode="lin" valueType="num">
                                      <p:cBhvr additive="base">
                                        <p:cTn id="17" dur="500" fill="hold"/>
                                        <p:tgtEl>
                                          <p:spTgt spid="5"/>
                                        </p:tgtEl>
                                        <p:attrNameLst>
                                          <p:attrName>ppt_y</p:attrName>
                                        </p:attrNameLst>
                                      </p:cBhvr>
                                      <p:tavLst>
                                        <p:tav tm="0">
                                          <p:val>
                                            <p:strVal val="#ppt_y"/>
                                          </p:val>
                                        </p:tav>
                                        <p:tav tm="100000">
                                          <p:val>
                                            <p:strVal val="#ppt_y"/>
                                          </p:val>
                                        </p:tav>
                                      </p:tavLst>
                                    </p:anim>
                                  </p:childTnLst>
                                </p:cTn>
                              </p:par>
                            </p:childTnLst>
                          </p:cTn>
                        </p:par>
                        <p:par>
                          <p:cTn id="18" fill="hold">
                            <p:stCondLst>
                              <p:cond delay="1500"/>
                            </p:stCondLst>
                            <p:childTnLst>
                              <p:par>
                                <p:cTn id="19" presetID="1" presetClass="entr" presetSubtype="0" fill="hold" nodeType="afterEffect">
                                  <p:stCondLst>
                                    <p:cond delay="0"/>
                                  </p:stCondLst>
                                  <p:childTnLst>
                                    <p:set>
                                      <p:cBhvr>
                                        <p:cTn id="20" dur="1" fill="hold">
                                          <p:stCondLst>
                                            <p:cond delay="499"/>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8786" grpId="0" build="p"/>
    </p:bld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9810" name="Rectangle 2"/>
          <p:cNvSpPr>
            <a:spLocks noGrp="1" noChangeArrowheads="1"/>
          </p:cNvSpPr>
          <p:nvPr>
            <p:ph idx="1"/>
          </p:nvPr>
        </p:nvSpPr>
        <p:spPr>
          <a:xfrm>
            <a:off x="522288" y="1466850"/>
            <a:ext cx="3871913" cy="4227513"/>
          </a:xfrm>
        </p:spPr>
        <p:txBody>
          <a:bodyPr/>
          <a:lstStyle/>
          <a:p>
            <a:pPr marL="342900" marR="0" lvl="0" indent="-342900" algn="l" defTabSz="914400" rtl="0" latinLnBrk="0">
              <a:lnSpc>
                <a:spcPct val="150000"/>
              </a:lnSpc>
              <a:spcBef>
                <a:spcPct val="0"/>
              </a:spcBef>
              <a:spcAft>
                <a:spcPct val="0"/>
              </a:spcAft>
              <a:buClr>
                <a:schemeClr val="hlink"/>
              </a:buClr>
              <a:buSzPct val="110000"/>
              <a:buFontTx/>
              <a:buNone/>
              <a:defRPr/>
            </a:pPr>
            <a:r>
              <a:rPr kumimoji="1" lang="zh-CN" altLang="en-US" sz="3600" b="1" i="0" u="none" strike="noStrike" kern="1200" cap="none" spc="0" normalizeH="0" baseline="0" noProof="0" dirty="0" smtClean="0">
                <a:ln>
                  <a:noFill/>
                </a:ln>
                <a:solidFill>
                  <a:srgbClr val="CC0000"/>
                </a:solidFill>
                <a:effectLst>
                  <a:outerShdw blurRad="38100" dist="38100" dir="2700000" algn="tl">
                    <a:srgbClr val="000000"/>
                  </a:outerShdw>
                </a:effectLst>
                <a:uLnTx/>
                <a:uFillTx/>
                <a:latin typeface="+mn-lt"/>
                <a:ea typeface="仿宋_GB2312" pitchFamily="49" charset="-122"/>
                <a:cs typeface="+mn-cs"/>
              </a:rPr>
              <a:t>  </a:t>
            </a:r>
            <a:r>
              <a:rPr kumimoji="1" lang="zh-CN" altLang="en-US" sz="2400" i="0" u="none" strike="noStrike" kern="1200" cap="none" spc="0" normalizeH="0" baseline="0" noProof="0" dirty="0" smtClean="0">
                <a:ln>
                  <a:noFill/>
                </a:ln>
                <a:solidFill>
                  <a:srgbClr val="CC0000"/>
                </a:solidFill>
                <a:effectLst/>
                <a:uLnTx/>
                <a:uFillTx/>
                <a:latin typeface="黑体" panose="02010609060101010101" pitchFamily="49" charset="-122"/>
                <a:ea typeface="黑体" panose="02010609060101010101" pitchFamily="49" charset="-122"/>
                <a:cs typeface="黑体" panose="02010609060101010101" pitchFamily="49" charset="-122"/>
              </a:rPr>
              <a:t>螺母</a:t>
            </a:r>
            <a:r>
              <a:rPr kumimoji="1" lang="zh-CN" altLang="en-US" sz="2400" i="0" u="none" strike="noStrike" kern="1200" cap="none" spc="0" normalizeH="0" baseline="0" noProof="0" dirty="0">
                <a:ln>
                  <a:noFill/>
                </a:ln>
                <a:solidFill>
                  <a:srgbClr val="CC0000"/>
                </a:solidFill>
                <a:effectLst/>
                <a:uLnTx/>
                <a:uFillTx/>
                <a:latin typeface="黑体" panose="02010609060101010101" pitchFamily="49" charset="-122"/>
                <a:ea typeface="黑体" panose="02010609060101010101" pitchFamily="49" charset="-122"/>
                <a:cs typeface="黑体" panose="02010609060101010101" pitchFamily="49" charset="-122"/>
              </a:rPr>
              <a:t>固定：</a:t>
            </a:r>
            <a:endParaRPr kumimoji="1" lang="zh-CN" altLang="en-US" sz="2400" i="0" u="none" strike="noStrike" kern="1200" cap="none" spc="0" normalizeH="0" baseline="0" noProof="0" dirty="0">
              <a:ln>
                <a:noFill/>
              </a:ln>
              <a:solidFill>
                <a:srgbClr val="FF0000"/>
              </a:solidFill>
              <a:effectLst/>
              <a:uLnTx/>
              <a:uFillTx/>
              <a:latin typeface="黑体" panose="02010609060101010101" pitchFamily="49" charset="-122"/>
              <a:ea typeface="黑体" panose="02010609060101010101" pitchFamily="49" charset="-122"/>
              <a:cs typeface="黑体" panose="02010609060101010101" pitchFamily="49" charset="-122"/>
            </a:endParaRPr>
          </a:p>
          <a:p>
            <a:pPr marL="342900" marR="0" lvl="0" indent="-342900" algn="l" defTabSz="914400" rtl="0" latinLnBrk="0">
              <a:lnSpc>
                <a:spcPct val="150000"/>
              </a:lnSpc>
              <a:spcBef>
                <a:spcPct val="0"/>
              </a:spcBef>
              <a:spcAft>
                <a:spcPct val="0"/>
              </a:spcAft>
              <a:buClr>
                <a:schemeClr val="hlink"/>
              </a:buClr>
              <a:buSzPct val="110000"/>
              <a:buFontTx/>
              <a:buNone/>
              <a:defRPr/>
            </a:pPr>
            <a:r>
              <a:rPr kumimoji="1" lang="zh-CN" altLang="en-US" sz="2400" i="0" u="none" strike="noStrike" kern="1200" cap="none" spc="0" normalizeH="0" baseline="0" noProof="0" dirty="0">
                <a:ln>
                  <a:noFill/>
                </a:ln>
                <a:solidFill>
                  <a:srgbClr val="0000FF"/>
                </a:solidFill>
                <a:effectLst/>
                <a:uLnTx/>
                <a:uFillTx/>
                <a:latin typeface="黑体" panose="02010609060101010101" pitchFamily="49" charset="-122"/>
                <a:ea typeface="黑体" panose="02010609060101010101" pitchFamily="49" charset="-122"/>
                <a:cs typeface="黑体" panose="02010609060101010101" pitchFamily="49" charset="-122"/>
              </a:rPr>
              <a:t>    </a:t>
            </a:r>
            <a:r>
              <a:rPr kumimoji="1" lang="zh-CN" altLang="en-US" sz="2400" i="0" u="none" strike="noStrike" kern="1200" cap="none" spc="0" normalizeH="0" baseline="0" noProof="0" dirty="0" smtClean="0">
                <a:ln>
                  <a:noFill/>
                </a:ln>
                <a:solidFill>
                  <a:schemeClr val="tx1"/>
                </a:solidFill>
                <a:effectLst/>
                <a:uLnTx/>
                <a:uFillTx/>
                <a:latin typeface="黑体" panose="02010609060101010101" pitchFamily="49" charset="-122"/>
                <a:ea typeface="黑体" panose="02010609060101010101" pitchFamily="49" charset="-122"/>
                <a:cs typeface="黑体" panose="02010609060101010101" pitchFamily="49" charset="-122"/>
              </a:rPr>
              <a:t>可</a:t>
            </a:r>
            <a:r>
              <a:rPr kumimoji="1" lang="zh-CN" altLang="en-US" sz="2400" i="0" u="none" strike="noStrike" kern="1200" cap="none" spc="0" normalizeH="0" baseline="0" noProof="0" dirty="0">
                <a:ln>
                  <a:noFill/>
                </a:ln>
                <a:solidFill>
                  <a:schemeClr val="tx1"/>
                </a:solidFill>
                <a:effectLst/>
                <a:uLnTx/>
                <a:uFillTx/>
                <a:latin typeface="黑体" panose="02010609060101010101" pitchFamily="49" charset="-122"/>
                <a:ea typeface="黑体" panose="02010609060101010101" pitchFamily="49" charset="-122"/>
                <a:cs typeface="黑体" panose="02010609060101010101" pitchFamily="49" charset="-122"/>
              </a:rPr>
              <a:t>承受较大的轴向载荷，也可作为双向固定，但对轴有削弱，为避免螺母松动，可采用圆螺母和止退垫圈组合，或双螺母。</a:t>
            </a:r>
            <a:endParaRPr kumimoji="1" lang="zh-CN" altLang="en-US" sz="2400" i="0" u="none" strike="noStrike" kern="1200" cap="none" spc="0" normalizeH="0" baseline="0" noProof="0" dirty="0">
              <a:ln>
                <a:noFill/>
              </a:ln>
              <a:solidFill>
                <a:schemeClr val="tx1"/>
              </a:solidFill>
              <a:effectLst/>
              <a:uLnTx/>
              <a:uFillTx/>
              <a:latin typeface="黑体" panose="02010609060101010101" pitchFamily="49" charset="-122"/>
              <a:ea typeface="黑体" panose="02010609060101010101" pitchFamily="49" charset="-122"/>
              <a:cs typeface="黑体" panose="02010609060101010101" pitchFamily="49" charset="-122"/>
            </a:endParaRPr>
          </a:p>
        </p:txBody>
      </p:sp>
      <p:grpSp>
        <p:nvGrpSpPr>
          <p:cNvPr id="119819" name="Group 11"/>
          <p:cNvGrpSpPr/>
          <p:nvPr/>
        </p:nvGrpSpPr>
        <p:grpSpPr>
          <a:xfrm>
            <a:off x="4899025" y="1277938"/>
            <a:ext cx="3209925" cy="4416425"/>
            <a:chOff x="2880" y="907"/>
            <a:chExt cx="2227" cy="3051"/>
          </a:xfrm>
        </p:grpSpPr>
        <p:grpSp>
          <p:nvGrpSpPr>
            <p:cNvPr id="86024" name="Group 3"/>
            <p:cNvGrpSpPr/>
            <p:nvPr/>
          </p:nvGrpSpPr>
          <p:grpSpPr>
            <a:xfrm>
              <a:off x="2880" y="907"/>
              <a:ext cx="2227" cy="3051"/>
              <a:chOff x="603" y="1221"/>
              <a:chExt cx="1546" cy="2170"/>
            </a:xfrm>
          </p:grpSpPr>
          <p:pic>
            <p:nvPicPr>
              <p:cNvPr id="86029" name="Picture 4" descr="滚动轴承的定位7"/>
              <p:cNvPicPr>
                <a:picLocks noChangeAspect="1"/>
              </p:cNvPicPr>
              <p:nvPr/>
            </p:nvPicPr>
            <p:blipFill>
              <a:blip r:embed="rId1"/>
              <a:stretch>
                <a:fillRect/>
              </a:stretch>
            </p:blipFill>
            <p:spPr>
              <a:xfrm>
                <a:off x="603" y="1221"/>
                <a:ext cx="1546" cy="2170"/>
              </a:xfrm>
              <a:prstGeom prst="rect">
                <a:avLst/>
              </a:prstGeom>
              <a:noFill/>
              <a:ln w="9525">
                <a:noFill/>
              </a:ln>
            </p:spPr>
          </p:pic>
          <p:sp>
            <p:nvSpPr>
              <p:cNvPr id="86030" name="Line 5"/>
              <p:cNvSpPr/>
              <p:nvPr/>
            </p:nvSpPr>
            <p:spPr>
              <a:xfrm flipH="1">
                <a:off x="1536" y="1992"/>
                <a:ext cx="108" cy="0"/>
              </a:xfrm>
              <a:prstGeom prst="line">
                <a:avLst/>
              </a:prstGeom>
              <a:ln w="9525" cap="flat" cmpd="sng">
                <a:solidFill>
                  <a:srgbClr val="009900"/>
                </a:solidFill>
                <a:prstDash val="solid"/>
                <a:headEnd type="none" w="med" len="med"/>
                <a:tailEnd type="none" w="med" len="med"/>
              </a:ln>
            </p:spPr>
          </p:sp>
          <p:sp>
            <p:nvSpPr>
              <p:cNvPr id="86031" name="Line 6"/>
              <p:cNvSpPr/>
              <p:nvPr/>
            </p:nvSpPr>
            <p:spPr>
              <a:xfrm flipH="1">
                <a:off x="1524" y="2616"/>
                <a:ext cx="108" cy="0"/>
              </a:xfrm>
              <a:prstGeom prst="line">
                <a:avLst/>
              </a:prstGeom>
              <a:ln w="9525" cap="flat" cmpd="sng">
                <a:solidFill>
                  <a:srgbClr val="009900"/>
                </a:solidFill>
                <a:prstDash val="solid"/>
                <a:headEnd type="none" w="med" len="med"/>
                <a:tailEnd type="none" w="med" len="med"/>
              </a:ln>
            </p:spPr>
          </p:sp>
        </p:grpSp>
        <p:sp>
          <p:nvSpPr>
            <p:cNvPr id="86025" name="Rectangle 7"/>
            <p:cNvSpPr/>
            <p:nvPr/>
          </p:nvSpPr>
          <p:spPr>
            <a:xfrm>
              <a:off x="4164" y="1884"/>
              <a:ext cx="192" cy="1104"/>
            </a:xfrm>
            <a:prstGeom prst="rect">
              <a:avLst/>
            </a:prstGeom>
            <a:solidFill>
              <a:schemeClr val="bg1"/>
            </a:solidFill>
            <a:ln w="9525" cap="flat" cmpd="sng">
              <a:solidFill>
                <a:srgbClr val="339933"/>
              </a:solidFill>
              <a:prstDash val="solid"/>
              <a:miter/>
              <a:headEnd type="none" w="med" len="med"/>
              <a:tailEnd type="none" w="med" len="med"/>
            </a:ln>
          </p:spPr>
          <p:txBody>
            <a:bodyPr wrap="none" anchor="ctr" anchorCtr="0"/>
            <a:p>
              <a:endParaRPr lang="zh-CN" altLang="en-US" dirty="0">
                <a:latin typeface="Times New Roman" panose="02020603050405020304" pitchFamily="18" charset="0"/>
              </a:endParaRPr>
            </a:p>
          </p:txBody>
        </p:sp>
        <p:sp>
          <p:nvSpPr>
            <p:cNvPr id="86026" name="Line 8"/>
            <p:cNvSpPr/>
            <p:nvPr/>
          </p:nvSpPr>
          <p:spPr>
            <a:xfrm flipV="1">
              <a:off x="4356" y="1890"/>
              <a:ext cx="0" cy="1104"/>
            </a:xfrm>
            <a:prstGeom prst="line">
              <a:avLst/>
            </a:prstGeom>
            <a:ln w="57150" cap="flat" cmpd="sng">
              <a:solidFill>
                <a:srgbClr val="008000"/>
              </a:solidFill>
              <a:prstDash val="solid"/>
              <a:headEnd type="none" w="med" len="med"/>
              <a:tailEnd type="none" w="med" len="med"/>
            </a:ln>
          </p:spPr>
        </p:sp>
        <p:sp>
          <p:nvSpPr>
            <p:cNvPr id="86027" name="Line 9"/>
            <p:cNvSpPr/>
            <p:nvPr/>
          </p:nvSpPr>
          <p:spPr>
            <a:xfrm>
              <a:off x="4164" y="2028"/>
              <a:ext cx="186" cy="0"/>
            </a:xfrm>
            <a:prstGeom prst="line">
              <a:avLst/>
            </a:prstGeom>
            <a:ln w="57150" cap="flat" cmpd="sng">
              <a:solidFill>
                <a:srgbClr val="008000"/>
              </a:solidFill>
              <a:prstDash val="solid"/>
              <a:headEnd type="none" w="med" len="med"/>
              <a:tailEnd type="none" w="med" len="med"/>
            </a:ln>
          </p:spPr>
        </p:sp>
        <p:sp>
          <p:nvSpPr>
            <p:cNvPr id="86028" name="Line 10"/>
            <p:cNvSpPr/>
            <p:nvPr/>
          </p:nvSpPr>
          <p:spPr>
            <a:xfrm>
              <a:off x="4158" y="2820"/>
              <a:ext cx="186" cy="0"/>
            </a:xfrm>
            <a:prstGeom prst="line">
              <a:avLst/>
            </a:prstGeom>
            <a:ln w="57150" cap="flat" cmpd="sng">
              <a:solidFill>
                <a:srgbClr val="008000"/>
              </a:solidFill>
              <a:prstDash val="solid"/>
              <a:headEnd type="none" w="med" len="med"/>
              <a:tailEnd type="none" w="med" len="med"/>
            </a:ln>
          </p:spPr>
        </p:sp>
      </p:grpSp>
      <p:pic>
        <p:nvPicPr>
          <p:cNvPr id="12" name="Picture 49" descr="back1">
            <a:hlinkClick r:id="" tooltip="上一页" action="ppaction://hlinkshowjump?jump=previousslide"/>
          </p:cNvPr>
          <p:cNvPicPr>
            <a:picLocks noChangeAspect="1"/>
          </p:cNvPicPr>
          <p:nvPr/>
        </p:nvPicPr>
        <p:blipFill>
          <a:blip r:embed="rId2"/>
          <a:stretch>
            <a:fillRect/>
          </a:stretch>
        </p:blipFill>
        <p:spPr>
          <a:xfrm>
            <a:off x="8380413" y="6556375"/>
            <a:ext cx="306387" cy="306388"/>
          </a:xfrm>
          <a:prstGeom prst="rect">
            <a:avLst/>
          </a:prstGeom>
          <a:noFill/>
          <a:ln w="9525">
            <a:noFill/>
          </a:ln>
        </p:spPr>
      </p:pic>
      <p:pic>
        <p:nvPicPr>
          <p:cNvPr id="13" name="Picture 50" descr="rewind1">
            <a:hlinkClick r:id="" action="ppaction://hlinkshowjump?jump=firstslide"/>
          </p:cNvPr>
          <p:cNvPicPr>
            <a:picLocks noChangeAspect="1"/>
          </p:cNvPicPr>
          <p:nvPr/>
        </p:nvPicPr>
        <p:blipFill>
          <a:blip r:embed="rId3"/>
          <a:stretch>
            <a:fillRect/>
          </a:stretch>
        </p:blipFill>
        <p:spPr>
          <a:xfrm>
            <a:off x="8018463" y="6551613"/>
            <a:ext cx="306387" cy="306387"/>
          </a:xfrm>
          <a:prstGeom prst="rect">
            <a:avLst/>
          </a:prstGeom>
          <a:noFill/>
          <a:ln w="9525">
            <a:noFill/>
          </a:ln>
        </p:spPr>
      </p:pic>
      <p:pic>
        <p:nvPicPr>
          <p:cNvPr id="14" name="Picture 149" descr="NEXT1">
            <a:hlinkClick r:id="" action="ppaction://hlinkshowjump?jump=nextslide"/>
          </p:cNvPr>
          <p:cNvPicPr>
            <a:picLocks noChangeAspect="1"/>
          </p:cNvPicPr>
          <p:nvPr/>
        </p:nvPicPr>
        <p:blipFill>
          <a:blip r:embed="rId4"/>
          <a:stretch>
            <a:fillRect/>
          </a:stretch>
        </p:blipFill>
        <p:spPr>
          <a:xfrm>
            <a:off x="8753475" y="6551613"/>
            <a:ext cx="306388" cy="306387"/>
          </a:xfrm>
          <a:prstGeom prst="rect">
            <a:avLst/>
          </a:prstGeom>
          <a:noFill/>
          <a:ln w="9525">
            <a:noFill/>
          </a:ln>
        </p:spPr>
      </p:pic>
      <p:sp>
        <p:nvSpPr>
          <p:cNvPr id="10" name="直接连接符 6"/>
          <p:cNvSpPr>
            <a:spLocks noChangeShapeType="1"/>
          </p:cNvSpPr>
          <p:nvPr/>
        </p:nvSpPr>
        <p:spPr bwMode="auto">
          <a:xfrm>
            <a:off x="-48895" y="706755"/>
            <a:ext cx="9144000" cy="0"/>
          </a:xfrm>
          <a:prstGeom prst="line">
            <a:avLst/>
          </a:prstGeom>
          <a:noFill/>
          <a:ln w="28575">
            <a:solidFill>
              <a:srgbClr val="CC3300"/>
            </a:solidFill>
            <a:miter lim="800000"/>
          </a:ln>
          <a:extLst>
            <a:ext uri="{909E8E84-426E-40DD-AFC4-6F175D3DCCD1}">
              <a14:hiddenFill xmlns:a14="http://schemas.microsoft.com/office/drawing/2010/main">
                <a:noFill/>
              </a14:hiddenFill>
            </a:ext>
          </a:extLst>
        </p:spPr>
        <p:txBody>
          <a:bodyPr/>
          <a:lstStyle/>
          <a:p>
            <a:endParaRPr lang="zh-CN" altLang="en-US"/>
          </a:p>
        </p:txBody>
      </p:sp>
      <p:sp>
        <p:nvSpPr>
          <p:cNvPr id="8206" name="Rectangle 67"/>
          <p:cNvSpPr>
            <a:spLocks noChangeArrowheads="1"/>
          </p:cNvSpPr>
          <p:nvPr/>
        </p:nvSpPr>
        <p:spPr bwMode="auto">
          <a:xfrm>
            <a:off x="3162300" y="10637"/>
            <a:ext cx="4945380" cy="5530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kumimoji="1" sz="2000">
                <a:solidFill>
                  <a:srgbClr val="000099"/>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rgbClr val="000099"/>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rgbClr val="000099"/>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rgbClr val="000099"/>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lnSpc>
                <a:spcPct val="100000"/>
              </a:lnSpc>
              <a:buFontTx/>
              <a:buNone/>
            </a:pPr>
            <a:r>
              <a:rPr lang="en-US" altLang="zh-CN" sz="3000" dirty="0" smtClean="0">
                <a:solidFill>
                  <a:srgbClr val="CC3300"/>
                </a:solidFill>
                <a:latin typeface="黑体" panose="02010609060101010101" pitchFamily="49" charset="-122"/>
                <a:ea typeface="黑体" panose="02010609060101010101" pitchFamily="49" charset="-122"/>
              </a:rPr>
              <a:t>3.6-6  </a:t>
            </a:r>
            <a:r>
              <a:rPr lang="zh-CN" altLang="en-US" sz="3000" dirty="0">
                <a:solidFill>
                  <a:srgbClr val="CC3300"/>
                </a:solidFill>
                <a:latin typeface="黑体" panose="02010609060101010101" pitchFamily="49" charset="-122"/>
                <a:ea typeface="黑体" panose="02010609060101010101" pitchFamily="49" charset="-122"/>
              </a:rPr>
              <a:t>滚动轴承装置的设计</a:t>
            </a:r>
            <a:endParaRPr lang="zh-CN" altLang="en-US" sz="3000" dirty="0">
              <a:solidFill>
                <a:srgbClr val="CC3300"/>
              </a:solidFill>
              <a:latin typeface="黑体" panose="02010609060101010101" pitchFamily="49" charset="-122"/>
              <a:ea typeface="黑体" panose="02010609060101010101" pitchFamily="49" charset="-122"/>
            </a:endParaRPr>
          </a:p>
        </p:txBody>
      </p:sp>
    </p:spTree>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5" fill="hold" nodeType="clickEffect">
                                  <p:stCondLst>
                                    <p:cond delay="0"/>
                                  </p:stCondLst>
                                  <p:childTnLst>
                                    <p:set>
                                      <p:cBhvr>
                                        <p:cTn id="6" dur="1" fill="hold">
                                          <p:stCondLst>
                                            <p:cond delay="0"/>
                                          </p:stCondLst>
                                        </p:cTn>
                                        <p:tgtEl>
                                          <p:spTgt spid="119819"/>
                                        </p:tgtEl>
                                        <p:attrNameLst>
                                          <p:attrName>style.visibility</p:attrName>
                                        </p:attrNameLst>
                                      </p:cBhvr>
                                      <p:to>
                                        <p:strVal val="visible"/>
                                      </p:to>
                                    </p:set>
                                    <p:animEffect transition="in" filter="blinds(vertical)">
                                      <p:cBhvr>
                                        <p:cTn id="7" dur="500"/>
                                        <p:tgtEl>
                                          <p:spTgt spid="119819"/>
                                        </p:tgtEl>
                                      </p:cBhvr>
                                    </p:animEffect>
                                  </p:childTnLst>
                                </p:cTn>
                              </p:par>
                            </p:childTnLst>
                          </p:cTn>
                        </p:par>
                        <p:par>
                          <p:cTn id="8" fill="hold">
                            <p:stCondLst>
                              <p:cond delay="500"/>
                            </p:stCondLst>
                            <p:childTnLst>
                              <p:par>
                                <p:cTn id="9" presetID="2" presetClass="entr" presetSubtype="8" fill="hold" nodeType="afterEffect">
                                  <p:stCondLst>
                                    <p:cond delay="0"/>
                                  </p:stCondLst>
                                  <p:childTnLst>
                                    <p:set>
                                      <p:cBhvr>
                                        <p:cTn id="10" dur="1" fill="hold">
                                          <p:stCondLst>
                                            <p:cond delay="0"/>
                                          </p:stCondLst>
                                        </p:cTn>
                                        <p:tgtEl>
                                          <p:spTgt spid="12"/>
                                        </p:tgtEl>
                                        <p:attrNameLst>
                                          <p:attrName>style.visibility</p:attrName>
                                        </p:attrNameLst>
                                      </p:cBhvr>
                                      <p:to>
                                        <p:strVal val="visible"/>
                                      </p:to>
                                    </p:set>
                                    <p:anim calcmode="lin" valueType="num">
                                      <p:cBhvr additive="base">
                                        <p:cTn id="11" dur="500" fill="hold"/>
                                        <p:tgtEl>
                                          <p:spTgt spid="12"/>
                                        </p:tgtEl>
                                        <p:attrNameLst>
                                          <p:attrName>ppt_x</p:attrName>
                                        </p:attrNameLst>
                                      </p:cBhvr>
                                      <p:tavLst>
                                        <p:tav tm="0">
                                          <p:val>
                                            <p:strVal val="0-#ppt_w/2"/>
                                          </p:val>
                                        </p:tav>
                                        <p:tav tm="100000">
                                          <p:val>
                                            <p:strVal val="#ppt_x"/>
                                          </p:val>
                                        </p:tav>
                                      </p:tavLst>
                                    </p:anim>
                                    <p:anim calcmode="lin" valueType="num">
                                      <p:cBhvr additive="base">
                                        <p:cTn id="12" dur="500" fill="hold"/>
                                        <p:tgtEl>
                                          <p:spTgt spid="12"/>
                                        </p:tgtEl>
                                        <p:attrNameLst>
                                          <p:attrName>ppt_y</p:attrName>
                                        </p:attrNameLst>
                                      </p:cBhvr>
                                      <p:tavLst>
                                        <p:tav tm="0">
                                          <p:val>
                                            <p:strVal val="#ppt_y"/>
                                          </p:val>
                                        </p:tav>
                                        <p:tav tm="100000">
                                          <p:val>
                                            <p:strVal val="#ppt_y"/>
                                          </p:val>
                                        </p:tav>
                                      </p:tavLst>
                                    </p:anim>
                                  </p:childTnLst>
                                </p:cTn>
                              </p:par>
                            </p:childTnLst>
                          </p:cTn>
                        </p:par>
                        <p:par>
                          <p:cTn id="13" fill="hold">
                            <p:stCondLst>
                              <p:cond delay="1000"/>
                            </p:stCondLst>
                            <p:childTnLst>
                              <p:par>
                                <p:cTn id="14" presetID="2" presetClass="entr" presetSubtype="8" fill="hold" nodeType="afterEffect">
                                  <p:stCondLst>
                                    <p:cond delay="0"/>
                                  </p:stCondLst>
                                  <p:childTnLst>
                                    <p:set>
                                      <p:cBhvr>
                                        <p:cTn id="15" dur="1" fill="hold">
                                          <p:stCondLst>
                                            <p:cond delay="0"/>
                                          </p:stCondLst>
                                        </p:cTn>
                                        <p:tgtEl>
                                          <p:spTgt spid="13"/>
                                        </p:tgtEl>
                                        <p:attrNameLst>
                                          <p:attrName>style.visibility</p:attrName>
                                        </p:attrNameLst>
                                      </p:cBhvr>
                                      <p:to>
                                        <p:strVal val="visible"/>
                                      </p:to>
                                    </p:set>
                                    <p:anim calcmode="lin" valueType="num">
                                      <p:cBhvr additive="base">
                                        <p:cTn id="16" dur="500" fill="hold"/>
                                        <p:tgtEl>
                                          <p:spTgt spid="13"/>
                                        </p:tgtEl>
                                        <p:attrNameLst>
                                          <p:attrName>ppt_x</p:attrName>
                                        </p:attrNameLst>
                                      </p:cBhvr>
                                      <p:tavLst>
                                        <p:tav tm="0">
                                          <p:val>
                                            <p:strVal val="0-#ppt_w/2"/>
                                          </p:val>
                                        </p:tav>
                                        <p:tav tm="100000">
                                          <p:val>
                                            <p:strVal val="#ppt_x"/>
                                          </p:val>
                                        </p:tav>
                                      </p:tavLst>
                                    </p:anim>
                                    <p:anim calcmode="lin" valueType="num">
                                      <p:cBhvr additive="base">
                                        <p:cTn id="17" dur="500" fill="hold"/>
                                        <p:tgtEl>
                                          <p:spTgt spid="13"/>
                                        </p:tgtEl>
                                        <p:attrNameLst>
                                          <p:attrName>ppt_y</p:attrName>
                                        </p:attrNameLst>
                                      </p:cBhvr>
                                      <p:tavLst>
                                        <p:tav tm="0">
                                          <p:val>
                                            <p:strVal val="#ppt_y"/>
                                          </p:val>
                                        </p:tav>
                                        <p:tav tm="100000">
                                          <p:val>
                                            <p:strVal val="#ppt_y"/>
                                          </p:val>
                                        </p:tav>
                                      </p:tavLst>
                                    </p:anim>
                                  </p:childTnLst>
                                </p:cTn>
                              </p:par>
                            </p:childTnLst>
                          </p:cTn>
                        </p:par>
                        <p:par>
                          <p:cTn id="18" fill="hold">
                            <p:stCondLst>
                              <p:cond delay="1500"/>
                            </p:stCondLst>
                            <p:childTnLst>
                              <p:par>
                                <p:cTn id="19" presetID="1" presetClass="entr" presetSubtype="0" fill="hold" nodeType="afterEffect">
                                  <p:stCondLst>
                                    <p:cond delay="0"/>
                                  </p:stCondLst>
                                  <p:childTnLst>
                                    <p:set>
                                      <p:cBhvr>
                                        <p:cTn id="20" dur="1" fill="hold">
                                          <p:stCondLst>
                                            <p:cond delay="499"/>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9810" grpId="0" build="p"/>
    </p:bld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0834" name="Rectangle 2"/>
          <p:cNvSpPr>
            <a:spLocks noGrp="1" noChangeArrowheads="1"/>
          </p:cNvSpPr>
          <p:nvPr>
            <p:ph type="title"/>
          </p:nvPr>
        </p:nvSpPr>
        <p:spPr>
          <a:xfrm>
            <a:off x="855663" y="966788"/>
            <a:ext cx="7315200" cy="685800"/>
          </a:xfrm>
        </p:spPr>
        <p:txBody>
          <a:bodyPr/>
          <a:lstStyle/>
          <a:p>
            <a:pPr marL="0" marR="0" lvl="0" indent="0" algn="l" defTabSz="914400" rtl="0" eaLnBrk="0" fontAlgn="base" latinLnBrk="0" hangingPunct="0">
              <a:lnSpc>
                <a:spcPct val="100000"/>
              </a:lnSpc>
              <a:spcBef>
                <a:spcPct val="0"/>
              </a:spcBef>
              <a:spcAft>
                <a:spcPct val="0"/>
              </a:spcAft>
              <a:buClrTx/>
              <a:buSzTx/>
              <a:buFontTx/>
              <a:buNone/>
              <a:defRPr/>
            </a:pPr>
            <a:r>
              <a:rPr kumimoji="1" lang="en-US" sz="2400" i="0" u="none" strike="noStrike" kern="1200" cap="none" spc="0" normalizeH="0" baseline="0" noProof="0" dirty="0">
                <a:ln>
                  <a:noFill/>
                </a:ln>
                <a:solidFill>
                  <a:srgbClr val="0000FF"/>
                </a:solidFill>
                <a:effectLst/>
                <a:uLnTx/>
                <a:uFillTx/>
                <a:latin typeface="黑体" panose="02010609060101010101" pitchFamily="49" charset="-122"/>
                <a:ea typeface="黑体" panose="02010609060101010101" pitchFamily="49" charset="-122"/>
                <a:cs typeface="黑体" panose="02010609060101010101" pitchFamily="49" charset="-122"/>
              </a:rPr>
              <a:t>2</a:t>
            </a:r>
            <a:r>
              <a:rPr kumimoji="1" lang="zh-CN" altLang="en-US" sz="2400" i="0" u="none" strike="noStrike" kern="1200" cap="none" spc="0" normalizeH="0" baseline="0" noProof="0" dirty="0">
                <a:ln>
                  <a:noFill/>
                </a:ln>
                <a:solidFill>
                  <a:srgbClr val="0000FF"/>
                </a:solidFill>
                <a:effectLst/>
                <a:uLnTx/>
                <a:uFillTx/>
                <a:latin typeface="黑体" panose="02010609060101010101" pitchFamily="49" charset="-122"/>
                <a:ea typeface="黑体" panose="02010609060101010101" pitchFamily="49" charset="-122"/>
                <a:cs typeface="黑体" panose="02010609060101010101" pitchFamily="49" charset="-122"/>
              </a:rPr>
              <a:t>、轴承</a:t>
            </a:r>
            <a:r>
              <a:rPr kumimoji="1" lang="zh-CN" altLang="en-US" sz="2400" i="0" u="none" strike="noStrike" kern="1200" cap="none" spc="0" normalizeH="0" baseline="0" noProof="0" dirty="0" smtClean="0">
                <a:ln>
                  <a:noFill/>
                </a:ln>
                <a:solidFill>
                  <a:srgbClr val="0000FF"/>
                </a:solidFill>
                <a:effectLst/>
                <a:uLnTx/>
                <a:uFillTx/>
                <a:latin typeface="黑体" panose="02010609060101010101" pitchFamily="49" charset="-122"/>
                <a:ea typeface="黑体" panose="02010609060101010101" pitchFamily="49" charset="-122"/>
                <a:cs typeface="黑体" panose="02010609060101010101" pitchFamily="49" charset="-122"/>
              </a:rPr>
              <a:t>外圈轴向紧固的常用方法</a:t>
            </a:r>
            <a:endParaRPr kumimoji="1" lang="zh-CN" altLang="en-US" sz="2400" i="0" u="none" strike="noStrike" kern="1200" cap="none" spc="0" normalizeH="0" baseline="0" noProof="0" dirty="0" smtClean="0">
              <a:ln>
                <a:noFill/>
              </a:ln>
              <a:solidFill>
                <a:srgbClr val="0000FF"/>
              </a:solidFill>
              <a:effectLst/>
              <a:uLnTx/>
              <a:uFillTx/>
              <a:latin typeface="黑体" panose="02010609060101010101" pitchFamily="49" charset="-122"/>
              <a:ea typeface="黑体" panose="02010609060101010101" pitchFamily="49" charset="-122"/>
              <a:cs typeface="黑体" panose="02010609060101010101" pitchFamily="49" charset="-122"/>
            </a:endParaRPr>
          </a:p>
        </p:txBody>
      </p:sp>
      <p:pic>
        <p:nvPicPr>
          <p:cNvPr id="120835" name="Picture 3" descr="t18-23"/>
          <p:cNvPicPr>
            <a:picLocks noChangeAspect="1"/>
          </p:cNvPicPr>
          <p:nvPr/>
        </p:nvPicPr>
        <p:blipFill>
          <a:blip r:embed="rId1"/>
          <a:srcRect l="5626" r="64072" b="38687"/>
          <a:stretch>
            <a:fillRect/>
          </a:stretch>
        </p:blipFill>
        <p:spPr>
          <a:xfrm>
            <a:off x="4211638" y="1943100"/>
            <a:ext cx="4256087" cy="4113213"/>
          </a:xfrm>
          <a:prstGeom prst="rect">
            <a:avLst/>
          </a:prstGeom>
          <a:noFill/>
          <a:ln w="9525">
            <a:noFill/>
          </a:ln>
        </p:spPr>
      </p:pic>
      <p:sp>
        <p:nvSpPr>
          <p:cNvPr id="120836" name="Rectangle 4"/>
          <p:cNvSpPr>
            <a:spLocks noChangeArrowheads="1"/>
          </p:cNvSpPr>
          <p:nvPr/>
        </p:nvSpPr>
        <p:spPr bwMode="auto">
          <a:xfrm>
            <a:off x="357188" y="2692400"/>
            <a:ext cx="2955925" cy="1076325"/>
          </a:xfrm>
          <a:prstGeom prst="rect">
            <a:avLst/>
          </a:prstGeom>
          <a:noFill/>
          <a:ln>
            <a:noFill/>
          </a:ln>
          <a:effectLst/>
          <a:extLst>
            <a:ext uri="{909E8E84-426E-40DD-AFC4-6F175D3DCCD1}">
              <a14:hiddenFill xmlns:a14="http://schemas.microsoft.com/office/drawing/2010/main">
                <a:gradFill rotWithShape="0">
                  <a:gsLst>
                    <a:gs pos="0">
                      <a:schemeClr val="accent1"/>
                    </a:gs>
                    <a:gs pos="100000">
                      <a:schemeClr val="accent1">
                        <a:gamma/>
                        <a:shade val="46275"/>
                        <a:invGamma/>
                      </a:schemeClr>
                    </a:gs>
                  </a:gsLst>
                  <a:path path="shape">
                    <a:fillToRect l="50000" t="50000" r="50000" b="50000"/>
                  </a:path>
                </a:gra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0" marR="0" lvl="0" indent="0" algn="l" defTabSz="914400" rtl="0" eaLnBrk="0" fontAlgn="base" latinLnBrk="0" hangingPunct="0">
              <a:lnSpc>
                <a:spcPct val="100000"/>
              </a:lnSpc>
              <a:spcBef>
                <a:spcPct val="0"/>
              </a:spcBef>
              <a:spcAft>
                <a:spcPct val="0"/>
              </a:spcAft>
              <a:buClrTx/>
              <a:buSzTx/>
              <a:buFontTx/>
              <a:buNone/>
              <a:defRPr/>
            </a:pPr>
            <a:r>
              <a:rPr kumimoji="1" lang="en-US" altLang="zh-CN" sz="4000" b="0" i="0" u="none" strike="noStrike" kern="1200" cap="none" spc="0" normalizeH="0" baseline="0" noProof="0" dirty="0">
                <a:ln>
                  <a:noFill/>
                </a:ln>
                <a:solidFill>
                  <a:srgbClr val="000000"/>
                </a:solidFill>
                <a:effectLst/>
                <a:uLnTx/>
                <a:uFillTx/>
                <a:latin typeface="Times New Roman" panose="02020603050405020304" pitchFamily="18" charset="0"/>
                <a:ea typeface="华文中宋" panose="02010600040101010101" pitchFamily="2" charset="-122"/>
                <a:cs typeface="+mn-cs"/>
              </a:rPr>
              <a:t>     </a:t>
            </a:r>
            <a:r>
              <a:rPr kumimoji="1" lang="zh-CN" altLang="en-US" sz="2400" b="0" i="0" u="none" strike="noStrike" kern="1200" cap="none" spc="0" normalizeH="0" baseline="0" noProof="0" dirty="0">
                <a:ln>
                  <a:noFill/>
                </a:ln>
                <a:solidFill>
                  <a:schemeClr val="tx1"/>
                </a:solidFill>
                <a:effectLst>
                  <a:outerShdw blurRad="38100" dist="38100" dir="2700000" algn="tl">
                    <a:srgbClr val="FFFFFF"/>
                  </a:outerShdw>
                </a:effectLst>
                <a:uLnTx/>
                <a:uFillTx/>
                <a:latin typeface="Times New Roman" panose="02020603050405020304" pitchFamily="18" charset="0"/>
                <a:ea typeface="仿宋_GB2312" pitchFamily="49" charset="-122"/>
                <a:cs typeface="+mn-cs"/>
              </a:rPr>
              <a:t>可承受较大的单向轴向载荷。</a:t>
            </a:r>
            <a:endParaRPr kumimoji="1" lang="zh-CN" altLang="en-US" sz="2400" b="0" i="0" u="none" strike="noStrike" kern="1200" cap="none" spc="0" normalizeH="0" baseline="0" noProof="0" dirty="0">
              <a:ln>
                <a:noFill/>
              </a:ln>
              <a:solidFill>
                <a:srgbClr val="000000"/>
              </a:solidFill>
              <a:effectLst/>
              <a:uLnTx/>
              <a:uFillTx/>
              <a:latin typeface="Times New Roman" panose="02020603050405020304" pitchFamily="18" charset="0"/>
              <a:ea typeface="华文中宋" panose="02010600040101010101" pitchFamily="2" charset="-122"/>
              <a:cs typeface="+mn-cs"/>
            </a:endParaRPr>
          </a:p>
        </p:txBody>
      </p:sp>
      <p:sp>
        <p:nvSpPr>
          <p:cNvPr id="120837" name="Rectangle 5"/>
          <p:cNvSpPr>
            <a:spLocks noChangeArrowheads="1"/>
          </p:cNvSpPr>
          <p:nvPr/>
        </p:nvSpPr>
        <p:spPr bwMode="auto">
          <a:xfrm>
            <a:off x="457200" y="2274888"/>
            <a:ext cx="1706880" cy="460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l" defTabSz="914400" rtl="0" eaLnBrk="0" fontAlgn="base" latinLnBrk="0" hangingPunct="0">
              <a:lnSpc>
                <a:spcPct val="100000"/>
              </a:lnSpc>
              <a:spcBef>
                <a:spcPct val="0"/>
              </a:spcBef>
              <a:spcAft>
                <a:spcPct val="0"/>
              </a:spcAft>
              <a:buClrTx/>
              <a:buSzTx/>
              <a:buFontTx/>
              <a:buNone/>
              <a:defRPr/>
            </a:pPr>
            <a:r>
              <a:rPr kumimoji="1" lang="zh-CN" altLang="en-US" sz="2400" b="0" i="0" u="none" strike="noStrike" kern="1200" cap="none" spc="0" normalizeH="0" baseline="0" noProof="0" dirty="0">
                <a:ln>
                  <a:noFill/>
                </a:ln>
                <a:solidFill>
                  <a:srgbClr val="CC0000"/>
                </a:solidFill>
                <a:effectLst>
                  <a:outerShdw blurRad="38100" dist="38100" dir="2700000" algn="tl">
                    <a:srgbClr val="000000"/>
                  </a:outerShdw>
                </a:effectLst>
                <a:uLnTx/>
                <a:uFillTx/>
                <a:latin typeface="Times New Roman" panose="02020603050405020304" pitchFamily="18" charset="0"/>
                <a:ea typeface="仿宋_GB2312" pitchFamily="49" charset="-122"/>
                <a:cs typeface="+mn-cs"/>
              </a:rPr>
              <a:t>端盖固定：</a:t>
            </a:r>
            <a:endParaRPr kumimoji="1" lang="zh-CN" altLang="en-US" sz="2400" b="0" i="0" u="none" strike="noStrike" kern="1200" cap="none" spc="0" normalizeH="0" baseline="0" noProof="0" dirty="0">
              <a:ln>
                <a:noFill/>
              </a:ln>
              <a:solidFill>
                <a:srgbClr val="CC0000"/>
              </a:solidFill>
              <a:effectLst>
                <a:outerShdw blurRad="38100" dist="38100" dir="2700000" algn="tl">
                  <a:srgbClr val="000000"/>
                </a:outerShdw>
              </a:effectLst>
              <a:uLnTx/>
              <a:uFillTx/>
              <a:latin typeface="Times New Roman" panose="02020603050405020304" pitchFamily="18" charset="0"/>
              <a:ea typeface="仿宋_GB2312" pitchFamily="49" charset="-122"/>
              <a:cs typeface="+mn-cs"/>
            </a:endParaRPr>
          </a:p>
        </p:txBody>
      </p:sp>
      <p:pic>
        <p:nvPicPr>
          <p:cNvPr id="6" name="Picture 49" descr="back1">
            <a:hlinkClick r:id="" tooltip="上一页" action="ppaction://hlinkshowjump?jump=previousslide"/>
          </p:cNvPr>
          <p:cNvPicPr>
            <a:picLocks noChangeAspect="1"/>
          </p:cNvPicPr>
          <p:nvPr/>
        </p:nvPicPr>
        <p:blipFill>
          <a:blip r:embed="rId2"/>
          <a:stretch>
            <a:fillRect/>
          </a:stretch>
        </p:blipFill>
        <p:spPr>
          <a:xfrm>
            <a:off x="8380413" y="6556375"/>
            <a:ext cx="306387" cy="306388"/>
          </a:xfrm>
          <a:prstGeom prst="rect">
            <a:avLst/>
          </a:prstGeom>
          <a:noFill/>
          <a:ln w="9525">
            <a:noFill/>
          </a:ln>
        </p:spPr>
      </p:pic>
      <p:pic>
        <p:nvPicPr>
          <p:cNvPr id="7" name="Picture 50" descr="rewind1">
            <a:hlinkClick r:id="" action="ppaction://hlinkshowjump?jump=firstslide"/>
          </p:cNvPr>
          <p:cNvPicPr>
            <a:picLocks noChangeAspect="1"/>
          </p:cNvPicPr>
          <p:nvPr/>
        </p:nvPicPr>
        <p:blipFill>
          <a:blip r:embed="rId3"/>
          <a:stretch>
            <a:fillRect/>
          </a:stretch>
        </p:blipFill>
        <p:spPr>
          <a:xfrm>
            <a:off x="8018463" y="6551613"/>
            <a:ext cx="306387" cy="306387"/>
          </a:xfrm>
          <a:prstGeom prst="rect">
            <a:avLst/>
          </a:prstGeom>
          <a:noFill/>
          <a:ln w="9525">
            <a:noFill/>
          </a:ln>
        </p:spPr>
      </p:pic>
      <p:pic>
        <p:nvPicPr>
          <p:cNvPr id="8" name="Picture 149" descr="NEXT1">
            <a:hlinkClick r:id="" action="ppaction://hlinkshowjump?jump=nextslide"/>
          </p:cNvPr>
          <p:cNvPicPr>
            <a:picLocks noChangeAspect="1"/>
          </p:cNvPicPr>
          <p:nvPr/>
        </p:nvPicPr>
        <p:blipFill>
          <a:blip r:embed="rId4"/>
          <a:stretch>
            <a:fillRect/>
          </a:stretch>
        </p:blipFill>
        <p:spPr>
          <a:xfrm>
            <a:off x="8753475" y="6551613"/>
            <a:ext cx="306388" cy="306387"/>
          </a:xfrm>
          <a:prstGeom prst="rect">
            <a:avLst/>
          </a:prstGeom>
          <a:noFill/>
          <a:ln w="9525">
            <a:noFill/>
          </a:ln>
        </p:spPr>
      </p:pic>
      <p:sp>
        <p:nvSpPr>
          <p:cNvPr id="10" name="直接连接符 6"/>
          <p:cNvSpPr>
            <a:spLocks noChangeShapeType="1"/>
          </p:cNvSpPr>
          <p:nvPr/>
        </p:nvSpPr>
        <p:spPr bwMode="auto">
          <a:xfrm>
            <a:off x="-48895" y="706755"/>
            <a:ext cx="9144000" cy="0"/>
          </a:xfrm>
          <a:prstGeom prst="line">
            <a:avLst/>
          </a:prstGeom>
          <a:noFill/>
          <a:ln w="28575">
            <a:solidFill>
              <a:srgbClr val="CC3300"/>
            </a:solidFill>
            <a:miter lim="800000"/>
          </a:ln>
          <a:extLst>
            <a:ext uri="{909E8E84-426E-40DD-AFC4-6F175D3DCCD1}">
              <a14:hiddenFill xmlns:a14="http://schemas.microsoft.com/office/drawing/2010/main">
                <a:noFill/>
              </a14:hiddenFill>
            </a:ext>
          </a:extLst>
        </p:spPr>
        <p:txBody>
          <a:bodyPr/>
          <a:lstStyle/>
          <a:p>
            <a:endParaRPr lang="zh-CN" altLang="en-US"/>
          </a:p>
        </p:txBody>
      </p:sp>
      <p:sp>
        <p:nvSpPr>
          <p:cNvPr id="8206" name="Rectangle 67"/>
          <p:cNvSpPr>
            <a:spLocks noChangeArrowheads="1"/>
          </p:cNvSpPr>
          <p:nvPr/>
        </p:nvSpPr>
        <p:spPr bwMode="auto">
          <a:xfrm>
            <a:off x="3162300" y="10637"/>
            <a:ext cx="4945380" cy="5530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kumimoji="1" sz="2000">
                <a:solidFill>
                  <a:srgbClr val="000099"/>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rgbClr val="000099"/>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rgbClr val="000099"/>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rgbClr val="000099"/>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lnSpc>
                <a:spcPct val="100000"/>
              </a:lnSpc>
              <a:buFontTx/>
              <a:buNone/>
            </a:pPr>
            <a:r>
              <a:rPr lang="en-US" altLang="zh-CN" sz="3000" dirty="0" smtClean="0">
                <a:solidFill>
                  <a:srgbClr val="CC3300"/>
                </a:solidFill>
                <a:latin typeface="黑体" panose="02010609060101010101" pitchFamily="49" charset="-122"/>
                <a:ea typeface="黑体" panose="02010609060101010101" pitchFamily="49" charset="-122"/>
              </a:rPr>
              <a:t>3.6-6  </a:t>
            </a:r>
            <a:r>
              <a:rPr lang="zh-CN" altLang="en-US" sz="3000" dirty="0">
                <a:solidFill>
                  <a:srgbClr val="CC3300"/>
                </a:solidFill>
                <a:latin typeface="黑体" panose="02010609060101010101" pitchFamily="49" charset="-122"/>
                <a:ea typeface="黑体" panose="02010609060101010101" pitchFamily="49" charset="-122"/>
              </a:rPr>
              <a:t>滚动轴承装置的设计</a:t>
            </a:r>
            <a:endParaRPr lang="zh-CN" altLang="en-US" sz="3000" dirty="0">
              <a:solidFill>
                <a:srgbClr val="CC3300"/>
              </a:solidFill>
              <a:latin typeface="黑体" panose="02010609060101010101" pitchFamily="49" charset="-122"/>
              <a:ea typeface="黑体" panose="02010609060101010101" pitchFamily="49" charset="-122"/>
            </a:endParaRP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iterate type="wd">
                                    <p:tmPct val="100000"/>
                                  </p:iterate>
                                  <p:childTnLst>
                                    <p:set>
                                      <p:cBhvr>
                                        <p:cTn id="6" dur="1" fill="hold">
                                          <p:stCondLst>
                                            <p:cond delay="0"/>
                                          </p:stCondLst>
                                        </p:cTn>
                                        <p:tgtEl>
                                          <p:spTgt spid="120836"/>
                                        </p:tgtEl>
                                        <p:attrNameLst>
                                          <p:attrName>style.visibility</p:attrName>
                                        </p:attrNameLst>
                                      </p:cBhvr>
                                      <p:to>
                                        <p:strVal val="visible"/>
                                      </p:to>
                                    </p:set>
                                    <p:animEffect transition="in" filter="wipe(left)">
                                      <p:cBhvr>
                                        <p:cTn id="7" dur="300"/>
                                        <p:tgtEl>
                                          <p:spTgt spid="120836"/>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nodeType="clickEffect">
                                  <p:stCondLst>
                                    <p:cond delay="0"/>
                                  </p:stCondLst>
                                  <p:childTnLst>
                                    <p:set>
                                      <p:cBhvr>
                                        <p:cTn id="11" dur="1" fill="hold">
                                          <p:stCondLst>
                                            <p:cond delay="0"/>
                                          </p:stCondLst>
                                        </p:cTn>
                                        <p:tgtEl>
                                          <p:spTgt spid="120835"/>
                                        </p:tgtEl>
                                        <p:attrNameLst>
                                          <p:attrName>style.visibility</p:attrName>
                                        </p:attrNameLst>
                                      </p:cBhvr>
                                      <p:to>
                                        <p:strVal val="visible"/>
                                      </p:to>
                                    </p:set>
                                    <p:animEffect transition="in" filter="wipe(up)">
                                      <p:cBhvr>
                                        <p:cTn id="12" dur="500"/>
                                        <p:tgtEl>
                                          <p:spTgt spid="120835"/>
                                        </p:tgtEl>
                                      </p:cBhvr>
                                    </p:animEffect>
                                  </p:childTnLst>
                                </p:cTn>
                              </p:par>
                            </p:childTnLst>
                          </p:cTn>
                        </p:par>
                        <p:par>
                          <p:cTn id="13" fill="hold">
                            <p:stCondLst>
                              <p:cond delay="500"/>
                            </p:stCondLst>
                            <p:childTnLst>
                              <p:par>
                                <p:cTn id="14" presetID="2" presetClass="entr" presetSubtype="8" fill="hold" nodeType="afterEffect">
                                  <p:stCondLst>
                                    <p:cond delay="0"/>
                                  </p:stCondLst>
                                  <p:childTnLst>
                                    <p:set>
                                      <p:cBhvr>
                                        <p:cTn id="15" dur="1" fill="hold">
                                          <p:stCondLst>
                                            <p:cond delay="0"/>
                                          </p:stCondLst>
                                        </p:cTn>
                                        <p:tgtEl>
                                          <p:spTgt spid="6"/>
                                        </p:tgtEl>
                                        <p:attrNameLst>
                                          <p:attrName>style.visibility</p:attrName>
                                        </p:attrNameLst>
                                      </p:cBhvr>
                                      <p:to>
                                        <p:strVal val="visible"/>
                                      </p:to>
                                    </p:set>
                                    <p:anim calcmode="lin" valueType="num">
                                      <p:cBhvr additive="base">
                                        <p:cTn id="16" dur="500" fill="hold"/>
                                        <p:tgtEl>
                                          <p:spTgt spid="6"/>
                                        </p:tgtEl>
                                        <p:attrNameLst>
                                          <p:attrName>ppt_x</p:attrName>
                                        </p:attrNameLst>
                                      </p:cBhvr>
                                      <p:tavLst>
                                        <p:tav tm="0">
                                          <p:val>
                                            <p:strVal val="0-#ppt_w/2"/>
                                          </p:val>
                                        </p:tav>
                                        <p:tav tm="100000">
                                          <p:val>
                                            <p:strVal val="#ppt_x"/>
                                          </p:val>
                                        </p:tav>
                                      </p:tavLst>
                                    </p:anim>
                                    <p:anim calcmode="lin" valueType="num">
                                      <p:cBhvr additive="base">
                                        <p:cTn id="17" dur="500" fill="hold"/>
                                        <p:tgtEl>
                                          <p:spTgt spid="6"/>
                                        </p:tgtEl>
                                        <p:attrNameLst>
                                          <p:attrName>ppt_y</p:attrName>
                                        </p:attrNameLst>
                                      </p:cBhvr>
                                      <p:tavLst>
                                        <p:tav tm="0">
                                          <p:val>
                                            <p:strVal val="#ppt_y"/>
                                          </p:val>
                                        </p:tav>
                                        <p:tav tm="100000">
                                          <p:val>
                                            <p:strVal val="#ppt_y"/>
                                          </p:val>
                                        </p:tav>
                                      </p:tavLst>
                                    </p:anim>
                                  </p:childTnLst>
                                </p:cTn>
                              </p:par>
                            </p:childTnLst>
                          </p:cTn>
                        </p:par>
                        <p:par>
                          <p:cTn id="18" fill="hold">
                            <p:stCondLst>
                              <p:cond delay="1000"/>
                            </p:stCondLst>
                            <p:childTnLst>
                              <p:par>
                                <p:cTn id="19" presetID="2" presetClass="entr" presetSubtype="8" fill="hold" nodeType="afterEffect">
                                  <p:stCondLst>
                                    <p:cond delay="0"/>
                                  </p:stCondLst>
                                  <p:childTnLst>
                                    <p:set>
                                      <p:cBhvr>
                                        <p:cTn id="20" dur="1" fill="hold">
                                          <p:stCondLst>
                                            <p:cond delay="0"/>
                                          </p:stCondLst>
                                        </p:cTn>
                                        <p:tgtEl>
                                          <p:spTgt spid="7"/>
                                        </p:tgtEl>
                                        <p:attrNameLst>
                                          <p:attrName>style.visibility</p:attrName>
                                        </p:attrNameLst>
                                      </p:cBhvr>
                                      <p:to>
                                        <p:strVal val="visible"/>
                                      </p:to>
                                    </p:set>
                                    <p:anim calcmode="lin" valueType="num">
                                      <p:cBhvr additive="base">
                                        <p:cTn id="21" dur="500" fill="hold"/>
                                        <p:tgtEl>
                                          <p:spTgt spid="7"/>
                                        </p:tgtEl>
                                        <p:attrNameLst>
                                          <p:attrName>ppt_x</p:attrName>
                                        </p:attrNameLst>
                                      </p:cBhvr>
                                      <p:tavLst>
                                        <p:tav tm="0">
                                          <p:val>
                                            <p:strVal val="0-#ppt_w/2"/>
                                          </p:val>
                                        </p:tav>
                                        <p:tav tm="100000">
                                          <p:val>
                                            <p:strVal val="#ppt_x"/>
                                          </p:val>
                                        </p:tav>
                                      </p:tavLst>
                                    </p:anim>
                                    <p:anim calcmode="lin" valueType="num">
                                      <p:cBhvr additive="base">
                                        <p:cTn id="22" dur="500" fill="hold"/>
                                        <p:tgtEl>
                                          <p:spTgt spid="7"/>
                                        </p:tgtEl>
                                        <p:attrNameLst>
                                          <p:attrName>ppt_y</p:attrName>
                                        </p:attrNameLst>
                                      </p:cBhvr>
                                      <p:tavLst>
                                        <p:tav tm="0">
                                          <p:val>
                                            <p:strVal val="#ppt_y"/>
                                          </p:val>
                                        </p:tav>
                                        <p:tav tm="100000">
                                          <p:val>
                                            <p:strVal val="#ppt_y"/>
                                          </p:val>
                                        </p:tav>
                                      </p:tavLst>
                                    </p:anim>
                                  </p:childTnLst>
                                </p:cTn>
                              </p:par>
                            </p:childTnLst>
                          </p:cTn>
                        </p:par>
                        <p:par>
                          <p:cTn id="23" fill="hold">
                            <p:stCondLst>
                              <p:cond delay="1500"/>
                            </p:stCondLst>
                            <p:childTnLst>
                              <p:par>
                                <p:cTn id="24" presetID="1" presetClass="entr" presetSubtype="0" fill="hold" nodeType="afterEffect">
                                  <p:stCondLst>
                                    <p:cond delay="0"/>
                                  </p:stCondLst>
                                  <p:childTnLst>
                                    <p:set>
                                      <p:cBhvr>
                                        <p:cTn id="25" dur="1" fill="hold">
                                          <p:stCondLst>
                                            <p:cond delay="499"/>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0836" grpId="0" bldLvl="0" animBg="1"/>
    </p:bld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1858" name="Rectangle 2"/>
          <p:cNvSpPr>
            <a:spLocks noGrp="1" noChangeArrowheads="1"/>
          </p:cNvSpPr>
          <p:nvPr>
            <p:ph idx="1"/>
          </p:nvPr>
        </p:nvSpPr>
        <p:spPr>
          <a:xfrm>
            <a:off x="307975" y="2586038"/>
            <a:ext cx="3095625" cy="2174875"/>
          </a:xfrm>
        </p:spPr>
        <p:txBody>
          <a:bodyPr/>
          <a:lstStyle/>
          <a:p>
            <a:pPr marL="342900" marR="0" lvl="0" indent="-342900" algn="l" defTabSz="914400" rtl="0" eaLnBrk="0" fontAlgn="base" latinLnBrk="0" hangingPunct="0">
              <a:lnSpc>
                <a:spcPct val="100000"/>
              </a:lnSpc>
              <a:spcBef>
                <a:spcPct val="20000"/>
              </a:spcBef>
              <a:spcAft>
                <a:spcPct val="0"/>
              </a:spcAft>
              <a:buClr>
                <a:schemeClr val="hlink"/>
              </a:buClr>
              <a:buSzPct val="110000"/>
              <a:buFontTx/>
              <a:buNone/>
              <a:defRPr/>
            </a:pPr>
            <a:r>
              <a:rPr kumimoji="1" lang="en-US" altLang="zh-CN" sz="4000" b="1" i="0" u="none" strike="noStrike" kern="1200" cap="none" spc="0" normalizeH="0" baseline="0" noProof="0" dirty="0">
                <a:ln>
                  <a:noFill/>
                </a:ln>
                <a:solidFill>
                  <a:srgbClr val="0000FF"/>
                </a:solidFill>
                <a:effectLst/>
                <a:uLnTx/>
                <a:uFillTx/>
                <a:latin typeface="+mn-lt"/>
                <a:ea typeface="楷体_GB2312"/>
                <a:cs typeface="楷体_GB2312"/>
              </a:rPr>
              <a:t>       </a:t>
            </a:r>
            <a:r>
              <a:rPr kumimoji="1" lang="zh-CN" altLang="en-US" sz="2400" b="1" i="0" u="none" strike="noStrike" kern="1200" cap="none" spc="0" normalizeH="0" baseline="0" noProof="0" dirty="0">
                <a:ln>
                  <a:noFill/>
                </a:ln>
                <a:solidFill>
                  <a:schemeClr val="tx1"/>
                </a:solidFill>
                <a:effectLst>
                  <a:outerShdw blurRad="38100" dist="38100" dir="2700000" algn="tl">
                    <a:srgbClr val="FFFFFF"/>
                  </a:outerShdw>
                </a:effectLst>
                <a:uLnTx/>
                <a:uFillTx/>
                <a:latin typeface="+mn-lt"/>
                <a:ea typeface="仿宋_GB2312" pitchFamily="49" charset="-122"/>
                <a:cs typeface="+mn-cs"/>
              </a:rPr>
              <a:t>可承受较大的双向轴向载荷</a:t>
            </a:r>
            <a:endParaRPr kumimoji="1" lang="zh-CN" altLang="en-US" sz="2400" b="0" i="0" u="none" strike="noStrike" kern="1200" cap="none" spc="0" normalizeH="0" baseline="0" noProof="0" dirty="0">
              <a:ln>
                <a:noFill/>
              </a:ln>
              <a:solidFill>
                <a:srgbClr val="000000"/>
              </a:solidFill>
              <a:effectLst/>
              <a:uLnTx/>
              <a:uFillTx/>
              <a:latin typeface="+mn-lt"/>
              <a:ea typeface="楷体_GB2312"/>
              <a:cs typeface="楷体_GB2312"/>
            </a:endParaRPr>
          </a:p>
        </p:txBody>
      </p:sp>
      <p:pic>
        <p:nvPicPr>
          <p:cNvPr id="121859" name="Picture 3" descr="t18-23"/>
          <p:cNvPicPr>
            <a:picLocks noChangeAspect="1"/>
          </p:cNvPicPr>
          <p:nvPr/>
        </p:nvPicPr>
        <p:blipFill>
          <a:blip r:embed="rId1"/>
          <a:srcRect l="35149" r="35843" b="38687"/>
          <a:stretch>
            <a:fillRect/>
          </a:stretch>
        </p:blipFill>
        <p:spPr>
          <a:xfrm>
            <a:off x="4347845" y="1446530"/>
            <a:ext cx="4392930" cy="4436745"/>
          </a:xfrm>
          <a:prstGeom prst="rect">
            <a:avLst/>
          </a:prstGeom>
          <a:noFill/>
          <a:ln w="9525">
            <a:noFill/>
          </a:ln>
        </p:spPr>
      </p:pic>
      <p:sp>
        <p:nvSpPr>
          <p:cNvPr id="121860" name="Rectangle 4"/>
          <p:cNvSpPr>
            <a:spLocks noChangeArrowheads="1"/>
          </p:cNvSpPr>
          <p:nvPr/>
        </p:nvSpPr>
        <p:spPr bwMode="auto">
          <a:xfrm>
            <a:off x="353060" y="1802130"/>
            <a:ext cx="3883025" cy="460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defRPr/>
            </a:pPr>
            <a:r>
              <a:rPr kumimoji="1" lang="zh-CN" altLang="en-US" sz="2400" b="0" i="0" u="none" strike="noStrike" kern="1200" cap="none" spc="0" normalizeH="0" baseline="0" noProof="0">
                <a:ln>
                  <a:noFill/>
                </a:ln>
                <a:solidFill>
                  <a:srgbClr val="CC0000"/>
                </a:solidFill>
                <a:effectLst>
                  <a:outerShdw blurRad="38100" dist="38100" dir="2700000" algn="tl">
                    <a:srgbClr val="000000"/>
                  </a:outerShdw>
                </a:effectLst>
                <a:uLnTx/>
                <a:uFillTx/>
                <a:latin typeface="Times New Roman" panose="02020603050405020304" pitchFamily="18" charset="0"/>
                <a:ea typeface="仿宋_GB2312" pitchFamily="49" charset="-122"/>
                <a:cs typeface="+mn-cs"/>
              </a:rPr>
              <a:t>端盖和凸肩固定：</a:t>
            </a:r>
            <a:endParaRPr kumimoji="1" lang="zh-CN" altLang="en-US" sz="2400" b="0" i="0" u="none" strike="noStrike" kern="1200" cap="none" spc="0" normalizeH="0" baseline="0" noProof="0">
              <a:ln>
                <a:noFill/>
              </a:ln>
              <a:solidFill>
                <a:srgbClr val="CC0000"/>
              </a:solidFill>
              <a:effectLst>
                <a:outerShdw blurRad="38100" dist="38100" dir="2700000" algn="tl">
                  <a:srgbClr val="000000"/>
                </a:outerShdw>
              </a:effectLst>
              <a:uLnTx/>
              <a:uFillTx/>
              <a:latin typeface="Times New Roman" panose="02020603050405020304" pitchFamily="18" charset="0"/>
              <a:ea typeface="仿宋_GB2312" pitchFamily="49" charset="-122"/>
              <a:cs typeface="+mn-cs"/>
            </a:endParaRPr>
          </a:p>
        </p:txBody>
      </p:sp>
      <p:pic>
        <p:nvPicPr>
          <p:cNvPr id="5" name="Picture 49" descr="back1">
            <a:hlinkClick r:id="" tooltip="上一页" action="ppaction://hlinkshowjump?jump=previousslide"/>
          </p:cNvPr>
          <p:cNvPicPr>
            <a:picLocks noChangeAspect="1"/>
          </p:cNvPicPr>
          <p:nvPr/>
        </p:nvPicPr>
        <p:blipFill>
          <a:blip r:embed="rId2"/>
          <a:stretch>
            <a:fillRect/>
          </a:stretch>
        </p:blipFill>
        <p:spPr>
          <a:xfrm>
            <a:off x="8380413" y="6556375"/>
            <a:ext cx="306387" cy="306388"/>
          </a:xfrm>
          <a:prstGeom prst="rect">
            <a:avLst/>
          </a:prstGeom>
          <a:noFill/>
          <a:ln w="9525">
            <a:noFill/>
          </a:ln>
        </p:spPr>
      </p:pic>
      <p:pic>
        <p:nvPicPr>
          <p:cNvPr id="6" name="Picture 50" descr="rewind1">
            <a:hlinkClick r:id="" action="ppaction://hlinkshowjump?jump=firstslide"/>
          </p:cNvPr>
          <p:cNvPicPr>
            <a:picLocks noChangeAspect="1"/>
          </p:cNvPicPr>
          <p:nvPr/>
        </p:nvPicPr>
        <p:blipFill>
          <a:blip r:embed="rId3"/>
          <a:stretch>
            <a:fillRect/>
          </a:stretch>
        </p:blipFill>
        <p:spPr>
          <a:xfrm>
            <a:off x="8018463" y="6551613"/>
            <a:ext cx="306387" cy="306387"/>
          </a:xfrm>
          <a:prstGeom prst="rect">
            <a:avLst/>
          </a:prstGeom>
          <a:noFill/>
          <a:ln w="9525">
            <a:noFill/>
          </a:ln>
        </p:spPr>
      </p:pic>
      <p:pic>
        <p:nvPicPr>
          <p:cNvPr id="7" name="Picture 149" descr="NEXT1">
            <a:hlinkClick r:id="" action="ppaction://hlinkshowjump?jump=nextslide"/>
          </p:cNvPr>
          <p:cNvPicPr>
            <a:picLocks noChangeAspect="1"/>
          </p:cNvPicPr>
          <p:nvPr/>
        </p:nvPicPr>
        <p:blipFill>
          <a:blip r:embed="rId4"/>
          <a:stretch>
            <a:fillRect/>
          </a:stretch>
        </p:blipFill>
        <p:spPr>
          <a:xfrm>
            <a:off x="8753475" y="6551613"/>
            <a:ext cx="306388" cy="306387"/>
          </a:xfrm>
          <a:prstGeom prst="rect">
            <a:avLst/>
          </a:prstGeom>
          <a:noFill/>
          <a:ln w="9525">
            <a:noFill/>
          </a:ln>
        </p:spPr>
      </p:pic>
      <p:sp>
        <p:nvSpPr>
          <p:cNvPr id="10" name="直接连接符 6"/>
          <p:cNvSpPr>
            <a:spLocks noChangeShapeType="1"/>
          </p:cNvSpPr>
          <p:nvPr/>
        </p:nvSpPr>
        <p:spPr bwMode="auto">
          <a:xfrm>
            <a:off x="-48895" y="706755"/>
            <a:ext cx="9144000" cy="0"/>
          </a:xfrm>
          <a:prstGeom prst="line">
            <a:avLst/>
          </a:prstGeom>
          <a:noFill/>
          <a:ln w="28575">
            <a:solidFill>
              <a:srgbClr val="CC3300"/>
            </a:solidFill>
            <a:miter lim="800000"/>
          </a:ln>
          <a:extLst>
            <a:ext uri="{909E8E84-426E-40DD-AFC4-6F175D3DCCD1}">
              <a14:hiddenFill xmlns:a14="http://schemas.microsoft.com/office/drawing/2010/main">
                <a:noFill/>
              </a14:hiddenFill>
            </a:ext>
          </a:extLst>
        </p:spPr>
        <p:txBody>
          <a:bodyPr/>
          <a:lstStyle/>
          <a:p>
            <a:endParaRPr lang="zh-CN" altLang="en-US"/>
          </a:p>
        </p:txBody>
      </p:sp>
      <p:sp>
        <p:nvSpPr>
          <p:cNvPr id="8206" name="Rectangle 67"/>
          <p:cNvSpPr>
            <a:spLocks noChangeArrowheads="1"/>
          </p:cNvSpPr>
          <p:nvPr/>
        </p:nvSpPr>
        <p:spPr bwMode="auto">
          <a:xfrm>
            <a:off x="3162300" y="10637"/>
            <a:ext cx="4945380" cy="5530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kumimoji="1" sz="2000">
                <a:solidFill>
                  <a:srgbClr val="000099"/>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rgbClr val="000099"/>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rgbClr val="000099"/>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rgbClr val="000099"/>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lnSpc>
                <a:spcPct val="100000"/>
              </a:lnSpc>
              <a:buFontTx/>
              <a:buNone/>
            </a:pPr>
            <a:r>
              <a:rPr lang="en-US" altLang="zh-CN" sz="3000" dirty="0" smtClean="0">
                <a:solidFill>
                  <a:srgbClr val="CC3300"/>
                </a:solidFill>
                <a:latin typeface="黑体" panose="02010609060101010101" pitchFamily="49" charset="-122"/>
                <a:ea typeface="黑体" panose="02010609060101010101" pitchFamily="49" charset="-122"/>
              </a:rPr>
              <a:t>3.6-6  </a:t>
            </a:r>
            <a:r>
              <a:rPr lang="zh-CN" altLang="en-US" sz="3000" dirty="0">
                <a:solidFill>
                  <a:srgbClr val="CC3300"/>
                </a:solidFill>
                <a:latin typeface="黑体" panose="02010609060101010101" pitchFamily="49" charset="-122"/>
                <a:ea typeface="黑体" panose="02010609060101010101" pitchFamily="49" charset="-122"/>
              </a:rPr>
              <a:t>滚动轴承装置的设计</a:t>
            </a:r>
            <a:endParaRPr lang="zh-CN" altLang="en-US" sz="3000" dirty="0">
              <a:solidFill>
                <a:srgbClr val="CC3300"/>
              </a:solidFill>
              <a:latin typeface="黑体" panose="02010609060101010101" pitchFamily="49" charset="-122"/>
              <a:ea typeface="黑体" panose="02010609060101010101" pitchFamily="49" charset="-122"/>
            </a:endParaRPr>
          </a:p>
        </p:txBody>
      </p:sp>
    </p:spTree>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121859"/>
                                        </p:tgtEl>
                                        <p:attrNameLst>
                                          <p:attrName>style.visibility</p:attrName>
                                        </p:attrNameLst>
                                      </p:cBhvr>
                                      <p:to>
                                        <p:strVal val="visible"/>
                                      </p:to>
                                    </p:set>
                                    <p:animEffect transition="in" filter="wipe(up)">
                                      <p:cBhvr>
                                        <p:cTn id="7" dur="500"/>
                                        <p:tgtEl>
                                          <p:spTgt spid="121859"/>
                                        </p:tgtEl>
                                      </p:cBhvr>
                                    </p:animEffect>
                                  </p:childTnLst>
                                </p:cTn>
                              </p:par>
                            </p:childTnLst>
                          </p:cTn>
                        </p:par>
                        <p:par>
                          <p:cTn id="8" fill="hold">
                            <p:stCondLst>
                              <p:cond delay="500"/>
                            </p:stCondLst>
                            <p:childTnLst>
                              <p:par>
                                <p:cTn id="9" presetID="2" presetClass="entr" presetSubtype="8" fill="hold" nodeType="afterEffect">
                                  <p:stCondLst>
                                    <p:cond delay="0"/>
                                  </p:stCondLst>
                                  <p:childTnLst>
                                    <p:set>
                                      <p:cBhvr>
                                        <p:cTn id="10" dur="1" fill="hold">
                                          <p:stCondLst>
                                            <p:cond delay="0"/>
                                          </p:stCondLst>
                                        </p:cTn>
                                        <p:tgtEl>
                                          <p:spTgt spid="5"/>
                                        </p:tgtEl>
                                        <p:attrNameLst>
                                          <p:attrName>style.visibility</p:attrName>
                                        </p:attrNameLst>
                                      </p:cBhvr>
                                      <p:to>
                                        <p:strVal val="visible"/>
                                      </p:to>
                                    </p:set>
                                    <p:anim calcmode="lin" valueType="num">
                                      <p:cBhvr additive="base">
                                        <p:cTn id="11" dur="500" fill="hold"/>
                                        <p:tgtEl>
                                          <p:spTgt spid="5"/>
                                        </p:tgtEl>
                                        <p:attrNameLst>
                                          <p:attrName>ppt_x</p:attrName>
                                        </p:attrNameLst>
                                      </p:cBhvr>
                                      <p:tavLst>
                                        <p:tav tm="0">
                                          <p:val>
                                            <p:strVal val="0-#ppt_w/2"/>
                                          </p:val>
                                        </p:tav>
                                        <p:tav tm="100000">
                                          <p:val>
                                            <p:strVal val="#ppt_x"/>
                                          </p:val>
                                        </p:tav>
                                      </p:tavLst>
                                    </p:anim>
                                    <p:anim calcmode="lin" valueType="num">
                                      <p:cBhvr additive="base">
                                        <p:cTn id="12" dur="500" fill="hold"/>
                                        <p:tgtEl>
                                          <p:spTgt spid="5"/>
                                        </p:tgtEl>
                                        <p:attrNameLst>
                                          <p:attrName>ppt_y</p:attrName>
                                        </p:attrNameLst>
                                      </p:cBhvr>
                                      <p:tavLst>
                                        <p:tav tm="0">
                                          <p:val>
                                            <p:strVal val="#ppt_y"/>
                                          </p:val>
                                        </p:tav>
                                        <p:tav tm="100000">
                                          <p:val>
                                            <p:strVal val="#ppt_y"/>
                                          </p:val>
                                        </p:tav>
                                      </p:tavLst>
                                    </p:anim>
                                  </p:childTnLst>
                                </p:cTn>
                              </p:par>
                            </p:childTnLst>
                          </p:cTn>
                        </p:par>
                        <p:par>
                          <p:cTn id="13" fill="hold">
                            <p:stCondLst>
                              <p:cond delay="1000"/>
                            </p:stCondLst>
                            <p:childTnLst>
                              <p:par>
                                <p:cTn id="14" presetID="2" presetClass="entr" presetSubtype="8" fill="hold" nodeType="afterEffect">
                                  <p:stCondLst>
                                    <p:cond delay="0"/>
                                  </p:stCondLst>
                                  <p:childTnLst>
                                    <p:set>
                                      <p:cBhvr>
                                        <p:cTn id="15" dur="1" fill="hold">
                                          <p:stCondLst>
                                            <p:cond delay="0"/>
                                          </p:stCondLst>
                                        </p:cTn>
                                        <p:tgtEl>
                                          <p:spTgt spid="6"/>
                                        </p:tgtEl>
                                        <p:attrNameLst>
                                          <p:attrName>style.visibility</p:attrName>
                                        </p:attrNameLst>
                                      </p:cBhvr>
                                      <p:to>
                                        <p:strVal val="visible"/>
                                      </p:to>
                                    </p:set>
                                    <p:anim calcmode="lin" valueType="num">
                                      <p:cBhvr additive="base">
                                        <p:cTn id="16" dur="500" fill="hold"/>
                                        <p:tgtEl>
                                          <p:spTgt spid="6"/>
                                        </p:tgtEl>
                                        <p:attrNameLst>
                                          <p:attrName>ppt_x</p:attrName>
                                        </p:attrNameLst>
                                      </p:cBhvr>
                                      <p:tavLst>
                                        <p:tav tm="0">
                                          <p:val>
                                            <p:strVal val="0-#ppt_w/2"/>
                                          </p:val>
                                        </p:tav>
                                        <p:tav tm="100000">
                                          <p:val>
                                            <p:strVal val="#ppt_x"/>
                                          </p:val>
                                        </p:tav>
                                      </p:tavLst>
                                    </p:anim>
                                    <p:anim calcmode="lin" valueType="num">
                                      <p:cBhvr additive="base">
                                        <p:cTn id="17" dur="500" fill="hold"/>
                                        <p:tgtEl>
                                          <p:spTgt spid="6"/>
                                        </p:tgtEl>
                                        <p:attrNameLst>
                                          <p:attrName>ppt_y</p:attrName>
                                        </p:attrNameLst>
                                      </p:cBhvr>
                                      <p:tavLst>
                                        <p:tav tm="0">
                                          <p:val>
                                            <p:strVal val="#ppt_y"/>
                                          </p:val>
                                        </p:tav>
                                        <p:tav tm="100000">
                                          <p:val>
                                            <p:strVal val="#ppt_y"/>
                                          </p:val>
                                        </p:tav>
                                      </p:tavLst>
                                    </p:anim>
                                  </p:childTnLst>
                                </p:cTn>
                              </p:par>
                            </p:childTnLst>
                          </p:cTn>
                        </p:par>
                        <p:par>
                          <p:cTn id="18" fill="hold">
                            <p:stCondLst>
                              <p:cond delay="1500"/>
                            </p:stCondLst>
                            <p:childTnLst>
                              <p:par>
                                <p:cTn id="19" presetID="1" presetClass="entr" presetSubtype="0" fill="hold" nodeType="afterEffect">
                                  <p:stCondLst>
                                    <p:cond delay="0"/>
                                  </p:stCondLst>
                                  <p:childTnLst>
                                    <p:set>
                                      <p:cBhvr>
                                        <p:cTn id="20" dur="1" fill="hold">
                                          <p:stCondLst>
                                            <p:cond delay="499"/>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1858" grpId="0" build="p"/>
    </p:bld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2882" name="Rectangle 2"/>
          <p:cNvSpPr>
            <a:spLocks noGrp="1" noChangeArrowheads="1"/>
          </p:cNvSpPr>
          <p:nvPr>
            <p:ph idx="1"/>
          </p:nvPr>
        </p:nvSpPr>
        <p:spPr>
          <a:xfrm>
            <a:off x="417513" y="2654300"/>
            <a:ext cx="3067050" cy="2097088"/>
          </a:xfrm>
        </p:spPr>
        <p:txBody>
          <a:bodyPr/>
          <a:lstStyle/>
          <a:p>
            <a:pPr marL="342900" marR="0" lvl="0" indent="-342900" algn="l" defTabSz="914400" rtl="0" eaLnBrk="0" fontAlgn="base" latinLnBrk="0" hangingPunct="0">
              <a:lnSpc>
                <a:spcPct val="100000"/>
              </a:lnSpc>
              <a:spcBef>
                <a:spcPct val="0"/>
              </a:spcBef>
              <a:spcAft>
                <a:spcPct val="0"/>
              </a:spcAft>
              <a:buClr>
                <a:schemeClr val="hlink"/>
              </a:buClr>
              <a:buSzPct val="110000"/>
              <a:buFontTx/>
              <a:buNone/>
              <a:defRPr/>
            </a:pPr>
            <a:r>
              <a:rPr kumimoji="1" lang="en-US" altLang="zh-CN" sz="3600" b="1" i="0" u="none" strike="noStrike" kern="1200" cap="none" spc="0" normalizeH="0" baseline="0" noProof="0">
                <a:ln>
                  <a:noFill/>
                </a:ln>
                <a:solidFill>
                  <a:schemeClr val="tx1"/>
                </a:solidFill>
                <a:effectLst>
                  <a:outerShdw blurRad="38100" dist="38100" dir="2700000" algn="tl">
                    <a:srgbClr val="FFFFFF"/>
                  </a:outerShdw>
                </a:effectLst>
                <a:uLnTx/>
                <a:uFillTx/>
                <a:latin typeface="+mn-lt"/>
                <a:ea typeface="仿宋_GB2312" pitchFamily="49" charset="-122"/>
                <a:cs typeface="+mn-cs"/>
              </a:rPr>
              <a:t>      </a:t>
            </a:r>
            <a:r>
              <a:rPr kumimoji="1" lang="zh-CN" altLang="en-US" sz="2400" b="1" i="0" u="none" strike="noStrike" kern="1200" cap="none" spc="0" normalizeH="0" baseline="0" noProof="0">
                <a:ln>
                  <a:noFill/>
                </a:ln>
                <a:solidFill>
                  <a:schemeClr val="tx1"/>
                </a:solidFill>
                <a:effectLst>
                  <a:outerShdw blurRad="38100" dist="38100" dir="2700000" algn="tl">
                    <a:srgbClr val="FFFFFF"/>
                  </a:outerShdw>
                </a:effectLst>
                <a:uLnTx/>
                <a:uFillTx/>
                <a:latin typeface="+mn-lt"/>
                <a:ea typeface="仿宋_GB2312" pitchFamily="49" charset="-122"/>
                <a:cs typeface="+mn-cs"/>
              </a:rPr>
              <a:t>可承受较小的双向轴向载荷</a:t>
            </a:r>
            <a:r>
              <a:rPr kumimoji="1" lang="zh-CN" altLang="en-US" sz="3600" b="1" i="0" u="none" strike="noStrike" kern="1200" cap="none" spc="0" normalizeH="0" baseline="0" noProof="0">
                <a:ln>
                  <a:noFill/>
                </a:ln>
                <a:solidFill>
                  <a:schemeClr val="tx1"/>
                </a:solidFill>
                <a:effectLst>
                  <a:outerShdw blurRad="38100" dist="38100" dir="2700000" algn="tl">
                    <a:srgbClr val="FFFFFF"/>
                  </a:outerShdw>
                </a:effectLst>
                <a:uLnTx/>
                <a:uFillTx/>
                <a:latin typeface="+mn-lt"/>
                <a:ea typeface="仿宋_GB2312" pitchFamily="49" charset="-122"/>
                <a:cs typeface="+mn-cs"/>
              </a:rPr>
              <a:t>。</a:t>
            </a:r>
            <a:endParaRPr kumimoji="1" lang="zh-CN" altLang="en-US" sz="4800" b="0" i="0" u="none" strike="noStrike" kern="1200" cap="none" spc="0" normalizeH="0" baseline="0" noProof="0">
              <a:ln>
                <a:noFill/>
              </a:ln>
              <a:solidFill>
                <a:schemeClr val="tx1"/>
              </a:solidFill>
              <a:effectLst/>
              <a:uLnTx/>
              <a:uFillTx/>
              <a:latin typeface="+mn-lt"/>
              <a:ea typeface="+mn-ea"/>
              <a:cs typeface="+mn-cs"/>
            </a:endParaRPr>
          </a:p>
        </p:txBody>
      </p:sp>
      <p:pic>
        <p:nvPicPr>
          <p:cNvPr id="122883" name="Picture 3" descr="t18-23"/>
          <p:cNvPicPr>
            <a:picLocks noChangeAspect="1"/>
          </p:cNvPicPr>
          <p:nvPr/>
        </p:nvPicPr>
        <p:blipFill>
          <a:blip r:embed="rId1"/>
          <a:srcRect l="64519" t="5336" r="10693" b="38687"/>
          <a:stretch>
            <a:fillRect/>
          </a:stretch>
        </p:blipFill>
        <p:spPr>
          <a:xfrm>
            <a:off x="4197350" y="1444625"/>
            <a:ext cx="4106863" cy="4430713"/>
          </a:xfrm>
          <a:prstGeom prst="rect">
            <a:avLst/>
          </a:prstGeom>
          <a:noFill/>
          <a:ln w="9525">
            <a:noFill/>
          </a:ln>
        </p:spPr>
      </p:pic>
      <p:sp>
        <p:nvSpPr>
          <p:cNvPr id="122884" name="Rectangle 4"/>
          <p:cNvSpPr>
            <a:spLocks noChangeArrowheads="1"/>
          </p:cNvSpPr>
          <p:nvPr/>
        </p:nvSpPr>
        <p:spPr bwMode="auto">
          <a:xfrm>
            <a:off x="537210" y="1721485"/>
            <a:ext cx="3025140" cy="8299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defRPr/>
            </a:pPr>
            <a:r>
              <a:rPr kumimoji="1" lang="zh-CN" altLang="en-US" sz="2400" b="0" i="0" u="none" strike="noStrike" kern="1200" cap="none" spc="0" normalizeH="0" baseline="0" noProof="0">
                <a:ln>
                  <a:noFill/>
                </a:ln>
                <a:solidFill>
                  <a:srgbClr val="CC0000"/>
                </a:solidFill>
                <a:effectLst>
                  <a:outerShdw blurRad="38100" dist="38100" dir="2700000" algn="tl">
                    <a:srgbClr val="000000"/>
                  </a:outerShdw>
                </a:effectLst>
                <a:uLnTx/>
                <a:uFillTx/>
                <a:latin typeface="Times New Roman" panose="02020603050405020304" pitchFamily="18" charset="0"/>
                <a:ea typeface="仿宋_GB2312" pitchFamily="49" charset="-122"/>
                <a:cs typeface="+mn-cs"/>
              </a:rPr>
              <a:t>孔用弹簧挡圈和凸肩固定：</a:t>
            </a:r>
            <a:endParaRPr kumimoji="1" lang="zh-CN" altLang="en-US" sz="2400" b="0" i="0" u="none" strike="noStrike" kern="1200" cap="none" spc="0" normalizeH="0" baseline="0" noProof="0">
              <a:ln>
                <a:noFill/>
              </a:ln>
              <a:solidFill>
                <a:srgbClr val="CC0000"/>
              </a:solidFill>
              <a:effectLst>
                <a:outerShdw blurRad="38100" dist="38100" dir="2700000" algn="tl">
                  <a:srgbClr val="000000"/>
                </a:outerShdw>
              </a:effectLst>
              <a:uLnTx/>
              <a:uFillTx/>
              <a:latin typeface="Times New Roman" panose="02020603050405020304" pitchFamily="18" charset="0"/>
              <a:ea typeface="仿宋_GB2312" pitchFamily="49" charset="-122"/>
              <a:cs typeface="+mn-cs"/>
            </a:endParaRPr>
          </a:p>
        </p:txBody>
      </p:sp>
      <p:pic>
        <p:nvPicPr>
          <p:cNvPr id="5" name="Picture 49" descr="back1">
            <a:hlinkClick r:id="" tooltip="上一页" action="ppaction://hlinkshowjump?jump=previousslide"/>
          </p:cNvPr>
          <p:cNvPicPr>
            <a:picLocks noChangeAspect="1"/>
          </p:cNvPicPr>
          <p:nvPr/>
        </p:nvPicPr>
        <p:blipFill>
          <a:blip r:embed="rId2"/>
          <a:stretch>
            <a:fillRect/>
          </a:stretch>
        </p:blipFill>
        <p:spPr>
          <a:xfrm>
            <a:off x="8380413" y="6556375"/>
            <a:ext cx="306387" cy="306388"/>
          </a:xfrm>
          <a:prstGeom prst="rect">
            <a:avLst/>
          </a:prstGeom>
          <a:noFill/>
          <a:ln w="9525">
            <a:noFill/>
          </a:ln>
        </p:spPr>
      </p:pic>
      <p:pic>
        <p:nvPicPr>
          <p:cNvPr id="6" name="Picture 50" descr="rewind1">
            <a:hlinkClick r:id="" action="ppaction://hlinkshowjump?jump=firstslide"/>
          </p:cNvPr>
          <p:cNvPicPr>
            <a:picLocks noChangeAspect="1"/>
          </p:cNvPicPr>
          <p:nvPr/>
        </p:nvPicPr>
        <p:blipFill>
          <a:blip r:embed="rId3"/>
          <a:stretch>
            <a:fillRect/>
          </a:stretch>
        </p:blipFill>
        <p:spPr>
          <a:xfrm>
            <a:off x="8018463" y="6551613"/>
            <a:ext cx="306387" cy="306387"/>
          </a:xfrm>
          <a:prstGeom prst="rect">
            <a:avLst/>
          </a:prstGeom>
          <a:noFill/>
          <a:ln w="9525">
            <a:noFill/>
          </a:ln>
        </p:spPr>
      </p:pic>
      <p:pic>
        <p:nvPicPr>
          <p:cNvPr id="7" name="Picture 149" descr="NEXT1">
            <a:hlinkClick r:id="" action="ppaction://hlinkshowjump?jump=nextslide"/>
          </p:cNvPr>
          <p:cNvPicPr>
            <a:picLocks noChangeAspect="1"/>
          </p:cNvPicPr>
          <p:nvPr/>
        </p:nvPicPr>
        <p:blipFill>
          <a:blip r:embed="rId4"/>
          <a:stretch>
            <a:fillRect/>
          </a:stretch>
        </p:blipFill>
        <p:spPr>
          <a:xfrm>
            <a:off x="8753475" y="6551613"/>
            <a:ext cx="306388" cy="306387"/>
          </a:xfrm>
          <a:prstGeom prst="rect">
            <a:avLst/>
          </a:prstGeom>
          <a:noFill/>
          <a:ln w="9525">
            <a:noFill/>
          </a:ln>
        </p:spPr>
      </p:pic>
      <p:sp>
        <p:nvSpPr>
          <p:cNvPr id="10" name="直接连接符 6"/>
          <p:cNvSpPr>
            <a:spLocks noChangeShapeType="1"/>
          </p:cNvSpPr>
          <p:nvPr/>
        </p:nvSpPr>
        <p:spPr bwMode="auto">
          <a:xfrm>
            <a:off x="-48895" y="706755"/>
            <a:ext cx="9144000" cy="0"/>
          </a:xfrm>
          <a:prstGeom prst="line">
            <a:avLst/>
          </a:prstGeom>
          <a:noFill/>
          <a:ln w="28575">
            <a:solidFill>
              <a:srgbClr val="CC3300"/>
            </a:solidFill>
            <a:miter lim="800000"/>
          </a:ln>
          <a:extLst>
            <a:ext uri="{909E8E84-426E-40DD-AFC4-6F175D3DCCD1}">
              <a14:hiddenFill xmlns:a14="http://schemas.microsoft.com/office/drawing/2010/main">
                <a:noFill/>
              </a14:hiddenFill>
            </a:ext>
          </a:extLst>
        </p:spPr>
        <p:txBody>
          <a:bodyPr/>
          <a:lstStyle/>
          <a:p>
            <a:endParaRPr lang="zh-CN" altLang="en-US"/>
          </a:p>
        </p:txBody>
      </p:sp>
      <p:sp>
        <p:nvSpPr>
          <p:cNvPr id="8206" name="Rectangle 67"/>
          <p:cNvSpPr>
            <a:spLocks noChangeArrowheads="1"/>
          </p:cNvSpPr>
          <p:nvPr/>
        </p:nvSpPr>
        <p:spPr bwMode="auto">
          <a:xfrm>
            <a:off x="3162300" y="10637"/>
            <a:ext cx="4945380" cy="5530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kumimoji="1" sz="2000">
                <a:solidFill>
                  <a:srgbClr val="000099"/>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rgbClr val="000099"/>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rgbClr val="000099"/>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rgbClr val="000099"/>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lnSpc>
                <a:spcPct val="100000"/>
              </a:lnSpc>
              <a:buFontTx/>
              <a:buNone/>
            </a:pPr>
            <a:r>
              <a:rPr lang="en-US" altLang="zh-CN" sz="3000" dirty="0" smtClean="0">
                <a:solidFill>
                  <a:srgbClr val="CC3300"/>
                </a:solidFill>
                <a:latin typeface="黑体" panose="02010609060101010101" pitchFamily="49" charset="-122"/>
                <a:ea typeface="黑体" panose="02010609060101010101" pitchFamily="49" charset="-122"/>
              </a:rPr>
              <a:t>3.6-6  </a:t>
            </a:r>
            <a:r>
              <a:rPr lang="zh-CN" altLang="en-US" sz="3000" dirty="0">
                <a:solidFill>
                  <a:srgbClr val="CC3300"/>
                </a:solidFill>
                <a:latin typeface="黑体" panose="02010609060101010101" pitchFamily="49" charset="-122"/>
                <a:ea typeface="黑体" panose="02010609060101010101" pitchFamily="49" charset="-122"/>
              </a:rPr>
              <a:t>滚动轴承装置的设计</a:t>
            </a:r>
            <a:endParaRPr lang="zh-CN" altLang="en-US" sz="3000" dirty="0">
              <a:solidFill>
                <a:srgbClr val="CC3300"/>
              </a:solidFill>
              <a:latin typeface="黑体" panose="02010609060101010101" pitchFamily="49" charset="-122"/>
              <a:ea typeface="黑体" panose="02010609060101010101" pitchFamily="49" charset="-122"/>
            </a:endParaRPr>
          </a:p>
        </p:txBody>
      </p:sp>
      <p:cxnSp>
        <p:nvCxnSpPr>
          <p:cNvPr id="2" name="直接连接符 1"/>
          <p:cNvCxnSpPr/>
          <p:nvPr/>
        </p:nvCxnSpPr>
        <p:spPr>
          <a:xfrm flipH="1" flipV="1">
            <a:off x="5422900" y="3455035"/>
            <a:ext cx="296545" cy="10795"/>
          </a:xfrm>
          <a:prstGeom prst="line">
            <a:avLst/>
          </a:prstGeom>
          <a:noFill/>
          <a:ln w="28575" cap="flat" cmpd="sng" algn="ctr">
            <a:solidFill>
              <a:srgbClr val="FF0000"/>
            </a:solidFill>
            <a:prstDash val="solid"/>
            <a:round/>
            <a:headEnd type="none" w="med" len="med"/>
            <a:tailEnd type="none" w="med" len="med"/>
          </a:ln>
        </p:spPr>
      </p:cxnSp>
      <p:cxnSp>
        <p:nvCxnSpPr>
          <p:cNvPr id="3" name="直接连接符 2"/>
          <p:cNvCxnSpPr/>
          <p:nvPr/>
        </p:nvCxnSpPr>
        <p:spPr>
          <a:xfrm>
            <a:off x="5420360" y="3467735"/>
            <a:ext cx="0" cy="2220595"/>
          </a:xfrm>
          <a:prstGeom prst="line">
            <a:avLst/>
          </a:prstGeom>
          <a:noFill/>
          <a:ln w="28575" cap="flat" cmpd="sng" algn="ctr">
            <a:solidFill>
              <a:srgbClr val="FF0000"/>
            </a:solidFill>
            <a:prstDash val="solid"/>
            <a:round/>
            <a:headEnd type="none" w="med" len="med"/>
            <a:tailEnd type="none" w="med" len="med"/>
          </a:ln>
        </p:spPr>
      </p:cxnSp>
      <p:cxnSp>
        <p:nvCxnSpPr>
          <p:cNvPr id="4" name="直接连接符 3"/>
          <p:cNvCxnSpPr/>
          <p:nvPr/>
        </p:nvCxnSpPr>
        <p:spPr>
          <a:xfrm>
            <a:off x="5713730" y="3458845"/>
            <a:ext cx="0" cy="2258695"/>
          </a:xfrm>
          <a:prstGeom prst="line">
            <a:avLst/>
          </a:prstGeom>
          <a:noFill/>
          <a:ln w="28575" cap="flat" cmpd="sng" algn="ctr">
            <a:solidFill>
              <a:srgbClr val="FF0000"/>
            </a:solidFill>
            <a:prstDash val="solid"/>
            <a:round/>
            <a:headEnd type="none" w="med" len="med"/>
            <a:tailEnd type="none" w="med" len="med"/>
          </a:ln>
        </p:spPr>
      </p:cxnSp>
      <p:cxnSp>
        <p:nvCxnSpPr>
          <p:cNvPr id="8" name="直接连接符 7"/>
          <p:cNvCxnSpPr/>
          <p:nvPr/>
        </p:nvCxnSpPr>
        <p:spPr>
          <a:xfrm flipH="1">
            <a:off x="5204460" y="3651885"/>
            <a:ext cx="19685" cy="2046605"/>
          </a:xfrm>
          <a:prstGeom prst="line">
            <a:avLst/>
          </a:prstGeom>
          <a:noFill/>
          <a:ln w="28575" cap="flat" cmpd="sng" algn="ctr">
            <a:solidFill>
              <a:srgbClr val="FF0000"/>
            </a:solidFill>
            <a:prstDash val="solid"/>
            <a:round/>
            <a:headEnd type="none" w="med" len="med"/>
            <a:tailEnd type="none" w="med" len="med"/>
          </a:ln>
        </p:spPr>
      </p:cxnSp>
      <p:cxnSp>
        <p:nvCxnSpPr>
          <p:cNvPr id="9" name="直接连接符 8"/>
          <p:cNvCxnSpPr/>
          <p:nvPr/>
        </p:nvCxnSpPr>
        <p:spPr>
          <a:xfrm flipH="1">
            <a:off x="5234940" y="3475990"/>
            <a:ext cx="194945" cy="186055"/>
          </a:xfrm>
          <a:prstGeom prst="line">
            <a:avLst/>
          </a:prstGeom>
          <a:noFill/>
          <a:ln w="28575" cap="flat" cmpd="sng" algn="ctr">
            <a:solidFill>
              <a:srgbClr val="FF0000"/>
            </a:solidFill>
            <a:prstDash val="solid"/>
            <a:round/>
            <a:headEnd type="none" w="med" len="med"/>
            <a:tailEnd type="none" w="med" len="med"/>
          </a:ln>
        </p:spPr>
      </p:cxnSp>
      <p:cxnSp>
        <p:nvCxnSpPr>
          <p:cNvPr id="11" name="直接连接符 10"/>
          <p:cNvCxnSpPr/>
          <p:nvPr/>
        </p:nvCxnSpPr>
        <p:spPr>
          <a:xfrm flipV="1">
            <a:off x="5517515" y="2066925"/>
            <a:ext cx="10160" cy="1362075"/>
          </a:xfrm>
          <a:prstGeom prst="line">
            <a:avLst/>
          </a:prstGeom>
          <a:noFill/>
          <a:ln w="28575" cap="flat" cmpd="sng" algn="ctr">
            <a:solidFill>
              <a:srgbClr val="0000FF"/>
            </a:solidFill>
            <a:prstDash val="solid"/>
            <a:round/>
            <a:headEnd type="none" w="med" len="med"/>
            <a:tailEnd type="none" w="med" len="med"/>
          </a:ln>
        </p:spPr>
      </p:cxnSp>
      <p:cxnSp>
        <p:nvCxnSpPr>
          <p:cNvPr id="12" name="直接连接符 11"/>
          <p:cNvCxnSpPr/>
          <p:nvPr/>
        </p:nvCxnSpPr>
        <p:spPr>
          <a:xfrm flipV="1">
            <a:off x="5702935" y="2088515"/>
            <a:ext cx="10795" cy="1351915"/>
          </a:xfrm>
          <a:prstGeom prst="line">
            <a:avLst/>
          </a:prstGeom>
          <a:noFill/>
          <a:ln w="28575" cap="flat" cmpd="sng" algn="ctr">
            <a:solidFill>
              <a:srgbClr val="0000FF"/>
            </a:solidFill>
            <a:prstDash val="solid"/>
            <a:round/>
            <a:headEnd type="none" w="med" len="med"/>
            <a:tailEnd type="none" w="med" len="med"/>
          </a:ln>
        </p:spPr>
      </p:cxnSp>
      <p:cxnSp>
        <p:nvCxnSpPr>
          <p:cNvPr id="13" name="直接连接符 12"/>
          <p:cNvCxnSpPr/>
          <p:nvPr/>
        </p:nvCxnSpPr>
        <p:spPr>
          <a:xfrm>
            <a:off x="5518785" y="2077720"/>
            <a:ext cx="214630" cy="1905"/>
          </a:xfrm>
          <a:prstGeom prst="line">
            <a:avLst/>
          </a:prstGeom>
          <a:noFill/>
          <a:ln w="28575" cap="flat" cmpd="sng" algn="ctr">
            <a:solidFill>
              <a:srgbClr val="0000B2"/>
            </a:solidFill>
            <a:prstDash val="solid"/>
            <a:round/>
            <a:headEnd type="none" w="med" len="med"/>
            <a:tailEnd type="none" w="med" len="med"/>
          </a:ln>
        </p:spPr>
      </p:cxnSp>
      <p:cxnSp>
        <p:nvCxnSpPr>
          <p:cNvPr id="14" name="直接连接符 13"/>
          <p:cNvCxnSpPr/>
          <p:nvPr/>
        </p:nvCxnSpPr>
        <p:spPr>
          <a:xfrm flipV="1">
            <a:off x="5536565" y="2548255"/>
            <a:ext cx="177165" cy="5080"/>
          </a:xfrm>
          <a:prstGeom prst="line">
            <a:avLst/>
          </a:prstGeom>
          <a:noFill/>
          <a:ln w="28575" cap="flat" cmpd="sng" algn="ctr">
            <a:solidFill>
              <a:srgbClr val="0000B2"/>
            </a:solidFill>
            <a:prstDash val="solid"/>
            <a:round/>
            <a:headEnd type="none" w="med" len="med"/>
            <a:tailEnd type="none" w="med" len="med"/>
          </a:ln>
        </p:spPr>
      </p:cxnSp>
    </p:spTree>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122883"/>
                                        </p:tgtEl>
                                        <p:attrNameLst>
                                          <p:attrName>style.visibility</p:attrName>
                                        </p:attrNameLst>
                                      </p:cBhvr>
                                      <p:to>
                                        <p:strVal val="visible"/>
                                      </p:to>
                                    </p:set>
                                    <p:animEffect transition="in" filter="wipe(up)">
                                      <p:cBhvr>
                                        <p:cTn id="7" dur="500"/>
                                        <p:tgtEl>
                                          <p:spTgt spid="122883"/>
                                        </p:tgtEl>
                                      </p:cBhvr>
                                    </p:animEffect>
                                  </p:childTnLst>
                                </p:cTn>
                              </p:par>
                            </p:childTnLst>
                          </p:cTn>
                        </p:par>
                        <p:par>
                          <p:cTn id="8" fill="hold">
                            <p:stCondLst>
                              <p:cond delay="500"/>
                            </p:stCondLst>
                            <p:childTnLst>
                              <p:par>
                                <p:cTn id="9" presetID="2" presetClass="entr" presetSubtype="8" fill="hold" nodeType="afterEffect">
                                  <p:stCondLst>
                                    <p:cond delay="0"/>
                                  </p:stCondLst>
                                  <p:childTnLst>
                                    <p:set>
                                      <p:cBhvr>
                                        <p:cTn id="10" dur="1" fill="hold">
                                          <p:stCondLst>
                                            <p:cond delay="0"/>
                                          </p:stCondLst>
                                        </p:cTn>
                                        <p:tgtEl>
                                          <p:spTgt spid="5"/>
                                        </p:tgtEl>
                                        <p:attrNameLst>
                                          <p:attrName>style.visibility</p:attrName>
                                        </p:attrNameLst>
                                      </p:cBhvr>
                                      <p:to>
                                        <p:strVal val="visible"/>
                                      </p:to>
                                    </p:set>
                                    <p:anim calcmode="lin" valueType="num">
                                      <p:cBhvr additive="base">
                                        <p:cTn id="11" dur="500" fill="hold"/>
                                        <p:tgtEl>
                                          <p:spTgt spid="5"/>
                                        </p:tgtEl>
                                        <p:attrNameLst>
                                          <p:attrName>ppt_x</p:attrName>
                                        </p:attrNameLst>
                                      </p:cBhvr>
                                      <p:tavLst>
                                        <p:tav tm="0">
                                          <p:val>
                                            <p:strVal val="0-#ppt_w/2"/>
                                          </p:val>
                                        </p:tav>
                                        <p:tav tm="100000">
                                          <p:val>
                                            <p:strVal val="#ppt_x"/>
                                          </p:val>
                                        </p:tav>
                                      </p:tavLst>
                                    </p:anim>
                                    <p:anim calcmode="lin" valueType="num">
                                      <p:cBhvr additive="base">
                                        <p:cTn id="12" dur="500" fill="hold"/>
                                        <p:tgtEl>
                                          <p:spTgt spid="5"/>
                                        </p:tgtEl>
                                        <p:attrNameLst>
                                          <p:attrName>ppt_y</p:attrName>
                                        </p:attrNameLst>
                                      </p:cBhvr>
                                      <p:tavLst>
                                        <p:tav tm="0">
                                          <p:val>
                                            <p:strVal val="#ppt_y"/>
                                          </p:val>
                                        </p:tav>
                                        <p:tav tm="100000">
                                          <p:val>
                                            <p:strVal val="#ppt_y"/>
                                          </p:val>
                                        </p:tav>
                                      </p:tavLst>
                                    </p:anim>
                                  </p:childTnLst>
                                </p:cTn>
                              </p:par>
                            </p:childTnLst>
                          </p:cTn>
                        </p:par>
                        <p:par>
                          <p:cTn id="13" fill="hold">
                            <p:stCondLst>
                              <p:cond delay="1000"/>
                            </p:stCondLst>
                            <p:childTnLst>
                              <p:par>
                                <p:cTn id="14" presetID="2" presetClass="entr" presetSubtype="8" fill="hold" nodeType="afterEffect">
                                  <p:stCondLst>
                                    <p:cond delay="0"/>
                                  </p:stCondLst>
                                  <p:childTnLst>
                                    <p:set>
                                      <p:cBhvr>
                                        <p:cTn id="15" dur="1" fill="hold">
                                          <p:stCondLst>
                                            <p:cond delay="0"/>
                                          </p:stCondLst>
                                        </p:cTn>
                                        <p:tgtEl>
                                          <p:spTgt spid="6"/>
                                        </p:tgtEl>
                                        <p:attrNameLst>
                                          <p:attrName>style.visibility</p:attrName>
                                        </p:attrNameLst>
                                      </p:cBhvr>
                                      <p:to>
                                        <p:strVal val="visible"/>
                                      </p:to>
                                    </p:set>
                                    <p:anim calcmode="lin" valueType="num">
                                      <p:cBhvr additive="base">
                                        <p:cTn id="16" dur="500" fill="hold"/>
                                        <p:tgtEl>
                                          <p:spTgt spid="6"/>
                                        </p:tgtEl>
                                        <p:attrNameLst>
                                          <p:attrName>ppt_x</p:attrName>
                                        </p:attrNameLst>
                                      </p:cBhvr>
                                      <p:tavLst>
                                        <p:tav tm="0">
                                          <p:val>
                                            <p:strVal val="0-#ppt_w/2"/>
                                          </p:val>
                                        </p:tav>
                                        <p:tav tm="100000">
                                          <p:val>
                                            <p:strVal val="#ppt_x"/>
                                          </p:val>
                                        </p:tav>
                                      </p:tavLst>
                                    </p:anim>
                                    <p:anim calcmode="lin" valueType="num">
                                      <p:cBhvr additive="base">
                                        <p:cTn id="17" dur="500" fill="hold"/>
                                        <p:tgtEl>
                                          <p:spTgt spid="6"/>
                                        </p:tgtEl>
                                        <p:attrNameLst>
                                          <p:attrName>ppt_y</p:attrName>
                                        </p:attrNameLst>
                                      </p:cBhvr>
                                      <p:tavLst>
                                        <p:tav tm="0">
                                          <p:val>
                                            <p:strVal val="#ppt_y"/>
                                          </p:val>
                                        </p:tav>
                                        <p:tav tm="100000">
                                          <p:val>
                                            <p:strVal val="#ppt_y"/>
                                          </p:val>
                                        </p:tav>
                                      </p:tavLst>
                                    </p:anim>
                                  </p:childTnLst>
                                </p:cTn>
                              </p:par>
                            </p:childTnLst>
                          </p:cTn>
                        </p:par>
                        <p:par>
                          <p:cTn id="18" fill="hold">
                            <p:stCondLst>
                              <p:cond delay="1500"/>
                            </p:stCondLst>
                            <p:childTnLst>
                              <p:par>
                                <p:cTn id="19" presetID="1" presetClass="entr" presetSubtype="0" fill="hold" nodeType="afterEffect">
                                  <p:stCondLst>
                                    <p:cond delay="0"/>
                                  </p:stCondLst>
                                  <p:childTnLst>
                                    <p:set>
                                      <p:cBhvr>
                                        <p:cTn id="20" dur="1" fill="hold">
                                          <p:stCondLst>
                                            <p:cond delay="499"/>
                                          </p:stCondLst>
                                        </p:cTn>
                                        <p:tgtEl>
                                          <p:spTgt spid="7"/>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22" presetClass="entr" presetSubtype="4" fill="hold" nodeType="clickEffect">
                                  <p:stCondLst>
                                    <p:cond delay="0"/>
                                  </p:stCondLst>
                                  <p:childTnLst>
                                    <p:set>
                                      <p:cBhvr>
                                        <p:cTn id="24" dur="1" fill="hold">
                                          <p:stCondLst>
                                            <p:cond delay="0"/>
                                          </p:stCondLst>
                                        </p:cTn>
                                        <p:tgtEl>
                                          <p:spTgt spid="13"/>
                                        </p:tgtEl>
                                        <p:attrNameLst>
                                          <p:attrName>style.visibility</p:attrName>
                                        </p:attrNameLst>
                                      </p:cBhvr>
                                      <p:to>
                                        <p:strVal val="visible"/>
                                      </p:to>
                                    </p:set>
                                    <p:animEffect transition="in" filter="wipe(down)">
                                      <p:cBhvr>
                                        <p:cTn id="25" dur="500"/>
                                        <p:tgtEl>
                                          <p:spTgt spid="13"/>
                                        </p:tgtEl>
                                      </p:cBhvr>
                                    </p:animEffect>
                                  </p:childTnLst>
                                </p:cTn>
                              </p:par>
                              <p:par>
                                <p:cTn id="26" presetID="22" presetClass="entr" presetSubtype="4" fill="hold" nodeType="withEffect">
                                  <p:stCondLst>
                                    <p:cond delay="0"/>
                                  </p:stCondLst>
                                  <p:childTnLst>
                                    <p:set>
                                      <p:cBhvr>
                                        <p:cTn id="27" dur="1" fill="hold">
                                          <p:stCondLst>
                                            <p:cond delay="0"/>
                                          </p:stCondLst>
                                        </p:cTn>
                                        <p:tgtEl>
                                          <p:spTgt spid="14"/>
                                        </p:tgtEl>
                                        <p:attrNameLst>
                                          <p:attrName>style.visibility</p:attrName>
                                        </p:attrNameLst>
                                      </p:cBhvr>
                                      <p:to>
                                        <p:strVal val="visible"/>
                                      </p:to>
                                    </p:set>
                                    <p:animEffect transition="in" filter="wipe(down)">
                                      <p:cBhvr>
                                        <p:cTn id="28" dur="500"/>
                                        <p:tgtEl>
                                          <p:spTgt spid="14"/>
                                        </p:tgtEl>
                                      </p:cBhvr>
                                    </p:animEffect>
                                  </p:childTnLst>
                                </p:cTn>
                              </p:par>
                              <p:par>
                                <p:cTn id="29" presetID="22" presetClass="entr" presetSubtype="4" fill="hold" nodeType="withEffect">
                                  <p:stCondLst>
                                    <p:cond delay="0"/>
                                  </p:stCondLst>
                                  <p:childTnLst>
                                    <p:set>
                                      <p:cBhvr>
                                        <p:cTn id="30" dur="1" fill="hold">
                                          <p:stCondLst>
                                            <p:cond delay="0"/>
                                          </p:stCondLst>
                                        </p:cTn>
                                        <p:tgtEl>
                                          <p:spTgt spid="11"/>
                                        </p:tgtEl>
                                        <p:attrNameLst>
                                          <p:attrName>style.visibility</p:attrName>
                                        </p:attrNameLst>
                                      </p:cBhvr>
                                      <p:to>
                                        <p:strVal val="visible"/>
                                      </p:to>
                                    </p:set>
                                    <p:animEffect transition="in" filter="wipe(down)">
                                      <p:cBhvr>
                                        <p:cTn id="31" dur="500"/>
                                        <p:tgtEl>
                                          <p:spTgt spid="11"/>
                                        </p:tgtEl>
                                      </p:cBhvr>
                                    </p:animEffect>
                                  </p:childTnLst>
                                </p:cTn>
                              </p:par>
                              <p:par>
                                <p:cTn id="32" presetID="22" presetClass="entr" presetSubtype="4" fill="hold" nodeType="withEffect">
                                  <p:stCondLst>
                                    <p:cond delay="0"/>
                                  </p:stCondLst>
                                  <p:childTnLst>
                                    <p:set>
                                      <p:cBhvr>
                                        <p:cTn id="33" dur="1" fill="hold">
                                          <p:stCondLst>
                                            <p:cond delay="0"/>
                                          </p:stCondLst>
                                        </p:cTn>
                                        <p:tgtEl>
                                          <p:spTgt spid="12"/>
                                        </p:tgtEl>
                                        <p:attrNameLst>
                                          <p:attrName>style.visibility</p:attrName>
                                        </p:attrNameLst>
                                      </p:cBhvr>
                                      <p:to>
                                        <p:strVal val="visible"/>
                                      </p:to>
                                    </p:set>
                                    <p:animEffect transition="in" filter="wipe(down)">
                                      <p:cBhvr>
                                        <p:cTn id="34" dur="500"/>
                                        <p:tgtEl>
                                          <p:spTgt spid="12"/>
                                        </p:tgtEl>
                                      </p:cBhvr>
                                    </p:animEffect>
                                  </p:childTnLst>
                                </p:cTn>
                              </p:par>
                            </p:childTnLst>
                          </p:cTn>
                        </p:par>
                      </p:childTnLst>
                    </p:cTn>
                  </p:par>
                  <p:par>
                    <p:cTn id="35" fill="hold">
                      <p:stCondLst>
                        <p:cond delay="indefinite"/>
                      </p:stCondLst>
                      <p:childTnLst>
                        <p:par>
                          <p:cTn id="36" fill="hold">
                            <p:stCondLst>
                              <p:cond delay="0"/>
                            </p:stCondLst>
                            <p:childTnLst>
                              <p:par>
                                <p:cTn id="37" presetID="22" presetClass="entr" presetSubtype="4" fill="hold" nodeType="clickEffect">
                                  <p:stCondLst>
                                    <p:cond delay="0"/>
                                  </p:stCondLst>
                                  <p:childTnLst>
                                    <p:set>
                                      <p:cBhvr>
                                        <p:cTn id="38" dur="1" fill="hold">
                                          <p:stCondLst>
                                            <p:cond delay="0"/>
                                          </p:stCondLst>
                                        </p:cTn>
                                        <p:tgtEl>
                                          <p:spTgt spid="2"/>
                                        </p:tgtEl>
                                        <p:attrNameLst>
                                          <p:attrName>style.visibility</p:attrName>
                                        </p:attrNameLst>
                                      </p:cBhvr>
                                      <p:to>
                                        <p:strVal val="visible"/>
                                      </p:to>
                                    </p:set>
                                    <p:animEffect transition="in" filter="wipe(down)">
                                      <p:cBhvr>
                                        <p:cTn id="39" dur="500"/>
                                        <p:tgtEl>
                                          <p:spTgt spid="2"/>
                                        </p:tgtEl>
                                      </p:cBhvr>
                                    </p:animEffect>
                                  </p:childTnLst>
                                </p:cTn>
                              </p:par>
                              <p:par>
                                <p:cTn id="40" presetID="22" presetClass="entr" presetSubtype="4" fill="hold" nodeType="withEffect">
                                  <p:stCondLst>
                                    <p:cond delay="0"/>
                                  </p:stCondLst>
                                  <p:childTnLst>
                                    <p:set>
                                      <p:cBhvr>
                                        <p:cTn id="41" dur="1" fill="hold">
                                          <p:stCondLst>
                                            <p:cond delay="0"/>
                                          </p:stCondLst>
                                        </p:cTn>
                                        <p:tgtEl>
                                          <p:spTgt spid="3"/>
                                        </p:tgtEl>
                                        <p:attrNameLst>
                                          <p:attrName>style.visibility</p:attrName>
                                        </p:attrNameLst>
                                      </p:cBhvr>
                                      <p:to>
                                        <p:strVal val="visible"/>
                                      </p:to>
                                    </p:set>
                                    <p:animEffect transition="in" filter="wipe(down)">
                                      <p:cBhvr>
                                        <p:cTn id="42" dur="500"/>
                                        <p:tgtEl>
                                          <p:spTgt spid="3"/>
                                        </p:tgtEl>
                                      </p:cBhvr>
                                    </p:animEffect>
                                  </p:childTnLst>
                                </p:cTn>
                              </p:par>
                              <p:par>
                                <p:cTn id="43" presetID="22" presetClass="entr" presetSubtype="4" fill="hold" nodeType="withEffect">
                                  <p:stCondLst>
                                    <p:cond delay="0"/>
                                  </p:stCondLst>
                                  <p:childTnLst>
                                    <p:set>
                                      <p:cBhvr>
                                        <p:cTn id="44" dur="1" fill="hold">
                                          <p:stCondLst>
                                            <p:cond delay="0"/>
                                          </p:stCondLst>
                                        </p:cTn>
                                        <p:tgtEl>
                                          <p:spTgt spid="4"/>
                                        </p:tgtEl>
                                        <p:attrNameLst>
                                          <p:attrName>style.visibility</p:attrName>
                                        </p:attrNameLst>
                                      </p:cBhvr>
                                      <p:to>
                                        <p:strVal val="visible"/>
                                      </p:to>
                                    </p:set>
                                    <p:animEffect transition="in" filter="wipe(down)">
                                      <p:cBhvr>
                                        <p:cTn id="45" dur="500"/>
                                        <p:tgtEl>
                                          <p:spTgt spid="4"/>
                                        </p:tgtEl>
                                      </p:cBhvr>
                                    </p:animEffect>
                                  </p:childTnLst>
                                </p:cTn>
                              </p:par>
                              <p:par>
                                <p:cTn id="46" presetID="22" presetClass="entr" presetSubtype="4" fill="hold" nodeType="withEffect">
                                  <p:stCondLst>
                                    <p:cond delay="0"/>
                                  </p:stCondLst>
                                  <p:childTnLst>
                                    <p:set>
                                      <p:cBhvr>
                                        <p:cTn id="47" dur="1" fill="hold">
                                          <p:stCondLst>
                                            <p:cond delay="0"/>
                                          </p:stCondLst>
                                        </p:cTn>
                                        <p:tgtEl>
                                          <p:spTgt spid="8"/>
                                        </p:tgtEl>
                                        <p:attrNameLst>
                                          <p:attrName>style.visibility</p:attrName>
                                        </p:attrNameLst>
                                      </p:cBhvr>
                                      <p:to>
                                        <p:strVal val="visible"/>
                                      </p:to>
                                    </p:set>
                                    <p:animEffect transition="in" filter="wipe(down)">
                                      <p:cBhvr>
                                        <p:cTn id="48" dur="500"/>
                                        <p:tgtEl>
                                          <p:spTgt spid="8"/>
                                        </p:tgtEl>
                                      </p:cBhvr>
                                    </p:animEffect>
                                  </p:childTnLst>
                                </p:cTn>
                              </p:par>
                              <p:par>
                                <p:cTn id="49" presetID="22" presetClass="entr" presetSubtype="4" fill="hold" nodeType="withEffect">
                                  <p:stCondLst>
                                    <p:cond delay="0"/>
                                  </p:stCondLst>
                                  <p:childTnLst>
                                    <p:set>
                                      <p:cBhvr>
                                        <p:cTn id="50" dur="1" fill="hold">
                                          <p:stCondLst>
                                            <p:cond delay="0"/>
                                          </p:stCondLst>
                                        </p:cTn>
                                        <p:tgtEl>
                                          <p:spTgt spid="9"/>
                                        </p:tgtEl>
                                        <p:attrNameLst>
                                          <p:attrName>style.visibility</p:attrName>
                                        </p:attrNameLst>
                                      </p:cBhvr>
                                      <p:to>
                                        <p:strVal val="visible"/>
                                      </p:to>
                                    </p:set>
                                    <p:animEffect transition="in" filter="wipe(down)">
                                      <p:cBhvr>
                                        <p:cTn id="51"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2882" grpId="0" build="p"/>
    </p:bld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直接连接符 6"/>
          <p:cNvSpPr>
            <a:spLocks noChangeShapeType="1"/>
          </p:cNvSpPr>
          <p:nvPr/>
        </p:nvSpPr>
        <p:spPr bwMode="auto">
          <a:xfrm>
            <a:off x="0" y="765175"/>
            <a:ext cx="9144000" cy="0"/>
          </a:xfrm>
          <a:prstGeom prst="line">
            <a:avLst/>
          </a:prstGeom>
          <a:noFill/>
          <a:ln w="28575">
            <a:solidFill>
              <a:srgbClr val="CC3300"/>
            </a:solidFill>
            <a:miter lim="800000"/>
          </a:ln>
          <a:extLst>
            <a:ext uri="{909E8E84-426E-40DD-AFC4-6F175D3DCCD1}">
              <a14:hiddenFill xmlns:a14="http://schemas.microsoft.com/office/drawing/2010/main">
                <a:noFill/>
              </a14:hiddenFill>
            </a:ext>
          </a:extLst>
        </p:spPr>
        <p:txBody>
          <a:bodyPr/>
          <a:lstStyle/>
          <a:p>
            <a:endParaRPr lang="zh-CN" altLang="en-US"/>
          </a:p>
        </p:txBody>
      </p:sp>
      <p:pic>
        <p:nvPicPr>
          <p:cNvPr id="20" name="图片 19"/>
          <p:cNvPicPr>
            <a:picLocks noChangeAspect="1"/>
          </p:cNvPicPr>
          <p:nvPr/>
        </p:nvPicPr>
        <p:blipFill>
          <a:blip r:embed="rId1"/>
          <a:stretch>
            <a:fillRect/>
          </a:stretch>
        </p:blipFill>
        <p:spPr>
          <a:xfrm>
            <a:off x="4282440" y="1741805"/>
            <a:ext cx="3525520" cy="2945130"/>
          </a:xfrm>
          <a:prstGeom prst="rect">
            <a:avLst/>
          </a:prstGeom>
        </p:spPr>
      </p:pic>
      <p:sp>
        <p:nvSpPr>
          <p:cNvPr id="2" name="文本框 1"/>
          <p:cNvSpPr txBox="1"/>
          <p:nvPr/>
        </p:nvSpPr>
        <p:spPr>
          <a:xfrm>
            <a:off x="673100" y="1328420"/>
            <a:ext cx="2735580" cy="534035"/>
          </a:xfrm>
          <a:prstGeom prst="rect">
            <a:avLst/>
          </a:prstGeom>
          <a:noFill/>
        </p:spPr>
        <p:txBody>
          <a:bodyPr wrap="square" rtlCol="0">
            <a:spAutoFit/>
          </a:bodyPr>
          <a:p>
            <a:pPr indent="0">
              <a:buNone/>
            </a:pPr>
            <a:r>
              <a:rPr lang="zh-CN" altLang="en-US" sz="2400">
                <a:solidFill>
                  <a:srgbClr val="C00000"/>
                </a:solidFill>
                <a:latin typeface="黑体" panose="02010609060101010101" pitchFamily="49" charset="-122"/>
                <a:ea typeface="黑体" panose="02010609060101010101" pitchFamily="49" charset="-122"/>
              </a:rPr>
              <a:t>螺纹环紧固</a:t>
            </a:r>
            <a:endParaRPr lang="zh-CN" altLang="en-US" sz="2400">
              <a:solidFill>
                <a:srgbClr val="C00000"/>
              </a:solidFill>
              <a:latin typeface="黑体" panose="02010609060101010101" pitchFamily="49" charset="-122"/>
              <a:ea typeface="黑体" panose="02010609060101010101" pitchFamily="49" charset="-122"/>
            </a:endParaRPr>
          </a:p>
        </p:txBody>
      </p:sp>
      <p:sp>
        <p:nvSpPr>
          <p:cNvPr id="8206" name="Rectangle 67"/>
          <p:cNvSpPr>
            <a:spLocks noChangeArrowheads="1"/>
          </p:cNvSpPr>
          <p:nvPr/>
        </p:nvSpPr>
        <p:spPr bwMode="auto">
          <a:xfrm>
            <a:off x="3162300" y="10637"/>
            <a:ext cx="4945380" cy="5530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kumimoji="1" sz="2000">
                <a:solidFill>
                  <a:srgbClr val="000099"/>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rgbClr val="000099"/>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rgbClr val="000099"/>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rgbClr val="000099"/>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lnSpc>
                <a:spcPct val="100000"/>
              </a:lnSpc>
              <a:buFontTx/>
              <a:buNone/>
            </a:pPr>
            <a:r>
              <a:rPr lang="en-US" altLang="zh-CN" sz="3000" dirty="0" smtClean="0">
                <a:solidFill>
                  <a:srgbClr val="CC3300"/>
                </a:solidFill>
                <a:latin typeface="黑体" panose="02010609060101010101" pitchFamily="49" charset="-122"/>
                <a:ea typeface="黑体" panose="02010609060101010101" pitchFamily="49" charset="-122"/>
              </a:rPr>
              <a:t>3.6-6  </a:t>
            </a:r>
            <a:r>
              <a:rPr lang="zh-CN" altLang="en-US" sz="3000" dirty="0">
                <a:solidFill>
                  <a:srgbClr val="CC3300"/>
                </a:solidFill>
                <a:latin typeface="黑体" panose="02010609060101010101" pitchFamily="49" charset="-122"/>
                <a:ea typeface="黑体" panose="02010609060101010101" pitchFamily="49" charset="-122"/>
              </a:rPr>
              <a:t>滚动轴承装置的设计</a:t>
            </a:r>
            <a:endParaRPr lang="zh-CN" altLang="en-US" sz="3000" dirty="0">
              <a:solidFill>
                <a:srgbClr val="CC3300"/>
              </a:solidFill>
              <a:latin typeface="黑体" panose="02010609060101010101" pitchFamily="49" charset="-122"/>
              <a:ea typeface="黑体" panose="02010609060101010101" pitchFamily="49" charset="-122"/>
            </a:endParaRPr>
          </a:p>
        </p:txBody>
      </p:sp>
    </p:spTree>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wipe(left)">
                                      <p:cBhvr>
                                        <p:cTn id="7"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9" name="Rectangle 7"/>
          <p:cNvSpPr>
            <a:spLocks noGrp="1" noChangeArrowheads="1"/>
          </p:cNvSpPr>
          <p:nvPr>
            <p:ph type="title"/>
          </p:nvPr>
        </p:nvSpPr>
        <p:spPr bwMode="auto">
          <a:xfrm>
            <a:off x="5689600" y="711200"/>
            <a:ext cx="1854200" cy="177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eaLnBrk="1" hangingPunct="1"/>
            <a:r>
              <a:rPr lang="zh-CN" altLang="en-US" sz="800" smtClean="0">
                <a:solidFill>
                  <a:schemeClr val="bg1"/>
                </a:solidFill>
                <a:latin typeface="华文中宋" panose="02010600040101010101" pitchFamily="2" charset="-122"/>
                <a:ea typeface="华文中宋" panose="02010600040101010101" pitchFamily="2" charset="-122"/>
              </a:rPr>
              <a:t>轴承装置的设计</a:t>
            </a:r>
            <a:r>
              <a:rPr lang="en-US" altLang="zh-CN" sz="800" smtClean="0">
                <a:solidFill>
                  <a:schemeClr val="bg1"/>
                </a:solidFill>
                <a:latin typeface="华文中宋" panose="02010600040101010101" pitchFamily="2" charset="-122"/>
                <a:ea typeface="华文中宋" panose="02010600040101010101" pitchFamily="2" charset="-122"/>
              </a:rPr>
              <a:t>1</a:t>
            </a:r>
            <a:endParaRPr lang="en-US" altLang="zh-CN" sz="800" smtClean="0">
              <a:solidFill>
                <a:schemeClr val="bg1"/>
              </a:solidFill>
              <a:latin typeface="华文中宋" panose="02010600040101010101" pitchFamily="2" charset="-122"/>
              <a:ea typeface="华文中宋" panose="02010600040101010101" pitchFamily="2" charset="-122"/>
            </a:endParaRPr>
          </a:p>
        </p:txBody>
      </p:sp>
      <p:sp>
        <p:nvSpPr>
          <p:cNvPr id="25610" name="Text Box 10"/>
          <p:cNvSpPr txBox="1">
            <a:spLocks noChangeArrowheads="1"/>
          </p:cNvSpPr>
          <p:nvPr/>
        </p:nvSpPr>
        <p:spPr bwMode="auto">
          <a:xfrm>
            <a:off x="60325" y="942367"/>
            <a:ext cx="4829175" cy="4298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a:solidFill>
                  <a:srgbClr val="000099"/>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rgbClr val="000099"/>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rgbClr val="000099"/>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rgbClr val="000099"/>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lnSpc>
                <a:spcPct val="100000"/>
              </a:lnSpc>
              <a:buFontTx/>
              <a:buNone/>
            </a:pPr>
            <a:r>
              <a:rPr lang="zh-CN" altLang="en-US" sz="2200" dirty="0" smtClean="0">
                <a:solidFill>
                  <a:srgbClr val="FF0000"/>
                </a:solidFill>
                <a:latin typeface="黑体" panose="02010609060101010101" pitchFamily="49" charset="-122"/>
                <a:ea typeface="黑体" panose="02010609060101010101" pitchFamily="49" charset="-122"/>
              </a:rPr>
              <a:t>二、</a:t>
            </a:r>
            <a:r>
              <a:rPr lang="zh-CN" altLang="en-US" sz="2200" dirty="0">
                <a:solidFill>
                  <a:srgbClr val="FF0000"/>
                </a:solidFill>
                <a:latin typeface="黑体" panose="02010609060101010101" pitchFamily="49" charset="-122"/>
                <a:ea typeface="黑体" panose="02010609060101010101" pitchFamily="49" charset="-122"/>
              </a:rPr>
              <a:t>滚动轴承的配置（结构形式）</a:t>
            </a:r>
            <a:endParaRPr lang="zh-CN" altLang="en-US" sz="2200" dirty="0">
              <a:solidFill>
                <a:srgbClr val="FF0000"/>
              </a:solidFill>
              <a:latin typeface="黑体" panose="02010609060101010101" pitchFamily="49" charset="-122"/>
              <a:ea typeface="黑体" panose="02010609060101010101" pitchFamily="49" charset="-122"/>
            </a:endParaRPr>
          </a:p>
        </p:txBody>
      </p:sp>
      <p:sp>
        <p:nvSpPr>
          <p:cNvPr id="25660" name="Text Box 60"/>
          <p:cNvSpPr txBox="1">
            <a:spLocks noChangeArrowheads="1"/>
          </p:cNvSpPr>
          <p:nvPr/>
        </p:nvSpPr>
        <p:spPr bwMode="auto">
          <a:xfrm>
            <a:off x="253035" y="1389202"/>
            <a:ext cx="8413888" cy="904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57150">
                <a:solidFill>
                  <a:srgbClr val="000000"/>
                </a:solidFill>
                <a:miter lim="800000"/>
                <a:headEnd/>
                <a:tailEnd/>
              </a14:hiddenLine>
            </a:ext>
          </a:extLst>
        </p:spPr>
        <p:txBody>
          <a:bodyPr wrap="square">
            <a:spAutoFit/>
          </a:bodyPr>
          <a:lstStyle>
            <a:lvl1pPr eaLnBrk="0" hangingPunct="0">
              <a:defRPr kumimoji="1" sz="2000">
                <a:solidFill>
                  <a:srgbClr val="000099"/>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rgbClr val="000099"/>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rgbClr val="000099"/>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rgbClr val="000099"/>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buFontTx/>
              <a:buNone/>
            </a:pPr>
            <a:r>
              <a:rPr lang="zh-CN" altLang="en-US" dirty="0">
                <a:latin typeface="华文中宋" panose="02010600040101010101" pitchFamily="2" charset="-122"/>
              </a:rPr>
              <a:t>　　</a:t>
            </a:r>
            <a:r>
              <a:rPr lang="zh-CN" altLang="en-US" sz="2200" dirty="0">
                <a:latin typeface="黑体" panose="02010609060101010101" pitchFamily="49" charset="-122"/>
                <a:ea typeface="黑体" panose="02010609060101010101" pitchFamily="49" charset="-122"/>
              </a:rPr>
              <a:t>轴系通常情况下采用两支点支承的结构形式，在每个支点处安装一个（或多个）轴承</a:t>
            </a:r>
            <a:r>
              <a:rPr lang="zh-CN" altLang="en-US" sz="2200" dirty="0" smtClean="0">
                <a:latin typeface="黑体" panose="02010609060101010101" pitchFamily="49" charset="-122"/>
                <a:ea typeface="黑体" panose="02010609060101010101" pitchFamily="49" charset="-122"/>
              </a:rPr>
              <a:t>。</a:t>
            </a:r>
            <a:endParaRPr lang="zh-CN" altLang="en-US" sz="2200" dirty="0">
              <a:latin typeface="黑体" panose="02010609060101010101" pitchFamily="49" charset="-122"/>
              <a:ea typeface="黑体" panose="02010609060101010101" pitchFamily="49" charset="-122"/>
            </a:endParaRPr>
          </a:p>
        </p:txBody>
      </p:sp>
      <p:sp>
        <p:nvSpPr>
          <p:cNvPr id="8205" name="Text Box 65"/>
          <p:cNvSpPr txBox="1">
            <a:spLocks noChangeArrowheads="1"/>
          </p:cNvSpPr>
          <p:nvPr/>
        </p:nvSpPr>
        <p:spPr bwMode="auto">
          <a:xfrm>
            <a:off x="8680450" y="6858000"/>
            <a:ext cx="9271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57150">
                <a:solidFill>
                  <a:srgbClr val="000000"/>
                </a:solidFill>
                <a:miter lim="800000"/>
                <a:headEnd/>
                <a:tailEnd/>
              </a14:hiddenLine>
            </a:ext>
          </a:extLst>
        </p:spPr>
        <p:txBody>
          <a:bodyPr>
            <a:spAutoFit/>
          </a:bodyPr>
          <a:lstStyle>
            <a:lvl1pPr eaLnBrk="0" hangingPunct="0">
              <a:defRPr kumimoji="1" sz="2000">
                <a:solidFill>
                  <a:srgbClr val="000099"/>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rgbClr val="000099"/>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rgbClr val="000099"/>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rgbClr val="000099"/>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9pPr>
          </a:lstStyle>
          <a:p>
            <a:pPr algn="ctr" eaLnBrk="1" hangingPunct="1">
              <a:lnSpc>
                <a:spcPct val="100000"/>
              </a:lnSpc>
              <a:spcBef>
                <a:spcPct val="50000"/>
              </a:spcBef>
              <a:buFontTx/>
              <a:buNone/>
            </a:pPr>
            <a:r>
              <a:rPr lang="en-US" altLang="zh-CN" sz="1800">
                <a:latin typeface="华文中宋" panose="02010600040101010101" pitchFamily="2" charset="-122"/>
              </a:rPr>
              <a:t>  </a:t>
            </a:r>
            <a:endParaRPr lang="en-US" altLang="zh-CN" sz="1800">
              <a:latin typeface="华文中宋" panose="02010600040101010101" pitchFamily="2" charset="-122"/>
            </a:endParaRPr>
          </a:p>
        </p:txBody>
      </p:sp>
      <p:sp>
        <p:nvSpPr>
          <p:cNvPr id="8207" name="Rectangle 69"/>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kumimoji="1" sz="2000">
                <a:solidFill>
                  <a:srgbClr val="000099"/>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rgbClr val="000099"/>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rgbClr val="000099"/>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rgbClr val="000099"/>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endParaRPr lang="zh-CN" altLang="en-US"/>
          </a:p>
        </p:txBody>
      </p:sp>
      <p:sp>
        <p:nvSpPr>
          <p:cNvPr id="8208" name="Rectangle 71"/>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kumimoji="1" sz="2000">
                <a:solidFill>
                  <a:srgbClr val="000099"/>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rgbClr val="000099"/>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rgbClr val="000099"/>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rgbClr val="000099"/>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endParaRPr lang="zh-CN" altLang="en-US"/>
          </a:p>
        </p:txBody>
      </p:sp>
      <p:sp>
        <p:nvSpPr>
          <p:cNvPr id="8210" name="Rectangle 73"/>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kumimoji="1" sz="2000">
                <a:solidFill>
                  <a:srgbClr val="000099"/>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rgbClr val="000099"/>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rgbClr val="000099"/>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rgbClr val="000099"/>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endParaRPr lang="zh-CN" altLang="en-US"/>
          </a:p>
        </p:txBody>
      </p:sp>
      <p:sp>
        <p:nvSpPr>
          <p:cNvPr id="8211" name="Rectangle 75"/>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kumimoji="1" sz="2000">
                <a:solidFill>
                  <a:srgbClr val="000099"/>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rgbClr val="000099"/>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rgbClr val="000099"/>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rgbClr val="000099"/>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endParaRPr lang="zh-CN" altLang="en-US"/>
          </a:p>
        </p:txBody>
      </p:sp>
      <p:sp>
        <p:nvSpPr>
          <p:cNvPr id="8212" name="Rectangle 77"/>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kumimoji="1" sz="2000">
                <a:solidFill>
                  <a:srgbClr val="000099"/>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rgbClr val="000099"/>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rgbClr val="000099"/>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rgbClr val="000099"/>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endParaRPr lang="zh-CN" altLang="en-US"/>
          </a:p>
        </p:txBody>
      </p:sp>
      <p:sp>
        <p:nvSpPr>
          <p:cNvPr id="8214" name="Rectangle 27"/>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kumimoji="1" sz="2000">
                <a:solidFill>
                  <a:srgbClr val="000099"/>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rgbClr val="000099"/>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rgbClr val="000099"/>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rgbClr val="000099"/>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endParaRPr lang="zh-CN" altLang="en-US"/>
          </a:p>
        </p:txBody>
      </p:sp>
      <p:sp>
        <p:nvSpPr>
          <p:cNvPr id="23" name="直接连接符 6"/>
          <p:cNvSpPr>
            <a:spLocks noChangeShapeType="1"/>
          </p:cNvSpPr>
          <p:nvPr/>
        </p:nvSpPr>
        <p:spPr bwMode="auto">
          <a:xfrm>
            <a:off x="0" y="765175"/>
            <a:ext cx="9144000" cy="0"/>
          </a:xfrm>
          <a:prstGeom prst="line">
            <a:avLst/>
          </a:prstGeom>
          <a:noFill/>
          <a:ln w="28575">
            <a:solidFill>
              <a:srgbClr val="CC3300"/>
            </a:solidFill>
            <a:miter lim="800000"/>
          </a:ln>
          <a:extLst>
            <a:ext uri="{909E8E84-426E-40DD-AFC4-6F175D3DCCD1}">
              <a14:hiddenFill xmlns:a14="http://schemas.microsoft.com/office/drawing/2010/main">
                <a:noFill/>
              </a14:hiddenFill>
            </a:ext>
          </a:extLst>
        </p:spPr>
        <p:txBody>
          <a:bodyPr/>
          <a:lstStyle/>
          <a:p>
            <a:endParaRPr lang="zh-CN" altLang="en-US"/>
          </a:p>
        </p:txBody>
      </p:sp>
      <p:sp>
        <p:nvSpPr>
          <p:cNvPr id="24" name="文本框 23"/>
          <p:cNvSpPr txBox="1"/>
          <p:nvPr/>
        </p:nvSpPr>
        <p:spPr>
          <a:xfrm>
            <a:off x="397564" y="2335697"/>
            <a:ext cx="8070574" cy="850939"/>
          </a:xfrm>
          <a:prstGeom prst="rect">
            <a:avLst/>
          </a:prstGeom>
          <a:noFill/>
        </p:spPr>
        <p:txBody>
          <a:bodyPr wrap="square" rtlCol="0">
            <a:spAutoFit/>
          </a:bodyPr>
          <a:lstStyle/>
          <a:p>
            <a:pPr>
              <a:buNone/>
            </a:pPr>
            <a:r>
              <a:rPr lang="zh-CN" altLang="en-US" sz="2200" dirty="0" smtClean="0">
                <a:solidFill>
                  <a:srgbClr val="0000FF"/>
                </a:solidFill>
                <a:latin typeface="黑体" panose="02010609060101010101" pitchFamily="49" charset="-122"/>
                <a:ea typeface="黑体" panose="02010609060101010101" pitchFamily="49" charset="-122"/>
              </a:rPr>
              <a:t>  </a:t>
            </a:r>
            <a:r>
              <a:rPr lang="zh-CN" altLang="en-US" sz="2200" dirty="0" smtClean="0">
                <a:solidFill>
                  <a:schemeClr val="accent4">
                    <a:lumMod val="75000"/>
                  </a:schemeClr>
                </a:solidFill>
                <a:latin typeface="黑体" panose="02010609060101010101" pitchFamily="49" charset="-122"/>
                <a:ea typeface="黑体" panose="02010609060101010101" pitchFamily="49" charset="-122"/>
              </a:rPr>
              <a:t> 合理的轴承配置应考虑轴在机器中有</a:t>
            </a:r>
            <a:r>
              <a:rPr lang="zh-CN" altLang="en-US" sz="2200" dirty="0" smtClean="0">
                <a:solidFill>
                  <a:srgbClr val="C00000"/>
                </a:solidFill>
                <a:latin typeface="黑体" panose="02010609060101010101" pitchFamily="49" charset="-122"/>
                <a:ea typeface="黑体" panose="02010609060101010101" pitchFamily="49" charset="-122"/>
              </a:rPr>
              <a:t>正确的</a:t>
            </a:r>
            <a:r>
              <a:rPr lang="zh-CN" altLang="en-US" sz="2200" dirty="0">
                <a:solidFill>
                  <a:srgbClr val="C00000"/>
                </a:solidFill>
                <a:latin typeface="黑体" panose="02010609060101010101" pitchFamily="49" charset="-122"/>
                <a:ea typeface="黑体" panose="02010609060101010101" pitchFamily="49" charset="-122"/>
              </a:rPr>
              <a:t>位置</a:t>
            </a:r>
            <a:r>
              <a:rPr lang="zh-CN" altLang="en-US" sz="2200" dirty="0">
                <a:solidFill>
                  <a:schemeClr val="accent4">
                    <a:lumMod val="75000"/>
                  </a:schemeClr>
                </a:solidFill>
                <a:latin typeface="黑体" panose="02010609060101010101" pitchFamily="49" charset="-122"/>
                <a:ea typeface="黑体" panose="02010609060101010101" pitchFamily="49" charset="-122"/>
              </a:rPr>
              <a:t>、</a:t>
            </a:r>
            <a:r>
              <a:rPr lang="zh-CN" altLang="en-US" sz="2200" dirty="0">
                <a:solidFill>
                  <a:srgbClr val="C00000"/>
                </a:solidFill>
                <a:latin typeface="黑体" panose="02010609060101010101" pitchFamily="49" charset="-122"/>
                <a:ea typeface="黑体" panose="02010609060101010101" pitchFamily="49" charset="-122"/>
              </a:rPr>
              <a:t>防止轴向窜动</a:t>
            </a:r>
            <a:r>
              <a:rPr lang="zh-CN" altLang="en-US" sz="2200" dirty="0">
                <a:solidFill>
                  <a:schemeClr val="accent4">
                    <a:lumMod val="75000"/>
                  </a:schemeClr>
                </a:solidFill>
                <a:latin typeface="黑体" panose="02010609060101010101" pitchFamily="49" charset="-122"/>
                <a:ea typeface="黑体" panose="02010609060101010101" pitchFamily="49" charset="-122"/>
              </a:rPr>
              <a:t>以及</a:t>
            </a:r>
            <a:r>
              <a:rPr lang="zh-CN" altLang="en-US" sz="2200" dirty="0">
                <a:solidFill>
                  <a:srgbClr val="C00000"/>
                </a:solidFill>
                <a:latin typeface="黑体" panose="02010609060101010101" pitchFamily="49" charset="-122"/>
                <a:ea typeface="黑体" panose="02010609060101010101" pitchFamily="49" charset="-122"/>
              </a:rPr>
              <a:t>轴受热膨胀后不致将轴承卡</a:t>
            </a:r>
            <a:r>
              <a:rPr lang="zh-CN" altLang="en-US" sz="2200" dirty="0" smtClean="0">
                <a:solidFill>
                  <a:srgbClr val="C00000"/>
                </a:solidFill>
                <a:latin typeface="黑体" panose="02010609060101010101" pitchFamily="49" charset="-122"/>
                <a:ea typeface="黑体" panose="02010609060101010101" pitchFamily="49" charset="-122"/>
              </a:rPr>
              <a:t>死</a:t>
            </a:r>
            <a:r>
              <a:rPr lang="zh-CN" altLang="en-US" sz="2200" dirty="0" smtClean="0">
                <a:solidFill>
                  <a:schemeClr val="accent4">
                    <a:lumMod val="75000"/>
                  </a:schemeClr>
                </a:solidFill>
                <a:latin typeface="黑体" panose="02010609060101010101" pitchFamily="49" charset="-122"/>
                <a:ea typeface="黑体" panose="02010609060101010101" pitchFamily="49" charset="-122"/>
              </a:rPr>
              <a:t>等因素。</a:t>
            </a:r>
            <a:endParaRPr lang="zh-CN" altLang="en-US" sz="2200" dirty="0" smtClean="0">
              <a:solidFill>
                <a:schemeClr val="accent4">
                  <a:lumMod val="75000"/>
                </a:schemeClr>
              </a:solidFill>
              <a:latin typeface="黑体" panose="02010609060101010101" pitchFamily="49" charset="-122"/>
              <a:ea typeface="黑体" panose="02010609060101010101" pitchFamily="49" charset="-122"/>
            </a:endParaRPr>
          </a:p>
        </p:txBody>
      </p:sp>
      <p:sp>
        <p:nvSpPr>
          <p:cNvPr id="25" name="矩形 10"/>
          <p:cNvSpPr>
            <a:spLocks noChangeArrowheads="1"/>
          </p:cNvSpPr>
          <p:nvPr/>
        </p:nvSpPr>
        <p:spPr bwMode="auto">
          <a:xfrm>
            <a:off x="627477" y="3286609"/>
            <a:ext cx="8039444" cy="4972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2000">
                <a:solidFill>
                  <a:srgbClr val="000099"/>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rgbClr val="000099"/>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rgbClr val="000099"/>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rgbClr val="000099"/>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buFontTx/>
              <a:buNone/>
            </a:pPr>
            <a:r>
              <a:rPr lang="zh-CN" altLang="en-US" sz="2200" dirty="0">
                <a:latin typeface="黑体" panose="02010609060101010101" pitchFamily="49" charset="-122"/>
                <a:ea typeface="黑体" panose="02010609060101010101" pitchFamily="49" charset="-122"/>
              </a:rPr>
              <a:t>常用的</a:t>
            </a:r>
            <a:r>
              <a:rPr lang="zh-CN" altLang="en-US" sz="2200" dirty="0" smtClean="0">
                <a:latin typeface="黑体" panose="02010609060101010101" pitchFamily="49" charset="-122"/>
                <a:ea typeface="黑体" panose="02010609060101010101" pitchFamily="49" charset="-122"/>
              </a:rPr>
              <a:t>轴承配置方法</a:t>
            </a:r>
            <a:r>
              <a:rPr lang="zh-CN" altLang="en-US" sz="2200" dirty="0" smtClean="0">
                <a:solidFill>
                  <a:srgbClr val="FF0000"/>
                </a:solidFill>
                <a:latin typeface="黑体" panose="02010609060101010101" pitchFamily="49" charset="-122"/>
                <a:ea typeface="黑体" panose="02010609060101010101" pitchFamily="49" charset="-122"/>
              </a:rPr>
              <a:t>（支承的结构形式）</a:t>
            </a:r>
            <a:r>
              <a:rPr lang="zh-CN" altLang="en-US" sz="2200" dirty="0" smtClean="0">
                <a:latin typeface="黑体" panose="02010609060101010101" pitchFamily="49" charset="-122"/>
                <a:ea typeface="黑体" panose="02010609060101010101" pitchFamily="49" charset="-122"/>
              </a:rPr>
              <a:t>有以下</a:t>
            </a:r>
            <a:r>
              <a:rPr lang="zh-CN" altLang="en-US" sz="2200" dirty="0">
                <a:latin typeface="黑体" panose="02010609060101010101" pitchFamily="49" charset="-122"/>
                <a:ea typeface="黑体" panose="02010609060101010101" pitchFamily="49" charset="-122"/>
              </a:rPr>
              <a:t>三种</a:t>
            </a:r>
            <a:r>
              <a:rPr lang="zh-CN" altLang="en-US" sz="2200" dirty="0" smtClean="0">
                <a:latin typeface="黑体" panose="02010609060101010101" pitchFamily="49" charset="-122"/>
                <a:ea typeface="黑体" panose="02010609060101010101" pitchFamily="49" charset="-122"/>
              </a:rPr>
              <a:t>：</a:t>
            </a:r>
            <a:endParaRPr lang="zh-CN" altLang="en-US" sz="2200" dirty="0">
              <a:latin typeface="黑体" panose="02010609060101010101" pitchFamily="49" charset="-122"/>
              <a:ea typeface="黑体" panose="02010609060101010101" pitchFamily="49" charset="-122"/>
            </a:endParaRPr>
          </a:p>
        </p:txBody>
      </p:sp>
      <p:sp>
        <p:nvSpPr>
          <p:cNvPr id="26" name="Rectangle 1"/>
          <p:cNvSpPr>
            <a:spLocks noChangeArrowheads="1"/>
          </p:cNvSpPr>
          <p:nvPr/>
        </p:nvSpPr>
        <p:spPr bwMode="auto">
          <a:xfrm>
            <a:off x="784694" y="4065395"/>
            <a:ext cx="2962991" cy="430887"/>
          </a:xfrm>
          <a:prstGeom prst="rect">
            <a:avLst/>
          </a:prstGeom>
          <a:noFill/>
          <a:ln>
            <a:noFill/>
          </a:ln>
          <a:extLst>
            <a:ext uri="{909E8E84-426E-40DD-AFC4-6F175D3DCCD1}">
              <a14:hiddenFill xmlns:a14="http://schemas.microsoft.com/office/drawing/2010/main">
                <a:solidFill>
                  <a:srgbClr val="FFFF00"/>
                </a:solidFill>
              </a14:hiddenFill>
            </a:ext>
          </a:extLst>
        </p:spPr>
        <p:txBody>
          <a:bodyPr wrap="none" anchor="ctr">
            <a:spAutoFit/>
          </a:bodyPr>
          <a:lstStyle>
            <a:lvl1pPr indent="306705" eaLnBrk="0" hangingPunct="0">
              <a:defRPr kumimoji="1" sz="2000">
                <a:solidFill>
                  <a:srgbClr val="000099"/>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rgbClr val="000099"/>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rgbClr val="000099"/>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rgbClr val="000099"/>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9pPr>
          </a:lstStyle>
          <a:p>
            <a:pPr algn="l" eaLnBrk="1" hangingPunct="1">
              <a:lnSpc>
                <a:spcPct val="100000"/>
              </a:lnSpc>
              <a:buFontTx/>
              <a:buNone/>
            </a:pPr>
            <a:r>
              <a:rPr lang="en-US" altLang="zh-CN" sz="2200" dirty="0">
                <a:solidFill>
                  <a:srgbClr val="0000FF"/>
                </a:solidFill>
              </a:rPr>
              <a:t>1.</a:t>
            </a:r>
            <a:r>
              <a:rPr lang="zh-CN" altLang="en-US" sz="2200" dirty="0">
                <a:solidFill>
                  <a:srgbClr val="0000FF"/>
                </a:solidFill>
              </a:rPr>
              <a:t>两端单向固定支承</a:t>
            </a:r>
            <a:endParaRPr lang="zh-CN" altLang="en-US" sz="2200" dirty="0">
              <a:solidFill>
                <a:srgbClr val="0000FF"/>
              </a:solidFill>
            </a:endParaRPr>
          </a:p>
        </p:txBody>
      </p:sp>
      <p:sp>
        <p:nvSpPr>
          <p:cNvPr id="27" name="Rectangle 1"/>
          <p:cNvSpPr>
            <a:spLocks noChangeArrowheads="1"/>
          </p:cNvSpPr>
          <p:nvPr/>
        </p:nvSpPr>
        <p:spPr bwMode="auto">
          <a:xfrm>
            <a:off x="1128837" y="4481294"/>
            <a:ext cx="4383157" cy="498598"/>
          </a:xfrm>
          <a:prstGeom prst="rect">
            <a:avLst/>
          </a:prstGeom>
          <a:noFill/>
          <a:ln>
            <a:noFill/>
          </a:ln>
          <a:extLst>
            <a:ext uri="{909E8E84-426E-40DD-AFC4-6F175D3DCCD1}">
              <a14:hiddenFill xmlns:a14="http://schemas.microsoft.com/office/drawing/2010/main">
                <a:solidFill>
                  <a:srgbClr val="FFFF00"/>
                </a:solidFill>
              </a14:hiddenFill>
            </a:ext>
          </a:extLst>
        </p:spPr>
        <p:txBody>
          <a:bodyPr wrap="square" anchor="ctr">
            <a:spAutoFit/>
          </a:bodyPr>
          <a:lstStyle>
            <a:lvl1pPr eaLnBrk="0" hangingPunct="0">
              <a:defRPr kumimoji="1" sz="2000">
                <a:solidFill>
                  <a:srgbClr val="000099"/>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rgbClr val="000099"/>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rgbClr val="000099"/>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rgbClr val="000099"/>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buFontTx/>
              <a:buNone/>
            </a:pPr>
            <a:r>
              <a:rPr lang="en-US" altLang="zh-CN" sz="2200" dirty="0">
                <a:solidFill>
                  <a:srgbClr val="0000FF"/>
                </a:solidFill>
              </a:rPr>
              <a:t>2.</a:t>
            </a:r>
            <a:r>
              <a:rPr lang="zh-CN" altLang="en-US" sz="2200" dirty="0">
                <a:solidFill>
                  <a:srgbClr val="0000FF"/>
                </a:solidFill>
              </a:rPr>
              <a:t>一端双向固定、一端游动支承</a:t>
            </a:r>
            <a:endParaRPr lang="zh-CN" altLang="en-US" sz="2200" dirty="0">
              <a:solidFill>
                <a:srgbClr val="0000FF"/>
              </a:solidFill>
            </a:endParaRPr>
          </a:p>
        </p:txBody>
      </p:sp>
      <p:sp>
        <p:nvSpPr>
          <p:cNvPr id="28" name="Rectangle 1"/>
          <p:cNvSpPr>
            <a:spLocks noChangeArrowheads="1"/>
          </p:cNvSpPr>
          <p:nvPr/>
        </p:nvSpPr>
        <p:spPr bwMode="auto">
          <a:xfrm>
            <a:off x="1143166" y="5011147"/>
            <a:ext cx="2771361" cy="444674"/>
          </a:xfrm>
          <a:prstGeom prst="rect">
            <a:avLst/>
          </a:prstGeom>
          <a:noFill/>
          <a:ln>
            <a:noFill/>
          </a:ln>
          <a:extLst>
            <a:ext uri="{909E8E84-426E-40DD-AFC4-6F175D3DCCD1}">
              <a14:hiddenFill xmlns:a14="http://schemas.microsoft.com/office/drawing/2010/main">
                <a:solidFill>
                  <a:srgbClr val="FFFF00"/>
                </a:solidFill>
              </a14:hiddenFill>
            </a:ext>
          </a:extLst>
        </p:spPr>
        <p:txBody>
          <a:bodyPr wrap="square" anchor="ctr">
            <a:spAutoFit/>
          </a:bodyPr>
          <a:lstStyle>
            <a:lvl1pPr eaLnBrk="0" hangingPunct="0">
              <a:defRPr kumimoji="1" sz="2000">
                <a:solidFill>
                  <a:srgbClr val="000099"/>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rgbClr val="000099"/>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rgbClr val="000099"/>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rgbClr val="000099"/>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buFontTx/>
              <a:buNone/>
            </a:pPr>
            <a:r>
              <a:rPr lang="en-US" altLang="zh-CN" sz="2200" dirty="0">
                <a:solidFill>
                  <a:srgbClr val="0000FF"/>
                </a:solidFill>
                <a:latin typeface="黑体" panose="02010609060101010101" pitchFamily="49" charset="-122"/>
                <a:ea typeface="黑体" panose="02010609060101010101" pitchFamily="49" charset="-122"/>
              </a:rPr>
              <a:t>3.</a:t>
            </a:r>
            <a:r>
              <a:rPr lang="zh-CN" altLang="en-US" sz="2200" dirty="0">
                <a:solidFill>
                  <a:srgbClr val="0000FF"/>
                </a:solidFill>
                <a:latin typeface="黑体" panose="02010609060101010101" pitchFamily="49" charset="-122"/>
                <a:ea typeface="黑体" panose="02010609060101010101" pitchFamily="49" charset="-122"/>
              </a:rPr>
              <a:t>两端游动支承</a:t>
            </a:r>
            <a:endParaRPr lang="zh-CN" altLang="en-US" sz="2200" dirty="0">
              <a:solidFill>
                <a:srgbClr val="0000FF"/>
              </a:solidFill>
              <a:latin typeface="黑体" panose="02010609060101010101" pitchFamily="49" charset="-122"/>
              <a:ea typeface="黑体" panose="02010609060101010101" pitchFamily="49" charset="-122"/>
            </a:endParaRPr>
          </a:p>
        </p:txBody>
      </p:sp>
      <p:sp>
        <p:nvSpPr>
          <p:cNvPr id="2" name="Rectangle 67"/>
          <p:cNvSpPr>
            <a:spLocks noChangeArrowheads="1"/>
          </p:cNvSpPr>
          <p:nvPr/>
        </p:nvSpPr>
        <p:spPr bwMode="auto">
          <a:xfrm>
            <a:off x="3181985" y="90647"/>
            <a:ext cx="4945380" cy="5530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kumimoji="1" sz="2000">
                <a:solidFill>
                  <a:srgbClr val="000099"/>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rgbClr val="000099"/>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rgbClr val="000099"/>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rgbClr val="000099"/>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lnSpc>
                <a:spcPct val="100000"/>
              </a:lnSpc>
              <a:buFontTx/>
              <a:buNone/>
            </a:pPr>
            <a:r>
              <a:rPr lang="en-US" altLang="zh-CN" sz="3000" dirty="0" smtClean="0">
                <a:solidFill>
                  <a:srgbClr val="CC3300"/>
                </a:solidFill>
                <a:latin typeface="黑体" panose="02010609060101010101" pitchFamily="49" charset="-122"/>
                <a:ea typeface="黑体" panose="02010609060101010101" pitchFamily="49" charset="-122"/>
              </a:rPr>
              <a:t>3.6-6  </a:t>
            </a:r>
            <a:r>
              <a:rPr lang="zh-CN" altLang="en-US" sz="3000" dirty="0">
                <a:solidFill>
                  <a:srgbClr val="CC3300"/>
                </a:solidFill>
                <a:latin typeface="黑体" panose="02010609060101010101" pitchFamily="49" charset="-122"/>
                <a:ea typeface="黑体" panose="02010609060101010101" pitchFamily="49" charset="-122"/>
              </a:rPr>
              <a:t>滚动轴承装置的设计</a:t>
            </a:r>
            <a:endParaRPr lang="zh-CN" altLang="en-US" sz="3000" dirty="0">
              <a:solidFill>
                <a:srgbClr val="CC3300"/>
              </a:solidFill>
              <a:latin typeface="黑体" panose="02010609060101010101" pitchFamily="49" charset="-122"/>
              <a:ea typeface="黑体" panose="02010609060101010101" pitchFamily="49" charset="-122"/>
            </a:endParaRPr>
          </a:p>
        </p:txBody>
      </p:sp>
    </p:spTree>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561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566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22" presetClass="entr" presetSubtype="8" fill="hold" grpId="0" nodeType="clickEffect">
                                  <p:stCondLst>
                                    <p:cond delay="0"/>
                                  </p:stCondLst>
                                  <p:childTnLst>
                                    <p:set>
                                      <p:cBhvr>
                                        <p:cTn id="14" dur="1" fill="hold">
                                          <p:stCondLst>
                                            <p:cond delay="0"/>
                                          </p:stCondLst>
                                        </p:cTn>
                                        <p:tgtEl>
                                          <p:spTgt spid="24"/>
                                        </p:tgtEl>
                                        <p:attrNameLst>
                                          <p:attrName>style.visibility</p:attrName>
                                        </p:attrNameLst>
                                      </p:cBhvr>
                                      <p:to>
                                        <p:strVal val="visible"/>
                                      </p:to>
                                    </p:set>
                                    <p:animEffect transition="in" filter="wipe(left)">
                                      <p:cBhvr>
                                        <p:cTn id="15" dur="500"/>
                                        <p:tgtEl>
                                          <p:spTgt spid="24"/>
                                        </p:tgtEl>
                                      </p:cBhvr>
                                    </p:animEffec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grpId="0" nodeType="clickEffect">
                                  <p:stCondLst>
                                    <p:cond delay="0"/>
                                  </p:stCondLst>
                                  <p:childTnLst>
                                    <p:set>
                                      <p:cBhvr>
                                        <p:cTn id="19" dur="1" fill="hold">
                                          <p:stCondLst>
                                            <p:cond delay="0"/>
                                          </p:stCondLst>
                                        </p:cTn>
                                        <p:tgtEl>
                                          <p:spTgt spid="25"/>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grpId="0" nodeType="clickEffect">
                                  <p:stCondLst>
                                    <p:cond delay="0"/>
                                  </p:stCondLst>
                                  <p:childTnLst>
                                    <p:set>
                                      <p:cBhvr>
                                        <p:cTn id="23" dur="1" fill="hold">
                                          <p:stCondLst>
                                            <p:cond delay="0"/>
                                          </p:stCondLst>
                                        </p:cTn>
                                        <p:tgtEl>
                                          <p:spTgt spid="26"/>
                                        </p:tgtEl>
                                        <p:attrNameLst>
                                          <p:attrName>style.visibility</p:attrName>
                                        </p:attrNameLst>
                                      </p:cBhvr>
                                      <p:to>
                                        <p:strVal val="visible"/>
                                      </p:to>
                                    </p:set>
                                  </p:childTnLst>
                                </p:cTn>
                              </p:par>
                            </p:childTnLst>
                          </p:cTn>
                        </p:par>
                      </p:childTnLst>
                    </p:cTn>
                  </p:par>
                  <p:par>
                    <p:cTn id="24" fill="hold">
                      <p:stCondLst>
                        <p:cond delay="indefinite"/>
                      </p:stCondLst>
                      <p:childTnLst>
                        <p:par>
                          <p:cTn id="25" fill="hold">
                            <p:stCondLst>
                              <p:cond delay="0"/>
                            </p:stCondLst>
                            <p:childTnLst>
                              <p:par>
                                <p:cTn id="26" presetID="1" presetClass="entr" presetSubtype="0" fill="hold" grpId="0" nodeType="clickEffect">
                                  <p:stCondLst>
                                    <p:cond delay="0"/>
                                  </p:stCondLst>
                                  <p:childTnLst>
                                    <p:set>
                                      <p:cBhvr>
                                        <p:cTn id="27" dur="1" fill="hold">
                                          <p:stCondLst>
                                            <p:cond delay="0"/>
                                          </p:stCondLst>
                                        </p:cTn>
                                        <p:tgtEl>
                                          <p:spTgt spid="27"/>
                                        </p:tgtEl>
                                        <p:attrNameLst>
                                          <p:attrName>style.visibility</p:attrName>
                                        </p:attrNameLst>
                                      </p:cBhvr>
                                      <p:to>
                                        <p:strVal val="visible"/>
                                      </p:to>
                                    </p:set>
                                  </p:childTnLst>
                                </p:cTn>
                              </p:par>
                            </p:childTnLst>
                          </p:cTn>
                        </p:par>
                      </p:childTnLst>
                    </p:cTn>
                  </p:par>
                  <p:par>
                    <p:cTn id="28" fill="hold">
                      <p:stCondLst>
                        <p:cond delay="indefinite"/>
                      </p:stCondLst>
                      <p:childTnLst>
                        <p:par>
                          <p:cTn id="29" fill="hold">
                            <p:stCondLst>
                              <p:cond delay="0"/>
                            </p:stCondLst>
                            <p:childTnLst>
                              <p:par>
                                <p:cTn id="30" presetID="1" presetClass="entr" presetSubtype="0" fill="hold" grpId="0" nodeType="clickEffect">
                                  <p:stCondLst>
                                    <p:cond delay="0"/>
                                  </p:stCondLst>
                                  <p:childTnLst>
                                    <p:set>
                                      <p:cBhvr>
                                        <p:cTn id="31" dur="1" fill="hold">
                                          <p:stCondLst>
                                            <p:cond delay="0"/>
                                          </p:stCondLst>
                                        </p:cTn>
                                        <p:tgtEl>
                                          <p:spTgt spid="2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610" grpId="0"/>
      <p:bldP spid="25660" grpId="0"/>
      <p:bldP spid="24" grpId="0"/>
      <p:bldP spid="25" grpId="0"/>
      <p:bldP spid="26" grpId="0" bldLvl="0" animBg="1"/>
      <p:bldP spid="27" grpId="0" bldLvl="0" animBg="1"/>
      <p:bldP spid="28" grpId="0" bldLvl="0" animBg="1"/>
    </p:bld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7"/>
          <p:cNvSpPr>
            <a:spLocks noGrp="1" noChangeArrowheads="1"/>
          </p:cNvSpPr>
          <p:nvPr>
            <p:ph type="title"/>
          </p:nvPr>
        </p:nvSpPr>
        <p:spPr bwMode="auto">
          <a:xfrm>
            <a:off x="5689600" y="711200"/>
            <a:ext cx="1854200" cy="177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eaLnBrk="1" hangingPunct="1"/>
            <a:r>
              <a:rPr lang="zh-CN" altLang="en-US" sz="800" smtClean="0">
                <a:solidFill>
                  <a:schemeClr val="bg1"/>
                </a:solidFill>
                <a:latin typeface="华文中宋" panose="02010600040101010101" pitchFamily="2" charset="-122"/>
                <a:ea typeface="华文中宋" panose="02010600040101010101" pitchFamily="2" charset="-122"/>
              </a:rPr>
              <a:t>轴承装置的设计</a:t>
            </a:r>
            <a:r>
              <a:rPr lang="en-US" altLang="zh-CN" sz="800" smtClean="0">
                <a:solidFill>
                  <a:schemeClr val="bg1"/>
                </a:solidFill>
                <a:latin typeface="华文中宋" panose="02010600040101010101" pitchFamily="2" charset="-122"/>
                <a:ea typeface="华文中宋" panose="02010600040101010101" pitchFamily="2" charset="-122"/>
              </a:rPr>
              <a:t>1</a:t>
            </a:r>
            <a:endParaRPr lang="en-US" altLang="zh-CN" sz="800" smtClean="0">
              <a:solidFill>
                <a:schemeClr val="bg1"/>
              </a:solidFill>
              <a:latin typeface="华文中宋" panose="02010600040101010101" pitchFamily="2" charset="-122"/>
              <a:ea typeface="华文中宋" panose="02010600040101010101" pitchFamily="2" charset="-122"/>
            </a:endParaRPr>
          </a:p>
        </p:txBody>
      </p:sp>
      <p:pic>
        <p:nvPicPr>
          <p:cNvPr id="25663" name="Picture 63" descr="NEXT1">
            <a:hlinkClick r:id="" action="ppaction://hlinkshowjump?jump=nextslide"/>
          </p:cNvPr>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8774113" y="6489700"/>
            <a:ext cx="306387" cy="306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5664" name="Picture 64" descr="rewind1">
            <a:hlinkClick r:id="" action="ppaction://hlinkshowjump?jump=firstslide"/>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370888" y="6489700"/>
            <a:ext cx="306387" cy="306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7654" name="Text Box 65"/>
          <p:cNvSpPr txBox="1">
            <a:spLocks noChangeArrowheads="1"/>
          </p:cNvSpPr>
          <p:nvPr/>
        </p:nvSpPr>
        <p:spPr bwMode="auto">
          <a:xfrm>
            <a:off x="7505700" y="5908675"/>
            <a:ext cx="9271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57150">
                <a:solidFill>
                  <a:srgbClr val="000000"/>
                </a:solidFill>
                <a:miter lim="800000"/>
                <a:headEnd/>
                <a:tailEnd/>
              </a14:hiddenLine>
            </a:ext>
          </a:extLst>
        </p:spPr>
        <p:txBody>
          <a:bodyPr>
            <a:spAutoFit/>
          </a:bodyPr>
          <a:lstStyle>
            <a:lvl1pPr eaLnBrk="0" hangingPunct="0">
              <a:defRPr kumimoji="1" sz="2000">
                <a:solidFill>
                  <a:srgbClr val="000099"/>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rgbClr val="000099"/>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rgbClr val="000099"/>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rgbClr val="000099"/>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9pPr>
          </a:lstStyle>
          <a:p>
            <a:pPr algn="ctr" eaLnBrk="1" hangingPunct="1">
              <a:lnSpc>
                <a:spcPct val="100000"/>
              </a:lnSpc>
              <a:spcBef>
                <a:spcPct val="50000"/>
              </a:spcBef>
              <a:buFontTx/>
              <a:buNone/>
            </a:pPr>
            <a:r>
              <a:rPr lang="en-US" altLang="zh-CN" sz="1800">
                <a:latin typeface="华文中宋" panose="02010600040101010101" pitchFamily="2" charset="-122"/>
              </a:rPr>
              <a:t>  </a:t>
            </a:r>
            <a:endParaRPr lang="en-US" altLang="zh-CN" sz="1800">
              <a:latin typeface="华文中宋" panose="02010600040101010101" pitchFamily="2" charset="-122"/>
            </a:endParaRPr>
          </a:p>
        </p:txBody>
      </p:sp>
      <p:sp>
        <p:nvSpPr>
          <p:cNvPr id="33801" name="Rectangle 1"/>
          <p:cNvSpPr>
            <a:spLocks noChangeArrowheads="1"/>
          </p:cNvSpPr>
          <p:nvPr/>
        </p:nvSpPr>
        <p:spPr bwMode="auto">
          <a:xfrm>
            <a:off x="191328" y="740370"/>
            <a:ext cx="2962991" cy="430887"/>
          </a:xfrm>
          <a:prstGeom prst="rect">
            <a:avLst/>
          </a:prstGeom>
          <a:solidFill>
            <a:srgbClr val="FFFF00"/>
          </a:solidFill>
          <a:ln>
            <a:noFill/>
          </a:ln>
        </p:spPr>
        <p:txBody>
          <a:bodyPr wrap="none" anchor="ctr">
            <a:spAutoFit/>
          </a:bodyPr>
          <a:lstStyle>
            <a:lvl1pPr indent="306705" eaLnBrk="0" hangingPunct="0">
              <a:defRPr kumimoji="1" sz="2000">
                <a:solidFill>
                  <a:srgbClr val="000099"/>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rgbClr val="000099"/>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rgbClr val="000099"/>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rgbClr val="000099"/>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lnSpc>
                <a:spcPct val="100000"/>
              </a:lnSpc>
              <a:buFontTx/>
              <a:buNone/>
            </a:pPr>
            <a:r>
              <a:rPr lang="en-US" altLang="zh-CN" sz="2200" dirty="0">
                <a:solidFill>
                  <a:srgbClr val="0000FF"/>
                </a:solidFill>
              </a:rPr>
              <a:t>1.</a:t>
            </a:r>
            <a:r>
              <a:rPr lang="zh-CN" altLang="en-US" sz="2200" dirty="0">
                <a:solidFill>
                  <a:srgbClr val="0000FF"/>
                </a:solidFill>
              </a:rPr>
              <a:t>两端单向固定支承</a:t>
            </a:r>
            <a:endParaRPr lang="zh-CN" altLang="en-US" sz="2200" dirty="0">
              <a:solidFill>
                <a:srgbClr val="0000FF"/>
              </a:solidFill>
            </a:endParaRPr>
          </a:p>
        </p:txBody>
      </p:sp>
      <p:sp>
        <p:nvSpPr>
          <p:cNvPr id="33802" name="Rectangle 2"/>
          <p:cNvSpPr>
            <a:spLocks noChangeArrowheads="1"/>
          </p:cNvSpPr>
          <p:nvPr/>
        </p:nvSpPr>
        <p:spPr bwMode="auto">
          <a:xfrm>
            <a:off x="233045" y="1232218"/>
            <a:ext cx="8639810" cy="12452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lvl1pPr indent="304800" eaLnBrk="0" hangingPunct="0">
              <a:defRPr kumimoji="1" sz="2000">
                <a:solidFill>
                  <a:srgbClr val="000099"/>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rgbClr val="000099"/>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rgbClr val="000099"/>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rgbClr val="000099"/>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9pPr>
          </a:lstStyle>
          <a:p>
            <a:pPr marL="0" eaLnBrk="1" latinLnBrk="0" hangingPunct="1">
              <a:lnSpc>
                <a:spcPts val="3000"/>
              </a:lnSpc>
              <a:buFontTx/>
              <a:buNone/>
            </a:pPr>
            <a:r>
              <a:rPr lang="zh-CN" altLang="en-US" dirty="0"/>
              <a:t>用两个正装的角接触球轴承或圆锥滚子轴承、两个深沟球轴承配置在轴系的两端，两个轴承各限制轴在一个方向的轴向移动。安装时，通过调整轴承内圈的轴向位置，可使轴承达到理想的游隙或所要求的预紧程度。</a:t>
            </a:r>
            <a:endParaRPr lang="zh-CN" altLang="en-US" dirty="0"/>
          </a:p>
        </p:txBody>
      </p:sp>
      <p:sp>
        <p:nvSpPr>
          <p:cNvPr id="13" name="直接连接符 6"/>
          <p:cNvSpPr>
            <a:spLocks noChangeShapeType="1"/>
          </p:cNvSpPr>
          <p:nvPr/>
        </p:nvSpPr>
        <p:spPr bwMode="auto">
          <a:xfrm>
            <a:off x="0" y="572669"/>
            <a:ext cx="9144000" cy="0"/>
          </a:xfrm>
          <a:prstGeom prst="line">
            <a:avLst/>
          </a:prstGeom>
          <a:noFill/>
          <a:ln w="28575">
            <a:solidFill>
              <a:srgbClr val="CC3300"/>
            </a:solidFill>
            <a:miter lim="800000"/>
          </a:ln>
          <a:extLst>
            <a:ext uri="{909E8E84-426E-40DD-AFC4-6F175D3DCCD1}">
              <a14:hiddenFill xmlns:a14="http://schemas.microsoft.com/office/drawing/2010/main">
                <a:noFill/>
              </a14:hiddenFill>
            </a:ext>
          </a:extLst>
        </p:spPr>
        <p:txBody>
          <a:bodyPr/>
          <a:lstStyle/>
          <a:p>
            <a:endParaRPr lang="zh-CN" altLang="en-US"/>
          </a:p>
        </p:txBody>
      </p:sp>
      <p:grpSp>
        <p:nvGrpSpPr>
          <p:cNvPr id="12" name="Group 8"/>
          <p:cNvGrpSpPr/>
          <p:nvPr/>
        </p:nvGrpSpPr>
        <p:grpSpPr bwMode="auto">
          <a:xfrm>
            <a:off x="1288706" y="2467531"/>
            <a:ext cx="2263775" cy="461963"/>
            <a:chOff x="1512" y="1935"/>
            <a:chExt cx="1426" cy="291"/>
          </a:xfrm>
        </p:grpSpPr>
        <p:sp>
          <p:nvSpPr>
            <p:cNvPr id="14" name="Text Box 9"/>
            <p:cNvSpPr txBox="1">
              <a:spLocks noChangeArrowheads="1"/>
            </p:cNvSpPr>
            <p:nvPr/>
          </p:nvSpPr>
          <p:spPr bwMode="auto">
            <a:xfrm>
              <a:off x="1512" y="1935"/>
              <a:ext cx="439"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buNone/>
              </a:pPr>
              <a:r>
                <a:rPr lang="zh-CN" altLang="en-US" b="1" dirty="0">
                  <a:latin typeface="华文中宋" panose="02010600040101010101" pitchFamily="2" charset="-122"/>
                </a:rPr>
                <a:t>用于</a:t>
              </a:r>
              <a:endParaRPr lang="zh-CN" altLang="en-US" b="1" dirty="0">
                <a:latin typeface="华文中宋" panose="02010600040101010101" pitchFamily="2" charset="-122"/>
              </a:endParaRPr>
            </a:p>
          </p:txBody>
        </p:sp>
        <p:graphicFrame>
          <p:nvGraphicFramePr>
            <p:cNvPr id="15" name="Object 10"/>
            <p:cNvGraphicFramePr>
              <a:graphicFrameLocks noChangeAspect="1"/>
            </p:cNvGraphicFramePr>
            <p:nvPr/>
          </p:nvGraphicFramePr>
          <p:xfrm>
            <a:off x="2026" y="1957"/>
            <a:ext cx="912" cy="232"/>
          </p:xfrm>
          <a:graphic>
            <a:graphicData uri="http://schemas.openxmlformats.org/presentationml/2006/ole">
              <mc:AlternateContent xmlns:mc="http://schemas.openxmlformats.org/markup-compatibility/2006">
                <mc:Choice xmlns:v="urn:schemas-microsoft-com:vml" Requires="v">
                  <p:oleObj spid="_x0000_s14346" name="Equation" r:id="rId3" imgW="698500" imgH="177800" progId="Equation.3">
                    <p:embed/>
                  </p:oleObj>
                </mc:Choice>
                <mc:Fallback>
                  <p:oleObj name="Equation" r:id="rId3" imgW="698500" imgH="177800" progId="Equation.3">
                    <p:embed/>
                    <p:pic>
                      <p:nvPicPr>
                        <p:cNvPr id="0" name="图片 1434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026" y="1957"/>
                          <a:ext cx="912" cy="23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
        <p:nvSpPr>
          <p:cNvPr id="16" name="Text Box 11"/>
          <p:cNvSpPr txBox="1">
            <a:spLocks noChangeArrowheads="1"/>
          </p:cNvSpPr>
          <p:nvPr/>
        </p:nvSpPr>
        <p:spPr bwMode="auto">
          <a:xfrm>
            <a:off x="2237892" y="2889941"/>
            <a:ext cx="105189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buNone/>
            </a:pPr>
            <a:r>
              <a:rPr lang="en-US" altLang="zh-CN" b="1" dirty="0">
                <a:latin typeface="华文中宋" panose="02010600040101010101" pitchFamily="2" charset="-122"/>
              </a:rPr>
              <a:t>t</a:t>
            </a:r>
            <a:r>
              <a:rPr lang="en-US" altLang="zh-CN" sz="2000" b="1" dirty="0">
                <a:latin typeface="华文中宋" panose="02010600040101010101" pitchFamily="2" charset="-122"/>
              </a:rPr>
              <a:t>℃</a:t>
            </a:r>
            <a:r>
              <a:rPr lang="zh-CN" altLang="en-US" b="1" dirty="0">
                <a:latin typeface="华文中宋" panose="02010600040101010101" pitchFamily="2" charset="-122"/>
              </a:rPr>
              <a:t>不高</a:t>
            </a:r>
            <a:endParaRPr lang="zh-CN" altLang="en-US" b="1" dirty="0">
              <a:latin typeface="华文中宋" panose="02010600040101010101" pitchFamily="2" charset="-122"/>
            </a:endParaRPr>
          </a:p>
        </p:txBody>
      </p:sp>
      <p:sp>
        <p:nvSpPr>
          <p:cNvPr id="17" name="Rectangle 12"/>
          <p:cNvSpPr>
            <a:spLocks noChangeArrowheads="1"/>
          </p:cNvSpPr>
          <p:nvPr/>
        </p:nvSpPr>
        <p:spPr bwMode="auto">
          <a:xfrm>
            <a:off x="1122018" y="3399597"/>
            <a:ext cx="5057775"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20000"/>
              </a:lnSpc>
              <a:spcBef>
                <a:spcPct val="50000"/>
              </a:spcBef>
              <a:buNone/>
            </a:pPr>
            <a:r>
              <a:rPr lang="zh-CN" altLang="en-US" b="1" dirty="0">
                <a:solidFill>
                  <a:srgbClr val="000099"/>
                </a:solidFill>
                <a:effectLst>
                  <a:outerShdw blurRad="38100" dist="38100" dir="2700000" algn="tl">
                    <a:srgbClr val="C0C0C0"/>
                  </a:outerShdw>
                </a:effectLst>
                <a:latin typeface="华文中宋" panose="02010600040101010101" pitchFamily="2" charset="-122"/>
              </a:rPr>
              <a:t>每个轴承承受</a:t>
            </a:r>
            <a:r>
              <a:rPr lang="zh-CN" altLang="en-US" b="1" dirty="0">
                <a:solidFill>
                  <a:srgbClr val="FF00FF"/>
                </a:solidFill>
                <a:effectLst>
                  <a:outerShdw blurRad="38100" dist="38100" dir="2700000" algn="tl">
                    <a:srgbClr val="C0C0C0"/>
                  </a:outerShdw>
                </a:effectLst>
                <a:latin typeface="华文中宋" panose="02010600040101010101" pitchFamily="2" charset="-122"/>
              </a:rPr>
              <a:t>单方向的轴向力</a:t>
            </a:r>
            <a:r>
              <a:rPr lang="zh-CN" altLang="en-US" b="1" dirty="0">
                <a:solidFill>
                  <a:schemeClr val="accent2"/>
                </a:solidFill>
                <a:effectLst>
                  <a:outerShdw blurRad="38100" dist="38100" dir="2700000" algn="tl">
                    <a:srgbClr val="C0C0C0"/>
                  </a:outerShdw>
                </a:effectLst>
                <a:latin typeface="华文中宋" panose="02010600040101010101" pitchFamily="2" charset="-122"/>
              </a:rPr>
              <a:t>。</a:t>
            </a:r>
            <a:endParaRPr lang="zh-CN" altLang="en-US" b="1" dirty="0">
              <a:solidFill>
                <a:schemeClr val="accent2"/>
              </a:solidFill>
              <a:effectLst>
                <a:outerShdw blurRad="38100" dist="38100" dir="2700000" algn="tl">
                  <a:srgbClr val="C0C0C0"/>
                </a:outerShdw>
              </a:effectLst>
              <a:latin typeface="华文中宋" panose="02010600040101010101" pitchFamily="2" charset="-122"/>
            </a:endParaRPr>
          </a:p>
        </p:txBody>
      </p:sp>
      <p:grpSp>
        <p:nvGrpSpPr>
          <p:cNvPr id="18" name="Group 13"/>
          <p:cNvGrpSpPr/>
          <p:nvPr/>
        </p:nvGrpSpPr>
        <p:grpSpPr bwMode="auto">
          <a:xfrm>
            <a:off x="3658500" y="2648779"/>
            <a:ext cx="2346326" cy="546100"/>
            <a:chOff x="2986" y="2045"/>
            <a:chExt cx="1478" cy="344"/>
          </a:xfrm>
        </p:grpSpPr>
        <p:sp>
          <p:nvSpPr>
            <p:cNvPr id="19" name="Line 14"/>
            <p:cNvSpPr>
              <a:spLocks noChangeShapeType="1"/>
            </p:cNvSpPr>
            <p:nvPr/>
          </p:nvSpPr>
          <p:spPr bwMode="auto">
            <a:xfrm>
              <a:off x="2986" y="2053"/>
              <a:ext cx="288" cy="166"/>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buNone/>
              </a:pPr>
              <a:endParaRPr lang="zh-CN" altLang="en-US"/>
            </a:p>
          </p:txBody>
        </p:sp>
        <p:sp>
          <p:nvSpPr>
            <p:cNvPr id="20" name="Line 15"/>
            <p:cNvSpPr>
              <a:spLocks noChangeShapeType="1"/>
            </p:cNvSpPr>
            <p:nvPr/>
          </p:nvSpPr>
          <p:spPr bwMode="auto">
            <a:xfrm flipV="1">
              <a:off x="2986" y="2223"/>
              <a:ext cx="288" cy="166"/>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buNone/>
              </a:pPr>
              <a:endParaRPr lang="zh-CN" altLang="en-US"/>
            </a:p>
          </p:txBody>
        </p:sp>
        <p:sp>
          <p:nvSpPr>
            <p:cNvPr id="21" name="Text Box 16"/>
            <p:cNvSpPr txBox="1">
              <a:spLocks noChangeArrowheads="1"/>
            </p:cNvSpPr>
            <p:nvPr/>
          </p:nvSpPr>
          <p:spPr bwMode="auto">
            <a:xfrm>
              <a:off x="3327" y="2048"/>
              <a:ext cx="215"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buNone/>
              </a:pPr>
              <a:r>
                <a:rPr lang="en-US" altLang="zh-CN" b="1">
                  <a:solidFill>
                    <a:srgbClr val="FF3300"/>
                  </a:solidFill>
                  <a:latin typeface="华文中宋" panose="02010600040101010101" pitchFamily="2" charset="-122"/>
                </a:rPr>
                <a:t>Δ</a:t>
              </a:r>
              <a:endParaRPr lang="en-US" altLang="zh-CN" b="1">
                <a:solidFill>
                  <a:srgbClr val="FF3300"/>
                </a:solidFill>
                <a:latin typeface="华文中宋" panose="02010600040101010101" pitchFamily="2" charset="-122"/>
              </a:endParaRPr>
            </a:p>
          </p:txBody>
        </p:sp>
        <p:sp>
          <p:nvSpPr>
            <p:cNvPr id="22" name="Text Box 17"/>
            <p:cNvSpPr txBox="1">
              <a:spLocks noChangeArrowheads="1"/>
            </p:cNvSpPr>
            <p:nvPr/>
          </p:nvSpPr>
          <p:spPr bwMode="auto">
            <a:xfrm>
              <a:off x="3540" y="2045"/>
              <a:ext cx="924"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nSpc>
                  <a:spcPct val="120000"/>
                </a:lnSpc>
                <a:buNone/>
              </a:pPr>
              <a:r>
                <a:rPr lang="zh-CN" altLang="en-US" b="1" dirty="0" smtClean="0">
                  <a:solidFill>
                    <a:srgbClr val="FF3300"/>
                  </a:solidFill>
                  <a:latin typeface="华文中宋" panose="02010600040101010101" pitchFamily="2" charset="-122"/>
                </a:rPr>
                <a:t>不大</a:t>
              </a:r>
              <a:r>
                <a:rPr lang="zh-CN" altLang="en-US" b="1" dirty="0" smtClean="0">
                  <a:latin typeface="华文中宋" panose="02010600040101010101" pitchFamily="2" charset="-122"/>
                </a:rPr>
                <a:t>的轴。</a:t>
              </a:r>
              <a:endParaRPr lang="zh-CN" altLang="en-US" b="1" dirty="0">
                <a:latin typeface="华文中宋" panose="02010600040101010101" pitchFamily="2" charset="-122"/>
              </a:endParaRPr>
            </a:p>
          </p:txBody>
        </p:sp>
        <p:graphicFrame>
          <p:nvGraphicFramePr>
            <p:cNvPr id="23" name="Object 18"/>
            <p:cNvGraphicFramePr>
              <a:graphicFrameLocks noChangeAspect="1"/>
            </p:cNvGraphicFramePr>
            <p:nvPr/>
          </p:nvGraphicFramePr>
          <p:xfrm>
            <a:off x="3478" y="2106"/>
            <a:ext cx="139" cy="193"/>
          </p:xfrm>
          <a:graphic>
            <a:graphicData uri="http://schemas.openxmlformats.org/presentationml/2006/ole">
              <mc:AlternateContent xmlns:mc="http://schemas.openxmlformats.org/markup-compatibility/2006">
                <mc:Choice xmlns:v="urn:schemas-microsoft-com:vml" Requires="v">
                  <p:oleObj spid="_x0000_s14347" name="位图图像" r:id="rId5" imgW="123825" imgH="171450" progId="Paint.Picture">
                    <p:embed/>
                  </p:oleObj>
                </mc:Choice>
                <mc:Fallback>
                  <p:oleObj name="位图图像" r:id="rId5" imgW="123825" imgH="171450" progId="Paint.Picture">
                    <p:embed/>
                    <p:pic>
                      <p:nvPicPr>
                        <p:cNvPr id="0" name="图片 1434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478" y="2106"/>
                          <a:ext cx="139" cy="19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sp>
        <p:nvSpPr>
          <p:cNvPr id="24" name="Text Box 19"/>
          <p:cNvSpPr txBox="1">
            <a:spLocks noChangeArrowheads="1"/>
          </p:cNvSpPr>
          <p:nvPr/>
        </p:nvSpPr>
        <p:spPr bwMode="auto">
          <a:xfrm>
            <a:off x="1053755" y="3818518"/>
            <a:ext cx="5596404"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buNone/>
            </a:pPr>
            <a:r>
              <a:rPr lang="zh-CN" altLang="en-US" b="1" dirty="0">
                <a:latin typeface="华文中宋" panose="02010600040101010101" pitchFamily="2" charset="-122"/>
              </a:rPr>
              <a:t>组合后，限制轴双向移动，承受双向轴向力</a:t>
            </a:r>
            <a:r>
              <a:rPr lang="en-US" altLang="zh-CN" b="1" dirty="0">
                <a:latin typeface="华文中宋" panose="02010600040101010101" pitchFamily="2" charset="-122"/>
              </a:rPr>
              <a:t>F</a:t>
            </a:r>
            <a:r>
              <a:rPr lang="en-US" altLang="zh-CN" b="1" baseline="-25000" dirty="0">
                <a:latin typeface="华文中宋" panose="02010600040101010101" pitchFamily="2" charset="-122"/>
              </a:rPr>
              <a:t>A</a:t>
            </a:r>
            <a:r>
              <a:rPr lang="zh-CN" altLang="en-US" b="1" dirty="0">
                <a:latin typeface="华文中宋" panose="02010600040101010101" pitchFamily="2" charset="-122"/>
              </a:rPr>
              <a:t>。</a:t>
            </a:r>
            <a:endParaRPr lang="zh-CN" altLang="en-US" b="1" dirty="0">
              <a:latin typeface="华文中宋" panose="02010600040101010101" pitchFamily="2" charset="-122"/>
            </a:endParaRPr>
          </a:p>
        </p:txBody>
      </p:sp>
      <p:sp>
        <p:nvSpPr>
          <p:cNvPr id="25" name="Text Box 2"/>
          <p:cNvSpPr txBox="1">
            <a:spLocks noChangeArrowheads="1"/>
          </p:cNvSpPr>
          <p:nvPr/>
        </p:nvSpPr>
        <p:spPr bwMode="auto">
          <a:xfrm>
            <a:off x="1241218" y="5536786"/>
            <a:ext cx="6697662"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20000"/>
              </a:lnSpc>
              <a:buNone/>
            </a:pPr>
            <a:r>
              <a:rPr lang="zh-CN" altLang="en-US" b="1" dirty="0">
                <a:latin typeface="华文中宋" panose="02010600040101010101" pitchFamily="2" charset="-122"/>
              </a:rPr>
              <a:t>安装时，轴承外圈与端盖</a:t>
            </a:r>
            <a:r>
              <a:rPr lang="zh-CN" altLang="en-US" b="1" u="sng" dirty="0">
                <a:solidFill>
                  <a:srgbClr val="FF00FF"/>
                </a:solidFill>
                <a:latin typeface="华文中宋" panose="02010600040101010101" pitchFamily="2" charset="-122"/>
              </a:rPr>
              <a:t>间隙：</a:t>
            </a:r>
            <a:r>
              <a:rPr lang="en-US" altLang="zh-CN" b="1" u="sng" dirty="0">
                <a:solidFill>
                  <a:srgbClr val="FF00FF"/>
                </a:solidFill>
                <a:latin typeface="华文中宋" panose="02010600040101010101" pitchFamily="2" charset="-122"/>
              </a:rPr>
              <a:t>0.25~0.4mm</a:t>
            </a:r>
            <a:endParaRPr lang="en-US" altLang="zh-CN" b="1" dirty="0">
              <a:latin typeface="华文中宋" panose="02010600040101010101" pitchFamily="2" charset="-122"/>
            </a:endParaRPr>
          </a:p>
        </p:txBody>
      </p:sp>
      <p:grpSp>
        <p:nvGrpSpPr>
          <p:cNvPr id="26" name="Group 3"/>
          <p:cNvGrpSpPr/>
          <p:nvPr/>
        </p:nvGrpSpPr>
        <p:grpSpPr bwMode="auto">
          <a:xfrm>
            <a:off x="6242191" y="5913644"/>
            <a:ext cx="2486026" cy="525462"/>
            <a:chOff x="3834" y="3326"/>
            <a:chExt cx="1566" cy="331"/>
          </a:xfrm>
        </p:grpSpPr>
        <p:sp>
          <p:nvSpPr>
            <p:cNvPr id="27" name="Line 4"/>
            <p:cNvSpPr>
              <a:spLocks noChangeShapeType="1"/>
            </p:cNvSpPr>
            <p:nvPr/>
          </p:nvSpPr>
          <p:spPr bwMode="auto">
            <a:xfrm>
              <a:off x="3834" y="3326"/>
              <a:ext cx="375" cy="66"/>
            </a:xfrm>
            <a:prstGeom prst="line">
              <a:avLst/>
            </a:prstGeom>
            <a:noFill/>
            <a:ln w="9525">
              <a:solidFill>
                <a:schemeClr val="tx1"/>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buNone/>
              </a:pPr>
              <a:endParaRPr lang="zh-CN" altLang="en-US"/>
            </a:p>
          </p:txBody>
        </p:sp>
        <p:sp>
          <p:nvSpPr>
            <p:cNvPr id="28" name="Text Box 5"/>
            <p:cNvSpPr txBox="1">
              <a:spLocks noChangeArrowheads="1"/>
            </p:cNvSpPr>
            <p:nvPr/>
          </p:nvSpPr>
          <p:spPr bwMode="auto">
            <a:xfrm>
              <a:off x="4153" y="3395"/>
              <a:ext cx="1247" cy="2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a:spAutoFit/>
            </a:bodyPr>
            <a:lstStyle/>
            <a:p>
              <a:pPr>
                <a:buNone/>
              </a:pPr>
              <a:r>
                <a:rPr lang="zh-CN" altLang="en-US" b="1" dirty="0">
                  <a:solidFill>
                    <a:srgbClr val="FF0000"/>
                  </a:solidFill>
                  <a:latin typeface="华文中宋" panose="02010600040101010101" pitchFamily="2" charset="-122"/>
                </a:rPr>
                <a:t>很小，不必画出</a:t>
              </a:r>
              <a:endParaRPr lang="zh-CN" altLang="en-US" b="1" dirty="0">
                <a:solidFill>
                  <a:srgbClr val="FF0000"/>
                </a:solidFill>
                <a:latin typeface="华文中宋" panose="02010600040101010101" pitchFamily="2" charset="-122"/>
              </a:endParaRPr>
            </a:p>
          </p:txBody>
        </p:sp>
      </p:grpSp>
      <p:sp>
        <p:nvSpPr>
          <p:cNvPr id="29" name="Rectangle 7"/>
          <p:cNvSpPr>
            <a:spLocks noChangeArrowheads="1"/>
          </p:cNvSpPr>
          <p:nvPr/>
        </p:nvSpPr>
        <p:spPr bwMode="auto">
          <a:xfrm>
            <a:off x="951051" y="6136379"/>
            <a:ext cx="5827236"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buNone/>
            </a:pPr>
            <a:r>
              <a:rPr lang="en-US" altLang="zh-CN" b="1" dirty="0"/>
              <a:t>——</a:t>
            </a:r>
            <a:r>
              <a:rPr lang="zh-CN" altLang="en-US" b="1" dirty="0">
                <a:latin typeface="华文中宋" panose="02010600040101010101" pitchFamily="2" charset="-122"/>
              </a:rPr>
              <a:t>允许轴少量热膨胀，用</a:t>
            </a:r>
            <a:r>
              <a:rPr lang="zh-CN" altLang="en-US" b="1" dirty="0">
                <a:solidFill>
                  <a:srgbClr val="CC3300"/>
                </a:solidFill>
                <a:effectLst>
                  <a:outerShdw blurRad="38100" dist="38100" dir="2700000" algn="tl">
                    <a:srgbClr val="C0C0C0"/>
                  </a:outerShdw>
                </a:effectLst>
                <a:latin typeface="华文中宋" panose="02010600040101010101" pitchFamily="2" charset="-122"/>
              </a:rPr>
              <a:t>垫片</a:t>
            </a:r>
            <a:r>
              <a:rPr lang="zh-CN" altLang="en-US" b="1" dirty="0">
                <a:latin typeface="华文中宋" panose="02010600040101010101" pitchFamily="2" charset="-122"/>
              </a:rPr>
              <a:t>或</a:t>
            </a:r>
            <a:r>
              <a:rPr lang="zh-CN" altLang="en-US" b="1" dirty="0">
                <a:solidFill>
                  <a:srgbClr val="000099"/>
                </a:solidFill>
                <a:latin typeface="华文中宋" panose="02010600040101010101" pitchFamily="2" charset="-122"/>
              </a:rPr>
              <a:t>调整螺钉</a:t>
            </a:r>
            <a:r>
              <a:rPr lang="zh-CN" altLang="en-US" b="1" dirty="0">
                <a:latin typeface="华文中宋" panose="02010600040101010101" pitchFamily="2" charset="-122"/>
              </a:rPr>
              <a:t>调节。</a:t>
            </a:r>
            <a:endParaRPr lang="zh-CN" altLang="en-US" b="1" dirty="0">
              <a:latin typeface="华文中宋" panose="02010600040101010101" pitchFamily="2" charset="-122"/>
            </a:endParaRPr>
          </a:p>
        </p:txBody>
      </p:sp>
      <p:grpSp>
        <p:nvGrpSpPr>
          <p:cNvPr id="30" name="Group 20"/>
          <p:cNvGrpSpPr/>
          <p:nvPr/>
        </p:nvGrpSpPr>
        <p:grpSpPr bwMode="auto">
          <a:xfrm>
            <a:off x="2676801" y="4751529"/>
            <a:ext cx="2692400" cy="947738"/>
            <a:chOff x="2585" y="3692"/>
            <a:chExt cx="1696" cy="597"/>
          </a:xfrm>
        </p:grpSpPr>
        <p:sp>
          <p:nvSpPr>
            <p:cNvPr id="31" name="Line 21"/>
            <p:cNvSpPr>
              <a:spLocks noChangeShapeType="1"/>
            </p:cNvSpPr>
            <p:nvPr/>
          </p:nvSpPr>
          <p:spPr bwMode="auto">
            <a:xfrm>
              <a:off x="2585" y="3692"/>
              <a:ext cx="288" cy="167"/>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32" name="Group 22"/>
            <p:cNvGrpSpPr/>
            <p:nvPr/>
          </p:nvGrpSpPr>
          <p:grpSpPr bwMode="auto">
            <a:xfrm>
              <a:off x="2899" y="3766"/>
              <a:ext cx="1382" cy="523"/>
              <a:chOff x="2120" y="3800"/>
              <a:chExt cx="1382" cy="523"/>
            </a:xfrm>
          </p:grpSpPr>
          <p:sp>
            <p:nvSpPr>
              <p:cNvPr id="33" name="Text Box 23"/>
              <p:cNvSpPr txBox="1">
                <a:spLocks noChangeArrowheads="1"/>
              </p:cNvSpPr>
              <p:nvPr/>
            </p:nvSpPr>
            <p:spPr bwMode="auto">
              <a:xfrm>
                <a:off x="2120" y="3800"/>
                <a:ext cx="1007" cy="5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buNone/>
                </a:pPr>
                <a:r>
                  <a:rPr lang="en-US" altLang="zh-CN" b="1" dirty="0" err="1" smtClean="0">
                    <a:latin typeface="华文中宋" panose="02010600040101010101" pitchFamily="2" charset="-122"/>
                  </a:rPr>
                  <a:t>F</a:t>
                </a:r>
                <a:r>
                  <a:rPr lang="en-US" altLang="zh-CN" b="1" baseline="-25000" dirty="0" err="1" smtClean="0">
                    <a:latin typeface="华文中宋" panose="02010600040101010101" pitchFamily="2" charset="-122"/>
                  </a:rPr>
                  <a:t>a</a:t>
                </a:r>
                <a:r>
                  <a:rPr lang="zh-CN" altLang="en-US" b="1" dirty="0" smtClean="0">
                    <a:latin typeface="华文中宋" panose="02010600040101010101" pitchFamily="2" charset="-122"/>
                  </a:rPr>
                  <a:t>大</a:t>
                </a:r>
                <a:r>
                  <a:rPr lang="en-US" altLang="zh-CN" b="1" dirty="0">
                    <a:latin typeface="华文中宋" panose="02010600040101010101" pitchFamily="2" charset="-122"/>
                  </a:rPr>
                  <a:t>:</a:t>
                </a:r>
                <a:r>
                  <a:rPr lang="en-US" altLang="zh-CN" b="1" dirty="0">
                    <a:solidFill>
                      <a:srgbClr val="FF00FF"/>
                    </a:solidFill>
                    <a:latin typeface="华文中宋" panose="02010600040101010101" pitchFamily="2" charset="-122"/>
                  </a:rPr>
                  <a:t>30000</a:t>
                </a:r>
                <a:endParaRPr lang="en-US" altLang="zh-CN" b="1" dirty="0">
                  <a:solidFill>
                    <a:srgbClr val="FF00FF"/>
                  </a:solidFill>
                  <a:latin typeface="华文中宋" panose="02010600040101010101" pitchFamily="2" charset="-122"/>
                </a:endParaRPr>
              </a:p>
              <a:p>
                <a:pPr>
                  <a:buNone/>
                </a:pPr>
                <a:r>
                  <a:rPr lang="en-US" altLang="zh-CN" b="1" dirty="0">
                    <a:latin typeface="华文中宋" panose="02010600040101010101" pitchFamily="2" charset="-122"/>
                  </a:rPr>
                  <a:t>       </a:t>
                </a:r>
                <a:r>
                  <a:rPr lang="en-US" altLang="zh-CN" b="1" dirty="0">
                    <a:solidFill>
                      <a:srgbClr val="FF00FF"/>
                    </a:solidFill>
                    <a:latin typeface="华文中宋" panose="02010600040101010101" pitchFamily="2" charset="-122"/>
                  </a:rPr>
                  <a:t>70000</a:t>
                </a:r>
                <a:endParaRPr lang="en-US" altLang="zh-CN" b="1" dirty="0">
                  <a:solidFill>
                    <a:srgbClr val="FF00FF"/>
                  </a:solidFill>
                  <a:latin typeface="华文中宋" panose="02010600040101010101" pitchFamily="2" charset="-122"/>
                </a:endParaRPr>
              </a:p>
            </p:txBody>
          </p:sp>
          <p:sp>
            <p:nvSpPr>
              <p:cNvPr id="34" name="Text Box 24"/>
              <p:cNvSpPr txBox="1">
                <a:spLocks noChangeArrowheads="1"/>
              </p:cNvSpPr>
              <p:nvPr/>
            </p:nvSpPr>
            <p:spPr bwMode="auto">
              <a:xfrm>
                <a:off x="3224" y="3811"/>
                <a:ext cx="278"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buNone/>
                </a:pPr>
                <a:r>
                  <a:rPr lang="zh-CN" altLang="en-US" b="1" dirty="0">
                    <a:latin typeface="华文中宋" panose="02010600040101010101" pitchFamily="2" charset="-122"/>
                  </a:rPr>
                  <a:t>型</a:t>
                </a:r>
                <a:endParaRPr lang="zh-CN" altLang="en-US" b="1" dirty="0">
                  <a:latin typeface="华文中宋" panose="02010600040101010101" pitchFamily="2" charset="-122"/>
                </a:endParaRPr>
              </a:p>
            </p:txBody>
          </p:sp>
        </p:grpSp>
      </p:grpSp>
      <p:grpSp>
        <p:nvGrpSpPr>
          <p:cNvPr id="35" name="Group 25"/>
          <p:cNvGrpSpPr/>
          <p:nvPr/>
        </p:nvGrpSpPr>
        <p:grpSpPr bwMode="auto">
          <a:xfrm>
            <a:off x="2707931" y="4254845"/>
            <a:ext cx="2266950" cy="476250"/>
            <a:chOff x="4300" y="3304"/>
            <a:chExt cx="1428" cy="300"/>
          </a:xfrm>
        </p:grpSpPr>
        <p:sp>
          <p:nvSpPr>
            <p:cNvPr id="36" name="Line 26"/>
            <p:cNvSpPr>
              <a:spLocks noChangeShapeType="1"/>
            </p:cNvSpPr>
            <p:nvPr/>
          </p:nvSpPr>
          <p:spPr bwMode="auto">
            <a:xfrm flipV="1">
              <a:off x="4300" y="3437"/>
              <a:ext cx="288" cy="167"/>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7" name="Rectangle 27"/>
            <p:cNvSpPr>
              <a:spLocks noChangeArrowheads="1"/>
            </p:cNvSpPr>
            <p:nvPr/>
          </p:nvSpPr>
          <p:spPr bwMode="auto">
            <a:xfrm>
              <a:off x="4559" y="3304"/>
              <a:ext cx="1169"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buNone/>
              </a:pPr>
              <a:r>
                <a:rPr lang="en-US" altLang="zh-CN" b="1" dirty="0" err="1" smtClean="0">
                  <a:latin typeface="华文中宋" panose="02010600040101010101" pitchFamily="2" charset="-122"/>
                </a:rPr>
                <a:t>F</a:t>
              </a:r>
              <a:r>
                <a:rPr lang="en-US" altLang="zh-CN" b="1" baseline="-25000" dirty="0" err="1" smtClean="0">
                  <a:latin typeface="华文中宋" panose="02010600040101010101" pitchFamily="2" charset="-122"/>
                </a:rPr>
                <a:t>a</a:t>
              </a:r>
              <a:r>
                <a:rPr lang="zh-CN" altLang="en-US" b="1" dirty="0" smtClean="0">
                  <a:latin typeface="华文中宋" panose="02010600040101010101" pitchFamily="2" charset="-122"/>
                </a:rPr>
                <a:t>小</a:t>
              </a:r>
              <a:r>
                <a:rPr lang="en-US" altLang="zh-CN" b="1" dirty="0">
                  <a:latin typeface="华文中宋" panose="02010600040101010101" pitchFamily="2" charset="-122"/>
                </a:rPr>
                <a:t>:</a:t>
              </a:r>
              <a:r>
                <a:rPr lang="en-US" altLang="zh-CN" b="1" dirty="0">
                  <a:solidFill>
                    <a:srgbClr val="FF00FF"/>
                  </a:solidFill>
                  <a:latin typeface="华文中宋" panose="02010600040101010101" pitchFamily="2" charset="-122"/>
                </a:rPr>
                <a:t>60000</a:t>
              </a:r>
              <a:r>
                <a:rPr lang="zh-CN" altLang="en-US" b="1" dirty="0">
                  <a:latin typeface="华文中宋" panose="02010600040101010101" pitchFamily="2" charset="-122"/>
                </a:rPr>
                <a:t>型</a:t>
              </a:r>
              <a:endParaRPr lang="zh-CN" altLang="en-US" b="1" dirty="0">
                <a:latin typeface="华文中宋" panose="02010600040101010101" pitchFamily="2" charset="-122"/>
              </a:endParaRPr>
            </a:p>
          </p:txBody>
        </p:sp>
      </p:grpSp>
      <p:sp>
        <p:nvSpPr>
          <p:cNvPr id="38" name="Text Box 28"/>
          <p:cNvSpPr txBox="1">
            <a:spLocks noChangeArrowheads="1"/>
          </p:cNvSpPr>
          <p:nvPr/>
        </p:nvSpPr>
        <p:spPr bwMode="auto">
          <a:xfrm>
            <a:off x="1259509" y="4523684"/>
            <a:ext cx="1210588"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buNone/>
            </a:pPr>
            <a:r>
              <a:rPr lang="zh-CN" altLang="en-US" b="1" dirty="0">
                <a:latin typeface="华文中宋" panose="02010600040101010101" pitchFamily="2" charset="-122"/>
              </a:rPr>
              <a:t>轴承类型</a:t>
            </a:r>
            <a:endParaRPr lang="zh-CN" altLang="en-US" b="1" dirty="0">
              <a:latin typeface="华文中宋" panose="02010600040101010101" pitchFamily="2" charset="-122"/>
            </a:endParaRPr>
          </a:p>
        </p:txBody>
      </p:sp>
      <p:sp>
        <p:nvSpPr>
          <p:cNvPr id="8206" name="Rectangle 67"/>
          <p:cNvSpPr>
            <a:spLocks noChangeArrowheads="1"/>
          </p:cNvSpPr>
          <p:nvPr/>
        </p:nvSpPr>
        <p:spPr bwMode="auto">
          <a:xfrm>
            <a:off x="3162300" y="10637"/>
            <a:ext cx="4945380" cy="5530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kumimoji="1" sz="2000">
                <a:solidFill>
                  <a:srgbClr val="000099"/>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rgbClr val="000099"/>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rgbClr val="000099"/>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rgbClr val="000099"/>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lnSpc>
                <a:spcPct val="100000"/>
              </a:lnSpc>
              <a:buFontTx/>
              <a:buNone/>
            </a:pPr>
            <a:r>
              <a:rPr lang="en-US" altLang="zh-CN" sz="3000" dirty="0" smtClean="0">
                <a:solidFill>
                  <a:srgbClr val="CC3300"/>
                </a:solidFill>
                <a:latin typeface="黑体" panose="02010609060101010101" pitchFamily="49" charset="-122"/>
                <a:ea typeface="黑体" panose="02010609060101010101" pitchFamily="49" charset="-122"/>
              </a:rPr>
              <a:t>3.6-6  </a:t>
            </a:r>
            <a:r>
              <a:rPr lang="zh-CN" altLang="en-US" sz="3000" dirty="0">
                <a:solidFill>
                  <a:srgbClr val="CC3300"/>
                </a:solidFill>
                <a:latin typeface="黑体" panose="02010609060101010101" pitchFamily="49" charset="-122"/>
                <a:ea typeface="黑体" panose="02010609060101010101" pitchFamily="49" charset="-122"/>
              </a:rPr>
              <a:t>滚动轴承装置的设计</a:t>
            </a:r>
            <a:endParaRPr lang="zh-CN" altLang="en-US" sz="3000" dirty="0">
              <a:solidFill>
                <a:srgbClr val="CC3300"/>
              </a:solidFill>
              <a:latin typeface="黑体" panose="02010609060101010101" pitchFamily="49" charset="-122"/>
              <a:ea typeface="黑体" panose="02010609060101010101" pitchFamily="49" charset="-122"/>
            </a:endParaRPr>
          </a:p>
        </p:txBody>
      </p:sp>
    </p:spTree>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380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3802"/>
                                        </p:tgtEl>
                                        <p:attrNameLst>
                                          <p:attrName>style.visibility</p:attrName>
                                        </p:attrNameLst>
                                      </p:cBhvr>
                                      <p:to>
                                        <p:strVal val="visible"/>
                                      </p:to>
                                    </p:set>
                                  </p:childTnLst>
                                </p:cTn>
                              </p:par>
                            </p:childTnLst>
                          </p:cTn>
                        </p:par>
                        <p:par>
                          <p:cTn id="11" fill="hold">
                            <p:stCondLst>
                              <p:cond delay="0"/>
                            </p:stCondLst>
                            <p:childTnLst>
                              <p:par>
                                <p:cTn id="12" presetID="1" presetClass="entr" presetSubtype="0" fill="hold" nodeType="afterEffect">
                                  <p:stCondLst>
                                    <p:cond delay="0"/>
                                  </p:stCondLst>
                                  <p:childTnLst>
                                    <p:set>
                                      <p:cBhvr>
                                        <p:cTn id="13" dur="1" fill="hold">
                                          <p:stCondLst>
                                            <p:cond delay="499"/>
                                          </p:stCondLst>
                                        </p:cTn>
                                        <p:tgtEl>
                                          <p:spTgt spid="25663"/>
                                        </p:tgtEl>
                                        <p:attrNameLst>
                                          <p:attrName>style.visibility</p:attrName>
                                        </p:attrNameLst>
                                      </p:cBhvr>
                                      <p:to>
                                        <p:strVal val="visible"/>
                                      </p:to>
                                    </p:set>
                                  </p:childTnLst>
                                </p:cTn>
                              </p:par>
                            </p:childTnLst>
                          </p:cTn>
                        </p:par>
                        <p:par>
                          <p:cTn id="14" fill="hold">
                            <p:stCondLst>
                              <p:cond delay="500"/>
                            </p:stCondLst>
                            <p:childTnLst>
                              <p:par>
                                <p:cTn id="15" presetID="2" presetClass="entr" presetSubtype="8" fill="hold" nodeType="afterEffect">
                                  <p:stCondLst>
                                    <p:cond delay="0"/>
                                  </p:stCondLst>
                                  <p:childTnLst>
                                    <p:set>
                                      <p:cBhvr>
                                        <p:cTn id="16" dur="1" fill="hold">
                                          <p:stCondLst>
                                            <p:cond delay="0"/>
                                          </p:stCondLst>
                                        </p:cTn>
                                        <p:tgtEl>
                                          <p:spTgt spid="25664"/>
                                        </p:tgtEl>
                                        <p:attrNameLst>
                                          <p:attrName>style.visibility</p:attrName>
                                        </p:attrNameLst>
                                      </p:cBhvr>
                                      <p:to>
                                        <p:strVal val="visible"/>
                                      </p:to>
                                    </p:set>
                                    <p:anim calcmode="lin" valueType="num">
                                      <p:cBhvr additive="base">
                                        <p:cTn id="17" dur="500" fill="hold"/>
                                        <p:tgtEl>
                                          <p:spTgt spid="25664"/>
                                        </p:tgtEl>
                                        <p:attrNameLst>
                                          <p:attrName>ppt_x</p:attrName>
                                        </p:attrNameLst>
                                      </p:cBhvr>
                                      <p:tavLst>
                                        <p:tav tm="0">
                                          <p:val>
                                            <p:strVal val="0-#ppt_w/2"/>
                                          </p:val>
                                        </p:tav>
                                        <p:tav tm="100000">
                                          <p:val>
                                            <p:strVal val="#ppt_x"/>
                                          </p:val>
                                        </p:tav>
                                      </p:tavLst>
                                    </p:anim>
                                    <p:anim calcmode="lin" valueType="num">
                                      <p:cBhvr additive="base">
                                        <p:cTn id="18" dur="500" fill="hold"/>
                                        <p:tgtEl>
                                          <p:spTgt spid="25664"/>
                                        </p:tgtEl>
                                        <p:attrNameLst>
                                          <p:attrName>ppt_y</p:attrName>
                                        </p:attrNameLst>
                                      </p:cBhvr>
                                      <p:tavLst>
                                        <p:tav tm="0">
                                          <p:val>
                                            <p:strVal val="#ppt_y"/>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2" presetClass="entr" presetSubtype="8" fill="hold" nodeType="clickEffect">
                                  <p:stCondLst>
                                    <p:cond delay="0"/>
                                  </p:stCondLst>
                                  <p:childTnLst>
                                    <p:set>
                                      <p:cBhvr>
                                        <p:cTn id="22" dur="1" fill="hold">
                                          <p:stCondLst>
                                            <p:cond delay="0"/>
                                          </p:stCondLst>
                                        </p:cTn>
                                        <p:tgtEl>
                                          <p:spTgt spid="12"/>
                                        </p:tgtEl>
                                        <p:attrNameLst>
                                          <p:attrName>style.visibility</p:attrName>
                                        </p:attrNameLst>
                                      </p:cBhvr>
                                      <p:to>
                                        <p:strVal val="visible"/>
                                      </p:to>
                                    </p:set>
                                    <p:animEffect transition="in" filter="wipe(left)">
                                      <p:cBhvr>
                                        <p:cTn id="23" dur="500"/>
                                        <p:tgtEl>
                                          <p:spTgt spid="12"/>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8" fill="hold" grpId="0" nodeType="clickEffect">
                                  <p:stCondLst>
                                    <p:cond delay="0"/>
                                  </p:stCondLst>
                                  <p:childTnLst>
                                    <p:set>
                                      <p:cBhvr>
                                        <p:cTn id="27" dur="1" fill="hold">
                                          <p:stCondLst>
                                            <p:cond delay="0"/>
                                          </p:stCondLst>
                                        </p:cTn>
                                        <p:tgtEl>
                                          <p:spTgt spid="16"/>
                                        </p:tgtEl>
                                        <p:attrNameLst>
                                          <p:attrName>style.visibility</p:attrName>
                                        </p:attrNameLst>
                                      </p:cBhvr>
                                      <p:to>
                                        <p:strVal val="visible"/>
                                      </p:to>
                                    </p:set>
                                    <p:animEffect transition="in" filter="wipe(left)">
                                      <p:cBhvr>
                                        <p:cTn id="28" dur="500"/>
                                        <p:tgtEl>
                                          <p:spTgt spid="16"/>
                                        </p:tgtEl>
                                      </p:cBhvr>
                                    </p:animEffect>
                                  </p:childTnLst>
                                </p:cTn>
                              </p:par>
                            </p:childTnLst>
                          </p:cTn>
                        </p:par>
                      </p:childTnLst>
                    </p:cTn>
                  </p:par>
                  <p:par>
                    <p:cTn id="29" fill="hold">
                      <p:stCondLst>
                        <p:cond delay="indefinite"/>
                      </p:stCondLst>
                      <p:childTnLst>
                        <p:par>
                          <p:cTn id="30" fill="hold">
                            <p:stCondLst>
                              <p:cond delay="0"/>
                            </p:stCondLst>
                            <p:childTnLst>
                              <p:par>
                                <p:cTn id="31" presetID="22" presetClass="entr" presetSubtype="8" fill="hold" nodeType="clickEffect">
                                  <p:stCondLst>
                                    <p:cond delay="0"/>
                                  </p:stCondLst>
                                  <p:childTnLst>
                                    <p:set>
                                      <p:cBhvr>
                                        <p:cTn id="32" dur="1" fill="hold">
                                          <p:stCondLst>
                                            <p:cond delay="0"/>
                                          </p:stCondLst>
                                        </p:cTn>
                                        <p:tgtEl>
                                          <p:spTgt spid="18"/>
                                        </p:tgtEl>
                                        <p:attrNameLst>
                                          <p:attrName>style.visibility</p:attrName>
                                        </p:attrNameLst>
                                      </p:cBhvr>
                                      <p:to>
                                        <p:strVal val="visible"/>
                                      </p:to>
                                    </p:set>
                                    <p:animEffect transition="in" filter="wipe(left)">
                                      <p:cBhvr>
                                        <p:cTn id="33" dur="500"/>
                                        <p:tgtEl>
                                          <p:spTgt spid="18"/>
                                        </p:tgtEl>
                                      </p:cBhvr>
                                    </p:animEffect>
                                  </p:childTnLst>
                                </p:cTn>
                              </p:par>
                            </p:childTnLst>
                          </p:cTn>
                        </p:par>
                      </p:childTnLst>
                    </p:cTn>
                  </p:par>
                  <p:par>
                    <p:cTn id="34" fill="hold">
                      <p:stCondLst>
                        <p:cond delay="indefinite"/>
                      </p:stCondLst>
                      <p:childTnLst>
                        <p:par>
                          <p:cTn id="35" fill="hold">
                            <p:stCondLst>
                              <p:cond delay="0"/>
                            </p:stCondLst>
                            <p:childTnLst>
                              <p:par>
                                <p:cTn id="36" presetID="22" presetClass="entr" presetSubtype="8" fill="hold" grpId="0" nodeType="clickEffect">
                                  <p:stCondLst>
                                    <p:cond delay="0"/>
                                  </p:stCondLst>
                                  <p:childTnLst>
                                    <p:set>
                                      <p:cBhvr>
                                        <p:cTn id="37" dur="1" fill="hold">
                                          <p:stCondLst>
                                            <p:cond delay="0"/>
                                          </p:stCondLst>
                                        </p:cTn>
                                        <p:tgtEl>
                                          <p:spTgt spid="17"/>
                                        </p:tgtEl>
                                        <p:attrNameLst>
                                          <p:attrName>style.visibility</p:attrName>
                                        </p:attrNameLst>
                                      </p:cBhvr>
                                      <p:to>
                                        <p:strVal val="visible"/>
                                      </p:to>
                                    </p:set>
                                    <p:animEffect transition="in" filter="wipe(left)">
                                      <p:cBhvr>
                                        <p:cTn id="38" dur="500"/>
                                        <p:tgtEl>
                                          <p:spTgt spid="17"/>
                                        </p:tgtEl>
                                      </p:cBhvr>
                                    </p:animEffect>
                                  </p:childTnLst>
                                </p:cTn>
                              </p:par>
                            </p:childTnLst>
                          </p:cTn>
                        </p:par>
                      </p:childTnLst>
                    </p:cTn>
                  </p:par>
                  <p:par>
                    <p:cTn id="39" fill="hold">
                      <p:stCondLst>
                        <p:cond delay="indefinite"/>
                      </p:stCondLst>
                      <p:childTnLst>
                        <p:par>
                          <p:cTn id="40" fill="hold">
                            <p:stCondLst>
                              <p:cond delay="0"/>
                            </p:stCondLst>
                            <p:childTnLst>
                              <p:par>
                                <p:cTn id="41" presetID="22" presetClass="entr" presetSubtype="8" fill="hold" grpId="0" nodeType="clickEffect">
                                  <p:stCondLst>
                                    <p:cond delay="0"/>
                                  </p:stCondLst>
                                  <p:childTnLst>
                                    <p:set>
                                      <p:cBhvr>
                                        <p:cTn id="42" dur="1" fill="hold">
                                          <p:stCondLst>
                                            <p:cond delay="0"/>
                                          </p:stCondLst>
                                        </p:cTn>
                                        <p:tgtEl>
                                          <p:spTgt spid="24"/>
                                        </p:tgtEl>
                                        <p:attrNameLst>
                                          <p:attrName>style.visibility</p:attrName>
                                        </p:attrNameLst>
                                      </p:cBhvr>
                                      <p:to>
                                        <p:strVal val="visible"/>
                                      </p:to>
                                    </p:set>
                                    <p:animEffect transition="in" filter="wipe(left)">
                                      <p:cBhvr>
                                        <p:cTn id="43" dur="500"/>
                                        <p:tgtEl>
                                          <p:spTgt spid="24"/>
                                        </p:tgtEl>
                                      </p:cBhvr>
                                    </p:animEffect>
                                  </p:childTnLst>
                                </p:cTn>
                              </p:par>
                            </p:childTnLst>
                          </p:cTn>
                        </p:par>
                      </p:childTnLst>
                    </p:cTn>
                  </p:par>
                  <p:par>
                    <p:cTn id="44" fill="hold">
                      <p:stCondLst>
                        <p:cond delay="indefinite"/>
                      </p:stCondLst>
                      <p:childTnLst>
                        <p:par>
                          <p:cTn id="45" fill="hold">
                            <p:stCondLst>
                              <p:cond delay="0"/>
                            </p:stCondLst>
                            <p:childTnLst>
                              <p:par>
                                <p:cTn id="46" presetID="22" presetClass="entr" presetSubtype="8" fill="hold" grpId="0" nodeType="clickEffect">
                                  <p:stCondLst>
                                    <p:cond delay="0"/>
                                  </p:stCondLst>
                                  <p:childTnLst>
                                    <p:set>
                                      <p:cBhvr>
                                        <p:cTn id="47" dur="1" fill="hold">
                                          <p:stCondLst>
                                            <p:cond delay="0"/>
                                          </p:stCondLst>
                                        </p:cTn>
                                        <p:tgtEl>
                                          <p:spTgt spid="38"/>
                                        </p:tgtEl>
                                        <p:attrNameLst>
                                          <p:attrName>style.visibility</p:attrName>
                                        </p:attrNameLst>
                                      </p:cBhvr>
                                      <p:to>
                                        <p:strVal val="visible"/>
                                      </p:to>
                                    </p:set>
                                    <p:animEffect transition="in" filter="wipe(left)">
                                      <p:cBhvr>
                                        <p:cTn id="48" dur="500"/>
                                        <p:tgtEl>
                                          <p:spTgt spid="38"/>
                                        </p:tgtEl>
                                      </p:cBhvr>
                                    </p:animEffect>
                                  </p:childTnLst>
                                </p:cTn>
                              </p:par>
                            </p:childTnLst>
                          </p:cTn>
                        </p:par>
                      </p:childTnLst>
                    </p:cTn>
                  </p:par>
                  <p:par>
                    <p:cTn id="49" fill="hold">
                      <p:stCondLst>
                        <p:cond delay="indefinite"/>
                      </p:stCondLst>
                      <p:childTnLst>
                        <p:par>
                          <p:cTn id="50" fill="hold">
                            <p:stCondLst>
                              <p:cond delay="0"/>
                            </p:stCondLst>
                            <p:childTnLst>
                              <p:par>
                                <p:cTn id="51" presetID="22" presetClass="entr" presetSubtype="8" fill="hold" nodeType="clickEffect">
                                  <p:stCondLst>
                                    <p:cond delay="0"/>
                                  </p:stCondLst>
                                  <p:childTnLst>
                                    <p:set>
                                      <p:cBhvr>
                                        <p:cTn id="52" dur="1" fill="hold">
                                          <p:stCondLst>
                                            <p:cond delay="0"/>
                                          </p:stCondLst>
                                        </p:cTn>
                                        <p:tgtEl>
                                          <p:spTgt spid="35"/>
                                        </p:tgtEl>
                                        <p:attrNameLst>
                                          <p:attrName>style.visibility</p:attrName>
                                        </p:attrNameLst>
                                      </p:cBhvr>
                                      <p:to>
                                        <p:strVal val="visible"/>
                                      </p:to>
                                    </p:set>
                                    <p:animEffect transition="in" filter="wipe(left)">
                                      <p:cBhvr>
                                        <p:cTn id="53" dur="500"/>
                                        <p:tgtEl>
                                          <p:spTgt spid="35"/>
                                        </p:tgtEl>
                                      </p:cBhvr>
                                    </p:animEffect>
                                  </p:childTnLst>
                                </p:cTn>
                              </p:par>
                            </p:childTnLst>
                          </p:cTn>
                        </p:par>
                      </p:childTnLst>
                    </p:cTn>
                  </p:par>
                  <p:par>
                    <p:cTn id="54" fill="hold">
                      <p:stCondLst>
                        <p:cond delay="indefinite"/>
                      </p:stCondLst>
                      <p:childTnLst>
                        <p:par>
                          <p:cTn id="55" fill="hold">
                            <p:stCondLst>
                              <p:cond delay="0"/>
                            </p:stCondLst>
                            <p:childTnLst>
                              <p:par>
                                <p:cTn id="56" presetID="22" presetClass="entr" presetSubtype="8" fill="hold" nodeType="clickEffect">
                                  <p:stCondLst>
                                    <p:cond delay="0"/>
                                  </p:stCondLst>
                                  <p:childTnLst>
                                    <p:set>
                                      <p:cBhvr>
                                        <p:cTn id="57" dur="1" fill="hold">
                                          <p:stCondLst>
                                            <p:cond delay="0"/>
                                          </p:stCondLst>
                                        </p:cTn>
                                        <p:tgtEl>
                                          <p:spTgt spid="30"/>
                                        </p:tgtEl>
                                        <p:attrNameLst>
                                          <p:attrName>style.visibility</p:attrName>
                                        </p:attrNameLst>
                                      </p:cBhvr>
                                      <p:to>
                                        <p:strVal val="visible"/>
                                      </p:to>
                                    </p:set>
                                    <p:animEffect transition="in" filter="wipe(left)">
                                      <p:cBhvr>
                                        <p:cTn id="58" dur="500"/>
                                        <p:tgtEl>
                                          <p:spTgt spid="30"/>
                                        </p:tgtEl>
                                      </p:cBhvr>
                                    </p:animEffect>
                                  </p:childTnLst>
                                </p:cTn>
                              </p:par>
                            </p:childTnLst>
                          </p:cTn>
                        </p:par>
                      </p:childTnLst>
                    </p:cTn>
                  </p:par>
                  <p:par>
                    <p:cTn id="59" fill="hold">
                      <p:stCondLst>
                        <p:cond delay="indefinite"/>
                      </p:stCondLst>
                      <p:childTnLst>
                        <p:par>
                          <p:cTn id="60" fill="hold">
                            <p:stCondLst>
                              <p:cond delay="0"/>
                            </p:stCondLst>
                            <p:childTnLst>
                              <p:par>
                                <p:cTn id="61" presetID="22" presetClass="entr" presetSubtype="8" fill="hold" grpId="0" nodeType="clickEffect">
                                  <p:stCondLst>
                                    <p:cond delay="0"/>
                                  </p:stCondLst>
                                  <p:childTnLst>
                                    <p:set>
                                      <p:cBhvr>
                                        <p:cTn id="62" dur="1" fill="hold">
                                          <p:stCondLst>
                                            <p:cond delay="0"/>
                                          </p:stCondLst>
                                        </p:cTn>
                                        <p:tgtEl>
                                          <p:spTgt spid="25"/>
                                        </p:tgtEl>
                                        <p:attrNameLst>
                                          <p:attrName>style.visibility</p:attrName>
                                        </p:attrNameLst>
                                      </p:cBhvr>
                                      <p:to>
                                        <p:strVal val="visible"/>
                                      </p:to>
                                    </p:set>
                                    <p:animEffect transition="in" filter="wipe(left)">
                                      <p:cBhvr>
                                        <p:cTn id="63" dur="500"/>
                                        <p:tgtEl>
                                          <p:spTgt spid="25"/>
                                        </p:tgtEl>
                                      </p:cBhvr>
                                    </p:animEffect>
                                  </p:childTnLst>
                                </p:cTn>
                              </p:par>
                            </p:childTnLst>
                          </p:cTn>
                        </p:par>
                      </p:childTnLst>
                    </p:cTn>
                  </p:par>
                  <p:par>
                    <p:cTn id="64" fill="hold">
                      <p:stCondLst>
                        <p:cond delay="indefinite"/>
                      </p:stCondLst>
                      <p:childTnLst>
                        <p:par>
                          <p:cTn id="65" fill="hold">
                            <p:stCondLst>
                              <p:cond delay="0"/>
                            </p:stCondLst>
                            <p:childTnLst>
                              <p:par>
                                <p:cTn id="66" presetID="22" presetClass="entr" presetSubtype="8" fill="hold" nodeType="clickEffect">
                                  <p:stCondLst>
                                    <p:cond delay="0"/>
                                  </p:stCondLst>
                                  <p:childTnLst>
                                    <p:set>
                                      <p:cBhvr>
                                        <p:cTn id="67" dur="1" fill="hold">
                                          <p:stCondLst>
                                            <p:cond delay="0"/>
                                          </p:stCondLst>
                                        </p:cTn>
                                        <p:tgtEl>
                                          <p:spTgt spid="26"/>
                                        </p:tgtEl>
                                        <p:attrNameLst>
                                          <p:attrName>style.visibility</p:attrName>
                                        </p:attrNameLst>
                                      </p:cBhvr>
                                      <p:to>
                                        <p:strVal val="visible"/>
                                      </p:to>
                                    </p:set>
                                    <p:animEffect transition="in" filter="wipe(left)">
                                      <p:cBhvr>
                                        <p:cTn id="68" dur="500"/>
                                        <p:tgtEl>
                                          <p:spTgt spid="26"/>
                                        </p:tgtEl>
                                      </p:cBhvr>
                                    </p:animEffect>
                                  </p:childTnLst>
                                </p:cTn>
                              </p:par>
                            </p:childTnLst>
                          </p:cTn>
                        </p:par>
                      </p:childTnLst>
                    </p:cTn>
                  </p:par>
                  <p:par>
                    <p:cTn id="69" fill="hold">
                      <p:stCondLst>
                        <p:cond delay="indefinite"/>
                      </p:stCondLst>
                      <p:childTnLst>
                        <p:par>
                          <p:cTn id="70" fill="hold">
                            <p:stCondLst>
                              <p:cond delay="0"/>
                            </p:stCondLst>
                            <p:childTnLst>
                              <p:par>
                                <p:cTn id="71" presetID="22" presetClass="entr" presetSubtype="8" fill="hold" grpId="0" nodeType="clickEffect">
                                  <p:stCondLst>
                                    <p:cond delay="0"/>
                                  </p:stCondLst>
                                  <p:childTnLst>
                                    <p:set>
                                      <p:cBhvr>
                                        <p:cTn id="72" dur="1" fill="hold">
                                          <p:stCondLst>
                                            <p:cond delay="0"/>
                                          </p:stCondLst>
                                        </p:cTn>
                                        <p:tgtEl>
                                          <p:spTgt spid="29"/>
                                        </p:tgtEl>
                                        <p:attrNameLst>
                                          <p:attrName>style.visibility</p:attrName>
                                        </p:attrNameLst>
                                      </p:cBhvr>
                                      <p:to>
                                        <p:strVal val="visible"/>
                                      </p:to>
                                    </p:set>
                                    <p:animEffect transition="in" filter="wipe(left)">
                                      <p:cBhvr>
                                        <p:cTn id="73" dur="500"/>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801" grpId="0" bldLvl="0" animBg="1"/>
      <p:bldP spid="33802" grpId="0"/>
      <p:bldP spid="16" grpId="0" autoUpdateAnimBg="0"/>
      <p:bldP spid="17" grpId="0" autoUpdateAnimBg="0"/>
      <p:bldP spid="24" grpId="0" bldLvl="0" animBg="1" autoUpdateAnimBg="0"/>
      <p:bldP spid="25" grpId="0" autoUpdateAnimBg="0"/>
      <p:bldP spid="29" grpId="0" autoUpdateAnimBg="0"/>
      <p:bldP spid="38" grpId="0" autoUpdateAnimBg="0"/>
    </p:bldLst>
  </p:timing>
</p:sld>
</file>

<file path=ppt/slides/slide9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pic>
        <p:nvPicPr>
          <p:cNvPr id="123915" name="Picture 11" descr="滚动轴承组合设计3"/>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5778818" y="2337118"/>
            <a:ext cx="2549525" cy="4251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3906" name="Rectangle 2"/>
          <p:cNvSpPr>
            <a:spLocks noGrp="1" noChangeArrowheads="1"/>
          </p:cNvSpPr>
          <p:nvPr>
            <p:ph type="body" idx="1"/>
          </p:nvPr>
        </p:nvSpPr>
        <p:spPr>
          <a:xfrm>
            <a:off x="623888" y="1250950"/>
            <a:ext cx="8748712" cy="571500"/>
          </a:xfrm>
        </p:spPr>
        <p:txBody>
          <a:bodyPr/>
          <a:lstStyle/>
          <a:p>
            <a:pPr>
              <a:lnSpc>
                <a:spcPct val="90000"/>
              </a:lnSpc>
              <a:buFontTx/>
              <a:buNone/>
              <a:defRPr/>
            </a:pPr>
            <a:r>
              <a:rPr lang="zh-CN" altLang="en-US" sz="2400" b="1" dirty="0">
                <a:effectLst>
                  <a:outerShdw blurRad="38100" dist="38100" dir="2700000" algn="tl">
                    <a:srgbClr val="FFFFFF"/>
                  </a:outerShdw>
                </a:effectLst>
                <a:latin typeface="黑体" panose="02010609060101010101" pitchFamily="49" charset="-122"/>
                <a:ea typeface="黑体" panose="02010609060101010101" pitchFamily="49" charset="-122"/>
              </a:rPr>
              <a:t>单向固定：可承受一个方向的轴向载荷</a:t>
            </a:r>
            <a:r>
              <a:rPr lang="zh-CN" altLang="en-US" sz="2400" b="1" dirty="0">
                <a:latin typeface="黑体" panose="02010609060101010101" pitchFamily="49" charset="-122"/>
                <a:ea typeface="黑体" panose="02010609060101010101" pitchFamily="49" charset="-122"/>
                <a:cs typeface="楷体_GB2312"/>
              </a:rPr>
              <a:t>。</a:t>
            </a:r>
            <a:endParaRPr lang="zh-CN" altLang="en-US" sz="2400" b="1" dirty="0">
              <a:latin typeface="黑体" panose="02010609060101010101" pitchFamily="49" charset="-122"/>
              <a:ea typeface="黑体" panose="02010609060101010101" pitchFamily="49" charset="-122"/>
              <a:cs typeface="楷体_GB2312"/>
            </a:endParaRPr>
          </a:p>
        </p:txBody>
      </p:sp>
      <p:sp>
        <p:nvSpPr>
          <p:cNvPr id="123907" name="Text Box 3"/>
          <p:cNvSpPr txBox="1">
            <a:spLocks noChangeArrowheads="1"/>
          </p:cNvSpPr>
          <p:nvPr/>
        </p:nvSpPr>
        <p:spPr bwMode="auto">
          <a:xfrm>
            <a:off x="1527175" y="1763713"/>
            <a:ext cx="1706880" cy="534035"/>
          </a:xfrm>
          <a:prstGeom prst="rect">
            <a:avLst/>
          </a:prstGeom>
          <a:noFill/>
          <a:ln>
            <a:noFill/>
          </a:ln>
          <a:effectLst/>
          <a:extLst>
            <a:ext uri="{909E8E84-426E-40DD-AFC4-6F175D3DCCD1}">
              <a14:hiddenFill xmlns:a14="http://schemas.microsoft.com/office/drawing/2010/main">
                <a:gradFill rotWithShape="0">
                  <a:gsLst>
                    <a:gs pos="0">
                      <a:schemeClr val="accent1"/>
                    </a:gs>
                    <a:gs pos="100000">
                      <a:schemeClr val="accent1">
                        <a:gamma/>
                        <a:shade val="46275"/>
                        <a:invGamma/>
                      </a:schemeClr>
                    </a:gs>
                  </a:gsLst>
                  <a:path path="shape">
                    <a:fillToRect l="50000" t="50000" r="50000" b="50000"/>
                  </a:path>
                </a:gra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indent="0" algn="ctr">
              <a:buNone/>
              <a:defRPr/>
            </a:pPr>
            <a:r>
              <a:rPr lang="zh-CN" altLang="en-US" sz="2400">
                <a:solidFill>
                  <a:srgbClr val="CC0000"/>
                </a:solidFill>
                <a:effectLst/>
                <a:latin typeface="黑体" panose="02010609060101010101" pitchFamily="49" charset="-122"/>
                <a:ea typeface="黑体" panose="02010609060101010101" pitchFamily="49" charset="-122"/>
              </a:rPr>
              <a:t>深沟球轴承</a:t>
            </a:r>
            <a:endParaRPr lang="zh-CN" altLang="en-US" sz="2400">
              <a:solidFill>
                <a:srgbClr val="CC0000"/>
              </a:solidFill>
              <a:effectLst/>
              <a:latin typeface="黑体" panose="02010609060101010101" pitchFamily="49" charset="-122"/>
              <a:ea typeface="黑体" panose="02010609060101010101" pitchFamily="49" charset="-122"/>
            </a:endParaRPr>
          </a:p>
        </p:txBody>
      </p:sp>
      <p:sp>
        <p:nvSpPr>
          <p:cNvPr id="123908" name="Text Box 4"/>
          <p:cNvSpPr txBox="1">
            <a:spLocks noChangeArrowheads="1"/>
          </p:cNvSpPr>
          <p:nvPr/>
        </p:nvSpPr>
        <p:spPr bwMode="auto">
          <a:xfrm>
            <a:off x="6040279" y="1715770"/>
            <a:ext cx="2011680" cy="534035"/>
          </a:xfrm>
          <a:prstGeom prst="rect">
            <a:avLst/>
          </a:prstGeom>
          <a:noFill/>
          <a:ln>
            <a:noFill/>
          </a:ln>
          <a:effectLst/>
          <a:extLst>
            <a:ext uri="{909E8E84-426E-40DD-AFC4-6F175D3DCCD1}">
              <a14:hiddenFill xmlns:a14="http://schemas.microsoft.com/office/drawing/2010/main">
                <a:gradFill rotWithShape="0">
                  <a:gsLst>
                    <a:gs pos="0">
                      <a:schemeClr val="accent1"/>
                    </a:gs>
                    <a:gs pos="100000">
                      <a:schemeClr val="accent1">
                        <a:gamma/>
                        <a:shade val="46275"/>
                        <a:invGamma/>
                      </a:schemeClr>
                    </a:gs>
                  </a:gsLst>
                  <a:path path="shape">
                    <a:fillToRect l="50000" t="50000" r="50000" b="50000"/>
                  </a:path>
                </a:gra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indent="0" algn="ctr">
              <a:buNone/>
              <a:defRPr/>
            </a:pPr>
            <a:r>
              <a:rPr lang="zh-CN" altLang="en-US" sz="2400">
                <a:solidFill>
                  <a:srgbClr val="CC0000"/>
                </a:solidFill>
                <a:effectLst/>
                <a:latin typeface="黑体" panose="02010609060101010101" pitchFamily="49" charset="-122"/>
                <a:ea typeface="黑体" panose="02010609060101010101" pitchFamily="49" charset="-122"/>
              </a:rPr>
              <a:t>圆锥滚子轴承</a:t>
            </a:r>
            <a:endParaRPr lang="zh-CN" altLang="en-US" sz="2400">
              <a:solidFill>
                <a:srgbClr val="CC0000"/>
              </a:solidFill>
              <a:effectLst/>
              <a:latin typeface="黑体" panose="02010609060101010101" pitchFamily="49" charset="-122"/>
              <a:ea typeface="黑体" panose="02010609060101010101" pitchFamily="49" charset="-122"/>
            </a:endParaRPr>
          </a:p>
        </p:txBody>
      </p:sp>
      <p:pic>
        <p:nvPicPr>
          <p:cNvPr id="123909" name="Picture 5" descr="滚动轴承组合设计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08685" y="2326640"/>
            <a:ext cx="2863850" cy="42497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123910" name="Group 6"/>
          <p:cNvGrpSpPr/>
          <p:nvPr/>
        </p:nvGrpSpPr>
        <p:grpSpPr bwMode="auto">
          <a:xfrm>
            <a:off x="1755291" y="3002277"/>
            <a:ext cx="6238155" cy="2969627"/>
            <a:chOff x="993" y="2136"/>
            <a:chExt cx="2844" cy="1338"/>
          </a:xfrm>
        </p:grpSpPr>
        <p:sp>
          <p:nvSpPr>
            <p:cNvPr id="123911" name="AutoShape 7"/>
            <p:cNvSpPr>
              <a:spLocks noChangeArrowheads="1"/>
            </p:cNvSpPr>
            <p:nvPr/>
          </p:nvSpPr>
          <p:spPr bwMode="auto">
            <a:xfrm>
              <a:off x="1111" y="2281"/>
              <a:ext cx="91" cy="119"/>
            </a:xfrm>
            <a:prstGeom prst="triangle">
              <a:avLst>
                <a:gd name="adj" fmla="val 50000"/>
              </a:avLst>
            </a:prstGeom>
            <a:gradFill rotWithShape="0">
              <a:gsLst>
                <a:gs pos="0">
                  <a:schemeClr val="accent1"/>
                </a:gs>
                <a:gs pos="100000">
                  <a:schemeClr val="accent1">
                    <a:gamma/>
                    <a:shade val="46275"/>
                    <a:invGamma/>
                  </a:schemeClr>
                </a:gs>
              </a:gsLst>
              <a:path path="shape">
                <a:fillToRect l="50000" t="50000" r="50000" b="50000"/>
              </a:path>
            </a:gradFill>
            <a:ln w="28575">
              <a:solidFill>
                <a:srgbClr val="FF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a:p>
          </p:txBody>
        </p:sp>
        <p:sp>
          <p:nvSpPr>
            <p:cNvPr id="123912" name="AutoShape 8"/>
            <p:cNvSpPr>
              <a:spLocks noChangeArrowheads="1"/>
            </p:cNvSpPr>
            <p:nvPr/>
          </p:nvSpPr>
          <p:spPr bwMode="auto">
            <a:xfrm rot="15900000">
              <a:off x="1503" y="2731"/>
              <a:ext cx="90" cy="120"/>
            </a:xfrm>
            <a:prstGeom prst="triangle">
              <a:avLst>
                <a:gd name="adj" fmla="val 50000"/>
              </a:avLst>
            </a:prstGeom>
            <a:gradFill rotWithShape="0">
              <a:gsLst>
                <a:gs pos="0">
                  <a:schemeClr val="accent1"/>
                </a:gs>
                <a:gs pos="100000">
                  <a:schemeClr val="accent1">
                    <a:gamma/>
                    <a:shade val="46275"/>
                    <a:invGamma/>
                  </a:schemeClr>
                </a:gs>
              </a:gsLst>
              <a:path path="shape">
                <a:fillToRect l="50000" t="50000" r="50000" b="50000"/>
              </a:path>
            </a:gradFill>
            <a:ln w="28575">
              <a:solidFill>
                <a:srgbClr val="FF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a:p>
          </p:txBody>
        </p:sp>
        <p:sp>
          <p:nvSpPr>
            <p:cNvPr id="123913" name="AutoShape 9"/>
            <p:cNvSpPr>
              <a:spLocks noChangeArrowheads="1"/>
            </p:cNvSpPr>
            <p:nvPr/>
          </p:nvSpPr>
          <p:spPr bwMode="auto">
            <a:xfrm rot="16440000">
              <a:off x="1008" y="3369"/>
              <a:ext cx="90" cy="120"/>
            </a:xfrm>
            <a:prstGeom prst="triangle">
              <a:avLst>
                <a:gd name="adj" fmla="val 50000"/>
              </a:avLst>
            </a:prstGeom>
            <a:gradFill rotWithShape="0">
              <a:gsLst>
                <a:gs pos="0">
                  <a:schemeClr val="accent1"/>
                </a:gs>
                <a:gs pos="100000">
                  <a:schemeClr val="accent1">
                    <a:gamma/>
                    <a:shade val="46275"/>
                    <a:invGamma/>
                  </a:schemeClr>
                </a:gs>
              </a:gsLst>
              <a:path path="shape">
                <a:fillToRect l="50000" t="50000" r="50000" b="50000"/>
              </a:path>
            </a:gradFill>
            <a:ln w="28575">
              <a:solidFill>
                <a:srgbClr val="FF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a:p>
          </p:txBody>
        </p:sp>
        <p:sp>
          <p:nvSpPr>
            <p:cNvPr id="123914" name="AutoShape 10"/>
            <p:cNvSpPr>
              <a:spLocks noChangeArrowheads="1"/>
            </p:cNvSpPr>
            <p:nvPr/>
          </p:nvSpPr>
          <p:spPr bwMode="auto">
            <a:xfrm rot="16020000">
              <a:off x="1016" y="2121"/>
              <a:ext cx="90" cy="120"/>
            </a:xfrm>
            <a:prstGeom prst="triangle">
              <a:avLst>
                <a:gd name="adj" fmla="val 50000"/>
              </a:avLst>
            </a:prstGeom>
            <a:gradFill rotWithShape="0">
              <a:gsLst>
                <a:gs pos="0">
                  <a:schemeClr val="accent1"/>
                </a:gs>
                <a:gs pos="100000">
                  <a:schemeClr val="accent1">
                    <a:gamma/>
                    <a:shade val="46275"/>
                    <a:invGamma/>
                  </a:schemeClr>
                </a:gs>
              </a:gsLst>
              <a:path path="shape">
                <a:fillToRect l="50000" t="50000" r="50000" b="50000"/>
              </a:path>
            </a:gradFill>
            <a:ln w="28575">
              <a:solidFill>
                <a:srgbClr val="FF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a:p>
          </p:txBody>
        </p:sp>
        <p:sp>
          <p:nvSpPr>
            <p:cNvPr id="2" name="AutoShape 7"/>
            <p:cNvSpPr>
              <a:spLocks noChangeArrowheads="1"/>
            </p:cNvSpPr>
            <p:nvPr/>
          </p:nvSpPr>
          <p:spPr bwMode="auto">
            <a:xfrm rot="10800000">
              <a:off x="1120" y="3215"/>
              <a:ext cx="91" cy="119"/>
            </a:xfrm>
            <a:prstGeom prst="triangle">
              <a:avLst>
                <a:gd name="adj" fmla="val 50000"/>
              </a:avLst>
            </a:prstGeom>
            <a:gradFill rotWithShape="0">
              <a:gsLst>
                <a:gs pos="0">
                  <a:schemeClr val="accent1"/>
                </a:gs>
                <a:gs pos="100000">
                  <a:schemeClr val="accent1">
                    <a:gamma/>
                    <a:shade val="46275"/>
                    <a:invGamma/>
                  </a:schemeClr>
                </a:gs>
              </a:gsLst>
              <a:path path="shape">
                <a:fillToRect l="50000" t="50000" r="50000" b="50000"/>
              </a:path>
            </a:gradFill>
            <a:ln w="28575">
              <a:solidFill>
                <a:srgbClr val="FF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p>
              <a:pPr>
                <a:defRPr/>
              </a:pPr>
              <a:endParaRPr lang="zh-CN" altLang="en-US"/>
            </a:p>
          </p:txBody>
        </p:sp>
        <p:sp>
          <p:nvSpPr>
            <p:cNvPr id="3" name="AutoShape 8"/>
            <p:cNvSpPr>
              <a:spLocks noChangeArrowheads="1"/>
            </p:cNvSpPr>
            <p:nvPr/>
          </p:nvSpPr>
          <p:spPr bwMode="auto">
            <a:xfrm rot="15900000">
              <a:off x="1361" y="2393"/>
              <a:ext cx="90" cy="120"/>
            </a:xfrm>
            <a:prstGeom prst="triangle">
              <a:avLst>
                <a:gd name="adj" fmla="val 50000"/>
              </a:avLst>
            </a:prstGeom>
            <a:gradFill rotWithShape="0">
              <a:gsLst>
                <a:gs pos="0">
                  <a:schemeClr val="accent1"/>
                </a:gs>
                <a:gs pos="100000">
                  <a:schemeClr val="accent1">
                    <a:gamma/>
                    <a:shade val="46275"/>
                    <a:invGamma/>
                  </a:schemeClr>
                </a:gs>
              </a:gsLst>
              <a:path path="shape">
                <a:fillToRect l="50000" t="50000" r="50000" b="50000"/>
              </a:path>
            </a:gradFill>
            <a:ln w="28575">
              <a:solidFill>
                <a:srgbClr val="FF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p>
              <a:pPr>
                <a:defRPr/>
              </a:pPr>
              <a:endParaRPr lang="zh-CN" altLang="en-US"/>
            </a:p>
          </p:txBody>
        </p:sp>
        <p:sp>
          <p:nvSpPr>
            <p:cNvPr id="4" name="AutoShape 8"/>
            <p:cNvSpPr>
              <a:spLocks noChangeArrowheads="1"/>
            </p:cNvSpPr>
            <p:nvPr/>
          </p:nvSpPr>
          <p:spPr bwMode="auto">
            <a:xfrm rot="15900000">
              <a:off x="1374" y="3064"/>
              <a:ext cx="90" cy="120"/>
            </a:xfrm>
            <a:prstGeom prst="triangle">
              <a:avLst>
                <a:gd name="adj" fmla="val 50000"/>
              </a:avLst>
            </a:prstGeom>
            <a:gradFill rotWithShape="0">
              <a:gsLst>
                <a:gs pos="0">
                  <a:schemeClr val="accent1"/>
                </a:gs>
                <a:gs pos="100000">
                  <a:schemeClr val="accent1">
                    <a:gamma/>
                    <a:shade val="46275"/>
                    <a:invGamma/>
                  </a:schemeClr>
                </a:gs>
              </a:gsLst>
              <a:path path="shape">
                <a:fillToRect l="50000" t="50000" r="50000" b="50000"/>
              </a:path>
            </a:gradFill>
            <a:ln w="28575">
              <a:solidFill>
                <a:srgbClr val="FF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p>
              <a:pPr>
                <a:defRPr/>
              </a:pPr>
              <a:endParaRPr lang="zh-CN" altLang="en-US"/>
            </a:p>
          </p:txBody>
        </p:sp>
        <p:sp>
          <p:nvSpPr>
            <p:cNvPr id="5" name="AutoShape 8"/>
            <p:cNvSpPr>
              <a:spLocks noChangeArrowheads="1"/>
            </p:cNvSpPr>
            <p:nvPr/>
          </p:nvSpPr>
          <p:spPr bwMode="auto">
            <a:xfrm rot="15900000">
              <a:off x="3732" y="2734"/>
              <a:ext cx="90" cy="120"/>
            </a:xfrm>
            <a:prstGeom prst="triangle">
              <a:avLst>
                <a:gd name="adj" fmla="val 50000"/>
              </a:avLst>
            </a:prstGeom>
            <a:gradFill rotWithShape="0">
              <a:gsLst>
                <a:gs pos="0">
                  <a:schemeClr val="accent1"/>
                </a:gs>
                <a:gs pos="100000">
                  <a:schemeClr val="accent1">
                    <a:gamma/>
                    <a:shade val="46275"/>
                    <a:invGamma/>
                  </a:schemeClr>
                </a:gs>
              </a:gsLst>
              <a:path path="shape">
                <a:fillToRect l="50000" t="50000" r="50000" b="50000"/>
              </a:path>
            </a:gradFill>
            <a:ln w="28575">
              <a:solidFill>
                <a:srgbClr val="FF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p>
              <a:pPr>
                <a:defRPr/>
              </a:pPr>
              <a:endParaRPr lang="zh-CN" altLang="en-US"/>
            </a:p>
          </p:txBody>
        </p:sp>
      </p:grpSp>
      <p:grpSp>
        <p:nvGrpSpPr>
          <p:cNvPr id="123916" name="Group 12"/>
          <p:cNvGrpSpPr/>
          <p:nvPr/>
        </p:nvGrpSpPr>
        <p:grpSpPr bwMode="auto">
          <a:xfrm>
            <a:off x="6215039" y="2739664"/>
            <a:ext cx="761734" cy="3549344"/>
            <a:chOff x="4220" y="2006"/>
            <a:chExt cx="342" cy="1701"/>
          </a:xfrm>
        </p:grpSpPr>
        <p:sp>
          <p:nvSpPr>
            <p:cNvPr id="123917" name="AutoShape 13"/>
            <p:cNvSpPr>
              <a:spLocks noChangeArrowheads="1"/>
            </p:cNvSpPr>
            <p:nvPr/>
          </p:nvSpPr>
          <p:spPr bwMode="auto">
            <a:xfrm rot="16200000">
              <a:off x="4228" y="3603"/>
              <a:ext cx="96" cy="112"/>
            </a:xfrm>
            <a:prstGeom prst="triangle">
              <a:avLst>
                <a:gd name="adj" fmla="val 50000"/>
              </a:avLst>
            </a:prstGeom>
            <a:gradFill rotWithShape="0">
              <a:gsLst>
                <a:gs pos="0">
                  <a:schemeClr val="accent1"/>
                </a:gs>
                <a:gs pos="100000">
                  <a:schemeClr val="accent1">
                    <a:gamma/>
                    <a:shade val="46275"/>
                    <a:invGamma/>
                  </a:schemeClr>
                </a:gs>
              </a:gsLst>
              <a:path path="shape">
                <a:fillToRect l="50000" t="50000" r="50000" b="50000"/>
              </a:path>
            </a:gradFill>
            <a:ln w="28575">
              <a:solidFill>
                <a:srgbClr val="FF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a:p>
          </p:txBody>
        </p:sp>
        <p:sp>
          <p:nvSpPr>
            <p:cNvPr id="123918" name="AutoShape 14"/>
            <p:cNvSpPr>
              <a:spLocks noChangeArrowheads="1"/>
            </p:cNvSpPr>
            <p:nvPr/>
          </p:nvSpPr>
          <p:spPr bwMode="auto">
            <a:xfrm rot="16200000">
              <a:off x="4231" y="1998"/>
              <a:ext cx="96" cy="112"/>
            </a:xfrm>
            <a:prstGeom prst="triangle">
              <a:avLst>
                <a:gd name="adj" fmla="val 50000"/>
              </a:avLst>
            </a:prstGeom>
            <a:gradFill rotWithShape="0">
              <a:gsLst>
                <a:gs pos="0">
                  <a:schemeClr val="accent1"/>
                </a:gs>
                <a:gs pos="100000">
                  <a:schemeClr val="accent1">
                    <a:gamma/>
                    <a:shade val="46275"/>
                    <a:invGamma/>
                  </a:schemeClr>
                </a:gs>
              </a:gsLst>
              <a:path path="shape">
                <a:fillToRect l="50000" t="50000" r="50000" b="50000"/>
              </a:path>
            </a:gradFill>
            <a:ln w="28575">
              <a:solidFill>
                <a:srgbClr val="FF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a:p>
          </p:txBody>
        </p:sp>
        <p:sp>
          <p:nvSpPr>
            <p:cNvPr id="123919" name="AutoShape 15"/>
            <p:cNvSpPr>
              <a:spLocks noChangeArrowheads="1"/>
            </p:cNvSpPr>
            <p:nvPr/>
          </p:nvSpPr>
          <p:spPr bwMode="auto">
            <a:xfrm>
              <a:off x="4469" y="2384"/>
              <a:ext cx="90" cy="120"/>
            </a:xfrm>
            <a:prstGeom prst="triangle">
              <a:avLst>
                <a:gd name="adj" fmla="val 50000"/>
              </a:avLst>
            </a:prstGeom>
            <a:gradFill rotWithShape="0">
              <a:gsLst>
                <a:gs pos="0">
                  <a:schemeClr val="accent1"/>
                </a:gs>
                <a:gs pos="100000">
                  <a:schemeClr val="accent1">
                    <a:gamma/>
                    <a:shade val="46275"/>
                    <a:invGamma/>
                  </a:schemeClr>
                </a:gs>
              </a:gsLst>
              <a:path path="shape">
                <a:fillToRect l="50000" t="50000" r="50000" b="50000"/>
              </a:path>
            </a:gradFill>
            <a:ln w="28575">
              <a:solidFill>
                <a:srgbClr val="FF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a:p>
          </p:txBody>
        </p:sp>
        <p:sp>
          <p:nvSpPr>
            <p:cNvPr id="123920" name="AutoShape 16"/>
            <p:cNvSpPr>
              <a:spLocks noChangeArrowheads="1"/>
            </p:cNvSpPr>
            <p:nvPr/>
          </p:nvSpPr>
          <p:spPr bwMode="auto">
            <a:xfrm rot="10800000">
              <a:off x="4472" y="3169"/>
              <a:ext cx="90" cy="119"/>
            </a:xfrm>
            <a:prstGeom prst="triangle">
              <a:avLst>
                <a:gd name="adj" fmla="val 50000"/>
              </a:avLst>
            </a:prstGeom>
            <a:gradFill rotWithShape="0">
              <a:gsLst>
                <a:gs pos="0">
                  <a:schemeClr val="accent1"/>
                </a:gs>
                <a:gs pos="100000">
                  <a:schemeClr val="accent1">
                    <a:gamma/>
                    <a:shade val="46275"/>
                    <a:invGamma/>
                  </a:schemeClr>
                </a:gs>
              </a:gsLst>
              <a:path path="shape">
                <a:fillToRect l="50000" t="50000" r="50000" b="50000"/>
              </a:path>
            </a:gradFill>
            <a:ln w="28575">
              <a:solidFill>
                <a:srgbClr val="FF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a:p>
          </p:txBody>
        </p:sp>
      </p:grpSp>
      <p:sp>
        <p:nvSpPr>
          <p:cNvPr id="70668" name="矩形 1"/>
          <p:cNvSpPr>
            <a:spLocks noChangeArrowheads="1"/>
          </p:cNvSpPr>
          <p:nvPr/>
        </p:nvSpPr>
        <p:spPr bwMode="auto">
          <a:xfrm>
            <a:off x="1028700" y="-6350"/>
            <a:ext cx="3878263"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000">
                <a:solidFill>
                  <a:srgbClr val="000099"/>
                </a:solidFill>
                <a:latin typeface="Times New Roman" panose="02020603050405020304" pitchFamily="18" charset="0"/>
                <a:ea typeface="华文中宋" panose="02010600040101010101" pitchFamily="2" charset="-122"/>
              </a:defRPr>
            </a:lvl1pPr>
            <a:lvl2pPr marL="742950" indent="-285750">
              <a:defRPr kumimoji="1" sz="2000">
                <a:solidFill>
                  <a:srgbClr val="000099"/>
                </a:solidFill>
                <a:latin typeface="Times New Roman" panose="02020603050405020304" pitchFamily="18" charset="0"/>
                <a:ea typeface="华文中宋" panose="02010600040101010101" pitchFamily="2" charset="-122"/>
              </a:defRPr>
            </a:lvl2pPr>
            <a:lvl3pPr marL="1143000" indent="-228600">
              <a:defRPr kumimoji="1" sz="2000">
                <a:solidFill>
                  <a:srgbClr val="000099"/>
                </a:solidFill>
                <a:latin typeface="Times New Roman" panose="02020603050405020304" pitchFamily="18" charset="0"/>
                <a:ea typeface="华文中宋" panose="02010600040101010101" pitchFamily="2" charset="-122"/>
              </a:defRPr>
            </a:lvl3pPr>
            <a:lvl4pPr marL="1600200" indent="-228600">
              <a:defRPr kumimoji="1" sz="2000">
                <a:solidFill>
                  <a:srgbClr val="000099"/>
                </a:solidFill>
                <a:latin typeface="Times New Roman" panose="02020603050405020304" pitchFamily="18" charset="0"/>
                <a:ea typeface="华文中宋" panose="02010600040101010101" pitchFamily="2" charset="-122"/>
              </a:defRPr>
            </a:lvl4pPr>
            <a:lvl5pPr marL="2057400" indent="-22860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9pPr>
          </a:lstStyle>
          <a:p>
            <a:r>
              <a:rPr lang="zh-CN" altLang="en-US" sz="3200">
                <a:solidFill>
                  <a:schemeClr val="bg1"/>
                </a:solidFill>
                <a:latin typeface="黑体" panose="02010609060101010101" pitchFamily="49" charset="-122"/>
                <a:ea typeface="黑体" panose="02010609060101010101" pitchFamily="49" charset="-122"/>
              </a:rPr>
              <a:t>滚动轴承装置的设计</a:t>
            </a:r>
            <a:endParaRPr lang="zh-CN" altLang="en-US" sz="3200">
              <a:solidFill>
                <a:schemeClr val="bg1"/>
              </a:solidFill>
              <a:latin typeface="黑体" panose="02010609060101010101" pitchFamily="49" charset="-122"/>
              <a:ea typeface="黑体" panose="02010609060101010101" pitchFamily="49" charset="-122"/>
            </a:endParaRPr>
          </a:p>
        </p:txBody>
      </p:sp>
      <p:sp>
        <p:nvSpPr>
          <p:cNvPr id="34824" name="Rectangle 1"/>
          <p:cNvSpPr>
            <a:spLocks noChangeArrowheads="1"/>
          </p:cNvSpPr>
          <p:nvPr/>
        </p:nvSpPr>
        <p:spPr bwMode="auto">
          <a:xfrm>
            <a:off x="198783" y="702144"/>
            <a:ext cx="3232785" cy="460375"/>
          </a:xfrm>
          <a:prstGeom prst="rect">
            <a:avLst/>
          </a:prstGeom>
          <a:solidFill>
            <a:srgbClr val="FFFF00"/>
          </a:solidFill>
          <a:ln>
            <a:noFill/>
          </a:ln>
        </p:spPr>
        <p:txBody>
          <a:bodyPr wrap="none" anchor="ctr">
            <a:spAutoFit/>
          </a:bodyPr>
          <a:lstStyle>
            <a:lvl1pPr indent="306705" eaLnBrk="0" hangingPunct="0">
              <a:defRPr kumimoji="1" sz="2000">
                <a:solidFill>
                  <a:srgbClr val="000099"/>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rgbClr val="000099"/>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rgbClr val="000099"/>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rgbClr val="000099"/>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lnSpc>
                <a:spcPct val="100000"/>
              </a:lnSpc>
              <a:buFontTx/>
              <a:buNone/>
            </a:pPr>
            <a:r>
              <a:rPr lang="en-US" altLang="zh-CN" sz="2400" dirty="0">
                <a:solidFill>
                  <a:srgbClr val="002060"/>
                </a:solidFill>
                <a:latin typeface="黑体" panose="02010609060101010101" pitchFamily="49" charset="-122"/>
                <a:ea typeface="黑体" panose="02010609060101010101" pitchFamily="49" charset="-122"/>
                <a:cs typeface="黑体" panose="02010609060101010101" pitchFamily="49" charset="-122"/>
              </a:rPr>
              <a:t>1.</a:t>
            </a:r>
            <a:r>
              <a:rPr lang="zh-CN" altLang="en-US" sz="2400" dirty="0">
                <a:solidFill>
                  <a:srgbClr val="002060"/>
                </a:solidFill>
                <a:latin typeface="黑体" panose="02010609060101010101" pitchFamily="49" charset="-122"/>
                <a:ea typeface="黑体" panose="02010609060101010101" pitchFamily="49" charset="-122"/>
                <a:cs typeface="黑体" panose="02010609060101010101" pitchFamily="49" charset="-122"/>
              </a:rPr>
              <a:t>两端单向固定支承</a:t>
            </a:r>
            <a:endParaRPr lang="zh-CN" altLang="en-US" sz="2400" dirty="0">
              <a:solidFill>
                <a:srgbClr val="002060"/>
              </a:solidFill>
              <a:latin typeface="黑体" panose="02010609060101010101" pitchFamily="49" charset="-122"/>
              <a:ea typeface="黑体" panose="02010609060101010101" pitchFamily="49" charset="-122"/>
              <a:cs typeface="黑体" panose="02010609060101010101" pitchFamily="49" charset="-122"/>
            </a:endParaRPr>
          </a:p>
        </p:txBody>
      </p:sp>
      <p:sp>
        <p:nvSpPr>
          <p:cNvPr id="13" name="直接连接符 6"/>
          <p:cNvSpPr>
            <a:spLocks noChangeShapeType="1"/>
          </p:cNvSpPr>
          <p:nvPr/>
        </p:nvSpPr>
        <p:spPr bwMode="auto">
          <a:xfrm>
            <a:off x="0" y="572669"/>
            <a:ext cx="9144000" cy="0"/>
          </a:xfrm>
          <a:prstGeom prst="line">
            <a:avLst/>
          </a:prstGeom>
          <a:noFill/>
          <a:ln w="28575">
            <a:solidFill>
              <a:srgbClr val="CC3300"/>
            </a:solidFill>
            <a:miter lim="800000"/>
          </a:ln>
          <a:extLst>
            <a:ext uri="{909E8E84-426E-40DD-AFC4-6F175D3DCCD1}">
              <a14:hiddenFill xmlns:a14="http://schemas.microsoft.com/office/drawing/2010/main">
                <a:noFill/>
              </a14:hiddenFill>
            </a:ext>
          </a:extLst>
        </p:spPr>
        <p:txBody>
          <a:bodyPr/>
          <a:lstStyle/>
          <a:p>
            <a:endParaRPr lang="zh-CN" altLang="en-US"/>
          </a:p>
        </p:txBody>
      </p:sp>
      <p:sp>
        <p:nvSpPr>
          <p:cNvPr id="8206" name="Rectangle 67"/>
          <p:cNvSpPr>
            <a:spLocks noChangeArrowheads="1"/>
          </p:cNvSpPr>
          <p:nvPr/>
        </p:nvSpPr>
        <p:spPr bwMode="auto">
          <a:xfrm>
            <a:off x="3162300" y="10637"/>
            <a:ext cx="4945380" cy="5530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kumimoji="1" sz="2000">
                <a:solidFill>
                  <a:srgbClr val="000099"/>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rgbClr val="000099"/>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rgbClr val="000099"/>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rgbClr val="000099"/>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lnSpc>
                <a:spcPct val="100000"/>
              </a:lnSpc>
              <a:buFontTx/>
              <a:buNone/>
            </a:pPr>
            <a:r>
              <a:rPr lang="en-US" altLang="zh-CN" sz="3000" dirty="0" smtClean="0">
                <a:solidFill>
                  <a:srgbClr val="CC3300"/>
                </a:solidFill>
                <a:latin typeface="黑体" panose="02010609060101010101" pitchFamily="49" charset="-122"/>
                <a:ea typeface="黑体" panose="02010609060101010101" pitchFamily="49" charset="-122"/>
              </a:rPr>
              <a:t>3.6-6  </a:t>
            </a:r>
            <a:r>
              <a:rPr lang="zh-CN" altLang="en-US" sz="3000" dirty="0">
                <a:solidFill>
                  <a:srgbClr val="CC3300"/>
                </a:solidFill>
                <a:latin typeface="黑体" panose="02010609060101010101" pitchFamily="49" charset="-122"/>
                <a:ea typeface="黑体" panose="02010609060101010101" pitchFamily="49" charset="-122"/>
              </a:rPr>
              <a:t>滚动轴承装置的设计</a:t>
            </a:r>
            <a:endParaRPr lang="zh-CN" altLang="en-US" sz="3000" dirty="0">
              <a:solidFill>
                <a:srgbClr val="CC3300"/>
              </a:solidFill>
              <a:latin typeface="黑体" panose="02010609060101010101" pitchFamily="49" charset="-122"/>
              <a:ea typeface="黑体" panose="02010609060101010101" pitchFamily="49" charset="-122"/>
            </a:endParaRP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iterate type="wd">
                                    <p:tmPct val="100000"/>
                                  </p:iterate>
                                  <p:childTnLst>
                                    <p:set>
                                      <p:cBhvr>
                                        <p:cTn id="6" dur="1" fill="hold">
                                          <p:stCondLst>
                                            <p:cond delay="0"/>
                                          </p:stCondLst>
                                        </p:cTn>
                                        <p:tgtEl>
                                          <p:spTgt spid="123906">
                                            <p:txEl>
                                              <p:pRg st="0" end="0"/>
                                            </p:txEl>
                                          </p:spTgt>
                                        </p:tgtEl>
                                        <p:attrNameLst>
                                          <p:attrName>style.visibility</p:attrName>
                                        </p:attrNameLst>
                                      </p:cBhvr>
                                      <p:to>
                                        <p:strVal val="visible"/>
                                      </p:to>
                                    </p:set>
                                    <p:animEffect transition="in" filter="wipe(left)">
                                      <p:cBhvr>
                                        <p:cTn id="7" dur="300"/>
                                        <p:tgtEl>
                                          <p:spTgt spid="123906">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iterate type="wd">
                                    <p:tmPct val="100000"/>
                                  </p:iterate>
                                  <p:childTnLst>
                                    <p:set>
                                      <p:cBhvr>
                                        <p:cTn id="11" dur="1" fill="hold">
                                          <p:stCondLst>
                                            <p:cond delay="0"/>
                                          </p:stCondLst>
                                        </p:cTn>
                                        <p:tgtEl>
                                          <p:spTgt spid="123907"/>
                                        </p:tgtEl>
                                        <p:attrNameLst>
                                          <p:attrName>style.visibility</p:attrName>
                                        </p:attrNameLst>
                                      </p:cBhvr>
                                      <p:to>
                                        <p:strVal val="visible"/>
                                      </p:to>
                                    </p:set>
                                    <p:animEffect transition="in" filter="wipe(left)">
                                      <p:cBhvr>
                                        <p:cTn id="12" dur="300"/>
                                        <p:tgtEl>
                                          <p:spTgt spid="123907"/>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nodeType="clickEffect">
                                  <p:stCondLst>
                                    <p:cond delay="0"/>
                                  </p:stCondLst>
                                  <p:childTnLst>
                                    <p:set>
                                      <p:cBhvr>
                                        <p:cTn id="16" dur="1" fill="hold">
                                          <p:stCondLst>
                                            <p:cond delay="0"/>
                                          </p:stCondLst>
                                        </p:cTn>
                                        <p:tgtEl>
                                          <p:spTgt spid="123909"/>
                                        </p:tgtEl>
                                        <p:attrNameLst>
                                          <p:attrName>style.visibility</p:attrName>
                                        </p:attrNameLst>
                                      </p:cBhvr>
                                      <p:to>
                                        <p:strVal val="visible"/>
                                      </p:to>
                                    </p:set>
                                    <p:animEffect transition="in" filter="wipe(up)">
                                      <p:cBhvr>
                                        <p:cTn id="17" dur="500"/>
                                        <p:tgtEl>
                                          <p:spTgt spid="123909"/>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nodeType="clickEffect">
                                  <p:stCondLst>
                                    <p:cond delay="0"/>
                                  </p:stCondLst>
                                  <p:childTnLst>
                                    <p:set>
                                      <p:cBhvr>
                                        <p:cTn id="21" dur="1" fill="hold">
                                          <p:stCondLst>
                                            <p:cond delay="0"/>
                                          </p:stCondLst>
                                        </p:cTn>
                                        <p:tgtEl>
                                          <p:spTgt spid="123910"/>
                                        </p:tgtEl>
                                        <p:attrNameLst>
                                          <p:attrName>style.visibility</p:attrName>
                                        </p:attrNameLst>
                                      </p:cBhvr>
                                      <p:to>
                                        <p:strVal val="visible"/>
                                      </p:to>
                                    </p:set>
                                    <p:animEffect transition="in" filter="dissolve">
                                      <p:cBhvr>
                                        <p:cTn id="22" dur="500"/>
                                        <p:tgtEl>
                                          <p:spTgt spid="123910"/>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iterate type="wd">
                                    <p:tmPct val="100000"/>
                                  </p:iterate>
                                  <p:childTnLst>
                                    <p:set>
                                      <p:cBhvr>
                                        <p:cTn id="26" dur="1" fill="hold">
                                          <p:stCondLst>
                                            <p:cond delay="0"/>
                                          </p:stCondLst>
                                        </p:cTn>
                                        <p:tgtEl>
                                          <p:spTgt spid="123908"/>
                                        </p:tgtEl>
                                        <p:attrNameLst>
                                          <p:attrName>style.visibility</p:attrName>
                                        </p:attrNameLst>
                                      </p:cBhvr>
                                      <p:to>
                                        <p:strVal val="visible"/>
                                      </p:to>
                                    </p:set>
                                    <p:animEffect transition="in" filter="wipe(left)">
                                      <p:cBhvr>
                                        <p:cTn id="27" dur="300"/>
                                        <p:tgtEl>
                                          <p:spTgt spid="123908"/>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1" fill="hold" nodeType="clickEffect">
                                  <p:stCondLst>
                                    <p:cond delay="0"/>
                                  </p:stCondLst>
                                  <p:childTnLst>
                                    <p:set>
                                      <p:cBhvr>
                                        <p:cTn id="31" dur="1" fill="hold">
                                          <p:stCondLst>
                                            <p:cond delay="0"/>
                                          </p:stCondLst>
                                        </p:cTn>
                                        <p:tgtEl>
                                          <p:spTgt spid="123915"/>
                                        </p:tgtEl>
                                        <p:attrNameLst>
                                          <p:attrName>style.visibility</p:attrName>
                                        </p:attrNameLst>
                                      </p:cBhvr>
                                      <p:to>
                                        <p:strVal val="visible"/>
                                      </p:to>
                                    </p:set>
                                    <p:animEffect transition="in" filter="wipe(up)">
                                      <p:cBhvr>
                                        <p:cTn id="32" dur="500"/>
                                        <p:tgtEl>
                                          <p:spTgt spid="123915"/>
                                        </p:tgtEl>
                                      </p:cBhvr>
                                    </p:animEffect>
                                  </p:childTnLst>
                                </p:cTn>
                              </p:par>
                            </p:childTnLst>
                          </p:cTn>
                        </p:par>
                      </p:childTnLst>
                    </p:cTn>
                  </p:par>
                  <p:par>
                    <p:cTn id="33" fill="hold">
                      <p:stCondLst>
                        <p:cond delay="indefinite"/>
                      </p:stCondLst>
                      <p:childTnLst>
                        <p:par>
                          <p:cTn id="34" fill="hold">
                            <p:stCondLst>
                              <p:cond delay="0"/>
                            </p:stCondLst>
                            <p:childTnLst>
                              <p:par>
                                <p:cTn id="35" presetID="9" presetClass="entr" presetSubtype="0" fill="hold" nodeType="clickEffect">
                                  <p:stCondLst>
                                    <p:cond delay="0"/>
                                  </p:stCondLst>
                                  <p:childTnLst>
                                    <p:set>
                                      <p:cBhvr>
                                        <p:cTn id="36" dur="1" fill="hold">
                                          <p:stCondLst>
                                            <p:cond delay="0"/>
                                          </p:stCondLst>
                                        </p:cTn>
                                        <p:tgtEl>
                                          <p:spTgt spid="123916"/>
                                        </p:tgtEl>
                                        <p:attrNameLst>
                                          <p:attrName>style.visibility</p:attrName>
                                        </p:attrNameLst>
                                      </p:cBhvr>
                                      <p:to>
                                        <p:strVal val="visible"/>
                                      </p:to>
                                    </p:set>
                                    <p:animEffect transition="in" filter="dissolve">
                                      <p:cBhvr>
                                        <p:cTn id="37" dur="500"/>
                                        <p:tgtEl>
                                          <p:spTgt spid="123916"/>
                                        </p:tgtEl>
                                      </p:cBhvr>
                                    </p:animEffect>
                                  </p:childTnLst>
                                </p:cTn>
                              </p:par>
                            </p:childTnLst>
                          </p:cTn>
                        </p:par>
                      </p:childTnLst>
                    </p:cTn>
                  </p:par>
                  <p:par>
                    <p:cTn id="38" fill="hold">
                      <p:stCondLst>
                        <p:cond delay="indefinite"/>
                      </p:stCondLst>
                      <p:childTnLst>
                        <p:par>
                          <p:cTn id="39" fill="hold">
                            <p:stCondLst>
                              <p:cond delay="0"/>
                            </p:stCondLst>
                            <p:childTnLst>
                              <p:par>
                                <p:cTn id="40" presetID="1" presetClass="entr" presetSubtype="0" fill="hold" grpId="0" nodeType="clickEffect">
                                  <p:stCondLst>
                                    <p:cond delay="0"/>
                                  </p:stCondLst>
                                  <p:childTnLst>
                                    <p:set>
                                      <p:cBhvr>
                                        <p:cTn id="41" dur="1" fill="hold">
                                          <p:stCondLst>
                                            <p:cond delay="0"/>
                                          </p:stCondLst>
                                        </p:cTn>
                                        <p:tgtEl>
                                          <p:spTgt spid="3482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3906" grpId="0" autoUpdateAnimBg="0" build="p"/>
      <p:bldP spid="123907" grpId="0" bldLvl="0" animBg="1" autoUpdateAnimBg="0"/>
      <p:bldP spid="123908" grpId="0" bldLvl="0" animBg="1" autoUpdateAnimBg="0"/>
      <p:bldP spid="34824" grpId="0" bldLvl="0" animBg="1"/>
    </p:bld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7"/>
          <p:cNvSpPr>
            <a:spLocks noGrp="1" noChangeArrowheads="1"/>
          </p:cNvSpPr>
          <p:nvPr>
            <p:ph type="title"/>
          </p:nvPr>
        </p:nvSpPr>
        <p:spPr bwMode="auto">
          <a:xfrm>
            <a:off x="5689600" y="711200"/>
            <a:ext cx="1854200" cy="177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eaLnBrk="1" hangingPunct="1"/>
            <a:r>
              <a:rPr lang="zh-CN" altLang="en-US" sz="800" smtClean="0">
                <a:solidFill>
                  <a:schemeClr val="bg1"/>
                </a:solidFill>
                <a:latin typeface="华文中宋" panose="02010600040101010101" pitchFamily="2" charset="-122"/>
                <a:ea typeface="华文中宋" panose="02010600040101010101" pitchFamily="2" charset="-122"/>
              </a:rPr>
              <a:t>轴承装置的设计</a:t>
            </a:r>
            <a:r>
              <a:rPr lang="en-US" altLang="zh-CN" sz="800" smtClean="0">
                <a:solidFill>
                  <a:schemeClr val="bg1"/>
                </a:solidFill>
                <a:latin typeface="华文中宋" panose="02010600040101010101" pitchFamily="2" charset="-122"/>
                <a:ea typeface="华文中宋" panose="02010600040101010101" pitchFamily="2" charset="-122"/>
              </a:rPr>
              <a:t>1</a:t>
            </a:r>
            <a:endParaRPr lang="en-US" altLang="zh-CN" sz="800" smtClean="0">
              <a:solidFill>
                <a:schemeClr val="bg1"/>
              </a:solidFill>
              <a:latin typeface="华文中宋" panose="02010600040101010101" pitchFamily="2" charset="-122"/>
              <a:ea typeface="华文中宋" panose="02010600040101010101" pitchFamily="2" charset="-122"/>
            </a:endParaRPr>
          </a:p>
        </p:txBody>
      </p:sp>
      <p:pic>
        <p:nvPicPr>
          <p:cNvPr id="25663" name="Picture 63" descr="NEXT1">
            <a:hlinkClick r:id="" action="ppaction://hlinkshowjump?jump=nextslide"/>
          </p:cNvPr>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8774113" y="6489700"/>
            <a:ext cx="306387" cy="306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5664" name="Picture 64" descr="rewind1">
            <a:hlinkClick r:id="" action="ppaction://hlinkshowjump?jump=firstslide"/>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370888" y="6489700"/>
            <a:ext cx="306387" cy="306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8678" name="Text Box 65"/>
          <p:cNvSpPr txBox="1">
            <a:spLocks noChangeArrowheads="1"/>
          </p:cNvSpPr>
          <p:nvPr/>
        </p:nvSpPr>
        <p:spPr bwMode="auto">
          <a:xfrm>
            <a:off x="7505700" y="5908675"/>
            <a:ext cx="9271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57150">
                <a:solidFill>
                  <a:srgbClr val="000000"/>
                </a:solidFill>
                <a:miter lim="800000"/>
                <a:headEnd/>
                <a:tailEnd/>
              </a14:hiddenLine>
            </a:ext>
          </a:extLst>
        </p:spPr>
        <p:txBody>
          <a:bodyPr>
            <a:spAutoFit/>
          </a:bodyPr>
          <a:lstStyle>
            <a:lvl1pPr eaLnBrk="0" hangingPunct="0">
              <a:defRPr kumimoji="1" sz="2000">
                <a:solidFill>
                  <a:srgbClr val="000099"/>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rgbClr val="000099"/>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rgbClr val="000099"/>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rgbClr val="000099"/>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9pPr>
          </a:lstStyle>
          <a:p>
            <a:pPr algn="ctr" eaLnBrk="1" hangingPunct="1">
              <a:lnSpc>
                <a:spcPct val="100000"/>
              </a:lnSpc>
              <a:spcBef>
                <a:spcPct val="50000"/>
              </a:spcBef>
              <a:buFontTx/>
              <a:buNone/>
            </a:pPr>
            <a:r>
              <a:rPr lang="en-US" altLang="zh-CN" sz="1800">
                <a:latin typeface="华文中宋" panose="02010600040101010101" pitchFamily="2" charset="-122"/>
              </a:rPr>
              <a:t>  </a:t>
            </a:r>
            <a:endParaRPr lang="en-US" altLang="zh-CN" sz="1800">
              <a:latin typeface="华文中宋" panose="02010600040101010101" pitchFamily="2" charset="-122"/>
            </a:endParaRPr>
          </a:p>
        </p:txBody>
      </p:sp>
      <p:sp>
        <p:nvSpPr>
          <p:cNvPr id="34825" name="Rectangle 2"/>
          <p:cNvSpPr>
            <a:spLocks noChangeArrowheads="1"/>
          </p:cNvSpPr>
          <p:nvPr/>
        </p:nvSpPr>
        <p:spPr bwMode="auto">
          <a:xfrm>
            <a:off x="188595" y="877783"/>
            <a:ext cx="8928100" cy="1476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indent="304800" eaLnBrk="0" hangingPunct="0">
              <a:defRPr kumimoji="1" sz="2000">
                <a:solidFill>
                  <a:srgbClr val="000099"/>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rgbClr val="000099"/>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rgbClr val="000099"/>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rgbClr val="000099"/>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9pPr>
          </a:lstStyle>
          <a:p>
            <a:pPr marL="0" eaLnBrk="1" latinLnBrk="0" hangingPunct="1">
              <a:lnSpc>
                <a:spcPct val="150000"/>
              </a:lnSpc>
              <a:buFontTx/>
              <a:buNone/>
            </a:pPr>
            <a:r>
              <a:rPr lang="zh-CN" altLang="en-US" dirty="0"/>
              <a:t>深沟球轴承也可用于两端单向固定的支承，如下图所示。这种轴承在安装时，通过调整端盖端面与外壳之间</a:t>
            </a:r>
            <a:r>
              <a:rPr lang="zh-CN" altLang="en-US" dirty="0">
                <a:solidFill>
                  <a:srgbClr val="C00000"/>
                </a:solidFill>
              </a:rPr>
              <a:t>垫片</a:t>
            </a:r>
            <a:r>
              <a:rPr lang="zh-CN" altLang="en-US" dirty="0"/>
              <a:t>的厚度，使轴承外圈与端盖之间留有约</a:t>
            </a:r>
            <a:r>
              <a:rPr lang="en-US" altLang="zh-CN" dirty="0">
                <a:solidFill>
                  <a:srgbClr val="C00000"/>
                </a:solidFill>
              </a:rPr>
              <a:t>0.25</a:t>
            </a:r>
            <a:r>
              <a:rPr lang="zh-CN" altLang="en-US" dirty="0">
                <a:solidFill>
                  <a:srgbClr val="C00000"/>
                </a:solidFill>
              </a:rPr>
              <a:t>～</a:t>
            </a:r>
            <a:r>
              <a:rPr lang="en-US" altLang="zh-CN" dirty="0">
                <a:solidFill>
                  <a:srgbClr val="C00000"/>
                </a:solidFill>
              </a:rPr>
              <a:t>0.4mm</a:t>
            </a:r>
            <a:r>
              <a:rPr lang="zh-CN" altLang="en-US" dirty="0"/>
              <a:t>的轴向间隙，以适当补偿轴受热伸长。</a:t>
            </a:r>
            <a:endParaRPr lang="zh-CN" altLang="en-US" dirty="0"/>
          </a:p>
        </p:txBody>
      </p:sp>
      <p:sp>
        <p:nvSpPr>
          <p:cNvPr id="34826" name="矩形 15"/>
          <p:cNvSpPr>
            <a:spLocks noChangeArrowheads="1"/>
          </p:cNvSpPr>
          <p:nvPr/>
        </p:nvSpPr>
        <p:spPr bwMode="auto">
          <a:xfrm>
            <a:off x="1521309" y="5757035"/>
            <a:ext cx="3416300" cy="395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000">
                <a:solidFill>
                  <a:srgbClr val="000099"/>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rgbClr val="000099"/>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rgbClr val="000099"/>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rgbClr val="000099"/>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buFontTx/>
              <a:buNone/>
            </a:pPr>
            <a:r>
              <a:rPr lang="zh-CN" altLang="en-US" sz="1800" dirty="0">
                <a:solidFill>
                  <a:srgbClr val="C00000"/>
                </a:solidFill>
              </a:rPr>
              <a:t>采用深沟球轴承的两端单向固定</a:t>
            </a:r>
            <a:endParaRPr lang="zh-CN" altLang="en-US" sz="1800" dirty="0">
              <a:solidFill>
                <a:srgbClr val="C00000"/>
              </a:solidFill>
            </a:endParaRPr>
          </a:p>
        </p:txBody>
      </p:sp>
      <p:pic>
        <p:nvPicPr>
          <p:cNvPr id="28683" name="Picture 1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6482" y="2687268"/>
            <a:ext cx="8505825" cy="2981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 name="直接连接符 6"/>
          <p:cNvSpPr>
            <a:spLocks noChangeShapeType="1"/>
          </p:cNvSpPr>
          <p:nvPr/>
        </p:nvSpPr>
        <p:spPr bwMode="auto">
          <a:xfrm>
            <a:off x="0" y="630421"/>
            <a:ext cx="9144000" cy="0"/>
          </a:xfrm>
          <a:prstGeom prst="line">
            <a:avLst/>
          </a:prstGeom>
          <a:noFill/>
          <a:ln w="28575">
            <a:solidFill>
              <a:srgbClr val="CC3300"/>
            </a:solidFill>
            <a:miter lim="800000"/>
          </a:ln>
          <a:extLst>
            <a:ext uri="{909E8E84-426E-40DD-AFC4-6F175D3DCCD1}">
              <a14:hiddenFill xmlns:a14="http://schemas.microsoft.com/office/drawing/2010/main">
                <a:noFill/>
              </a14:hiddenFill>
            </a:ext>
          </a:extLst>
        </p:spPr>
        <p:txBody>
          <a:bodyPr/>
          <a:lstStyle/>
          <a:p>
            <a:endParaRPr lang="zh-CN" altLang="en-US"/>
          </a:p>
        </p:txBody>
      </p:sp>
      <p:sp>
        <p:nvSpPr>
          <p:cNvPr id="8206" name="Rectangle 67"/>
          <p:cNvSpPr>
            <a:spLocks noChangeArrowheads="1"/>
          </p:cNvSpPr>
          <p:nvPr/>
        </p:nvSpPr>
        <p:spPr bwMode="auto">
          <a:xfrm>
            <a:off x="3162300" y="10637"/>
            <a:ext cx="4945380" cy="5530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kumimoji="1" sz="2000">
                <a:solidFill>
                  <a:srgbClr val="000099"/>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rgbClr val="000099"/>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rgbClr val="000099"/>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rgbClr val="000099"/>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lnSpc>
                <a:spcPct val="100000"/>
              </a:lnSpc>
              <a:buFontTx/>
              <a:buNone/>
            </a:pPr>
            <a:r>
              <a:rPr lang="en-US" altLang="zh-CN" sz="3000" dirty="0" smtClean="0">
                <a:solidFill>
                  <a:srgbClr val="CC3300"/>
                </a:solidFill>
                <a:latin typeface="黑体" panose="02010609060101010101" pitchFamily="49" charset="-122"/>
                <a:ea typeface="黑体" panose="02010609060101010101" pitchFamily="49" charset="-122"/>
              </a:rPr>
              <a:t>3.6-6  </a:t>
            </a:r>
            <a:r>
              <a:rPr lang="zh-CN" altLang="en-US" sz="3000" dirty="0">
                <a:solidFill>
                  <a:srgbClr val="CC3300"/>
                </a:solidFill>
                <a:latin typeface="黑体" panose="02010609060101010101" pitchFamily="49" charset="-122"/>
                <a:ea typeface="黑体" panose="02010609060101010101" pitchFamily="49" charset="-122"/>
              </a:rPr>
              <a:t>滚动轴承装置的设计</a:t>
            </a:r>
            <a:endParaRPr lang="zh-CN" altLang="en-US" sz="3000" dirty="0">
              <a:solidFill>
                <a:srgbClr val="CC3300"/>
              </a:solidFill>
              <a:latin typeface="黑体" panose="02010609060101010101" pitchFamily="49" charset="-122"/>
              <a:ea typeface="黑体" panose="02010609060101010101" pitchFamily="49" charset="-122"/>
            </a:endParaRPr>
          </a:p>
        </p:txBody>
      </p:sp>
    </p:spTree>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4825"/>
                                        </p:tgtEl>
                                        <p:attrNameLst>
                                          <p:attrName>style.visibility</p:attrName>
                                        </p:attrNameLst>
                                      </p:cBhvr>
                                      <p:to>
                                        <p:strVal val="visible"/>
                                      </p:to>
                                    </p:set>
                                  </p:childTnLst>
                                </p:cTn>
                              </p:par>
                            </p:childTnLst>
                          </p:cTn>
                        </p:par>
                        <p:par>
                          <p:cTn id="7" fill="hold">
                            <p:stCondLst>
                              <p:cond delay="0"/>
                            </p:stCondLst>
                            <p:childTnLst>
                              <p:par>
                                <p:cTn id="8" presetID="1" presetClass="entr" presetSubtype="0" fill="hold" grpId="0" nodeType="afterEffect">
                                  <p:stCondLst>
                                    <p:cond delay="0"/>
                                  </p:stCondLst>
                                  <p:childTnLst>
                                    <p:set>
                                      <p:cBhvr>
                                        <p:cTn id="9" dur="1" fill="hold">
                                          <p:stCondLst>
                                            <p:cond delay="0"/>
                                          </p:stCondLst>
                                        </p:cTn>
                                        <p:tgtEl>
                                          <p:spTgt spid="34826"/>
                                        </p:tgtEl>
                                        <p:attrNameLst>
                                          <p:attrName>style.visibility</p:attrName>
                                        </p:attrNameLst>
                                      </p:cBhvr>
                                      <p:to>
                                        <p:strVal val="visible"/>
                                      </p:to>
                                    </p:set>
                                  </p:childTnLst>
                                </p:cTn>
                              </p:par>
                            </p:childTnLst>
                          </p:cTn>
                        </p:par>
                        <p:par>
                          <p:cTn id="10" fill="hold">
                            <p:stCondLst>
                              <p:cond delay="0"/>
                            </p:stCondLst>
                            <p:childTnLst>
                              <p:par>
                                <p:cTn id="11" presetID="1" presetClass="entr" presetSubtype="0" fill="hold" nodeType="afterEffect">
                                  <p:stCondLst>
                                    <p:cond delay="0"/>
                                  </p:stCondLst>
                                  <p:childTnLst>
                                    <p:set>
                                      <p:cBhvr>
                                        <p:cTn id="12" dur="1" fill="hold">
                                          <p:stCondLst>
                                            <p:cond delay="499"/>
                                          </p:stCondLst>
                                        </p:cTn>
                                        <p:tgtEl>
                                          <p:spTgt spid="25663"/>
                                        </p:tgtEl>
                                        <p:attrNameLst>
                                          <p:attrName>style.visibility</p:attrName>
                                        </p:attrNameLst>
                                      </p:cBhvr>
                                      <p:to>
                                        <p:strVal val="visible"/>
                                      </p:to>
                                    </p:set>
                                  </p:childTnLst>
                                </p:cTn>
                              </p:par>
                            </p:childTnLst>
                          </p:cTn>
                        </p:par>
                        <p:par>
                          <p:cTn id="13" fill="hold">
                            <p:stCondLst>
                              <p:cond delay="500"/>
                            </p:stCondLst>
                            <p:childTnLst>
                              <p:par>
                                <p:cTn id="14" presetID="2" presetClass="entr" presetSubtype="8" fill="hold" nodeType="afterEffect">
                                  <p:stCondLst>
                                    <p:cond delay="0"/>
                                  </p:stCondLst>
                                  <p:childTnLst>
                                    <p:set>
                                      <p:cBhvr>
                                        <p:cTn id="15" dur="1" fill="hold">
                                          <p:stCondLst>
                                            <p:cond delay="0"/>
                                          </p:stCondLst>
                                        </p:cTn>
                                        <p:tgtEl>
                                          <p:spTgt spid="25664"/>
                                        </p:tgtEl>
                                        <p:attrNameLst>
                                          <p:attrName>style.visibility</p:attrName>
                                        </p:attrNameLst>
                                      </p:cBhvr>
                                      <p:to>
                                        <p:strVal val="visible"/>
                                      </p:to>
                                    </p:set>
                                    <p:anim calcmode="lin" valueType="num">
                                      <p:cBhvr additive="base">
                                        <p:cTn id="16" dur="500" fill="hold"/>
                                        <p:tgtEl>
                                          <p:spTgt spid="25664"/>
                                        </p:tgtEl>
                                        <p:attrNameLst>
                                          <p:attrName>ppt_x</p:attrName>
                                        </p:attrNameLst>
                                      </p:cBhvr>
                                      <p:tavLst>
                                        <p:tav tm="0">
                                          <p:val>
                                            <p:strVal val="0-#ppt_w/2"/>
                                          </p:val>
                                        </p:tav>
                                        <p:tav tm="100000">
                                          <p:val>
                                            <p:strVal val="#ppt_x"/>
                                          </p:val>
                                        </p:tav>
                                      </p:tavLst>
                                    </p:anim>
                                    <p:anim calcmode="lin" valueType="num">
                                      <p:cBhvr additive="base">
                                        <p:cTn id="17" dur="500" fill="hold"/>
                                        <p:tgtEl>
                                          <p:spTgt spid="2566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825" grpId="0"/>
      <p:bldP spid="34826" grpId="0"/>
    </p:bldLst>
  </p:timing>
</p:sld>
</file>

<file path=ppt/slides/slide10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33122" name="Rectangle 2"/>
          <p:cNvSpPr>
            <a:spLocks noGrp="1" noChangeArrowheads="1"/>
          </p:cNvSpPr>
          <p:nvPr>
            <p:ph type="title"/>
          </p:nvPr>
        </p:nvSpPr>
        <p:spPr>
          <a:xfrm>
            <a:off x="2164715" y="813753"/>
            <a:ext cx="2393950" cy="663575"/>
          </a:xfrm>
        </p:spPr>
        <p:txBody>
          <a:bodyPr/>
          <a:lstStyle/>
          <a:p>
            <a:pPr>
              <a:defRPr/>
            </a:pPr>
            <a:r>
              <a:rPr lang="zh-CN" altLang="en-US" sz="2800" b="1" dirty="0">
                <a:solidFill>
                  <a:schemeClr val="tx1"/>
                </a:solidFill>
                <a:effectLst>
                  <a:outerShdw blurRad="38100" dist="38100" dir="2700000" algn="tl">
                    <a:srgbClr val="FFFFFF"/>
                  </a:outerShdw>
                </a:effectLst>
                <a:latin typeface="仿宋_GB2312" pitchFamily="49" charset="-122"/>
                <a:ea typeface="仿宋_GB2312" pitchFamily="49" charset="-122"/>
              </a:rPr>
              <a:t>两端单向固定</a:t>
            </a:r>
            <a:endParaRPr lang="zh-CN" altLang="en-US" sz="2800" dirty="0">
              <a:solidFill>
                <a:schemeClr val="tx1"/>
              </a:solidFill>
              <a:latin typeface="黑体" panose="02010609060101010101" pitchFamily="49" charset="-122"/>
              <a:ea typeface="黑体" panose="02010609060101010101" pitchFamily="49" charset="-122"/>
            </a:endParaRPr>
          </a:p>
        </p:txBody>
      </p:sp>
      <p:sp>
        <p:nvSpPr>
          <p:cNvPr id="133124" name="Rectangle 4"/>
          <p:cNvSpPr>
            <a:spLocks noGrp="1" noChangeArrowheads="1"/>
          </p:cNvSpPr>
          <p:nvPr>
            <p:ph type="body" idx="1"/>
          </p:nvPr>
        </p:nvSpPr>
        <p:spPr>
          <a:xfrm>
            <a:off x="4558348" y="813753"/>
            <a:ext cx="3338512" cy="484187"/>
          </a:xfrm>
        </p:spPr>
        <p:txBody>
          <a:bodyPr/>
          <a:lstStyle/>
          <a:p>
            <a:pPr>
              <a:buFontTx/>
              <a:buNone/>
              <a:defRPr/>
            </a:pPr>
            <a:r>
              <a:rPr lang="zh-CN" altLang="en-US" sz="2400" b="1" dirty="0">
                <a:solidFill>
                  <a:srgbClr val="CC0000"/>
                </a:solidFill>
                <a:effectLst/>
                <a:latin typeface="宋体" panose="02010600030101010101" pitchFamily="2" charset="-122"/>
              </a:rPr>
              <a:t>（一对圆锥滚子轴承）</a:t>
            </a:r>
            <a:endParaRPr lang="zh-CN" altLang="en-US" sz="2400" b="1" dirty="0">
              <a:solidFill>
                <a:srgbClr val="CC0000"/>
              </a:solidFill>
              <a:effectLst/>
              <a:latin typeface="宋体" panose="02010600030101010101" pitchFamily="2" charset="-122"/>
            </a:endParaRPr>
          </a:p>
        </p:txBody>
      </p:sp>
      <p:pic>
        <p:nvPicPr>
          <p:cNvPr id="5" name="Picture 49" descr="back1">
            <a:hlinkClick r:id="" tooltip="上一页" action="ppaction://hlinkshowjump?jump=previousslide"/>
          </p:cNvPr>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8380413" y="6556375"/>
            <a:ext cx="306387" cy="3063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pic>
        <p:nvPicPr>
          <p:cNvPr id="6" name="Picture 50" descr="rewind1">
            <a:hlinkClick r:id="" action="ppaction://hlinkshowjump?jump=firstslide"/>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018463" y="6551613"/>
            <a:ext cx="306387" cy="306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 name="Picture 149" descr="NEXT1">
            <a:hlinkClick r:id="" action="ppaction://hlinkshowjump?jump=nextslide"/>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753475" y="6551613"/>
            <a:ext cx="306388" cy="306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 name="直接连接符 6"/>
          <p:cNvSpPr>
            <a:spLocks noChangeShapeType="1"/>
          </p:cNvSpPr>
          <p:nvPr/>
        </p:nvSpPr>
        <p:spPr bwMode="auto">
          <a:xfrm>
            <a:off x="0" y="630421"/>
            <a:ext cx="9144000" cy="0"/>
          </a:xfrm>
          <a:prstGeom prst="line">
            <a:avLst/>
          </a:prstGeom>
          <a:noFill/>
          <a:ln w="28575">
            <a:solidFill>
              <a:srgbClr val="CC3300"/>
            </a:solidFill>
            <a:miter lim="800000"/>
          </a:ln>
          <a:extLst>
            <a:ext uri="{909E8E84-426E-40DD-AFC4-6F175D3DCCD1}">
              <a14:hiddenFill xmlns:a14="http://schemas.microsoft.com/office/drawing/2010/main">
                <a:noFill/>
              </a14:hiddenFill>
            </a:ext>
          </a:extLst>
        </p:spPr>
        <p:txBody>
          <a:bodyPr/>
          <a:lstStyle/>
          <a:p>
            <a:endParaRPr lang="zh-CN" altLang="en-US"/>
          </a:p>
        </p:txBody>
      </p:sp>
      <p:sp>
        <p:nvSpPr>
          <p:cNvPr id="8206" name="Rectangle 67"/>
          <p:cNvSpPr>
            <a:spLocks noChangeArrowheads="1"/>
          </p:cNvSpPr>
          <p:nvPr/>
        </p:nvSpPr>
        <p:spPr bwMode="auto">
          <a:xfrm>
            <a:off x="3162300" y="10637"/>
            <a:ext cx="4945380" cy="5530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kumimoji="1" sz="2000">
                <a:solidFill>
                  <a:srgbClr val="000099"/>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rgbClr val="000099"/>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rgbClr val="000099"/>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rgbClr val="000099"/>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lnSpc>
                <a:spcPct val="100000"/>
              </a:lnSpc>
              <a:buFontTx/>
              <a:buNone/>
            </a:pPr>
            <a:r>
              <a:rPr lang="en-US" altLang="zh-CN" sz="3000" dirty="0" smtClean="0">
                <a:solidFill>
                  <a:srgbClr val="CC3300"/>
                </a:solidFill>
                <a:latin typeface="黑体" panose="02010609060101010101" pitchFamily="49" charset="-122"/>
                <a:ea typeface="黑体" panose="02010609060101010101" pitchFamily="49" charset="-122"/>
              </a:rPr>
              <a:t>3.6-6  </a:t>
            </a:r>
            <a:r>
              <a:rPr lang="zh-CN" altLang="en-US" sz="3000" dirty="0">
                <a:solidFill>
                  <a:srgbClr val="CC3300"/>
                </a:solidFill>
                <a:latin typeface="黑体" panose="02010609060101010101" pitchFamily="49" charset="-122"/>
                <a:ea typeface="黑体" panose="02010609060101010101" pitchFamily="49" charset="-122"/>
              </a:rPr>
              <a:t>滚动轴承装置的设计</a:t>
            </a:r>
            <a:endParaRPr lang="zh-CN" altLang="en-US" sz="3000" dirty="0">
              <a:solidFill>
                <a:srgbClr val="CC3300"/>
              </a:solidFill>
              <a:latin typeface="黑体" panose="02010609060101010101" pitchFamily="49" charset="-122"/>
              <a:ea typeface="黑体" panose="02010609060101010101" pitchFamily="49" charset="-122"/>
            </a:endParaRPr>
          </a:p>
        </p:txBody>
      </p:sp>
      <p:pic>
        <p:nvPicPr>
          <p:cNvPr id="2" name="图片 1"/>
          <p:cNvPicPr>
            <a:picLocks noChangeAspect="1"/>
          </p:cNvPicPr>
          <p:nvPr/>
        </p:nvPicPr>
        <p:blipFill>
          <a:blip r:embed="rId4">
            <a:lum contrast="6000"/>
          </a:blip>
          <a:srcRect b="8973"/>
          <a:stretch>
            <a:fillRect/>
          </a:stretch>
        </p:blipFill>
        <p:spPr>
          <a:xfrm>
            <a:off x="690245" y="1303655"/>
            <a:ext cx="7146290" cy="4251325"/>
          </a:xfrm>
          <a:prstGeom prst="rect">
            <a:avLst/>
          </a:prstGeom>
        </p:spPr>
      </p:pic>
      <p:sp>
        <p:nvSpPr>
          <p:cNvPr id="3" name="文本框 2"/>
          <p:cNvSpPr txBox="1"/>
          <p:nvPr/>
        </p:nvSpPr>
        <p:spPr>
          <a:xfrm>
            <a:off x="892810" y="5726430"/>
            <a:ext cx="7358380" cy="829945"/>
          </a:xfrm>
          <a:prstGeom prst="rect">
            <a:avLst/>
          </a:prstGeom>
          <a:noFill/>
        </p:spPr>
        <p:txBody>
          <a:bodyPr wrap="square" rtlCol="0">
            <a:spAutoFit/>
          </a:bodyPr>
          <a:p>
            <a:pPr indent="0">
              <a:buNone/>
            </a:pPr>
            <a:r>
              <a:rPr lang="zh-CN" altLang="en-US">
                <a:solidFill>
                  <a:srgbClr val="FF0000"/>
                </a:solidFill>
              </a:rPr>
              <a:t>通过调整轴承外圈或内圈的轴向位置，可以使轴承达到理想的游隙或所要求的预紧程度。</a:t>
            </a:r>
            <a:endParaRPr lang="zh-CN" altLang="en-US">
              <a:solidFill>
                <a:srgbClr val="FF0000"/>
              </a:solidFill>
            </a:endParaRP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iterate type="wd">
                                    <p:tmPct val="100000"/>
                                  </p:iterate>
                                  <p:childTnLst>
                                    <p:set>
                                      <p:cBhvr>
                                        <p:cTn id="6" dur="1" fill="hold">
                                          <p:stCondLst>
                                            <p:cond delay="0"/>
                                          </p:stCondLst>
                                        </p:cTn>
                                        <p:tgtEl>
                                          <p:spTgt spid="133124">
                                            <p:txEl>
                                              <p:pRg st="0" end="0"/>
                                            </p:txEl>
                                          </p:spTgt>
                                        </p:tgtEl>
                                        <p:attrNameLst>
                                          <p:attrName>style.visibility</p:attrName>
                                        </p:attrNameLst>
                                      </p:cBhvr>
                                      <p:to>
                                        <p:strVal val="visible"/>
                                      </p:to>
                                    </p:set>
                                    <p:animEffect transition="in" filter="wipe(left)">
                                      <p:cBhvr>
                                        <p:cTn id="7" dur="300"/>
                                        <p:tgtEl>
                                          <p:spTgt spid="133124">
                                            <p:txEl>
                                              <p:pRg st="0" end="0"/>
                                            </p:txEl>
                                          </p:spTgt>
                                        </p:tgtEl>
                                      </p:cBhvr>
                                    </p:animEffect>
                                  </p:childTnLst>
                                </p:cTn>
                              </p:par>
                            </p:childTnLst>
                          </p:cTn>
                        </p:par>
                        <p:par>
                          <p:cTn id="8" fill="hold">
                            <p:stCondLst>
                              <p:cond delay="3000"/>
                            </p:stCondLst>
                            <p:childTnLst>
                              <p:par>
                                <p:cTn id="9" presetID="2" presetClass="entr" presetSubtype="8" fill="hold" nodeType="afterEffect">
                                  <p:stCondLst>
                                    <p:cond delay="0"/>
                                  </p:stCondLst>
                                  <p:childTnLst>
                                    <p:set>
                                      <p:cBhvr>
                                        <p:cTn id="10" dur="1" fill="hold">
                                          <p:stCondLst>
                                            <p:cond delay="0"/>
                                          </p:stCondLst>
                                        </p:cTn>
                                        <p:tgtEl>
                                          <p:spTgt spid="5"/>
                                        </p:tgtEl>
                                        <p:attrNameLst>
                                          <p:attrName>style.visibility</p:attrName>
                                        </p:attrNameLst>
                                      </p:cBhvr>
                                      <p:to>
                                        <p:strVal val="visible"/>
                                      </p:to>
                                    </p:set>
                                    <p:anim calcmode="lin" valueType="num">
                                      <p:cBhvr additive="base">
                                        <p:cTn id="11" dur="500" fill="hold"/>
                                        <p:tgtEl>
                                          <p:spTgt spid="5"/>
                                        </p:tgtEl>
                                        <p:attrNameLst>
                                          <p:attrName>ppt_x</p:attrName>
                                        </p:attrNameLst>
                                      </p:cBhvr>
                                      <p:tavLst>
                                        <p:tav tm="0">
                                          <p:val>
                                            <p:strVal val="0-#ppt_w/2"/>
                                          </p:val>
                                        </p:tav>
                                        <p:tav tm="100000">
                                          <p:val>
                                            <p:strVal val="#ppt_x"/>
                                          </p:val>
                                        </p:tav>
                                      </p:tavLst>
                                    </p:anim>
                                    <p:anim calcmode="lin" valueType="num">
                                      <p:cBhvr additive="base">
                                        <p:cTn id="12" dur="500" fill="hold"/>
                                        <p:tgtEl>
                                          <p:spTgt spid="5"/>
                                        </p:tgtEl>
                                        <p:attrNameLst>
                                          <p:attrName>ppt_y</p:attrName>
                                        </p:attrNameLst>
                                      </p:cBhvr>
                                      <p:tavLst>
                                        <p:tav tm="0">
                                          <p:val>
                                            <p:strVal val="#ppt_y"/>
                                          </p:val>
                                        </p:tav>
                                        <p:tav tm="100000">
                                          <p:val>
                                            <p:strVal val="#ppt_y"/>
                                          </p:val>
                                        </p:tav>
                                      </p:tavLst>
                                    </p:anim>
                                  </p:childTnLst>
                                </p:cTn>
                              </p:par>
                            </p:childTnLst>
                          </p:cTn>
                        </p:par>
                        <p:par>
                          <p:cTn id="13" fill="hold">
                            <p:stCondLst>
                              <p:cond delay="3500"/>
                            </p:stCondLst>
                            <p:childTnLst>
                              <p:par>
                                <p:cTn id="14" presetID="2" presetClass="entr" presetSubtype="8" fill="hold" nodeType="afterEffect">
                                  <p:stCondLst>
                                    <p:cond delay="0"/>
                                  </p:stCondLst>
                                  <p:childTnLst>
                                    <p:set>
                                      <p:cBhvr>
                                        <p:cTn id="15" dur="1" fill="hold">
                                          <p:stCondLst>
                                            <p:cond delay="0"/>
                                          </p:stCondLst>
                                        </p:cTn>
                                        <p:tgtEl>
                                          <p:spTgt spid="6"/>
                                        </p:tgtEl>
                                        <p:attrNameLst>
                                          <p:attrName>style.visibility</p:attrName>
                                        </p:attrNameLst>
                                      </p:cBhvr>
                                      <p:to>
                                        <p:strVal val="visible"/>
                                      </p:to>
                                    </p:set>
                                    <p:anim calcmode="lin" valueType="num">
                                      <p:cBhvr additive="base">
                                        <p:cTn id="16" dur="500" fill="hold"/>
                                        <p:tgtEl>
                                          <p:spTgt spid="6"/>
                                        </p:tgtEl>
                                        <p:attrNameLst>
                                          <p:attrName>ppt_x</p:attrName>
                                        </p:attrNameLst>
                                      </p:cBhvr>
                                      <p:tavLst>
                                        <p:tav tm="0">
                                          <p:val>
                                            <p:strVal val="0-#ppt_w/2"/>
                                          </p:val>
                                        </p:tav>
                                        <p:tav tm="100000">
                                          <p:val>
                                            <p:strVal val="#ppt_x"/>
                                          </p:val>
                                        </p:tav>
                                      </p:tavLst>
                                    </p:anim>
                                    <p:anim calcmode="lin" valueType="num">
                                      <p:cBhvr additive="base">
                                        <p:cTn id="17" dur="500" fill="hold"/>
                                        <p:tgtEl>
                                          <p:spTgt spid="6"/>
                                        </p:tgtEl>
                                        <p:attrNameLst>
                                          <p:attrName>ppt_y</p:attrName>
                                        </p:attrNameLst>
                                      </p:cBhvr>
                                      <p:tavLst>
                                        <p:tav tm="0">
                                          <p:val>
                                            <p:strVal val="#ppt_y"/>
                                          </p:val>
                                        </p:tav>
                                        <p:tav tm="100000">
                                          <p:val>
                                            <p:strVal val="#ppt_y"/>
                                          </p:val>
                                        </p:tav>
                                      </p:tavLst>
                                    </p:anim>
                                  </p:childTnLst>
                                </p:cTn>
                              </p:par>
                            </p:childTnLst>
                          </p:cTn>
                        </p:par>
                        <p:par>
                          <p:cTn id="18" fill="hold">
                            <p:stCondLst>
                              <p:cond delay="4000"/>
                            </p:stCondLst>
                            <p:childTnLst>
                              <p:par>
                                <p:cTn id="19" presetID="1" presetClass="entr" presetSubtype="0" fill="hold" nodeType="afterEffect">
                                  <p:stCondLst>
                                    <p:cond delay="0"/>
                                  </p:stCondLst>
                                  <p:childTnLst>
                                    <p:set>
                                      <p:cBhvr>
                                        <p:cTn id="20" dur="1" fill="hold">
                                          <p:stCondLst>
                                            <p:cond delay="499"/>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3124" grpId="0" autoUpdateAnimBg="0" build="p"/>
    </p:bldLst>
  </p:timing>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Box 2"/>
          <p:cNvSpPr txBox="1">
            <a:spLocks noChangeArrowheads="1"/>
          </p:cNvSpPr>
          <p:nvPr/>
        </p:nvSpPr>
        <p:spPr bwMode="auto">
          <a:xfrm>
            <a:off x="89314" y="868707"/>
            <a:ext cx="6569427" cy="498598"/>
          </a:xfrm>
          <a:prstGeom prst="rect">
            <a:avLst/>
          </a:prstGeom>
          <a:solidFill>
            <a:srgbClr val="FFFF00"/>
          </a:solidFill>
          <a:ln>
            <a:noFill/>
          </a:ln>
          <a:effectLst/>
        </p:spPr>
        <p:txBody>
          <a:bodyPr wrap="none">
            <a:spAutoFit/>
          </a:bodyPr>
          <a:lstStyle/>
          <a:p>
            <a:pPr>
              <a:buNone/>
            </a:pPr>
            <a:r>
              <a:rPr lang="en-US" altLang="zh-CN" sz="2200" dirty="0">
                <a:solidFill>
                  <a:srgbClr val="C00000"/>
                </a:solidFill>
                <a:latin typeface="黑体" panose="02010609060101010101" pitchFamily="49" charset="-122"/>
                <a:ea typeface="黑体" panose="02010609060101010101" pitchFamily="49" charset="-122"/>
              </a:rPr>
              <a:t>2</a:t>
            </a:r>
            <a:r>
              <a:rPr lang="zh-CN" altLang="en-US" sz="2200" dirty="0">
                <a:solidFill>
                  <a:srgbClr val="C00000"/>
                </a:solidFill>
                <a:latin typeface="黑体" panose="02010609060101010101" pitchFamily="49" charset="-122"/>
                <a:ea typeface="黑体" panose="02010609060101010101" pitchFamily="49" charset="-122"/>
              </a:rPr>
              <a:t>、</a:t>
            </a:r>
            <a:r>
              <a:rPr lang="zh-CN" altLang="en-US" sz="2200" dirty="0">
                <a:solidFill>
                  <a:srgbClr val="CC3300"/>
                </a:solidFill>
                <a:effectLst>
                  <a:outerShdw blurRad="38100" dist="38100" dir="2700000" algn="tl">
                    <a:srgbClr val="C0C0C0"/>
                  </a:outerShdw>
                </a:effectLst>
                <a:latin typeface="黑体" panose="02010609060101010101" pitchFamily="49" charset="-122"/>
                <a:ea typeface="黑体" panose="02010609060101010101" pitchFamily="49" charset="-122"/>
              </a:rPr>
              <a:t>一端双向固定</a:t>
            </a:r>
            <a:r>
              <a:rPr lang="zh-CN" altLang="en-US" sz="2200" dirty="0">
                <a:latin typeface="黑体" panose="02010609060101010101" pitchFamily="49" charset="-122"/>
                <a:ea typeface="黑体" panose="02010609060101010101" pitchFamily="49" charset="-122"/>
              </a:rPr>
              <a:t>、</a:t>
            </a:r>
            <a:r>
              <a:rPr lang="zh-CN" altLang="en-US" sz="2200" dirty="0">
                <a:solidFill>
                  <a:srgbClr val="CC3300"/>
                </a:solidFill>
                <a:effectLst>
                  <a:outerShdw blurRad="38100" dist="38100" dir="2700000" algn="tl">
                    <a:srgbClr val="C0C0C0"/>
                  </a:outerShdw>
                </a:effectLst>
                <a:latin typeface="黑体" panose="02010609060101010101" pitchFamily="49" charset="-122"/>
                <a:ea typeface="黑体" panose="02010609060101010101" pitchFamily="49" charset="-122"/>
              </a:rPr>
              <a:t>一端游动</a:t>
            </a:r>
            <a:r>
              <a:rPr lang="zh-CN" altLang="en-US" sz="2200" dirty="0">
                <a:latin typeface="黑体" panose="02010609060101010101" pitchFamily="49" charset="-122"/>
                <a:ea typeface="黑体" panose="02010609060101010101" pitchFamily="49" charset="-122"/>
              </a:rPr>
              <a:t>（单支点双向固定）：</a:t>
            </a:r>
            <a:endParaRPr lang="zh-CN" altLang="en-US" sz="2200" dirty="0">
              <a:latin typeface="黑体" panose="02010609060101010101" pitchFamily="49" charset="-122"/>
              <a:ea typeface="黑体" panose="02010609060101010101" pitchFamily="49" charset="-122"/>
            </a:endParaRPr>
          </a:p>
        </p:txBody>
      </p:sp>
      <p:grpSp>
        <p:nvGrpSpPr>
          <p:cNvPr id="5" name="Group 3"/>
          <p:cNvGrpSpPr/>
          <p:nvPr/>
        </p:nvGrpSpPr>
        <p:grpSpPr bwMode="auto">
          <a:xfrm>
            <a:off x="2363029" y="1658939"/>
            <a:ext cx="2225675" cy="461963"/>
            <a:chOff x="1476" y="829"/>
            <a:chExt cx="1402" cy="291"/>
          </a:xfrm>
        </p:grpSpPr>
        <p:sp>
          <p:nvSpPr>
            <p:cNvPr id="6" name="Text Box 4"/>
            <p:cNvSpPr txBox="1">
              <a:spLocks noChangeArrowheads="1"/>
            </p:cNvSpPr>
            <p:nvPr/>
          </p:nvSpPr>
          <p:spPr bwMode="auto">
            <a:xfrm>
              <a:off x="1476" y="829"/>
              <a:ext cx="439"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buNone/>
              </a:pPr>
              <a:r>
                <a:rPr lang="zh-CN" altLang="en-US" b="1" dirty="0">
                  <a:latin typeface="华文中宋" panose="02010600040101010101" pitchFamily="2" charset="-122"/>
                </a:rPr>
                <a:t>用于</a:t>
              </a:r>
              <a:endParaRPr lang="zh-CN" altLang="en-US" b="1" dirty="0">
                <a:latin typeface="华文中宋" panose="02010600040101010101" pitchFamily="2" charset="-122"/>
              </a:endParaRPr>
            </a:p>
          </p:txBody>
        </p:sp>
        <p:graphicFrame>
          <p:nvGraphicFramePr>
            <p:cNvPr id="7" name="Object 5"/>
            <p:cNvGraphicFramePr>
              <a:graphicFrameLocks noChangeAspect="1"/>
            </p:cNvGraphicFramePr>
            <p:nvPr/>
          </p:nvGraphicFramePr>
          <p:xfrm>
            <a:off x="1966" y="851"/>
            <a:ext cx="912" cy="232"/>
          </p:xfrm>
          <a:graphic>
            <a:graphicData uri="http://schemas.openxmlformats.org/presentationml/2006/ole">
              <mc:AlternateContent xmlns:mc="http://schemas.openxmlformats.org/markup-compatibility/2006">
                <mc:Choice xmlns:v="urn:schemas-microsoft-com:vml" Requires="v">
                  <p:oleObj spid="_x0000_s15374" name="Equation" r:id="rId1" imgW="698500" imgH="177800" progId="Equation.3">
                    <p:embed/>
                  </p:oleObj>
                </mc:Choice>
                <mc:Fallback>
                  <p:oleObj name="Equation" r:id="rId1" imgW="698500" imgH="177800" progId="Equation.3">
                    <p:embed/>
                    <p:pic>
                      <p:nvPicPr>
                        <p:cNvPr id="0" name="图片 1537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66" y="851"/>
                          <a:ext cx="912" cy="23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
        <p:nvSpPr>
          <p:cNvPr id="8" name="Text Box 6"/>
          <p:cNvSpPr txBox="1">
            <a:spLocks noChangeArrowheads="1"/>
          </p:cNvSpPr>
          <p:nvPr/>
        </p:nvSpPr>
        <p:spPr bwMode="auto">
          <a:xfrm>
            <a:off x="3131655" y="2301669"/>
            <a:ext cx="105189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buNone/>
            </a:pPr>
            <a:r>
              <a:rPr lang="en-US" altLang="zh-CN" b="1" dirty="0">
                <a:latin typeface="华文中宋" panose="02010600040101010101" pitchFamily="2" charset="-122"/>
              </a:rPr>
              <a:t>t</a:t>
            </a:r>
            <a:r>
              <a:rPr lang="en-US" altLang="zh-CN" sz="2000" b="1" dirty="0">
                <a:latin typeface="华文中宋" panose="02010600040101010101" pitchFamily="2" charset="-122"/>
              </a:rPr>
              <a:t>℃</a:t>
            </a:r>
            <a:r>
              <a:rPr lang="zh-CN" altLang="en-US" b="1" dirty="0">
                <a:latin typeface="华文中宋" panose="02010600040101010101" pitchFamily="2" charset="-122"/>
              </a:rPr>
              <a:t>较高</a:t>
            </a:r>
            <a:endParaRPr lang="zh-CN" altLang="en-US" b="1" dirty="0">
              <a:latin typeface="华文中宋" panose="02010600040101010101" pitchFamily="2" charset="-122"/>
            </a:endParaRPr>
          </a:p>
        </p:txBody>
      </p:sp>
      <p:grpSp>
        <p:nvGrpSpPr>
          <p:cNvPr id="9" name="Group 7"/>
          <p:cNvGrpSpPr/>
          <p:nvPr/>
        </p:nvGrpSpPr>
        <p:grpSpPr bwMode="auto">
          <a:xfrm>
            <a:off x="1676400" y="3499803"/>
            <a:ext cx="4816476" cy="1166812"/>
            <a:chOff x="1372" y="1985"/>
            <a:chExt cx="3034" cy="735"/>
          </a:xfrm>
        </p:grpSpPr>
        <p:sp>
          <p:nvSpPr>
            <p:cNvPr id="10" name="Text Box 8"/>
            <p:cNvSpPr txBox="1">
              <a:spLocks noChangeArrowheads="1"/>
            </p:cNvSpPr>
            <p:nvPr/>
          </p:nvSpPr>
          <p:spPr bwMode="auto">
            <a:xfrm>
              <a:off x="1470" y="1985"/>
              <a:ext cx="2936" cy="5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buNone/>
              </a:pPr>
              <a:r>
                <a:rPr lang="zh-CN" altLang="en-US" b="1" dirty="0">
                  <a:solidFill>
                    <a:srgbClr val="000099"/>
                  </a:solidFill>
                  <a:effectLst>
                    <a:outerShdw blurRad="38100" dist="38100" dir="2700000" algn="tl">
                      <a:srgbClr val="C0C0C0"/>
                    </a:outerShdw>
                  </a:effectLst>
                  <a:latin typeface="华文中宋" panose="02010600040101010101" pitchFamily="2" charset="-122"/>
                </a:rPr>
                <a:t>固定端</a:t>
              </a:r>
              <a:r>
                <a:rPr lang="zh-CN" altLang="en-US" b="1" dirty="0">
                  <a:latin typeface="华文中宋" panose="02010600040101010101" pitchFamily="2" charset="-122"/>
                </a:rPr>
                <a:t>：</a:t>
              </a:r>
              <a:r>
                <a:rPr lang="zh-CN" altLang="en-US" b="1" dirty="0">
                  <a:solidFill>
                    <a:srgbClr val="CC3300"/>
                  </a:solidFill>
                  <a:effectLst>
                    <a:outerShdw blurRad="38100" dist="38100" dir="2700000" algn="tl">
                      <a:srgbClr val="C0C0C0"/>
                    </a:outerShdw>
                  </a:effectLst>
                  <a:latin typeface="华文中宋" panose="02010600040101010101" pitchFamily="2" charset="-122"/>
                </a:rPr>
                <a:t>承受双向轴向力</a:t>
              </a:r>
              <a:endParaRPr lang="zh-CN" altLang="en-US" b="1" dirty="0">
                <a:solidFill>
                  <a:srgbClr val="CC3300"/>
                </a:solidFill>
                <a:effectLst>
                  <a:outerShdw blurRad="38100" dist="38100" dir="2700000" algn="tl">
                    <a:srgbClr val="C0C0C0"/>
                  </a:outerShdw>
                </a:effectLst>
                <a:latin typeface="华文中宋" panose="02010600040101010101" pitchFamily="2" charset="-122"/>
              </a:endParaRPr>
            </a:p>
            <a:p>
              <a:pPr>
                <a:lnSpc>
                  <a:spcPct val="140000"/>
                </a:lnSpc>
                <a:buNone/>
              </a:pPr>
              <a:r>
                <a:rPr lang="zh-CN" altLang="en-US" b="1" dirty="0" smtClean="0">
                  <a:latin typeface="华文中宋" panose="02010600040101010101" pitchFamily="2" charset="-122"/>
                </a:rPr>
                <a:t>     （</a:t>
              </a:r>
              <a:r>
                <a:rPr lang="en-US" altLang="zh-CN" b="1" dirty="0">
                  <a:latin typeface="华文中宋" panose="02010600040101010101" pitchFamily="2" charset="-122"/>
                </a:rPr>
                <a:t>6</a:t>
              </a:r>
              <a:r>
                <a:rPr lang="zh-CN" altLang="en-US" b="1" dirty="0">
                  <a:latin typeface="华文中宋" panose="02010600040101010101" pitchFamily="2" charset="-122"/>
                </a:rPr>
                <a:t>；一对</a:t>
              </a:r>
              <a:r>
                <a:rPr lang="en-US" altLang="zh-CN" b="1" dirty="0">
                  <a:latin typeface="华文中宋" panose="02010600040101010101" pitchFamily="2" charset="-122"/>
                </a:rPr>
                <a:t>3</a:t>
              </a:r>
              <a:r>
                <a:rPr lang="zh-CN" altLang="en-US" b="1" dirty="0">
                  <a:latin typeface="华文中宋" panose="02010600040101010101" pitchFamily="2" charset="-122"/>
                </a:rPr>
                <a:t>、</a:t>
              </a:r>
              <a:r>
                <a:rPr lang="en-US" altLang="zh-CN" b="1" dirty="0">
                  <a:latin typeface="华文中宋" panose="02010600040101010101" pitchFamily="2" charset="-122"/>
                </a:rPr>
                <a:t>7</a:t>
              </a:r>
              <a:r>
                <a:rPr lang="zh-CN" altLang="en-US" b="1" dirty="0">
                  <a:latin typeface="华文中宋" panose="02010600040101010101" pitchFamily="2" charset="-122"/>
                </a:rPr>
                <a:t>类；向心推力组合）</a:t>
              </a:r>
              <a:endParaRPr lang="zh-CN" altLang="en-US" b="1" dirty="0">
                <a:latin typeface="华文中宋" panose="02010600040101010101" pitchFamily="2" charset="-122"/>
              </a:endParaRPr>
            </a:p>
          </p:txBody>
        </p:sp>
        <p:sp>
          <p:nvSpPr>
            <p:cNvPr id="11" name="AutoShape 9"/>
            <p:cNvSpPr/>
            <p:nvPr/>
          </p:nvSpPr>
          <p:spPr bwMode="auto">
            <a:xfrm>
              <a:off x="1372" y="2117"/>
              <a:ext cx="121" cy="603"/>
            </a:xfrm>
            <a:prstGeom prst="leftBrace">
              <a:avLst>
                <a:gd name="adj1" fmla="val 41529"/>
                <a:gd name="adj2" fmla="val 50000"/>
              </a:avLst>
            </a:prstGeom>
            <a:noFill/>
            <a:ln w="952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None/>
              </a:pPr>
              <a:endParaRPr lang="zh-CN" altLang="en-US"/>
            </a:p>
          </p:txBody>
        </p:sp>
      </p:grpSp>
      <p:grpSp>
        <p:nvGrpSpPr>
          <p:cNvPr id="12" name="Group 10"/>
          <p:cNvGrpSpPr/>
          <p:nvPr/>
        </p:nvGrpSpPr>
        <p:grpSpPr bwMode="auto">
          <a:xfrm>
            <a:off x="4604441" y="1944481"/>
            <a:ext cx="1871663" cy="563563"/>
            <a:chOff x="2938" y="940"/>
            <a:chExt cx="1179" cy="355"/>
          </a:xfrm>
        </p:grpSpPr>
        <p:sp>
          <p:nvSpPr>
            <p:cNvPr id="13" name="Line 11"/>
            <p:cNvSpPr>
              <a:spLocks noChangeShapeType="1"/>
            </p:cNvSpPr>
            <p:nvPr/>
          </p:nvSpPr>
          <p:spPr bwMode="auto">
            <a:xfrm>
              <a:off x="2938" y="959"/>
              <a:ext cx="288" cy="166"/>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buNone/>
              </a:pPr>
              <a:endParaRPr lang="zh-CN" altLang="en-US"/>
            </a:p>
          </p:txBody>
        </p:sp>
        <p:sp>
          <p:nvSpPr>
            <p:cNvPr id="14" name="Line 12"/>
            <p:cNvSpPr>
              <a:spLocks noChangeShapeType="1"/>
            </p:cNvSpPr>
            <p:nvPr/>
          </p:nvSpPr>
          <p:spPr bwMode="auto">
            <a:xfrm flipV="1">
              <a:off x="2938" y="1129"/>
              <a:ext cx="288" cy="166"/>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buNone/>
              </a:pPr>
              <a:endParaRPr lang="zh-CN" altLang="en-US"/>
            </a:p>
          </p:txBody>
        </p:sp>
        <p:sp>
          <p:nvSpPr>
            <p:cNvPr id="15" name="Text Box 13"/>
            <p:cNvSpPr txBox="1">
              <a:spLocks noChangeArrowheads="1"/>
            </p:cNvSpPr>
            <p:nvPr/>
          </p:nvSpPr>
          <p:spPr bwMode="auto">
            <a:xfrm>
              <a:off x="3516" y="940"/>
              <a:ext cx="601"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nSpc>
                  <a:spcPct val="120000"/>
                </a:lnSpc>
                <a:buNone/>
              </a:pPr>
              <a:r>
                <a:rPr lang="zh-CN" altLang="en-US" b="1">
                  <a:solidFill>
                    <a:srgbClr val="FF3300"/>
                  </a:solidFill>
                  <a:latin typeface="华文中宋" panose="02010600040101010101" pitchFamily="2" charset="-122"/>
                </a:rPr>
                <a:t>大</a:t>
              </a:r>
              <a:r>
                <a:rPr lang="zh-CN" altLang="en-US" b="1">
                  <a:latin typeface="华文中宋" panose="02010600040101010101" pitchFamily="2" charset="-122"/>
                </a:rPr>
                <a:t>的轴</a:t>
              </a:r>
              <a:endParaRPr lang="zh-CN" altLang="en-US" b="1">
                <a:latin typeface="华文中宋" panose="02010600040101010101" pitchFamily="2" charset="-122"/>
              </a:endParaRPr>
            </a:p>
          </p:txBody>
        </p:sp>
        <p:sp>
          <p:nvSpPr>
            <p:cNvPr id="16" name="Text Box 14"/>
            <p:cNvSpPr txBox="1">
              <a:spLocks noChangeArrowheads="1"/>
            </p:cNvSpPr>
            <p:nvPr/>
          </p:nvSpPr>
          <p:spPr bwMode="auto">
            <a:xfrm>
              <a:off x="3301" y="959"/>
              <a:ext cx="215"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buNone/>
              </a:pPr>
              <a:r>
                <a:rPr lang="en-US" altLang="zh-CN" b="1">
                  <a:solidFill>
                    <a:srgbClr val="FF3300"/>
                  </a:solidFill>
                  <a:latin typeface="华文中宋" panose="02010600040101010101" pitchFamily="2" charset="-122"/>
                </a:rPr>
                <a:t>Δ</a:t>
              </a:r>
              <a:endParaRPr lang="en-US" altLang="zh-CN" b="1">
                <a:solidFill>
                  <a:srgbClr val="FF3300"/>
                </a:solidFill>
                <a:latin typeface="华文中宋" panose="02010600040101010101" pitchFamily="2" charset="-122"/>
              </a:endParaRPr>
            </a:p>
          </p:txBody>
        </p:sp>
        <p:graphicFrame>
          <p:nvGraphicFramePr>
            <p:cNvPr id="17" name="Object 15"/>
            <p:cNvGraphicFramePr>
              <a:graphicFrameLocks noChangeAspect="1"/>
            </p:cNvGraphicFramePr>
            <p:nvPr/>
          </p:nvGraphicFramePr>
          <p:xfrm>
            <a:off x="3462" y="1014"/>
            <a:ext cx="139" cy="193"/>
          </p:xfrm>
          <a:graphic>
            <a:graphicData uri="http://schemas.openxmlformats.org/presentationml/2006/ole">
              <mc:AlternateContent xmlns:mc="http://schemas.openxmlformats.org/markup-compatibility/2006">
                <mc:Choice xmlns:v="urn:schemas-microsoft-com:vml" Requires="v">
                  <p:oleObj spid="_x0000_s15375" name="位图图像" r:id="rId3" imgW="123825" imgH="171450" progId="Paint.Picture">
                    <p:embed/>
                  </p:oleObj>
                </mc:Choice>
                <mc:Fallback>
                  <p:oleObj name="位图图像" r:id="rId3" imgW="123825" imgH="171450" progId="Paint.Picture">
                    <p:embed/>
                    <p:pic>
                      <p:nvPicPr>
                        <p:cNvPr id="0" name="图片 1537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462" y="1014"/>
                          <a:ext cx="139" cy="19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grpSp>
        <p:nvGrpSpPr>
          <p:cNvPr id="18" name="Group 16"/>
          <p:cNvGrpSpPr/>
          <p:nvPr/>
        </p:nvGrpSpPr>
        <p:grpSpPr bwMode="auto">
          <a:xfrm>
            <a:off x="2567816" y="2772192"/>
            <a:ext cx="4449762" cy="461963"/>
            <a:chOff x="1569" y="1536"/>
            <a:chExt cx="2727" cy="291"/>
          </a:xfrm>
        </p:grpSpPr>
        <p:sp>
          <p:nvSpPr>
            <p:cNvPr id="19" name="Line 17"/>
            <p:cNvSpPr>
              <a:spLocks noChangeShapeType="1"/>
            </p:cNvSpPr>
            <p:nvPr/>
          </p:nvSpPr>
          <p:spPr bwMode="auto">
            <a:xfrm>
              <a:off x="1569" y="1705"/>
              <a:ext cx="240" cy="0"/>
            </a:xfrm>
            <a:prstGeom prst="line">
              <a:avLst/>
            </a:prstGeom>
            <a:noFill/>
            <a:ln w="952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buNone/>
              </a:pPr>
              <a:endParaRPr lang="zh-CN" altLang="en-US"/>
            </a:p>
          </p:txBody>
        </p:sp>
        <p:sp>
          <p:nvSpPr>
            <p:cNvPr id="20" name="Text Box 18"/>
            <p:cNvSpPr txBox="1">
              <a:spLocks noChangeArrowheads="1"/>
            </p:cNvSpPr>
            <p:nvPr/>
          </p:nvSpPr>
          <p:spPr bwMode="auto">
            <a:xfrm>
              <a:off x="1931" y="1536"/>
              <a:ext cx="524"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buNone/>
              </a:pPr>
              <a:r>
                <a:rPr lang="zh-CN" altLang="en-US" b="1" dirty="0">
                  <a:latin typeface="华文中宋" panose="02010600040101010101" pitchFamily="2" charset="-122"/>
                </a:rPr>
                <a:t>补偿</a:t>
              </a:r>
              <a:r>
                <a:rPr lang="en-US" altLang="zh-CN" b="1" dirty="0">
                  <a:solidFill>
                    <a:srgbClr val="FF3300"/>
                  </a:solidFill>
                  <a:latin typeface="华文中宋" panose="02010600040101010101" pitchFamily="2" charset="-122"/>
                </a:rPr>
                <a:t>Δ</a:t>
              </a:r>
              <a:endParaRPr lang="en-US" altLang="zh-CN" b="1" dirty="0">
                <a:solidFill>
                  <a:srgbClr val="FF3300"/>
                </a:solidFill>
                <a:latin typeface="华文中宋" panose="02010600040101010101" pitchFamily="2" charset="-122"/>
              </a:endParaRPr>
            </a:p>
          </p:txBody>
        </p:sp>
        <p:sp>
          <p:nvSpPr>
            <p:cNvPr id="21" name="Text Box 19"/>
            <p:cNvSpPr txBox="1">
              <a:spLocks noChangeArrowheads="1"/>
            </p:cNvSpPr>
            <p:nvPr/>
          </p:nvSpPr>
          <p:spPr bwMode="auto">
            <a:xfrm>
              <a:off x="2461" y="1538"/>
              <a:ext cx="1835"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buNone/>
              </a:pPr>
              <a:r>
                <a:rPr lang="zh-CN" altLang="en-US" b="1">
                  <a:latin typeface="华文中宋" panose="02010600040101010101" pitchFamily="2" charset="-122"/>
                </a:rPr>
                <a:t>（游动端自由伸缩）</a:t>
              </a:r>
              <a:endParaRPr lang="zh-CN" altLang="en-US" b="1">
                <a:latin typeface="华文中宋" panose="02010600040101010101" pitchFamily="2" charset="-122"/>
              </a:endParaRPr>
            </a:p>
          </p:txBody>
        </p:sp>
        <p:graphicFrame>
          <p:nvGraphicFramePr>
            <p:cNvPr id="22" name="Object 20"/>
            <p:cNvGraphicFramePr>
              <a:graphicFrameLocks noChangeAspect="1"/>
            </p:cNvGraphicFramePr>
            <p:nvPr/>
          </p:nvGraphicFramePr>
          <p:xfrm>
            <a:off x="2429" y="1591"/>
            <a:ext cx="139" cy="193"/>
          </p:xfrm>
          <a:graphic>
            <a:graphicData uri="http://schemas.openxmlformats.org/presentationml/2006/ole">
              <mc:AlternateContent xmlns:mc="http://schemas.openxmlformats.org/markup-compatibility/2006">
                <mc:Choice xmlns:v="urn:schemas-microsoft-com:vml" Requires="v">
                  <p:oleObj spid="_x0000_s15376" name="位图图像" r:id="rId5" imgW="123825" imgH="171450" progId="Paint.Picture">
                    <p:embed/>
                  </p:oleObj>
                </mc:Choice>
                <mc:Fallback>
                  <p:oleObj name="位图图像" r:id="rId5" imgW="123825" imgH="171450" progId="Paint.Picture">
                    <p:embed/>
                    <p:pic>
                      <p:nvPicPr>
                        <p:cNvPr id="0" name="图片 1537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429" y="1591"/>
                          <a:ext cx="139" cy="19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grpSp>
        <p:nvGrpSpPr>
          <p:cNvPr id="23" name="Group 21"/>
          <p:cNvGrpSpPr/>
          <p:nvPr/>
        </p:nvGrpSpPr>
        <p:grpSpPr bwMode="auto">
          <a:xfrm>
            <a:off x="1826067" y="4501501"/>
            <a:ext cx="6699250" cy="1957388"/>
            <a:chOff x="1738" y="2649"/>
            <a:chExt cx="4220" cy="1233"/>
          </a:xfrm>
        </p:grpSpPr>
        <p:grpSp>
          <p:nvGrpSpPr>
            <p:cNvPr id="24" name="Group 22"/>
            <p:cNvGrpSpPr/>
            <p:nvPr/>
          </p:nvGrpSpPr>
          <p:grpSpPr bwMode="auto">
            <a:xfrm>
              <a:off x="1765" y="2649"/>
              <a:ext cx="2352" cy="435"/>
              <a:chOff x="1165" y="2793"/>
              <a:chExt cx="2352" cy="435"/>
            </a:xfrm>
          </p:grpSpPr>
          <p:sp>
            <p:nvSpPr>
              <p:cNvPr id="30" name="Text Box 23"/>
              <p:cNvSpPr txBox="1">
                <a:spLocks noChangeArrowheads="1"/>
              </p:cNvSpPr>
              <p:nvPr/>
            </p:nvSpPr>
            <p:spPr bwMode="auto">
              <a:xfrm>
                <a:off x="1165" y="2793"/>
                <a:ext cx="1086"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buNone/>
                </a:pPr>
                <a:r>
                  <a:rPr lang="zh-CN" altLang="en-US" b="1">
                    <a:solidFill>
                      <a:schemeClr val="tx2">
                        <a:lumMod val="60000"/>
                        <a:lumOff val="40000"/>
                      </a:schemeClr>
                    </a:solidFill>
                    <a:effectLst>
                      <a:outerShdw blurRad="38100" dist="38100" dir="2700000" algn="tl">
                        <a:srgbClr val="C0C0C0"/>
                      </a:outerShdw>
                    </a:effectLst>
                    <a:latin typeface="华文中宋" panose="02010600040101010101" pitchFamily="2" charset="-122"/>
                  </a:rPr>
                  <a:t>游动端</a:t>
                </a:r>
                <a:r>
                  <a:rPr lang="zh-CN" altLang="en-US" b="1">
                    <a:latin typeface="华文中宋" panose="02010600040101010101" pitchFamily="2" charset="-122"/>
                  </a:rPr>
                  <a:t>：</a:t>
                </a:r>
                <a:r>
                  <a:rPr lang="zh-CN" altLang="en-US" b="1">
                    <a:solidFill>
                      <a:srgbClr val="CC3300"/>
                    </a:solidFill>
                    <a:effectLst>
                      <a:outerShdw blurRad="38100" dist="38100" dir="2700000" algn="tl">
                        <a:srgbClr val="C0C0C0"/>
                      </a:outerShdw>
                    </a:effectLst>
                    <a:latin typeface="华文中宋" panose="02010600040101010101" pitchFamily="2" charset="-122"/>
                  </a:rPr>
                  <a:t>补偿</a:t>
                </a:r>
                <a:endParaRPr lang="zh-CN" altLang="en-US" b="1">
                  <a:solidFill>
                    <a:srgbClr val="CC3300"/>
                  </a:solidFill>
                  <a:effectLst>
                    <a:outerShdw blurRad="38100" dist="38100" dir="2700000" algn="tl">
                      <a:srgbClr val="C0C0C0"/>
                    </a:outerShdw>
                  </a:effectLst>
                  <a:latin typeface="华文中宋" panose="02010600040101010101" pitchFamily="2" charset="-122"/>
                </a:endParaRPr>
              </a:p>
            </p:txBody>
          </p:sp>
          <p:sp>
            <p:nvSpPr>
              <p:cNvPr id="31" name="Text Box 24"/>
              <p:cNvSpPr txBox="1">
                <a:spLocks noChangeArrowheads="1"/>
              </p:cNvSpPr>
              <p:nvPr/>
            </p:nvSpPr>
            <p:spPr bwMode="auto">
              <a:xfrm>
                <a:off x="2593" y="2822"/>
                <a:ext cx="924"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buNone/>
                </a:pPr>
                <a:r>
                  <a:rPr lang="zh-CN" altLang="en-US" b="1">
                    <a:solidFill>
                      <a:srgbClr val="CC3300"/>
                    </a:solidFill>
                    <a:effectLst>
                      <a:outerShdw blurRad="38100" dist="38100" dir="2700000" algn="tl">
                        <a:srgbClr val="C0C0C0"/>
                      </a:outerShdw>
                    </a:effectLst>
                    <a:latin typeface="华文中宋" panose="02010600040101010101" pitchFamily="2" charset="-122"/>
                  </a:rPr>
                  <a:t>，防止卡死</a:t>
                </a:r>
                <a:endParaRPr lang="zh-CN" altLang="en-US" b="1">
                  <a:solidFill>
                    <a:srgbClr val="CC3300"/>
                  </a:solidFill>
                  <a:effectLst>
                    <a:outerShdw blurRad="38100" dist="38100" dir="2700000" algn="tl">
                      <a:srgbClr val="C0C0C0"/>
                    </a:outerShdw>
                  </a:effectLst>
                  <a:latin typeface="华文中宋" panose="02010600040101010101" pitchFamily="2" charset="-122"/>
                </a:endParaRPr>
              </a:p>
            </p:txBody>
          </p:sp>
          <p:grpSp>
            <p:nvGrpSpPr>
              <p:cNvPr id="32" name="Group 25"/>
              <p:cNvGrpSpPr/>
              <p:nvPr/>
            </p:nvGrpSpPr>
            <p:grpSpPr bwMode="auto">
              <a:xfrm>
                <a:off x="2163" y="2822"/>
                <a:ext cx="303" cy="406"/>
                <a:chOff x="3795" y="3541"/>
                <a:chExt cx="303" cy="406"/>
              </a:xfrm>
            </p:grpSpPr>
            <p:sp>
              <p:nvSpPr>
                <p:cNvPr id="33" name="Text Box 26"/>
                <p:cNvSpPr txBox="1">
                  <a:spLocks noChangeArrowheads="1"/>
                </p:cNvSpPr>
                <p:nvPr/>
              </p:nvSpPr>
              <p:spPr bwMode="auto">
                <a:xfrm>
                  <a:off x="3795" y="3541"/>
                  <a:ext cx="221" cy="40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oAutofit/>
                </a:bodyPr>
                <a:lstStyle/>
                <a:p>
                  <a:pPr>
                    <a:buNone/>
                  </a:pPr>
                  <a:r>
                    <a:rPr lang="en-US" altLang="zh-CN" b="1">
                      <a:solidFill>
                        <a:srgbClr val="FF3300"/>
                      </a:solidFill>
                      <a:latin typeface="华文中宋" panose="02010600040101010101" pitchFamily="2" charset="-122"/>
                    </a:rPr>
                    <a:t>Δ</a:t>
                  </a:r>
                  <a:endParaRPr lang="en-US" altLang="zh-CN" b="1">
                    <a:solidFill>
                      <a:srgbClr val="FF3300"/>
                    </a:solidFill>
                    <a:latin typeface="华文中宋" panose="02010600040101010101" pitchFamily="2" charset="-122"/>
                  </a:endParaRPr>
                </a:p>
              </p:txBody>
            </p:sp>
            <p:graphicFrame>
              <p:nvGraphicFramePr>
                <p:cNvPr id="34" name="Object 27"/>
                <p:cNvGraphicFramePr>
                  <a:graphicFrameLocks noChangeAspect="1"/>
                </p:cNvGraphicFramePr>
                <p:nvPr/>
              </p:nvGraphicFramePr>
              <p:xfrm>
                <a:off x="3959" y="3595"/>
                <a:ext cx="139" cy="193"/>
              </p:xfrm>
              <a:graphic>
                <a:graphicData uri="http://schemas.openxmlformats.org/presentationml/2006/ole">
                  <mc:AlternateContent xmlns:mc="http://schemas.openxmlformats.org/markup-compatibility/2006">
                    <mc:Choice xmlns:v="urn:schemas-microsoft-com:vml" Requires="v">
                      <p:oleObj spid="_x0000_s15377" name="位图图像" r:id="rId6" imgW="123825" imgH="171450" progId="Paint.Picture">
                        <p:embed/>
                      </p:oleObj>
                    </mc:Choice>
                    <mc:Fallback>
                      <p:oleObj name="位图图像" r:id="rId6" imgW="123825" imgH="171450" progId="Paint.Picture">
                        <p:embed/>
                        <p:pic>
                          <p:nvPicPr>
                            <p:cNvPr id="0" name="图片 1537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959" y="3595"/>
                              <a:ext cx="139" cy="19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grpSp>
        <p:sp>
          <p:nvSpPr>
            <p:cNvPr id="25" name="Text Box 28"/>
            <p:cNvSpPr txBox="1">
              <a:spLocks noChangeArrowheads="1"/>
            </p:cNvSpPr>
            <p:nvPr/>
          </p:nvSpPr>
          <p:spPr bwMode="auto">
            <a:xfrm>
              <a:off x="1892" y="3594"/>
              <a:ext cx="259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buNone/>
              </a:pPr>
              <a:r>
                <a:rPr lang="en-US" altLang="zh-CN" b="1">
                  <a:solidFill>
                    <a:srgbClr val="FF00FF"/>
                  </a:solidFill>
                  <a:latin typeface="华文中宋" panose="02010600040101010101" pitchFamily="2" charset="-122"/>
                </a:rPr>
                <a:t>N</a:t>
              </a:r>
              <a:r>
                <a:rPr lang="zh-CN" altLang="en-US" b="1">
                  <a:solidFill>
                    <a:srgbClr val="FF00FF"/>
                  </a:solidFill>
                  <a:latin typeface="华文中宋" panose="02010600040101010101" pitchFamily="2" charset="-122"/>
                </a:rPr>
                <a:t>类</a:t>
              </a:r>
              <a:r>
                <a:rPr lang="zh-CN" altLang="en-US" b="1">
                  <a:latin typeface="华文中宋" panose="02010600040101010101" pitchFamily="2" charset="-122"/>
                </a:rPr>
                <a:t>：滚子与外圈间游动</a:t>
              </a:r>
              <a:endParaRPr lang="zh-CN" altLang="en-US" b="1">
                <a:latin typeface="华文中宋" panose="02010600040101010101" pitchFamily="2" charset="-122"/>
              </a:endParaRPr>
            </a:p>
          </p:txBody>
        </p:sp>
        <p:grpSp>
          <p:nvGrpSpPr>
            <p:cNvPr id="26" name="Group 29"/>
            <p:cNvGrpSpPr/>
            <p:nvPr/>
          </p:nvGrpSpPr>
          <p:grpSpPr bwMode="auto">
            <a:xfrm>
              <a:off x="1738" y="3162"/>
              <a:ext cx="3127" cy="575"/>
              <a:chOff x="3152" y="2432"/>
              <a:chExt cx="3127" cy="575"/>
            </a:xfrm>
          </p:grpSpPr>
          <p:sp>
            <p:nvSpPr>
              <p:cNvPr id="28" name="Text Box 30"/>
              <p:cNvSpPr txBox="1">
                <a:spLocks noChangeArrowheads="1"/>
              </p:cNvSpPr>
              <p:nvPr/>
            </p:nvSpPr>
            <p:spPr bwMode="auto">
              <a:xfrm>
                <a:off x="3218" y="2432"/>
                <a:ext cx="3061" cy="5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buNone/>
                </a:pPr>
                <a:r>
                  <a:rPr lang="en-US" altLang="zh-CN" b="1" dirty="0">
                    <a:solidFill>
                      <a:srgbClr val="FF00FF"/>
                    </a:solidFill>
                    <a:latin typeface="华文中宋" panose="02010600040101010101" pitchFamily="2" charset="-122"/>
                  </a:rPr>
                  <a:t>6</a:t>
                </a:r>
                <a:r>
                  <a:rPr lang="zh-CN" altLang="en-US" b="1" dirty="0">
                    <a:solidFill>
                      <a:srgbClr val="FF00FF"/>
                    </a:solidFill>
                    <a:latin typeface="华文中宋" panose="02010600040101010101" pitchFamily="2" charset="-122"/>
                  </a:rPr>
                  <a:t>类</a:t>
                </a:r>
                <a:r>
                  <a:rPr lang="zh-CN" altLang="en-US" b="1" dirty="0">
                    <a:latin typeface="华文中宋" panose="02010600040101010101" pitchFamily="2" charset="-122"/>
                  </a:rPr>
                  <a:t>：外圈与机座孔间游动（间隙配合）</a:t>
                </a:r>
                <a:endParaRPr lang="zh-CN" altLang="en-US" b="1" dirty="0">
                  <a:latin typeface="华文中宋" panose="02010600040101010101" pitchFamily="2" charset="-122"/>
                </a:endParaRPr>
              </a:p>
            </p:txBody>
          </p:sp>
          <p:sp>
            <p:nvSpPr>
              <p:cNvPr id="29" name="AutoShape 31"/>
              <p:cNvSpPr/>
              <p:nvPr/>
            </p:nvSpPr>
            <p:spPr bwMode="auto">
              <a:xfrm>
                <a:off x="3152" y="2520"/>
                <a:ext cx="121" cy="487"/>
              </a:xfrm>
              <a:prstGeom prst="leftBrace">
                <a:avLst>
                  <a:gd name="adj1" fmla="val 33540"/>
                  <a:gd name="adj2" fmla="val 50000"/>
                </a:avLst>
              </a:prstGeom>
              <a:noFill/>
              <a:ln w="952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None/>
                </a:pPr>
                <a:endParaRPr lang="zh-CN" altLang="en-US"/>
              </a:p>
            </p:txBody>
          </p:sp>
        </p:grpSp>
        <p:sp>
          <p:nvSpPr>
            <p:cNvPr id="27" name="Text Box 32"/>
            <p:cNvSpPr txBox="1">
              <a:spLocks noChangeArrowheads="1"/>
            </p:cNvSpPr>
            <p:nvPr/>
          </p:nvSpPr>
          <p:spPr bwMode="auto">
            <a:xfrm>
              <a:off x="4616" y="3392"/>
              <a:ext cx="134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buNone/>
              </a:pPr>
              <a:r>
                <a:rPr lang="zh-CN" altLang="en-US" b="1" dirty="0">
                  <a:latin typeface="华文中宋" panose="02010600040101010101" pitchFamily="2" charset="-122"/>
                </a:rPr>
                <a:t>内圈与轴固定</a:t>
              </a:r>
              <a:endParaRPr lang="zh-CN" altLang="en-US" b="1" dirty="0">
                <a:latin typeface="华文中宋" panose="02010600040101010101" pitchFamily="2" charset="-122"/>
              </a:endParaRPr>
            </a:p>
          </p:txBody>
        </p:sp>
      </p:grpSp>
      <p:sp>
        <p:nvSpPr>
          <p:cNvPr id="36" name="直接连接符 6"/>
          <p:cNvSpPr>
            <a:spLocks noChangeShapeType="1"/>
          </p:cNvSpPr>
          <p:nvPr/>
        </p:nvSpPr>
        <p:spPr bwMode="auto">
          <a:xfrm>
            <a:off x="0" y="765175"/>
            <a:ext cx="9144000" cy="0"/>
          </a:xfrm>
          <a:prstGeom prst="line">
            <a:avLst/>
          </a:prstGeom>
          <a:noFill/>
          <a:ln w="28575">
            <a:solidFill>
              <a:srgbClr val="CC3300"/>
            </a:solidFill>
            <a:miter lim="800000"/>
          </a:ln>
          <a:extLst>
            <a:ext uri="{909E8E84-426E-40DD-AFC4-6F175D3DCCD1}">
              <a14:hiddenFill xmlns:a14="http://schemas.microsoft.com/office/drawing/2010/main">
                <a:noFill/>
              </a14:hiddenFill>
            </a:ext>
          </a:extLst>
        </p:spPr>
        <p:txBody>
          <a:bodyPr/>
          <a:lstStyle/>
          <a:p>
            <a:endParaRPr lang="zh-CN" altLang="en-US"/>
          </a:p>
        </p:txBody>
      </p:sp>
      <p:sp>
        <p:nvSpPr>
          <p:cNvPr id="8206" name="Rectangle 67"/>
          <p:cNvSpPr>
            <a:spLocks noChangeArrowheads="1"/>
          </p:cNvSpPr>
          <p:nvPr/>
        </p:nvSpPr>
        <p:spPr bwMode="auto">
          <a:xfrm>
            <a:off x="3162300" y="10637"/>
            <a:ext cx="4945380" cy="5530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kumimoji="1" sz="2000">
                <a:solidFill>
                  <a:srgbClr val="000099"/>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rgbClr val="000099"/>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rgbClr val="000099"/>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rgbClr val="000099"/>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lnSpc>
                <a:spcPct val="100000"/>
              </a:lnSpc>
              <a:buFontTx/>
              <a:buNone/>
            </a:pPr>
            <a:r>
              <a:rPr lang="en-US" altLang="zh-CN" sz="3000" dirty="0" smtClean="0">
                <a:solidFill>
                  <a:srgbClr val="CC3300"/>
                </a:solidFill>
                <a:latin typeface="黑体" panose="02010609060101010101" pitchFamily="49" charset="-122"/>
                <a:ea typeface="黑体" panose="02010609060101010101" pitchFamily="49" charset="-122"/>
              </a:rPr>
              <a:t>3.6-6  </a:t>
            </a:r>
            <a:r>
              <a:rPr lang="zh-CN" altLang="en-US" sz="3000" dirty="0">
                <a:solidFill>
                  <a:srgbClr val="CC3300"/>
                </a:solidFill>
                <a:latin typeface="黑体" panose="02010609060101010101" pitchFamily="49" charset="-122"/>
                <a:ea typeface="黑体" panose="02010609060101010101" pitchFamily="49" charset="-122"/>
              </a:rPr>
              <a:t>滚动轴承装置的设计</a:t>
            </a:r>
            <a:endParaRPr lang="zh-CN" altLang="en-US" sz="3000" dirty="0">
              <a:solidFill>
                <a:srgbClr val="CC3300"/>
              </a:solidFill>
              <a:latin typeface="黑体" panose="02010609060101010101" pitchFamily="49" charset="-122"/>
              <a:ea typeface="黑体" panose="02010609060101010101" pitchFamily="49" charset="-122"/>
            </a:endParaRPr>
          </a:p>
        </p:txBody>
      </p:sp>
    </p:spTree>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left)">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wipe(left)">
                                      <p:cBhvr>
                                        <p:cTn id="12" dur="50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wipe(left)">
                                      <p:cBhvr>
                                        <p:cTn id="17" dur="500"/>
                                        <p:tgtEl>
                                          <p:spTgt spid="8"/>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12"/>
                                        </p:tgtEl>
                                        <p:attrNameLst>
                                          <p:attrName>style.visibility</p:attrName>
                                        </p:attrNameLst>
                                      </p:cBhvr>
                                      <p:to>
                                        <p:strVal val="visible"/>
                                      </p:to>
                                    </p:set>
                                    <p:animEffect transition="in" filter="wipe(left)">
                                      <p:cBhvr>
                                        <p:cTn id="22" dur="500"/>
                                        <p:tgtEl>
                                          <p:spTgt spid="12"/>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18"/>
                                        </p:tgtEl>
                                        <p:attrNameLst>
                                          <p:attrName>style.visibility</p:attrName>
                                        </p:attrNameLst>
                                      </p:cBhvr>
                                      <p:to>
                                        <p:strVal val="visible"/>
                                      </p:to>
                                    </p:set>
                                    <p:animEffect transition="in" filter="wipe(left)">
                                      <p:cBhvr>
                                        <p:cTn id="27" dur="500"/>
                                        <p:tgtEl>
                                          <p:spTgt spid="18"/>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9"/>
                                        </p:tgtEl>
                                        <p:attrNameLst>
                                          <p:attrName>style.visibility</p:attrName>
                                        </p:attrNameLst>
                                      </p:cBhvr>
                                      <p:to>
                                        <p:strVal val="visible"/>
                                      </p:to>
                                    </p:set>
                                    <p:animEffect transition="in" filter="wipe(left)">
                                      <p:cBhvr>
                                        <p:cTn id="32" dur="500"/>
                                        <p:tgtEl>
                                          <p:spTgt spid="9"/>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nodeType="clickEffect">
                                  <p:stCondLst>
                                    <p:cond delay="0"/>
                                  </p:stCondLst>
                                  <p:childTnLst>
                                    <p:set>
                                      <p:cBhvr>
                                        <p:cTn id="36" dur="1" fill="hold">
                                          <p:stCondLst>
                                            <p:cond delay="0"/>
                                          </p:stCondLst>
                                        </p:cTn>
                                        <p:tgtEl>
                                          <p:spTgt spid="23"/>
                                        </p:tgtEl>
                                        <p:attrNameLst>
                                          <p:attrName>style.visibility</p:attrName>
                                        </p:attrNameLst>
                                      </p:cBhvr>
                                      <p:to>
                                        <p:strVal val="visible"/>
                                      </p:to>
                                    </p:set>
                                    <p:animEffect transition="in" filter="wipe(left)">
                                      <p:cBhvr>
                                        <p:cTn id="37" dur="5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autoUpdateAnimBg="0"/>
      <p:bldP spid="8" grpId="0" autoUpdateAnimBg="0"/>
    </p:bldLst>
  </p:timing>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7"/>
          <p:cNvSpPr>
            <a:spLocks noGrp="1" noChangeArrowheads="1"/>
          </p:cNvSpPr>
          <p:nvPr>
            <p:ph type="title"/>
          </p:nvPr>
        </p:nvSpPr>
        <p:spPr bwMode="auto">
          <a:xfrm>
            <a:off x="5689600" y="711200"/>
            <a:ext cx="1854200" cy="177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eaLnBrk="1" hangingPunct="1"/>
            <a:r>
              <a:rPr lang="zh-CN" altLang="en-US" sz="800" smtClean="0">
                <a:solidFill>
                  <a:schemeClr val="bg1"/>
                </a:solidFill>
                <a:latin typeface="华文中宋" panose="02010600040101010101" pitchFamily="2" charset="-122"/>
                <a:ea typeface="华文中宋" panose="02010600040101010101" pitchFamily="2" charset="-122"/>
              </a:rPr>
              <a:t>轴承装置的设计</a:t>
            </a:r>
            <a:r>
              <a:rPr lang="en-US" altLang="zh-CN" sz="800" smtClean="0">
                <a:solidFill>
                  <a:schemeClr val="bg1"/>
                </a:solidFill>
                <a:latin typeface="华文中宋" panose="02010600040101010101" pitchFamily="2" charset="-122"/>
                <a:ea typeface="华文中宋" panose="02010600040101010101" pitchFamily="2" charset="-122"/>
              </a:rPr>
              <a:t>1</a:t>
            </a:r>
            <a:endParaRPr lang="en-US" altLang="zh-CN" sz="800" smtClean="0">
              <a:solidFill>
                <a:schemeClr val="bg1"/>
              </a:solidFill>
              <a:latin typeface="华文中宋" panose="02010600040101010101" pitchFamily="2" charset="-122"/>
              <a:ea typeface="华文中宋" panose="02010600040101010101" pitchFamily="2" charset="-122"/>
            </a:endParaRPr>
          </a:p>
        </p:txBody>
      </p:sp>
      <p:sp>
        <p:nvSpPr>
          <p:cNvPr id="30725" name="Text Box 65"/>
          <p:cNvSpPr txBox="1">
            <a:spLocks noChangeArrowheads="1"/>
          </p:cNvSpPr>
          <p:nvPr/>
        </p:nvSpPr>
        <p:spPr bwMode="auto">
          <a:xfrm>
            <a:off x="7505700" y="5908675"/>
            <a:ext cx="9271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57150">
                <a:solidFill>
                  <a:srgbClr val="000000"/>
                </a:solidFill>
                <a:miter lim="800000"/>
                <a:headEnd/>
                <a:tailEnd/>
              </a14:hiddenLine>
            </a:ext>
          </a:extLst>
        </p:spPr>
        <p:txBody>
          <a:bodyPr>
            <a:spAutoFit/>
          </a:bodyPr>
          <a:lstStyle>
            <a:lvl1pPr eaLnBrk="0" hangingPunct="0">
              <a:defRPr kumimoji="1" sz="2000">
                <a:solidFill>
                  <a:srgbClr val="000099"/>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rgbClr val="000099"/>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rgbClr val="000099"/>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rgbClr val="000099"/>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9pPr>
          </a:lstStyle>
          <a:p>
            <a:pPr algn="ctr" eaLnBrk="1" hangingPunct="1">
              <a:lnSpc>
                <a:spcPct val="100000"/>
              </a:lnSpc>
              <a:spcBef>
                <a:spcPct val="50000"/>
              </a:spcBef>
              <a:buFontTx/>
              <a:buNone/>
            </a:pPr>
            <a:r>
              <a:rPr lang="en-US" altLang="zh-CN" sz="1800">
                <a:latin typeface="华文中宋" panose="02010600040101010101" pitchFamily="2" charset="-122"/>
              </a:rPr>
              <a:t>  </a:t>
            </a:r>
            <a:endParaRPr lang="en-US" altLang="zh-CN" sz="1800">
              <a:latin typeface="华文中宋" panose="02010600040101010101" pitchFamily="2" charset="-122"/>
            </a:endParaRPr>
          </a:p>
        </p:txBody>
      </p:sp>
      <p:pic>
        <p:nvPicPr>
          <p:cNvPr id="11" name="Picture 17" descr="未标题-2">
            <a:hlinkClick r:id="rId1" action="ppaction://hlinkfile"/>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4424" y="353115"/>
            <a:ext cx="3898900" cy="2952750"/>
          </a:xfrm>
          <a:prstGeom prst="rect">
            <a:avLst/>
          </a:prstGeom>
          <a:noFill/>
          <a:extLst>
            <a:ext uri="{909E8E84-426E-40DD-AFC4-6F175D3DCCD1}">
              <a14:hiddenFill xmlns:a14="http://schemas.microsoft.com/office/drawing/2010/main">
                <a:solidFill>
                  <a:srgbClr val="FFFFFF"/>
                </a:solidFill>
              </a14:hiddenFill>
            </a:ext>
          </a:extLst>
        </p:spPr>
      </p:pic>
      <p:pic>
        <p:nvPicPr>
          <p:cNvPr id="12" name="Picture 18" descr="未标题-2">
            <a:hlinkClick r:id="rId3" action="ppaction://hlinkfile"/>
          </p:cNvPr>
          <p:cNvPicPr>
            <a:picLocks noChangeAspect="1" noChangeArrowheads="1"/>
          </p:cNvPicPr>
          <p:nvPr/>
        </p:nvPicPr>
        <p:blipFill>
          <a:blip r:embed="rId4">
            <a:extLst>
              <a:ext uri="{28A0092B-C50C-407E-A947-70E740481C1C}">
                <a14:useLocalDpi xmlns:a14="http://schemas.microsoft.com/office/drawing/2010/main" val="0"/>
              </a:ext>
            </a:extLst>
          </a:blip>
          <a:srcRect t="3091"/>
          <a:stretch>
            <a:fillRect/>
          </a:stretch>
        </p:blipFill>
        <p:spPr bwMode="auto">
          <a:xfrm>
            <a:off x="4624526" y="365125"/>
            <a:ext cx="4027487" cy="3135313"/>
          </a:xfrm>
          <a:prstGeom prst="rect">
            <a:avLst/>
          </a:prstGeom>
          <a:noFill/>
          <a:extLst>
            <a:ext uri="{909E8E84-426E-40DD-AFC4-6F175D3DCCD1}">
              <a14:hiddenFill xmlns:a14="http://schemas.microsoft.com/office/drawing/2010/main">
                <a:solidFill>
                  <a:srgbClr val="FFFFFF"/>
                </a:solidFill>
              </a14:hiddenFill>
            </a:ext>
          </a:extLst>
        </p:spPr>
      </p:pic>
      <p:pic>
        <p:nvPicPr>
          <p:cNvPr id="13" name="Picture 20" descr="未标题-2">
            <a:hlinkClick r:id="rId5" action="ppaction://hlinkfile"/>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03432" y="3529358"/>
            <a:ext cx="3998912" cy="3019425"/>
          </a:xfrm>
          <a:prstGeom prst="rect">
            <a:avLst/>
          </a:prstGeom>
          <a:noFill/>
          <a:extLst>
            <a:ext uri="{909E8E84-426E-40DD-AFC4-6F175D3DCCD1}">
              <a14:hiddenFill xmlns:a14="http://schemas.microsoft.com/office/drawing/2010/main">
                <a:solidFill>
                  <a:srgbClr val="FFFFFF"/>
                </a:solidFill>
              </a14:hiddenFill>
            </a:ext>
          </a:extLst>
        </p:spPr>
      </p:pic>
      <p:pic>
        <p:nvPicPr>
          <p:cNvPr id="14" name="Picture 21" descr="未标题-2">
            <a:hlinkClick r:id="rId7" action="ppaction://hlinkfile"/>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680434" y="3531014"/>
            <a:ext cx="3941762" cy="3108325"/>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ransition>
    <p:wipe dir="r"/>
  </p:transition>
  <p:timing>
    <p:tnLst>
      <p:par>
        <p:cTn id="1" dur="indefinite" restart="never" nodeType="tmRoot"/>
      </p:par>
    </p:tnLst>
  </p:timing>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7"/>
          <p:cNvSpPr>
            <a:spLocks noGrp="1" noChangeArrowheads="1"/>
          </p:cNvSpPr>
          <p:nvPr>
            <p:ph type="title"/>
          </p:nvPr>
        </p:nvSpPr>
        <p:spPr bwMode="auto">
          <a:xfrm>
            <a:off x="5689600" y="711200"/>
            <a:ext cx="1854200" cy="177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eaLnBrk="1" hangingPunct="1"/>
            <a:r>
              <a:rPr lang="zh-CN" altLang="en-US" sz="800" smtClean="0">
                <a:solidFill>
                  <a:schemeClr val="bg1"/>
                </a:solidFill>
                <a:latin typeface="华文中宋" panose="02010600040101010101" pitchFamily="2" charset="-122"/>
                <a:ea typeface="华文中宋" panose="02010600040101010101" pitchFamily="2" charset="-122"/>
              </a:rPr>
              <a:t>轴承装置的设计</a:t>
            </a:r>
            <a:r>
              <a:rPr lang="en-US" altLang="zh-CN" sz="800" smtClean="0">
                <a:solidFill>
                  <a:schemeClr val="bg1"/>
                </a:solidFill>
                <a:latin typeface="华文中宋" panose="02010600040101010101" pitchFamily="2" charset="-122"/>
                <a:ea typeface="华文中宋" panose="02010600040101010101" pitchFamily="2" charset="-122"/>
              </a:rPr>
              <a:t>1</a:t>
            </a:r>
            <a:endParaRPr lang="en-US" altLang="zh-CN" sz="800" smtClean="0">
              <a:solidFill>
                <a:schemeClr val="bg1"/>
              </a:solidFill>
              <a:latin typeface="华文中宋" panose="02010600040101010101" pitchFamily="2" charset="-122"/>
              <a:ea typeface="华文中宋" panose="02010600040101010101" pitchFamily="2" charset="-122"/>
            </a:endParaRPr>
          </a:p>
        </p:txBody>
      </p:sp>
      <p:sp>
        <p:nvSpPr>
          <p:cNvPr id="29701" name="Text Box 65"/>
          <p:cNvSpPr txBox="1">
            <a:spLocks noChangeArrowheads="1"/>
          </p:cNvSpPr>
          <p:nvPr/>
        </p:nvSpPr>
        <p:spPr bwMode="auto">
          <a:xfrm>
            <a:off x="7505700" y="5908675"/>
            <a:ext cx="9271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57150">
                <a:solidFill>
                  <a:srgbClr val="000000"/>
                </a:solidFill>
                <a:miter lim="800000"/>
                <a:headEnd/>
                <a:tailEnd/>
              </a14:hiddenLine>
            </a:ext>
          </a:extLst>
        </p:spPr>
        <p:txBody>
          <a:bodyPr>
            <a:spAutoFit/>
          </a:bodyPr>
          <a:lstStyle>
            <a:lvl1pPr eaLnBrk="0" hangingPunct="0">
              <a:defRPr kumimoji="1" sz="2000">
                <a:solidFill>
                  <a:srgbClr val="000099"/>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rgbClr val="000099"/>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rgbClr val="000099"/>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rgbClr val="000099"/>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9pPr>
          </a:lstStyle>
          <a:p>
            <a:pPr algn="ctr" eaLnBrk="1" hangingPunct="1">
              <a:lnSpc>
                <a:spcPct val="100000"/>
              </a:lnSpc>
              <a:spcBef>
                <a:spcPct val="50000"/>
              </a:spcBef>
              <a:buFontTx/>
              <a:buNone/>
            </a:pPr>
            <a:r>
              <a:rPr lang="en-US" altLang="zh-CN" sz="1800">
                <a:latin typeface="华文中宋" panose="02010600040101010101" pitchFamily="2" charset="-122"/>
              </a:rPr>
              <a:t>  </a:t>
            </a:r>
            <a:endParaRPr lang="en-US" altLang="zh-CN" sz="1800">
              <a:latin typeface="华文中宋" panose="02010600040101010101" pitchFamily="2" charset="-122"/>
            </a:endParaRPr>
          </a:p>
        </p:txBody>
      </p:sp>
      <p:pic>
        <p:nvPicPr>
          <p:cNvPr id="13" name="Picture 4" descr="未标题-2">
            <a:hlinkClick r:id="rId1" action="ppaction://hlinkfile"/>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06853" y="351597"/>
            <a:ext cx="3781425" cy="3014663"/>
          </a:xfrm>
          <a:prstGeom prst="rect">
            <a:avLst/>
          </a:prstGeom>
          <a:noFill/>
          <a:extLst>
            <a:ext uri="{909E8E84-426E-40DD-AFC4-6F175D3DCCD1}">
              <a14:hiddenFill xmlns:a14="http://schemas.microsoft.com/office/drawing/2010/main">
                <a:solidFill>
                  <a:srgbClr val="FFFFFF"/>
                </a:solidFill>
              </a14:hiddenFill>
            </a:ext>
          </a:extLst>
        </p:spPr>
      </p:pic>
      <p:pic>
        <p:nvPicPr>
          <p:cNvPr id="14" name="Picture 5" descr="未标题-3">
            <a:hlinkClick r:id="rId3" action="ppaction://hlinkfile"/>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804950" y="472385"/>
            <a:ext cx="4100512" cy="2884488"/>
          </a:xfrm>
          <a:prstGeom prst="rect">
            <a:avLst/>
          </a:prstGeom>
          <a:noFill/>
          <a:extLst>
            <a:ext uri="{909E8E84-426E-40DD-AFC4-6F175D3DCCD1}">
              <a14:hiddenFill xmlns:a14="http://schemas.microsoft.com/office/drawing/2010/main">
                <a:solidFill>
                  <a:srgbClr val="FFFFFF"/>
                </a:solidFill>
              </a14:hiddenFill>
            </a:ext>
          </a:extLst>
        </p:spPr>
      </p:pic>
      <p:pic>
        <p:nvPicPr>
          <p:cNvPr id="15" name="Picture 6" descr="未标题-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16583" y="3681619"/>
            <a:ext cx="3756025" cy="2914650"/>
          </a:xfrm>
          <a:prstGeom prst="rect">
            <a:avLst/>
          </a:prstGeom>
          <a:noFill/>
          <a:extLst>
            <a:ext uri="{909E8E84-426E-40DD-AFC4-6F175D3DCCD1}">
              <a14:hiddenFill xmlns:a14="http://schemas.microsoft.com/office/drawing/2010/main">
                <a:solidFill>
                  <a:srgbClr val="FFFFFF"/>
                </a:solidFill>
              </a14:hiddenFill>
            </a:ext>
          </a:extLst>
        </p:spPr>
      </p:pic>
      <p:pic>
        <p:nvPicPr>
          <p:cNvPr id="16" name="Picture 7" descr="未标题-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570344" y="3749606"/>
            <a:ext cx="4305300" cy="2916237"/>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ransition>
    <p:wipe dir="r"/>
  </p:transition>
  <p:timing>
    <p:tnLst>
      <p:par>
        <p:cTn id="1" dur="indefinite" restart="never" nodeType="tmRoot"/>
      </p:par>
    </p:tnLst>
  </p:timing>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7"/>
          <p:cNvSpPr>
            <a:spLocks noGrp="1" noChangeArrowheads="1"/>
          </p:cNvSpPr>
          <p:nvPr>
            <p:ph type="title"/>
          </p:nvPr>
        </p:nvSpPr>
        <p:spPr bwMode="auto">
          <a:xfrm>
            <a:off x="5689600" y="711200"/>
            <a:ext cx="1854200" cy="177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eaLnBrk="1" hangingPunct="1"/>
            <a:r>
              <a:rPr lang="zh-CN" altLang="en-US" sz="800" smtClean="0">
                <a:solidFill>
                  <a:schemeClr val="bg1"/>
                </a:solidFill>
                <a:latin typeface="华文中宋" panose="02010600040101010101" pitchFamily="2" charset="-122"/>
                <a:ea typeface="华文中宋" panose="02010600040101010101" pitchFamily="2" charset="-122"/>
              </a:rPr>
              <a:t>轴承装置的设计</a:t>
            </a:r>
            <a:r>
              <a:rPr lang="en-US" altLang="zh-CN" sz="800" smtClean="0">
                <a:solidFill>
                  <a:schemeClr val="bg1"/>
                </a:solidFill>
                <a:latin typeface="华文中宋" panose="02010600040101010101" pitchFamily="2" charset="-122"/>
                <a:ea typeface="华文中宋" panose="02010600040101010101" pitchFamily="2" charset="-122"/>
              </a:rPr>
              <a:t>1</a:t>
            </a:r>
            <a:endParaRPr lang="en-US" altLang="zh-CN" sz="800" smtClean="0">
              <a:solidFill>
                <a:schemeClr val="bg1"/>
              </a:solidFill>
              <a:latin typeface="华文中宋" panose="02010600040101010101" pitchFamily="2" charset="-122"/>
              <a:ea typeface="华文中宋" panose="02010600040101010101" pitchFamily="2" charset="-122"/>
            </a:endParaRPr>
          </a:p>
        </p:txBody>
      </p:sp>
      <p:sp>
        <p:nvSpPr>
          <p:cNvPr id="32773" name="Text Box 65"/>
          <p:cNvSpPr txBox="1">
            <a:spLocks noChangeArrowheads="1"/>
          </p:cNvSpPr>
          <p:nvPr/>
        </p:nvSpPr>
        <p:spPr bwMode="auto">
          <a:xfrm>
            <a:off x="7505700" y="5908675"/>
            <a:ext cx="9271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57150">
                <a:solidFill>
                  <a:srgbClr val="000000"/>
                </a:solidFill>
                <a:miter lim="800000"/>
                <a:headEnd/>
                <a:tailEnd/>
              </a14:hiddenLine>
            </a:ext>
          </a:extLst>
        </p:spPr>
        <p:txBody>
          <a:bodyPr>
            <a:spAutoFit/>
          </a:bodyPr>
          <a:lstStyle>
            <a:lvl1pPr eaLnBrk="0" hangingPunct="0">
              <a:defRPr kumimoji="1" sz="2000">
                <a:solidFill>
                  <a:srgbClr val="000099"/>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rgbClr val="000099"/>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rgbClr val="000099"/>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rgbClr val="000099"/>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9pPr>
          </a:lstStyle>
          <a:p>
            <a:pPr algn="ctr" eaLnBrk="1" hangingPunct="1">
              <a:lnSpc>
                <a:spcPct val="100000"/>
              </a:lnSpc>
              <a:spcBef>
                <a:spcPct val="50000"/>
              </a:spcBef>
              <a:buFontTx/>
              <a:buNone/>
            </a:pPr>
            <a:r>
              <a:rPr lang="en-US" altLang="zh-CN" sz="1800">
                <a:latin typeface="华文中宋" panose="02010600040101010101" pitchFamily="2" charset="-122"/>
              </a:rPr>
              <a:t>  </a:t>
            </a:r>
            <a:endParaRPr lang="en-US" altLang="zh-CN" sz="1800">
              <a:latin typeface="华文中宋" panose="02010600040101010101" pitchFamily="2" charset="-122"/>
            </a:endParaRPr>
          </a:p>
        </p:txBody>
      </p:sp>
      <p:sp>
        <p:nvSpPr>
          <p:cNvPr id="38920" name="Rectangle 1"/>
          <p:cNvSpPr>
            <a:spLocks noChangeArrowheads="1"/>
          </p:cNvSpPr>
          <p:nvPr/>
        </p:nvSpPr>
        <p:spPr bwMode="auto">
          <a:xfrm>
            <a:off x="190500" y="919870"/>
            <a:ext cx="2771361" cy="444674"/>
          </a:xfrm>
          <a:prstGeom prst="rect">
            <a:avLst/>
          </a:prstGeom>
          <a:solidFill>
            <a:srgbClr val="FFFF00"/>
          </a:solidFill>
          <a:ln>
            <a:noFill/>
          </a:ln>
        </p:spPr>
        <p:txBody>
          <a:bodyPr wrap="square" anchor="ctr">
            <a:spAutoFit/>
          </a:bodyPr>
          <a:lstStyle>
            <a:lvl1pPr eaLnBrk="0" hangingPunct="0">
              <a:defRPr kumimoji="1" sz="2000">
                <a:solidFill>
                  <a:srgbClr val="000099"/>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rgbClr val="000099"/>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rgbClr val="000099"/>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rgbClr val="000099"/>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buFontTx/>
              <a:buNone/>
            </a:pPr>
            <a:r>
              <a:rPr lang="en-US" altLang="zh-CN" sz="2200" dirty="0">
                <a:solidFill>
                  <a:srgbClr val="002060"/>
                </a:solidFill>
                <a:latin typeface="黑体" panose="02010609060101010101" pitchFamily="49" charset="-122"/>
                <a:ea typeface="黑体" panose="02010609060101010101" pitchFamily="49" charset="-122"/>
              </a:rPr>
              <a:t>3.</a:t>
            </a:r>
            <a:r>
              <a:rPr lang="zh-CN" altLang="en-US" sz="2200" dirty="0">
                <a:solidFill>
                  <a:srgbClr val="002060"/>
                </a:solidFill>
                <a:latin typeface="黑体" panose="02010609060101010101" pitchFamily="49" charset="-122"/>
                <a:ea typeface="黑体" panose="02010609060101010101" pitchFamily="49" charset="-122"/>
              </a:rPr>
              <a:t>两端游动支承</a:t>
            </a:r>
            <a:endParaRPr lang="zh-CN" altLang="en-US" sz="2200" dirty="0">
              <a:solidFill>
                <a:srgbClr val="002060"/>
              </a:solidFill>
              <a:latin typeface="黑体" panose="02010609060101010101" pitchFamily="49" charset="-122"/>
              <a:ea typeface="黑体" panose="02010609060101010101" pitchFamily="49" charset="-122"/>
            </a:endParaRPr>
          </a:p>
        </p:txBody>
      </p:sp>
      <p:sp>
        <p:nvSpPr>
          <p:cNvPr id="38921" name="矩形 15"/>
          <p:cNvSpPr>
            <a:spLocks noChangeArrowheads="1"/>
          </p:cNvSpPr>
          <p:nvPr/>
        </p:nvSpPr>
        <p:spPr bwMode="auto">
          <a:xfrm>
            <a:off x="7984297" y="4023210"/>
            <a:ext cx="523598" cy="2086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2000">
                <a:solidFill>
                  <a:srgbClr val="000099"/>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rgbClr val="000099"/>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rgbClr val="000099"/>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rgbClr val="000099"/>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buFontTx/>
              <a:buNone/>
            </a:pPr>
            <a:r>
              <a:rPr lang="zh-CN" altLang="en-US" sz="1800" b="1" dirty="0">
                <a:solidFill>
                  <a:srgbClr val="C00000"/>
                </a:solidFill>
              </a:rPr>
              <a:t>两端游动支承</a:t>
            </a:r>
            <a:endParaRPr lang="zh-CN" altLang="en-US" sz="1800" b="1" dirty="0">
              <a:solidFill>
                <a:srgbClr val="C00000"/>
              </a:solidFill>
            </a:endParaRPr>
          </a:p>
        </p:txBody>
      </p:sp>
      <p:sp>
        <p:nvSpPr>
          <p:cNvPr id="38922" name="矩形 17"/>
          <p:cNvSpPr>
            <a:spLocks noChangeArrowheads="1"/>
          </p:cNvSpPr>
          <p:nvPr/>
        </p:nvSpPr>
        <p:spPr bwMode="auto">
          <a:xfrm>
            <a:off x="165100" y="1393825"/>
            <a:ext cx="8801100" cy="1568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a:solidFill>
                  <a:srgbClr val="000099"/>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rgbClr val="000099"/>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rgbClr val="000099"/>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rgbClr val="000099"/>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buNone/>
            </a:pPr>
            <a:r>
              <a:rPr lang="zh-CN" altLang="en-US" dirty="0"/>
              <a:t>        两端游动支承不限制轴系的轴向移动，由于人字齿轮本身的相互轴向限位作用，保证其中</a:t>
            </a:r>
            <a:r>
              <a:rPr lang="zh-CN" altLang="en-US" dirty="0">
                <a:solidFill>
                  <a:srgbClr val="C00000"/>
                </a:solidFill>
              </a:rPr>
              <a:t>一根轴</a:t>
            </a:r>
            <a:r>
              <a:rPr lang="zh-CN" altLang="en-US" b="1" dirty="0">
                <a:solidFill>
                  <a:srgbClr val="C00000"/>
                </a:solidFill>
                <a:latin typeface="华文中宋" panose="02010600040101010101" pitchFamily="2" charset="-122"/>
                <a:sym typeface="+mn-ea"/>
              </a:rPr>
              <a:t>两端单向固定（保证两轴都得到轴向定位），另一根轴则两端游动，</a:t>
            </a:r>
            <a:r>
              <a:rPr lang="zh-CN" altLang="en-US" dirty="0">
                <a:solidFill>
                  <a:schemeClr val="accent4">
                    <a:lumMod val="75000"/>
                  </a:schemeClr>
                </a:solidFill>
                <a:latin typeface="华文中宋" panose="02010600040101010101" pitchFamily="2" charset="-122"/>
                <a:sym typeface="+mn-ea"/>
              </a:rPr>
              <a:t>以防止齿轮卡死或人字齿两侧受力不均。</a:t>
            </a:r>
            <a:r>
              <a:rPr lang="zh-CN" altLang="en-US" dirty="0">
                <a:solidFill>
                  <a:srgbClr val="0000FF"/>
                </a:solidFill>
              </a:rPr>
              <a:t>轴承可选用深沟球轴承、内圈或外圈无挡边的圆柱滚子轴承，不能选用角接触向心轴承</a:t>
            </a:r>
            <a:r>
              <a:rPr lang="zh-CN" altLang="en-US" dirty="0" smtClean="0">
                <a:solidFill>
                  <a:srgbClr val="0000FF"/>
                </a:solidFill>
              </a:rPr>
              <a:t>。</a:t>
            </a:r>
            <a:endParaRPr lang="zh-CN" altLang="en-US" dirty="0"/>
          </a:p>
        </p:txBody>
      </p:sp>
      <p:pic>
        <p:nvPicPr>
          <p:cNvPr id="38924" name="Picture 12"/>
          <p:cNvPicPr>
            <a:picLocks noChangeAspect="1" noChangeArrowheads="1"/>
          </p:cNvPicPr>
          <p:nvPr/>
        </p:nvPicPr>
        <p:blipFill>
          <a:blip r:embed="rId1"/>
          <a:srcRect/>
          <a:stretch>
            <a:fillRect/>
          </a:stretch>
        </p:blipFill>
        <p:spPr bwMode="auto">
          <a:xfrm>
            <a:off x="1056999" y="3017327"/>
            <a:ext cx="6756400" cy="3644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2779" name="直接连接符 6"/>
          <p:cNvSpPr>
            <a:spLocks noChangeShapeType="1"/>
          </p:cNvSpPr>
          <p:nvPr/>
        </p:nvSpPr>
        <p:spPr bwMode="auto">
          <a:xfrm>
            <a:off x="0" y="765175"/>
            <a:ext cx="9144000" cy="0"/>
          </a:xfrm>
          <a:prstGeom prst="line">
            <a:avLst/>
          </a:prstGeom>
          <a:noFill/>
          <a:ln w="28575">
            <a:solidFill>
              <a:srgbClr val="CC3300"/>
            </a:solidFill>
            <a:miter lim="800000"/>
          </a:ln>
          <a:extLst>
            <a:ext uri="{909E8E84-426E-40DD-AFC4-6F175D3DCCD1}">
              <a14:hiddenFill xmlns:a14="http://schemas.microsoft.com/office/drawing/2010/main">
                <a:noFill/>
              </a14:hiddenFill>
            </a:ext>
          </a:extLst>
        </p:spPr>
        <p:txBody>
          <a:bodyPr/>
          <a:lstStyle/>
          <a:p>
            <a:endParaRPr lang="zh-CN" altLang="en-US"/>
          </a:p>
        </p:txBody>
      </p:sp>
      <p:sp>
        <p:nvSpPr>
          <p:cNvPr id="8206" name="Rectangle 67"/>
          <p:cNvSpPr>
            <a:spLocks noChangeArrowheads="1"/>
          </p:cNvSpPr>
          <p:nvPr/>
        </p:nvSpPr>
        <p:spPr bwMode="auto">
          <a:xfrm>
            <a:off x="3162300" y="10637"/>
            <a:ext cx="4945380" cy="5530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kumimoji="1" sz="2000">
                <a:solidFill>
                  <a:srgbClr val="000099"/>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rgbClr val="000099"/>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rgbClr val="000099"/>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rgbClr val="000099"/>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lnSpc>
                <a:spcPct val="100000"/>
              </a:lnSpc>
              <a:buFontTx/>
              <a:buNone/>
            </a:pPr>
            <a:r>
              <a:rPr lang="en-US" altLang="zh-CN" sz="3000" dirty="0" smtClean="0">
                <a:solidFill>
                  <a:srgbClr val="CC3300"/>
                </a:solidFill>
                <a:latin typeface="黑体" panose="02010609060101010101" pitchFamily="49" charset="-122"/>
                <a:ea typeface="黑体" panose="02010609060101010101" pitchFamily="49" charset="-122"/>
              </a:rPr>
              <a:t>3.6-6  </a:t>
            </a:r>
            <a:r>
              <a:rPr lang="zh-CN" altLang="en-US" sz="3000" dirty="0">
                <a:solidFill>
                  <a:srgbClr val="CC3300"/>
                </a:solidFill>
                <a:latin typeface="黑体" panose="02010609060101010101" pitchFamily="49" charset="-122"/>
                <a:ea typeface="黑体" panose="02010609060101010101" pitchFamily="49" charset="-122"/>
              </a:rPr>
              <a:t>滚动轴承装置的设计</a:t>
            </a:r>
            <a:endParaRPr lang="zh-CN" altLang="en-US" sz="3000" dirty="0">
              <a:solidFill>
                <a:srgbClr val="CC3300"/>
              </a:solidFill>
              <a:latin typeface="黑体" panose="02010609060101010101" pitchFamily="49" charset="-122"/>
              <a:ea typeface="黑体" panose="02010609060101010101" pitchFamily="49" charset="-122"/>
            </a:endParaRPr>
          </a:p>
        </p:txBody>
      </p:sp>
    </p:spTree>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892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892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8922"/>
                                        </p:tgtEl>
                                        <p:attrNameLst>
                                          <p:attrName>style.visibility</p:attrName>
                                        </p:attrNameLst>
                                      </p:cBhvr>
                                      <p:to>
                                        <p:strVal val="visible"/>
                                      </p:to>
                                    </p:set>
                                  </p:childTnLst>
                                </p:cTn>
                              </p:par>
                            </p:childTnLst>
                          </p:cTn>
                        </p:par>
                        <p:par>
                          <p:cTn id="15" fill="hold">
                            <p:stCondLst>
                              <p:cond delay="0"/>
                            </p:stCondLst>
                            <p:childTnLst>
                              <p:par>
                                <p:cTn id="16" presetID="1" presetClass="entr" presetSubtype="0" fill="hold" grpId="0" nodeType="afterEffect">
                                  <p:stCondLst>
                                    <p:cond delay="0"/>
                                  </p:stCondLst>
                                  <p:childTnLst>
                                    <p:set>
                                      <p:cBhvr>
                                        <p:cTn id="17" dur="1" fill="hold">
                                          <p:stCondLst>
                                            <p:cond delay="0"/>
                                          </p:stCondLst>
                                        </p:cTn>
                                        <p:tgtEl>
                                          <p:spTgt spid="3892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920" grpId="0" animBg="1"/>
      <p:bldP spid="38921" grpId="0"/>
      <p:bldP spid="38922" grpId="0"/>
    </p:bldLst>
  </p:timing>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37285" name="Group 69"/>
          <p:cNvGrpSpPr/>
          <p:nvPr/>
        </p:nvGrpSpPr>
        <p:grpSpPr bwMode="auto">
          <a:xfrm>
            <a:off x="185738" y="296863"/>
            <a:ext cx="8628062" cy="5880100"/>
            <a:chOff x="225" y="189"/>
            <a:chExt cx="5435" cy="3704"/>
          </a:xfrm>
        </p:grpSpPr>
        <p:sp>
          <p:nvSpPr>
            <p:cNvPr id="4105" name="Line 6"/>
            <p:cNvSpPr>
              <a:spLocks noChangeShapeType="1"/>
            </p:cNvSpPr>
            <p:nvPr/>
          </p:nvSpPr>
          <p:spPr bwMode="auto">
            <a:xfrm>
              <a:off x="1416" y="3520"/>
              <a:ext cx="1544" cy="0"/>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106" name="Rectangle 7"/>
            <p:cNvSpPr>
              <a:spLocks noChangeArrowheads="1"/>
            </p:cNvSpPr>
            <p:nvPr/>
          </p:nvSpPr>
          <p:spPr bwMode="auto">
            <a:xfrm>
              <a:off x="2964" y="3135"/>
              <a:ext cx="257" cy="758"/>
            </a:xfrm>
            <a:prstGeom prst="rect">
              <a:avLst/>
            </a:prstGeom>
            <a:noFill/>
            <a:ln w="28575">
              <a:solidFill>
                <a:srgbClr val="000000"/>
              </a:solidFill>
              <a:miter lim="800000"/>
            </a:ln>
            <a:extLst>
              <a:ext uri="{909E8E84-426E-40DD-AFC4-6F175D3DCCD1}">
                <a14:hiddenFill xmlns:a14="http://schemas.microsoft.com/office/drawing/2010/main">
                  <a:solidFill>
                    <a:srgbClr val="FFFFFF"/>
                  </a:solidFill>
                </a14:hiddenFill>
              </a:ext>
            </a:extLst>
          </p:spPr>
          <p:txBody>
            <a:bodyPr/>
            <a:lstStyle>
              <a:lvl1pPr>
                <a:defRPr sz="2800" b="1">
                  <a:solidFill>
                    <a:schemeClr val="tx1"/>
                  </a:solidFill>
                  <a:latin typeface="Arial" panose="020B0604020202020204" pitchFamily="34" charset="0"/>
                  <a:ea typeface="幼圆" panose="02010509060101010101" pitchFamily="49" charset="-122"/>
                </a:defRPr>
              </a:lvl1pPr>
              <a:lvl2pPr marL="742950" indent="-285750">
                <a:defRPr sz="2800" b="1">
                  <a:solidFill>
                    <a:schemeClr val="tx1"/>
                  </a:solidFill>
                  <a:latin typeface="Arial" panose="020B0604020202020204" pitchFamily="34" charset="0"/>
                  <a:ea typeface="幼圆" panose="02010509060101010101" pitchFamily="49" charset="-122"/>
                </a:defRPr>
              </a:lvl2pPr>
              <a:lvl3pPr marL="1143000" indent="-228600">
                <a:defRPr sz="2800" b="1">
                  <a:solidFill>
                    <a:schemeClr val="tx1"/>
                  </a:solidFill>
                  <a:latin typeface="Arial" panose="020B0604020202020204" pitchFamily="34" charset="0"/>
                  <a:ea typeface="幼圆" panose="02010509060101010101" pitchFamily="49" charset="-122"/>
                </a:defRPr>
              </a:lvl3pPr>
              <a:lvl4pPr marL="1600200" indent="-228600">
                <a:defRPr sz="2800" b="1">
                  <a:solidFill>
                    <a:schemeClr val="tx1"/>
                  </a:solidFill>
                  <a:latin typeface="Arial" panose="020B0604020202020204" pitchFamily="34" charset="0"/>
                  <a:ea typeface="幼圆" panose="02010509060101010101" pitchFamily="49" charset="-122"/>
                </a:defRPr>
              </a:lvl4pPr>
              <a:lvl5pPr marL="2057400" indent="-228600">
                <a:defRPr sz="2800" b="1">
                  <a:solidFill>
                    <a:schemeClr val="tx1"/>
                  </a:solidFill>
                  <a:latin typeface="Arial" panose="020B0604020202020204" pitchFamily="34" charset="0"/>
                  <a:ea typeface="幼圆" panose="02010509060101010101" pitchFamily="49" charset="-122"/>
                </a:defRPr>
              </a:lvl5pPr>
              <a:lvl6pPr marL="2514600" indent="-228600" eaLnBrk="0" fontAlgn="base" hangingPunct="0">
                <a:spcBef>
                  <a:spcPct val="0"/>
                </a:spcBef>
                <a:spcAft>
                  <a:spcPct val="0"/>
                </a:spcAft>
                <a:defRPr sz="2800" b="1">
                  <a:solidFill>
                    <a:schemeClr val="tx1"/>
                  </a:solidFill>
                  <a:latin typeface="Arial" panose="020B0604020202020204" pitchFamily="34" charset="0"/>
                  <a:ea typeface="幼圆" panose="02010509060101010101" pitchFamily="49" charset="-122"/>
                </a:defRPr>
              </a:lvl6pPr>
              <a:lvl7pPr marL="2971800" indent="-228600" eaLnBrk="0" fontAlgn="base" hangingPunct="0">
                <a:spcBef>
                  <a:spcPct val="0"/>
                </a:spcBef>
                <a:spcAft>
                  <a:spcPct val="0"/>
                </a:spcAft>
                <a:defRPr sz="2800" b="1">
                  <a:solidFill>
                    <a:schemeClr val="tx1"/>
                  </a:solidFill>
                  <a:latin typeface="Arial" panose="020B0604020202020204" pitchFamily="34" charset="0"/>
                  <a:ea typeface="幼圆" panose="02010509060101010101" pitchFamily="49" charset="-122"/>
                </a:defRPr>
              </a:lvl7pPr>
              <a:lvl8pPr marL="3429000" indent="-228600" eaLnBrk="0" fontAlgn="base" hangingPunct="0">
                <a:spcBef>
                  <a:spcPct val="0"/>
                </a:spcBef>
                <a:spcAft>
                  <a:spcPct val="0"/>
                </a:spcAft>
                <a:defRPr sz="2800" b="1">
                  <a:solidFill>
                    <a:schemeClr val="tx1"/>
                  </a:solidFill>
                  <a:latin typeface="Arial" panose="020B0604020202020204" pitchFamily="34" charset="0"/>
                  <a:ea typeface="幼圆" panose="02010509060101010101" pitchFamily="49" charset="-122"/>
                </a:defRPr>
              </a:lvl8pPr>
              <a:lvl9pPr marL="3886200" indent="-228600" eaLnBrk="0" fontAlgn="base" hangingPunct="0">
                <a:spcBef>
                  <a:spcPct val="0"/>
                </a:spcBef>
                <a:spcAft>
                  <a:spcPct val="0"/>
                </a:spcAft>
                <a:defRPr sz="2800" b="1">
                  <a:solidFill>
                    <a:schemeClr val="tx1"/>
                  </a:solidFill>
                  <a:latin typeface="Arial" panose="020B0604020202020204" pitchFamily="34" charset="0"/>
                  <a:ea typeface="幼圆" panose="02010509060101010101" pitchFamily="49" charset="-122"/>
                </a:defRPr>
              </a:lvl9pPr>
            </a:lstStyle>
            <a:p>
              <a:pPr eaLnBrk="1" hangingPunct="1"/>
              <a:endParaRPr lang="zh-CN" altLang="en-US"/>
            </a:p>
          </p:txBody>
        </p:sp>
        <p:grpSp>
          <p:nvGrpSpPr>
            <p:cNvPr id="4107" name="Group 8"/>
            <p:cNvGrpSpPr/>
            <p:nvPr/>
          </p:nvGrpSpPr>
          <p:grpSpPr bwMode="auto">
            <a:xfrm>
              <a:off x="1491" y="3206"/>
              <a:ext cx="289" cy="310"/>
              <a:chOff x="2315" y="11785"/>
              <a:chExt cx="405" cy="435"/>
            </a:xfrm>
          </p:grpSpPr>
          <p:sp>
            <p:nvSpPr>
              <p:cNvPr id="4162" name="Line 9"/>
              <p:cNvSpPr>
                <a:spLocks noChangeShapeType="1"/>
              </p:cNvSpPr>
              <p:nvPr/>
            </p:nvSpPr>
            <p:spPr bwMode="auto">
              <a:xfrm flipV="1">
                <a:off x="2315" y="11785"/>
                <a:ext cx="255" cy="255"/>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163" name="Line 10"/>
              <p:cNvSpPr>
                <a:spLocks noChangeShapeType="1"/>
              </p:cNvSpPr>
              <p:nvPr/>
            </p:nvSpPr>
            <p:spPr bwMode="auto">
              <a:xfrm>
                <a:off x="2370" y="12000"/>
                <a:ext cx="75" cy="75"/>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164" name="Line 11"/>
              <p:cNvSpPr>
                <a:spLocks noChangeShapeType="1"/>
              </p:cNvSpPr>
              <p:nvPr/>
            </p:nvSpPr>
            <p:spPr bwMode="auto">
              <a:xfrm>
                <a:off x="2510" y="11850"/>
                <a:ext cx="75" cy="75"/>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165" name="Line 12"/>
              <p:cNvSpPr>
                <a:spLocks noChangeShapeType="1"/>
              </p:cNvSpPr>
              <p:nvPr/>
            </p:nvSpPr>
            <p:spPr bwMode="auto">
              <a:xfrm flipV="1">
                <a:off x="2430" y="11910"/>
                <a:ext cx="140" cy="140"/>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166" name="Line 13"/>
              <p:cNvSpPr>
                <a:spLocks noChangeShapeType="1"/>
              </p:cNvSpPr>
              <p:nvPr/>
            </p:nvSpPr>
            <p:spPr bwMode="auto">
              <a:xfrm>
                <a:off x="2330" y="11830"/>
                <a:ext cx="390" cy="390"/>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grpSp>
        <p:grpSp>
          <p:nvGrpSpPr>
            <p:cNvPr id="4108" name="Group 14"/>
            <p:cNvGrpSpPr/>
            <p:nvPr/>
          </p:nvGrpSpPr>
          <p:grpSpPr bwMode="auto">
            <a:xfrm flipV="1">
              <a:off x="1491" y="3516"/>
              <a:ext cx="289" cy="310"/>
              <a:chOff x="2315" y="11785"/>
              <a:chExt cx="405" cy="435"/>
            </a:xfrm>
          </p:grpSpPr>
          <p:sp>
            <p:nvSpPr>
              <p:cNvPr id="4157" name="Line 15"/>
              <p:cNvSpPr>
                <a:spLocks noChangeShapeType="1"/>
              </p:cNvSpPr>
              <p:nvPr/>
            </p:nvSpPr>
            <p:spPr bwMode="auto">
              <a:xfrm flipV="1">
                <a:off x="2315" y="11785"/>
                <a:ext cx="255" cy="255"/>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158" name="Line 16"/>
              <p:cNvSpPr>
                <a:spLocks noChangeShapeType="1"/>
              </p:cNvSpPr>
              <p:nvPr/>
            </p:nvSpPr>
            <p:spPr bwMode="auto">
              <a:xfrm>
                <a:off x="2370" y="12000"/>
                <a:ext cx="75" cy="75"/>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159" name="Line 17"/>
              <p:cNvSpPr>
                <a:spLocks noChangeShapeType="1"/>
              </p:cNvSpPr>
              <p:nvPr/>
            </p:nvSpPr>
            <p:spPr bwMode="auto">
              <a:xfrm>
                <a:off x="2510" y="11850"/>
                <a:ext cx="75" cy="75"/>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160" name="Line 18"/>
              <p:cNvSpPr>
                <a:spLocks noChangeShapeType="1"/>
              </p:cNvSpPr>
              <p:nvPr/>
            </p:nvSpPr>
            <p:spPr bwMode="auto">
              <a:xfrm flipV="1">
                <a:off x="2430" y="11910"/>
                <a:ext cx="140" cy="140"/>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161" name="Line 19"/>
              <p:cNvSpPr>
                <a:spLocks noChangeShapeType="1"/>
              </p:cNvSpPr>
              <p:nvPr/>
            </p:nvSpPr>
            <p:spPr bwMode="auto">
              <a:xfrm>
                <a:off x="2330" y="11830"/>
                <a:ext cx="390" cy="390"/>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grpSp>
        <p:grpSp>
          <p:nvGrpSpPr>
            <p:cNvPr id="4109" name="Group 20"/>
            <p:cNvGrpSpPr/>
            <p:nvPr/>
          </p:nvGrpSpPr>
          <p:grpSpPr bwMode="auto">
            <a:xfrm flipH="1">
              <a:off x="4457" y="3206"/>
              <a:ext cx="289" cy="310"/>
              <a:chOff x="2315" y="11785"/>
              <a:chExt cx="405" cy="435"/>
            </a:xfrm>
          </p:grpSpPr>
          <p:sp>
            <p:nvSpPr>
              <p:cNvPr id="4152" name="Line 21"/>
              <p:cNvSpPr>
                <a:spLocks noChangeShapeType="1"/>
              </p:cNvSpPr>
              <p:nvPr/>
            </p:nvSpPr>
            <p:spPr bwMode="auto">
              <a:xfrm flipV="1">
                <a:off x="2315" y="11785"/>
                <a:ext cx="255" cy="255"/>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153" name="Line 22"/>
              <p:cNvSpPr>
                <a:spLocks noChangeShapeType="1"/>
              </p:cNvSpPr>
              <p:nvPr/>
            </p:nvSpPr>
            <p:spPr bwMode="auto">
              <a:xfrm>
                <a:off x="2370" y="12000"/>
                <a:ext cx="75" cy="75"/>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154" name="Line 23"/>
              <p:cNvSpPr>
                <a:spLocks noChangeShapeType="1"/>
              </p:cNvSpPr>
              <p:nvPr/>
            </p:nvSpPr>
            <p:spPr bwMode="auto">
              <a:xfrm>
                <a:off x="2510" y="11850"/>
                <a:ext cx="75" cy="75"/>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155" name="Line 24"/>
              <p:cNvSpPr>
                <a:spLocks noChangeShapeType="1"/>
              </p:cNvSpPr>
              <p:nvPr/>
            </p:nvSpPr>
            <p:spPr bwMode="auto">
              <a:xfrm flipV="1">
                <a:off x="2430" y="11910"/>
                <a:ext cx="140" cy="140"/>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156" name="Line 25"/>
              <p:cNvSpPr>
                <a:spLocks noChangeShapeType="1"/>
              </p:cNvSpPr>
              <p:nvPr/>
            </p:nvSpPr>
            <p:spPr bwMode="auto">
              <a:xfrm>
                <a:off x="2330" y="11830"/>
                <a:ext cx="390" cy="390"/>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grpSp>
        <p:grpSp>
          <p:nvGrpSpPr>
            <p:cNvPr id="4110" name="Group 26"/>
            <p:cNvGrpSpPr/>
            <p:nvPr/>
          </p:nvGrpSpPr>
          <p:grpSpPr bwMode="auto">
            <a:xfrm flipH="1" flipV="1">
              <a:off x="4457" y="3516"/>
              <a:ext cx="289" cy="310"/>
              <a:chOff x="2315" y="11785"/>
              <a:chExt cx="405" cy="435"/>
            </a:xfrm>
          </p:grpSpPr>
          <p:sp>
            <p:nvSpPr>
              <p:cNvPr id="4147" name="Line 27"/>
              <p:cNvSpPr>
                <a:spLocks noChangeShapeType="1"/>
              </p:cNvSpPr>
              <p:nvPr/>
            </p:nvSpPr>
            <p:spPr bwMode="auto">
              <a:xfrm flipV="1">
                <a:off x="2315" y="11785"/>
                <a:ext cx="255" cy="255"/>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148" name="Line 28"/>
              <p:cNvSpPr>
                <a:spLocks noChangeShapeType="1"/>
              </p:cNvSpPr>
              <p:nvPr/>
            </p:nvSpPr>
            <p:spPr bwMode="auto">
              <a:xfrm>
                <a:off x="2370" y="12000"/>
                <a:ext cx="75" cy="75"/>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149" name="Line 29"/>
              <p:cNvSpPr>
                <a:spLocks noChangeShapeType="1"/>
              </p:cNvSpPr>
              <p:nvPr/>
            </p:nvSpPr>
            <p:spPr bwMode="auto">
              <a:xfrm>
                <a:off x="2510" y="11850"/>
                <a:ext cx="75" cy="75"/>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150" name="Line 30"/>
              <p:cNvSpPr>
                <a:spLocks noChangeShapeType="1"/>
              </p:cNvSpPr>
              <p:nvPr/>
            </p:nvSpPr>
            <p:spPr bwMode="auto">
              <a:xfrm flipV="1">
                <a:off x="2430" y="11910"/>
                <a:ext cx="140" cy="140"/>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151" name="Line 31"/>
              <p:cNvSpPr>
                <a:spLocks noChangeShapeType="1"/>
              </p:cNvSpPr>
              <p:nvPr/>
            </p:nvSpPr>
            <p:spPr bwMode="auto">
              <a:xfrm>
                <a:off x="2330" y="11830"/>
                <a:ext cx="390" cy="390"/>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grpSp>
        <p:sp>
          <p:nvSpPr>
            <p:cNvPr id="4111" name="Line 32"/>
            <p:cNvSpPr>
              <a:spLocks noChangeShapeType="1"/>
            </p:cNvSpPr>
            <p:nvPr/>
          </p:nvSpPr>
          <p:spPr bwMode="auto">
            <a:xfrm flipH="1">
              <a:off x="2953" y="3113"/>
              <a:ext cx="289" cy="0"/>
            </a:xfrm>
            <a:prstGeom prst="line">
              <a:avLst/>
            </a:prstGeom>
            <a:noFill/>
            <a:ln w="28575">
              <a:solidFill>
                <a:srgbClr val="FF0000"/>
              </a:solidFill>
              <a:round/>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4112" name="Text Box 33"/>
            <p:cNvSpPr txBox="1">
              <a:spLocks noChangeArrowheads="1"/>
            </p:cNvSpPr>
            <p:nvPr/>
          </p:nvSpPr>
          <p:spPr bwMode="auto">
            <a:xfrm>
              <a:off x="3205" y="2948"/>
              <a:ext cx="1207" cy="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lstStyle>
              <a:lvl1pPr>
                <a:defRPr sz="2800" b="1">
                  <a:solidFill>
                    <a:schemeClr val="tx1"/>
                  </a:solidFill>
                  <a:latin typeface="Arial" panose="020B0604020202020204" pitchFamily="34" charset="0"/>
                  <a:ea typeface="幼圆" panose="02010509060101010101" pitchFamily="49" charset="-122"/>
                </a:defRPr>
              </a:lvl1pPr>
              <a:lvl2pPr marL="742950" indent="-285750">
                <a:defRPr sz="2800" b="1">
                  <a:solidFill>
                    <a:schemeClr val="tx1"/>
                  </a:solidFill>
                  <a:latin typeface="Arial" panose="020B0604020202020204" pitchFamily="34" charset="0"/>
                  <a:ea typeface="幼圆" panose="02010509060101010101" pitchFamily="49" charset="-122"/>
                </a:defRPr>
              </a:lvl2pPr>
              <a:lvl3pPr marL="1143000" indent="-228600">
                <a:defRPr sz="2800" b="1">
                  <a:solidFill>
                    <a:schemeClr val="tx1"/>
                  </a:solidFill>
                  <a:latin typeface="Arial" panose="020B0604020202020204" pitchFamily="34" charset="0"/>
                  <a:ea typeface="幼圆" panose="02010509060101010101" pitchFamily="49" charset="-122"/>
                </a:defRPr>
              </a:lvl3pPr>
              <a:lvl4pPr marL="1600200" indent="-228600">
                <a:defRPr sz="2800" b="1">
                  <a:solidFill>
                    <a:schemeClr val="tx1"/>
                  </a:solidFill>
                  <a:latin typeface="Arial" panose="020B0604020202020204" pitchFamily="34" charset="0"/>
                  <a:ea typeface="幼圆" panose="02010509060101010101" pitchFamily="49" charset="-122"/>
                </a:defRPr>
              </a:lvl4pPr>
              <a:lvl5pPr marL="2057400" indent="-228600">
                <a:defRPr sz="2800" b="1">
                  <a:solidFill>
                    <a:schemeClr val="tx1"/>
                  </a:solidFill>
                  <a:latin typeface="Arial" panose="020B0604020202020204" pitchFamily="34" charset="0"/>
                  <a:ea typeface="幼圆" panose="02010509060101010101" pitchFamily="49" charset="-122"/>
                </a:defRPr>
              </a:lvl5pPr>
              <a:lvl6pPr marL="2514600" indent="-228600" eaLnBrk="0" fontAlgn="base" hangingPunct="0">
                <a:spcBef>
                  <a:spcPct val="0"/>
                </a:spcBef>
                <a:spcAft>
                  <a:spcPct val="0"/>
                </a:spcAft>
                <a:defRPr sz="2800" b="1">
                  <a:solidFill>
                    <a:schemeClr val="tx1"/>
                  </a:solidFill>
                  <a:latin typeface="Arial" panose="020B0604020202020204" pitchFamily="34" charset="0"/>
                  <a:ea typeface="幼圆" panose="02010509060101010101" pitchFamily="49" charset="-122"/>
                </a:defRPr>
              </a:lvl6pPr>
              <a:lvl7pPr marL="2971800" indent="-228600" eaLnBrk="0" fontAlgn="base" hangingPunct="0">
                <a:spcBef>
                  <a:spcPct val="0"/>
                </a:spcBef>
                <a:spcAft>
                  <a:spcPct val="0"/>
                </a:spcAft>
                <a:defRPr sz="2800" b="1">
                  <a:solidFill>
                    <a:schemeClr val="tx1"/>
                  </a:solidFill>
                  <a:latin typeface="Arial" panose="020B0604020202020204" pitchFamily="34" charset="0"/>
                  <a:ea typeface="幼圆" panose="02010509060101010101" pitchFamily="49" charset="-122"/>
                </a:defRPr>
              </a:lvl7pPr>
              <a:lvl8pPr marL="3429000" indent="-228600" eaLnBrk="0" fontAlgn="base" hangingPunct="0">
                <a:spcBef>
                  <a:spcPct val="0"/>
                </a:spcBef>
                <a:spcAft>
                  <a:spcPct val="0"/>
                </a:spcAft>
                <a:defRPr sz="2800" b="1">
                  <a:solidFill>
                    <a:schemeClr val="tx1"/>
                  </a:solidFill>
                  <a:latin typeface="Arial" panose="020B0604020202020204" pitchFamily="34" charset="0"/>
                  <a:ea typeface="幼圆" panose="02010509060101010101" pitchFamily="49" charset="-122"/>
                </a:defRPr>
              </a:lvl8pPr>
              <a:lvl9pPr marL="3886200" indent="-228600" eaLnBrk="0" fontAlgn="base" hangingPunct="0">
                <a:spcBef>
                  <a:spcPct val="0"/>
                </a:spcBef>
                <a:spcAft>
                  <a:spcPct val="0"/>
                </a:spcAft>
                <a:defRPr sz="2800" b="1">
                  <a:solidFill>
                    <a:schemeClr val="tx1"/>
                  </a:solidFill>
                  <a:latin typeface="Arial" panose="020B0604020202020204" pitchFamily="34" charset="0"/>
                  <a:ea typeface="幼圆" panose="02010509060101010101" pitchFamily="49" charset="-122"/>
                </a:defRPr>
              </a:lvl9pPr>
            </a:lstStyle>
            <a:p>
              <a:pPr indent="0" algn="just" eaLnBrk="1" hangingPunct="1">
                <a:buNone/>
              </a:pPr>
              <a:r>
                <a:rPr kumimoji="1" lang="en-US" altLang="zh-CN" sz="2400" b="0">
                  <a:solidFill>
                    <a:srgbClr val="FF0000"/>
                  </a:solidFill>
                  <a:latin typeface="Verdana" panose="020B0604030504040204" pitchFamily="34" charset="0"/>
                  <a:ea typeface="宋体" panose="02010600030101010101" pitchFamily="2" charset="-122"/>
                </a:rPr>
                <a:t>F</a:t>
              </a:r>
              <a:r>
                <a:rPr kumimoji="1" lang="en-US" altLang="zh-CN" sz="2400" b="0" baseline="-25000">
                  <a:solidFill>
                    <a:srgbClr val="FF0000"/>
                  </a:solidFill>
                  <a:latin typeface="Verdana" panose="020B0604030504040204" pitchFamily="34" charset="0"/>
                  <a:ea typeface="宋体" panose="02010600030101010101" pitchFamily="2" charset="-122"/>
                </a:rPr>
                <a:t>a</a:t>
              </a:r>
              <a:r>
                <a:rPr kumimoji="1" lang="en-US" altLang="zh-CN" sz="2400" b="0">
                  <a:solidFill>
                    <a:srgbClr val="FF0000"/>
                  </a:solidFill>
                  <a:latin typeface="Verdana" panose="020B0604030504040204" pitchFamily="34" charset="0"/>
                  <a:ea typeface="宋体" panose="02010600030101010101" pitchFamily="2" charset="-122"/>
                </a:rPr>
                <a:t>=2000N</a:t>
              </a:r>
              <a:endParaRPr kumimoji="1" lang="en-US" altLang="zh-CN" sz="2400" b="0">
                <a:solidFill>
                  <a:srgbClr val="FF0000"/>
                </a:solidFill>
                <a:latin typeface="Verdana" panose="020B0604030504040204" pitchFamily="34" charset="0"/>
                <a:ea typeface="华文中宋" panose="02010600040101010101" pitchFamily="2" charset="-122"/>
              </a:endParaRPr>
            </a:p>
          </p:txBody>
        </p:sp>
        <p:sp>
          <p:nvSpPr>
            <p:cNvPr id="4113" name="Line 34"/>
            <p:cNvSpPr>
              <a:spLocks noChangeShapeType="1"/>
            </p:cNvSpPr>
            <p:nvPr/>
          </p:nvSpPr>
          <p:spPr bwMode="auto">
            <a:xfrm flipH="1">
              <a:off x="3033" y="3475"/>
              <a:ext cx="96" cy="96"/>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114" name="Line 35"/>
            <p:cNvSpPr>
              <a:spLocks noChangeShapeType="1"/>
            </p:cNvSpPr>
            <p:nvPr/>
          </p:nvSpPr>
          <p:spPr bwMode="auto">
            <a:xfrm>
              <a:off x="3034" y="3475"/>
              <a:ext cx="96" cy="97"/>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115" name="Text Box 36"/>
            <p:cNvSpPr txBox="1">
              <a:spLocks noChangeArrowheads="1"/>
            </p:cNvSpPr>
            <p:nvPr/>
          </p:nvSpPr>
          <p:spPr bwMode="auto">
            <a:xfrm>
              <a:off x="1710" y="3090"/>
              <a:ext cx="342" cy="3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tIns="0" bIns="0"/>
            <a:lstStyle>
              <a:lvl1pPr>
                <a:defRPr sz="2800" b="1">
                  <a:solidFill>
                    <a:schemeClr val="tx1"/>
                  </a:solidFill>
                  <a:latin typeface="Arial" panose="020B0604020202020204" pitchFamily="34" charset="0"/>
                  <a:ea typeface="幼圆" panose="02010509060101010101" pitchFamily="49" charset="-122"/>
                </a:defRPr>
              </a:lvl1pPr>
              <a:lvl2pPr marL="742950" indent="-285750">
                <a:defRPr sz="2800" b="1">
                  <a:solidFill>
                    <a:schemeClr val="tx1"/>
                  </a:solidFill>
                  <a:latin typeface="Arial" panose="020B0604020202020204" pitchFamily="34" charset="0"/>
                  <a:ea typeface="幼圆" panose="02010509060101010101" pitchFamily="49" charset="-122"/>
                </a:defRPr>
              </a:lvl2pPr>
              <a:lvl3pPr marL="1143000" indent="-228600">
                <a:defRPr sz="2800" b="1">
                  <a:solidFill>
                    <a:schemeClr val="tx1"/>
                  </a:solidFill>
                  <a:latin typeface="Arial" panose="020B0604020202020204" pitchFamily="34" charset="0"/>
                  <a:ea typeface="幼圆" panose="02010509060101010101" pitchFamily="49" charset="-122"/>
                </a:defRPr>
              </a:lvl3pPr>
              <a:lvl4pPr marL="1600200" indent="-228600">
                <a:defRPr sz="2800" b="1">
                  <a:solidFill>
                    <a:schemeClr val="tx1"/>
                  </a:solidFill>
                  <a:latin typeface="Arial" panose="020B0604020202020204" pitchFamily="34" charset="0"/>
                  <a:ea typeface="幼圆" panose="02010509060101010101" pitchFamily="49" charset="-122"/>
                </a:defRPr>
              </a:lvl4pPr>
              <a:lvl5pPr marL="2057400" indent="-228600">
                <a:defRPr sz="2800" b="1">
                  <a:solidFill>
                    <a:schemeClr val="tx1"/>
                  </a:solidFill>
                  <a:latin typeface="Arial" panose="020B0604020202020204" pitchFamily="34" charset="0"/>
                  <a:ea typeface="幼圆" panose="02010509060101010101" pitchFamily="49" charset="-122"/>
                </a:defRPr>
              </a:lvl5pPr>
              <a:lvl6pPr marL="2514600" indent="-228600" eaLnBrk="0" fontAlgn="base" hangingPunct="0">
                <a:spcBef>
                  <a:spcPct val="0"/>
                </a:spcBef>
                <a:spcAft>
                  <a:spcPct val="0"/>
                </a:spcAft>
                <a:defRPr sz="2800" b="1">
                  <a:solidFill>
                    <a:schemeClr val="tx1"/>
                  </a:solidFill>
                  <a:latin typeface="Arial" panose="020B0604020202020204" pitchFamily="34" charset="0"/>
                  <a:ea typeface="幼圆" panose="02010509060101010101" pitchFamily="49" charset="-122"/>
                </a:defRPr>
              </a:lvl6pPr>
              <a:lvl7pPr marL="2971800" indent="-228600" eaLnBrk="0" fontAlgn="base" hangingPunct="0">
                <a:spcBef>
                  <a:spcPct val="0"/>
                </a:spcBef>
                <a:spcAft>
                  <a:spcPct val="0"/>
                </a:spcAft>
                <a:defRPr sz="2800" b="1">
                  <a:solidFill>
                    <a:schemeClr val="tx1"/>
                  </a:solidFill>
                  <a:latin typeface="Arial" panose="020B0604020202020204" pitchFamily="34" charset="0"/>
                  <a:ea typeface="幼圆" panose="02010509060101010101" pitchFamily="49" charset="-122"/>
                </a:defRPr>
              </a:lvl7pPr>
              <a:lvl8pPr marL="3429000" indent="-228600" eaLnBrk="0" fontAlgn="base" hangingPunct="0">
                <a:spcBef>
                  <a:spcPct val="0"/>
                </a:spcBef>
                <a:spcAft>
                  <a:spcPct val="0"/>
                </a:spcAft>
                <a:defRPr sz="2800" b="1">
                  <a:solidFill>
                    <a:schemeClr val="tx1"/>
                  </a:solidFill>
                  <a:latin typeface="Arial" panose="020B0604020202020204" pitchFamily="34" charset="0"/>
                  <a:ea typeface="幼圆" panose="02010509060101010101" pitchFamily="49" charset="-122"/>
                </a:defRPr>
              </a:lvl8pPr>
              <a:lvl9pPr marL="3886200" indent="-228600" eaLnBrk="0" fontAlgn="base" hangingPunct="0">
                <a:spcBef>
                  <a:spcPct val="0"/>
                </a:spcBef>
                <a:spcAft>
                  <a:spcPct val="0"/>
                </a:spcAft>
                <a:defRPr sz="2800" b="1">
                  <a:solidFill>
                    <a:schemeClr val="tx1"/>
                  </a:solidFill>
                  <a:latin typeface="Arial" panose="020B0604020202020204" pitchFamily="34" charset="0"/>
                  <a:ea typeface="幼圆" panose="02010509060101010101" pitchFamily="49" charset="-122"/>
                </a:defRPr>
              </a:lvl9pPr>
            </a:lstStyle>
            <a:p>
              <a:pPr indent="0" algn="just" eaLnBrk="1" hangingPunct="1">
                <a:buNone/>
              </a:pPr>
              <a:r>
                <a:rPr kumimoji="1" lang="en-US" altLang="zh-CN" b="0">
                  <a:solidFill>
                    <a:srgbClr val="FF0000"/>
                  </a:solidFill>
                  <a:latin typeface="Times New Roman" panose="02020603050405020304" pitchFamily="18" charset="0"/>
                  <a:ea typeface="宋体" panose="02010600030101010101" pitchFamily="2" charset="-122"/>
                </a:rPr>
                <a:t>2</a:t>
              </a:r>
              <a:endParaRPr kumimoji="1" lang="en-US" altLang="zh-CN" b="0">
                <a:solidFill>
                  <a:srgbClr val="FF0000"/>
                </a:solidFill>
                <a:latin typeface="Times New Roman" panose="02020603050405020304" pitchFamily="18" charset="0"/>
                <a:ea typeface="宋体" panose="02010600030101010101" pitchFamily="2" charset="-122"/>
              </a:endParaRPr>
            </a:p>
          </p:txBody>
        </p:sp>
        <p:sp>
          <p:nvSpPr>
            <p:cNvPr id="4116" name="Text Box 37"/>
            <p:cNvSpPr txBox="1">
              <a:spLocks noChangeArrowheads="1"/>
            </p:cNvSpPr>
            <p:nvPr/>
          </p:nvSpPr>
          <p:spPr bwMode="auto">
            <a:xfrm>
              <a:off x="4302" y="3108"/>
              <a:ext cx="343" cy="3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tIns="0" bIns="0"/>
            <a:lstStyle>
              <a:lvl1pPr>
                <a:defRPr sz="2800" b="1">
                  <a:solidFill>
                    <a:schemeClr val="tx1"/>
                  </a:solidFill>
                  <a:latin typeface="Arial" panose="020B0604020202020204" pitchFamily="34" charset="0"/>
                  <a:ea typeface="幼圆" panose="02010509060101010101" pitchFamily="49" charset="-122"/>
                </a:defRPr>
              </a:lvl1pPr>
              <a:lvl2pPr marL="742950" indent="-285750">
                <a:defRPr sz="2800" b="1">
                  <a:solidFill>
                    <a:schemeClr val="tx1"/>
                  </a:solidFill>
                  <a:latin typeface="Arial" panose="020B0604020202020204" pitchFamily="34" charset="0"/>
                  <a:ea typeface="幼圆" panose="02010509060101010101" pitchFamily="49" charset="-122"/>
                </a:defRPr>
              </a:lvl2pPr>
              <a:lvl3pPr marL="1143000" indent="-228600">
                <a:defRPr sz="2800" b="1">
                  <a:solidFill>
                    <a:schemeClr val="tx1"/>
                  </a:solidFill>
                  <a:latin typeface="Arial" panose="020B0604020202020204" pitchFamily="34" charset="0"/>
                  <a:ea typeface="幼圆" panose="02010509060101010101" pitchFamily="49" charset="-122"/>
                </a:defRPr>
              </a:lvl3pPr>
              <a:lvl4pPr marL="1600200" indent="-228600">
                <a:defRPr sz="2800" b="1">
                  <a:solidFill>
                    <a:schemeClr val="tx1"/>
                  </a:solidFill>
                  <a:latin typeface="Arial" panose="020B0604020202020204" pitchFamily="34" charset="0"/>
                  <a:ea typeface="幼圆" panose="02010509060101010101" pitchFamily="49" charset="-122"/>
                </a:defRPr>
              </a:lvl4pPr>
              <a:lvl5pPr marL="2057400" indent="-228600">
                <a:defRPr sz="2800" b="1">
                  <a:solidFill>
                    <a:schemeClr val="tx1"/>
                  </a:solidFill>
                  <a:latin typeface="Arial" panose="020B0604020202020204" pitchFamily="34" charset="0"/>
                  <a:ea typeface="幼圆" panose="02010509060101010101" pitchFamily="49" charset="-122"/>
                </a:defRPr>
              </a:lvl5pPr>
              <a:lvl6pPr marL="2514600" indent="-228600" eaLnBrk="0" fontAlgn="base" hangingPunct="0">
                <a:spcBef>
                  <a:spcPct val="0"/>
                </a:spcBef>
                <a:spcAft>
                  <a:spcPct val="0"/>
                </a:spcAft>
                <a:defRPr sz="2800" b="1">
                  <a:solidFill>
                    <a:schemeClr val="tx1"/>
                  </a:solidFill>
                  <a:latin typeface="Arial" panose="020B0604020202020204" pitchFamily="34" charset="0"/>
                  <a:ea typeface="幼圆" panose="02010509060101010101" pitchFamily="49" charset="-122"/>
                </a:defRPr>
              </a:lvl6pPr>
              <a:lvl7pPr marL="2971800" indent="-228600" eaLnBrk="0" fontAlgn="base" hangingPunct="0">
                <a:spcBef>
                  <a:spcPct val="0"/>
                </a:spcBef>
                <a:spcAft>
                  <a:spcPct val="0"/>
                </a:spcAft>
                <a:defRPr sz="2800" b="1">
                  <a:solidFill>
                    <a:schemeClr val="tx1"/>
                  </a:solidFill>
                  <a:latin typeface="Arial" panose="020B0604020202020204" pitchFamily="34" charset="0"/>
                  <a:ea typeface="幼圆" panose="02010509060101010101" pitchFamily="49" charset="-122"/>
                </a:defRPr>
              </a:lvl7pPr>
              <a:lvl8pPr marL="3429000" indent="-228600" eaLnBrk="0" fontAlgn="base" hangingPunct="0">
                <a:spcBef>
                  <a:spcPct val="0"/>
                </a:spcBef>
                <a:spcAft>
                  <a:spcPct val="0"/>
                </a:spcAft>
                <a:defRPr sz="2800" b="1">
                  <a:solidFill>
                    <a:schemeClr val="tx1"/>
                  </a:solidFill>
                  <a:latin typeface="Arial" panose="020B0604020202020204" pitchFamily="34" charset="0"/>
                  <a:ea typeface="幼圆" panose="02010509060101010101" pitchFamily="49" charset="-122"/>
                </a:defRPr>
              </a:lvl8pPr>
              <a:lvl9pPr marL="3886200" indent="-228600" eaLnBrk="0" fontAlgn="base" hangingPunct="0">
                <a:spcBef>
                  <a:spcPct val="0"/>
                </a:spcBef>
                <a:spcAft>
                  <a:spcPct val="0"/>
                </a:spcAft>
                <a:defRPr sz="2800" b="1">
                  <a:solidFill>
                    <a:schemeClr val="tx1"/>
                  </a:solidFill>
                  <a:latin typeface="Arial" panose="020B0604020202020204" pitchFamily="34" charset="0"/>
                  <a:ea typeface="幼圆" panose="02010509060101010101" pitchFamily="49" charset="-122"/>
                </a:defRPr>
              </a:lvl9pPr>
            </a:lstStyle>
            <a:p>
              <a:pPr indent="0" algn="just" eaLnBrk="1" hangingPunct="1">
                <a:buNone/>
              </a:pPr>
              <a:r>
                <a:rPr kumimoji="1" lang="en-US" altLang="zh-CN" b="0">
                  <a:solidFill>
                    <a:srgbClr val="FF0000"/>
                  </a:solidFill>
                  <a:latin typeface="Times New Roman" panose="02020603050405020304" pitchFamily="18" charset="0"/>
                  <a:ea typeface="宋体" panose="02010600030101010101" pitchFamily="2" charset="-122"/>
                </a:rPr>
                <a:t>1</a:t>
              </a:r>
              <a:endParaRPr kumimoji="1" lang="en-US" altLang="zh-CN" b="0">
                <a:solidFill>
                  <a:srgbClr val="FF0000"/>
                </a:solidFill>
                <a:latin typeface="Times New Roman" panose="02020603050405020304" pitchFamily="18" charset="0"/>
                <a:ea typeface="宋体" panose="02010600030101010101" pitchFamily="2" charset="-122"/>
              </a:endParaRPr>
            </a:p>
          </p:txBody>
        </p:sp>
        <p:sp>
          <p:nvSpPr>
            <p:cNvPr id="4117" name="Line 38"/>
            <p:cNvSpPr>
              <a:spLocks noChangeShapeType="1"/>
            </p:cNvSpPr>
            <p:nvPr/>
          </p:nvSpPr>
          <p:spPr bwMode="auto">
            <a:xfrm>
              <a:off x="3220" y="3520"/>
              <a:ext cx="1544" cy="0"/>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118" name="Text Box 40"/>
            <p:cNvSpPr txBox="1">
              <a:spLocks noChangeArrowheads="1"/>
            </p:cNvSpPr>
            <p:nvPr/>
          </p:nvSpPr>
          <p:spPr bwMode="auto">
            <a:xfrm>
              <a:off x="225" y="189"/>
              <a:ext cx="5435" cy="14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800" b="1">
                  <a:solidFill>
                    <a:schemeClr val="tx1"/>
                  </a:solidFill>
                  <a:latin typeface="Arial" panose="020B0604020202020204" pitchFamily="34" charset="0"/>
                  <a:ea typeface="幼圆" panose="02010509060101010101" pitchFamily="49" charset="-122"/>
                </a:defRPr>
              </a:lvl1pPr>
              <a:lvl2pPr marL="742950" indent="-285750">
                <a:defRPr sz="2800" b="1">
                  <a:solidFill>
                    <a:schemeClr val="tx1"/>
                  </a:solidFill>
                  <a:latin typeface="Arial" panose="020B0604020202020204" pitchFamily="34" charset="0"/>
                  <a:ea typeface="幼圆" panose="02010509060101010101" pitchFamily="49" charset="-122"/>
                </a:defRPr>
              </a:lvl2pPr>
              <a:lvl3pPr marL="1143000" indent="-228600">
                <a:defRPr sz="2800" b="1">
                  <a:solidFill>
                    <a:schemeClr val="tx1"/>
                  </a:solidFill>
                  <a:latin typeface="Arial" panose="020B0604020202020204" pitchFamily="34" charset="0"/>
                  <a:ea typeface="幼圆" panose="02010509060101010101" pitchFamily="49" charset="-122"/>
                </a:defRPr>
              </a:lvl3pPr>
              <a:lvl4pPr marL="1600200" indent="-228600">
                <a:defRPr sz="2800" b="1">
                  <a:solidFill>
                    <a:schemeClr val="tx1"/>
                  </a:solidFill>
                  <a:latin typeface="Arial" panose="020B0604020202020204" pitchFamily="34" charset="0"/>
                  <a:ea typeface="幼圆" panose="02010509060101010101" pitchFamily="49" charset="-122"/>
                </a:defRPr>
              </a:lvl4pPr>
              <a:lvl5pPr marL="2057400" indent="-228600">
                <a:defRPr sz="2800" b="1">
                  <a:solidFill>
                    <a:schemeClr val="tx1"/>
                  </a:solidFill>
                  <a:latin typeface="Arial" panose="020B0604020202020204" pitchFamily="34" charset="0"/>
                  <a:ea typeface="幼圆" panose="02010509060101010101" pitchFamily="49" charset="-122"/>
                </a:defRPr>
              </a:lvl5pPr>
              <a:lvl6pPr marL="2514600" indent="-228600" eaLnBrk="0" fontAlgn="base" hangingPunct="0">
                <a:spcBef>
                  <a:spcPct val="0"/>
                </a:spcBef>
                <a:spcAft>
                  <a:spcPct val="0"/>
                </a:spcAft>
                <a:defRPr sz="2800" b="1">
                  <a:solidFill>
                    <a:schemeClr val="tx1"/>
                  </a:solidFill>
                  <a:latin typeface="Arial" panose="020B0604020202020204" pitchFamily="34" charset="0"/>
                  <a:ea typeface="幼圆" panose="02010509060101010101" pitchFamily="49" charset="-122"/>
                </a:defRPr>
              </a:lvl6pPr>
              <a:lvl7pPr marL="2971800" indent="-228600" eaLnBrk="0" fontAlgn="base" hangingPunct="0">
                <a:spcBef>
                  <a:spcPct val="0"/>
                </a:spcBef>
                <a:spcAft>
                  <a:spcPct val="0"/>
                </a:spcAft>
                <a:defRPr sz="2800" b="1">
                  <a:solidFill>
                    <a:schemeClr val="tx1"/>
                  </a:solidFill>
                  <a:latin typeface="Arial" panose="020B0604020202020204" pitchFamily="34" charset="0"/>
                  <a:ea typeface="幼圆" panose="02010509060101010101" pitchFamily="49" charset="-122"/>
                </a:defRPr>
              </a:lvl7pPr>
              <a:lvl8pPr marL="3429000" indent="-228600" eaLnBrk="0" fontAlgn="base" hangingPunct="0">
                <a:spcBef>
                  <a:spcPct val="0"/>
                </a:spcBef>
                <a:spcAft>
                  <a:spcPct val="0"/>
                </a:spcAft>
                <a:defRPr sz="2800" b="1">
                  <a:solidFill>
                    <a:schemeClr val="tx1"/>
                  </a:solidFill>
                  <a:latin typeface="Arial" panose="020B0604020202020204" pitchFamily="34" charset="0"/>
                  <a:ea typeface="幼圆" panose="02010509060101010101" pitchFamily="49" charset="-122"/>
                </a:defRPr>
              </a:lvl8pPr>
              <a:lvl9pPr marL="3886200" indent="-228600" eaLnBrk="0" fontAlgn="base" hangingPunct="0">
                <a:spcBef>
                  <a:spcPct val="0"/>
                </a:spcBef>
                <a:spcAft>
                  <a:spcPct val="0"/>
                </a:spcAft>
                <a:defRPr sz="2800" b="1">
                  <a:solidFill>
                    <a:schemeClr val="tx1"/>
                  </a:solidFill>
                  <a:latin typeface="Arial" panose="020B0604020202020204" pitchFamily="34" charset="0"/>
                  <a:ea typeface="幼圆" panose="02010509060101010101" pitchFamily="49" charset="-122"/>
                </a:defRPr>
              </a:lvl9pPr>
            </a:lstStyle>
            <a:p>
              <a:pPr indent="0" eaLnBrk="1" hangingPunct="1">
                <a:lnSpc>
                  <a:spcPct val="130000"/>
                </a:lnSpc>
                <a:buNone/>
              </a:pPr>
              <a:r>
                <a:rPr lang="en-US" altLang="zh-CN" sz="2200" b="0" dirty="0">
                  <a:latin typeface="黑体" panose="02010609060101010101" pitchFamily="49" charset="-122"/>
                  <a:ea typeface="黑体" panose="02010609060101010101" pitchFamily="49" charset="-122"/>
                  <a:cs typeface="黑体" panose="02010609060101010101" pitchFamily="49" charset="-122"/>
                </a:rPr>
                <a:t>[</a:t>
              </a:r>
              <a:r>
                <a:rPr lang="zh-CN" altLang="en-US" sz="2200" b="0" dirty="0">
                  <a:solidFill>
                    <a:srgbClr val="FF0000"/>
                  </a:solidFill>
                  <a:latin typeface="黑体" panose="02010609060101010101" pitchFamily="49" charset="-122"/>
                  <a:ea typeface="黑体" panose="02010609060101010101" pitchFamily="49" charset="-122"/>
                  <a:cs typeface="黑体" panose="02010609060101010101" pitchFamily="49" charset="-122"/>
                </a:rPr>
                <a:t>例</a:t>
              </a:r>
              <a:r>
                <a:rPr lang="en-US" altLang="zh-CN" sz="2200" b="0" dirty="0">
                  <a:latin typeface="黑体" panose="02010609060101010101" pitchFamily="49" charset="-122"/>
                  <a:ea typeface="黑体" panose="02010609060101010101" pitchFamily="49" charset="-122"/>
                  <a:cs typeface="黑体" panose="02010609060101010101" pitchFamily="49" charset="-122"/>
                </a:rPr>
                <a:t>]  </a:t>
              </a:r>
              <a:r>
                <a:rPr kumimoji="1" lang="zh-CN" altLang="en-US" sz="2200" b="0" dirty="0">
                  <a:latin typeface="黑体" panose="02010609060101010101" pitchFamily="49" charset="-122"/>
                  <a:ea typeface="黑体" panose="02010609060101010101" pitchFamily="49" charset="-122"/>
                  <a:cs typeface="黑体" panose="02010609060101010101" pitchFamily="49" charset="-122"/>
                </a:rPr>
                <a:t>图示一轴上装有一个斜齿轮，已知其轴向载荷为：</a:t>
              </a:r>
              <a:r>
                <a:rPr kumimoji="1" lang="en-US" altLang="zh-CN" sz="2200" b="0" dirty="0">
                  <a:latin typeface="黑体" panose="02010609060101010101" pitchFamily="49" charset="-122"/>
                  <a:ea typeface="黑体" panose="02010609060101010101" pitchFamily="49" charset="-122"/>
                  <a:cs typeface="黑体" panose="02010609060101010101" pitchFamily="49" charset="-122"/>
                </a:rPr>
                <a:t>F</a:t>
              </a:r>
              <a:r>
                <a:rPr kumimoji="1" lang="en-US" altLang="zh-CN" sz="2200" b="0" baseline="-25000" dirty="0">
                  <a:latin typeface="黑体" panose="02010609060101010101" pitchFamily="49" charset="-122"/>
                  <a:ea typeface="黑体" panose="02010609060101010101" pitchFamily="49" charset="-122"/>
                  <a:cs typeface="黑体" panose="02010609060101010101" pitchFamily="49" charset="-122"/>
                </a:rPr>
                <a:t>a</a:t>
              </a:r>
              <a:r>
                <a:rPr kumimoji="1" lang="en-US" altLang="zh-CN" sz="2200" b="0" dirty="0">
                  <a:latin typeface="黑体" panose="02010609060101010101" pitchFamily="49" charset="-122"/>
                  <a:ea typeface="黑体" panose="02010609060101010101" pitchFamily="49" charset="-122"/>
                  <a:cs typeface="黑体" panose="02010609060101010101" pitchFamily="49" charset="-122"/>
                </a:rPr>
                <a:t>=2000N</a:t>
              </a:r>
              <a:r>
                <a:rPr kumimoji="1" lang="zh-CN" altLang="en-US" sz="2200" b="0" dirty="0">
                  <a:latin typeface="黑体" panose="02010609060101010101" pitchFamily="49" charset="-122"/>
                  <a:ea typeface="黑体" panose="02010609060101010101" pitchFamily="49" charset="-122"/>
                  <a:cs typeface="黑体" panose="02010609060101010101" pitchFamily="49" charset="-122"/>
                </a:rPr>
                <a:t>，轴用</a:t>
              </a:r>
              <a:r>
                <a:rPr kumimoji="1" lang="en-US" altLang="zh-CN" sz="2200" b="0" dirty="0">
                  <a:latin typeface="黑体" panose="02010609060101010101" pitchFamily="49" charset="-122"/>
                  <a:ea typeface="黑体" panose="02010609060101010101" pitchFamily="49" charset="-122"/>
                  <a:cs typeface="黑体" panose="02010609060101010101" pitchFamily="49" charset="-122"/>
                </a:rPr>
                <a:t>2</a:t>
              </a:r>
              <a:r>
                <a:rPr kumimoji="1" lang="zh-CN" altLang="en-US" sz="2200" b="0" dirty="0">
                  <a:latin typeface="黑体" panose="02010609060101010101" pitchFamily="49" charset="-122"/>
                  <a:ea typeface="黑体" panose="02010609060101010101" pitchFamily="49" charset="-122"/>
                  <a:cs typeface="黑体" panose="02010609060101010101" pitchFamily="49" charset="-122"/>
                </a:rPr>
                <a:t>个</a:t>
              </a:r>
              <a:r>
                <a:rPr kumimoji="1" lang="en-US" altLang="zh-CN" sz="2200" b="0" dirty="0">
                  <a:solidFill>
                    <a:srgbClr val="FF0000"/>
                  </a:solidFill>
                  <a:latin typeface="黑体" panose="02010609060101010101" pitchFamily="49" charset="-122"/>
                  <a:ea typeface="黑体" panose="02010609060101010101" pitchFamily="49" charset="-122"/>
                  <a:cs typeface="黑体" panose="02010609060101010101" pitchFamily="49" charset="-122"/>
                </a:rPr>
                <a:t>30216</a:t>
              </a:r>
              <a:r>
                <a:rPr kumimoji="1" lang="zh-CN" altLang="en-US" sz="2200" b="0" dirty="0">
                  <a:latin typeface="黑体" panose="02010609060101010101" pitchFamily="49" charset="-122"/>
                  <a:ea typeface="黑体" panose="02010609060101010101" pitchFamily="49" charset="-122"/>
                  <a:cs typeface="黑体" panose="02010609060101010101" pitchFamily="49" charset="-122"/>
                </a:rPr>
                <a:t>轴承支承，两轴承径向载荷分别为：</a:t>
              </a:r>
              <a:r>
                <a:rPr kumimoji="1" lang="en-US" altLang="zh-CN" sz="2200" b="0" dirty="0">
                  <a:latin typeface="黑体" panose="02010609060101010101" pitchFamily="49" charset="-122"/>
                  <a:ea typeface="黑体" panose="02010609060101010101" pitchFamily="49" charset="-122"/>
                  <a:cs typeface="黑体" panose="02010609060101010101" pitchFamily="49" charset="-122"/>
                </a:rPr>
                <a:t>F</a:t>
              </a:r>
              <a:r>
                <a:rPr kumimoji="1" lang="en-US" altLang="zh-CN" sz="2200" b="0" baseline="-25000" dirty="0">
                  <a:latin typeface="黑体" panose="02010609060101010101" pitchFamily="49" charset="-122"/>
                  <a:ea typeface="黑体" panose="02010609060101010101" pitchFamily="49" charset="-122"/>
                  <a:cs typeface="黑体" panose="02010609060101010101" pitchFamily="49" charset="-122"/>
                </a:rPr>
                <a:t>r1</a:t>
              </a:r>
              <a:r>
                <a:rPr kumimoji="1" lang="en-US" altLang="zh-CN" sz="2200" b="0" dirty="0">
                  <a:latin typeface="黑体" panose="02010609060101010101" pitchFamily="49" charset="-122"/>
                  <a:ea typeface="黑体" panose="02010609060101010101" pitchFamily="49" charset="-122"/>
                  <a:cs typeface="黑体" panose="02010609060101010101" pitchFamily="49" charset="-122"/>
                </a:rPr>
                <a:t>=14000N</a:t>
              </a:r>
              <a:r>
                <a:rPr kumimoji="1" lang="zh-CN" altLang="en-US" sz="2200" b="0" dirty="0">
                  <a:latin typeface="黑体" panose="02010609060101010101" pitchFamily="49" charset="-122"/>
                  <a:ea typeface="黑体" panose="02010609060101010101" pitchFamily="49" charset="-122"/>
                  <a:cs typeface="黑体" panose="02010609060101010101" pitchFamily="49" charset="-122"/>
                </a:rPr>
                <a:t>，</a:t>
              </a:r>
              <a:r>
                <a:rPr kumimoji="1" lang="en-US" altLang="zh-CN" sz="2200" b="0" dirty="0">
                  <a:latin typeface="黑体" panose="02010609060101010101" pitchFamily="49" charset="-122"/>
                  <a:ea typeface="黑体" panose="02010609060101010101" pitchFamily="49" charset="-122"/>
                  <a:cs typeface="黑体" panose="02010609060101010101" pitchFamily="49" charset="-122"/>
                </a:rPr>
                <a:t>F</a:t>
              </a:r>
              <a:r>
                <a:rPr kumimoji="1" lang="en-US" altLang="zh-CN" sz="2200" b="0" baseline="-25000" dirty="0">
                  <a:latin typeface="黑体" panose="02010609060101010101" pitchFamily="49" charset="-122"/>
                  <a:ea typeface="黑体" panose="02010609060101010101" pitchFamily="49" charset="-122"/>
                  <a:cs typeface="黑体" panose="02010609060101010101" pitchFamily="49" charset="-122"/>
                </a:rPr>
                <a:t>r2</a:t>
              </a:r>
              <a:r>
                <a:rPr kumimoji="1" lang="en-US" altLang="zh-CN" sz="2200" b="0" dirty="0">
                  <a:latin typeface="黑体" panose="02010609060101010101" pitchFamily="49" charset="-122"/>
                  <a:ea typeface="黑体" panose="02010609060101010101" pitchFamily="49" charset="-122"/>
                  <a:cs typeface="黑体" panose="02010609060101010101" pitchFamily="49" charset="-122"/>
                </a:rPr>
                <a:t>=8000N</a:t>
              </a:r>
              <a:r>
                <a:rPr kumimoji="1" lang="zh-CN" altLang="en-US" sz="2200" b="0" dirty="0">
                  <a:latin typeface="黑体" panose="02010609060101010101" pitchFamily="49" charset="-122"/>
                  <a:ea typeface="黑体" panose="02010609060101010101" pitchFamily="49" charset="-122"/>
                  <a:cs typeface="黑体" panose="02010609060101010101" pitchFamily="49" charset="-122"/>
                </a:rPr>
                <a:t>，轴的转速</a:t>
              </a:r>
              <a:r>
                <a:rPr kumimoji="1" lang="en-US" altLang="zh-CN" sz="2200" b="0" dirty="0">
                  <a:latin typeface="黑体" panose="02010609060101010101" pitchFamily="49" charset="-122"/>
                  <a:ea typeface="黑体" panose="02010609060101010101" pitchFamily="49" charset="-122"/>
                  <a:cs typeface="黑体" panose="02010609060101010101" pitchFamily="49" charset="-122"/>
                </a:rPr>
                <a:t>n=760r/min</a:t>
              </a:r>
              <a:r>
                <a:rPr kumimoji="1" lang="zh-CN" altLang="en-US" sz="2200" b="0" dirty="0">
                  <a:latin typeface="黑体" panose="02010609060101010101" pitchFamily="49" charset="-122"/>
                  <a:ea typeface="黑体" panose="02010609060101010101" pitchFamily="49" charset="-122"/>
                  <a:cs typeface="黑体" panose="02010609060101010101" pitchFamily="49" charset="-122"/>
                </a:rPr>
                <a:t>，动载系数</a:t>
              </a:r>
              <a:r>
                <a:rPr kumimoji="1" lang="en-US" altLang="zh-CN" sz="2200" b="0" dirty="0" err="1">
                  <a:latin typeface="黑体" panose="02010609060101010101" pitchFamily="49" charset="-122"/>
                  <a:ea typeface="黑体" panose="02010609060101010101" pitchFamily="49" charset="-122"/>
                  <a:cs typeface="黑体" panose="02010609060101010101" pitchFamily="49" charset="-122"/>
                </a:rPr>
                <a:t>f</a:t>
              </a:r>
              <a:r>
                <a:rPr kumimoji="1" lang="en-US" altLang="zh-CN" sz="2200" b="0" baseline="-25000" dirty="0" err="1">
                  <a:latin typeface="黑体" panose="02010609060101010101" pitchFamily="49" charset="-122"/>
                  <a:ea typeface="黑体" panose="02010609060101010101" pitchFamily="49" charset="-122"/>
                  <a:cs typeface="黑体" panose="02010609060101010101" pitchFamily="49" charset="-122"/>
                </a:rPr>
                <a:t>d</a:t>
              </a:r>
              <a:r>
                <a:rPr kumimoji="1" lang="en-US" altLang="zh-CN" sz="2200" b="0" dirty="0">
                  <a:latin typeface="黑体" panose="02010609060101010101" pitchFamily="49" charset="-122"/>
                  <a:ea typeface="黑体" panose="02010609060101010101" pitchFamily="49" charset="-122"/>
                  <a:cs typeface="黑体" panose="02010609060101010101" pitchFamily="49" charset="-122"/>
                </a:rPr>
                <a:t>=1.2</a:t>
              </a:r>
              <a:r>
                <a:rPr kumimoji="1" lang="zh-CN" altLang="en-US" sz="2200" b="0" dirty="0">
                  <a:latin typeface="黑体" panose="02010609060101010101" pitchFamily="49" charset="-122"/>
                  <a:ea typeface="黑体" panose="02010609060101010101" pitchFamily="49" charset="-122"/>
                  <a:cs typeface="黑体" panose="02010609060101010101" pitchFamily="49" charset="-122"/>
                </a:rPr>
                <a:t>，要求轴承使用寿命为</a:t>
              </a:r>
              <a:r>
                <a:rPr kumimoji="1" lang="en-US" altLang="zh-CN" sz="2200" b="0" dirty="0">
                  <a:latin typeface="黑体" panose="02010609060101010101" pitchFamily="49" charset="-122"/>
                  <a:ea typeface="黑体" panose="02010609060101010101" pitchFamily="49" charset="-122"/>
                  <a:cs typeface="黑体" panose="02010609060101010101" pitchFamily="49" charset="-122"/>
                </a:rPr>
                <a:t>5000h</a:t>
              </a:r>
              <a:r>
                <a:rPr kumimoji="1" lang="zh-CN" altLang="en-US" sz="2200" b="0" dirty="0">
                  <a:latin typeface="黑体" panose="02010609060101010101" pitchFamily="49" charset="-122"/>
                  <a:ea typeface="黑体" panose="02010609060101010101" pitchFamily="49" charset="-122"/>
                  <a:cs typeface="黑体" panose="02010609060101010101" pitchFamily="49" charset="-122"/>
                </a:rPr>
                <a:t>。试问此轴承是否满足寿命要求？</a:t>
              </a:r>
              <a:endParaRPr kumimoji="1" lang="zh-CN" altLang="en-US" sz="2200" b="0" dirty="0">
                <a:latin typeface="黑体" panose="02010609060101010101" pitchFamily="49" charset="-122"/>
                <a:ea typeface="黑体" panose="02010609060101010101" pitchFamily="49" charset="-122"/>
                <a:cs typeface="黑体" panose="02010609060101010101" pitchFamily="49" charset="-122"/>
              </a:endParaRPr>
            </a:p>
            <a:p>
              <a:pPr indent="0" eaLnBrk="1" hangingPunct="1">
                <a:lnSpc>
                  <a:spcPct val="130000"/>
                </a:lnSpc>
                <a:buNone/>
              </a:pPr>
              <a:r>
                <a:rPr kumimoji="1" lang="zh-CN" altLang="en-US" sz="2200" b="0" dirty="0">
                  <a:latin typeface="黑体" panose="02010609060101010101" pitchFamily="49" charset="-122"/>
                  <a:ea typeface="黑体" panose="02010609060101010101" pitchFamily="49" charset="-122"/>
                  <a:cs typeface="黑体" panose="02010609060101010101" pitchFamily="49" charset="-122"/>
                </a:rPr>
                <a:t>   附：轴承参数如下</a:t>
              </a:r>
              <a:r>
                <a:rPr kumimoji="1" lang="en-US" altLang="zh-CN" sz="2200" b="0" dirty="0">
                  <a:latin typeface="黑体" panose="02010609060101010101" pitchFamily="49" charset="-122"/>
                  <a:ea typeface="黑体" panose="02010609060101010101" pitchFamily="49" charset="-122"/>
                  <a:cs typeface="黑体" panose="02010609060101010101" pitchFamily="49" charset="-122"/>
                </a:rPr>
                <a:t>:</a:t>
              </a:r>
              <a:endParaRPr kumimoji="1" lang="en-US" altLang="zh-CN" sz="2200" b="0" dirty="0">
                <a:latin typeface="黑体" panose="02010609060101010101" pitchFamily="49" charset="-122"/>
                <a:ea typeface="黑体" panose="02010609060101010101" pitchFamily="49" charset="-122"/>
                <a:cs typeface="黑体" panose="02010609060101010101" pitchFamily="49" charset="-122"/>
              </a:endParaRPr>
            </a:p>
          </p:txBody>
        </p:sp>
        <p:sp>
          <p:nvSpPr>
            <p:cNvPr id="4119" name="Rectangle 41"/>
            <p:cNvSpPr>
              <a:spLocks noChangeArrowheads="1"/>
            </p:cNvSpPr>
            <p:nvPr/>
          </p:nvSpPr>
          <p:spPr bwMode="auto">
            <a:xfrm>
              <a:off x="4424" y="2133"/>
              <a:ext cx="444" cy="2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800" b="1">
                  <a:solidFill>
                    <a:schemeClr val="tx1"/>
                  </a:solidFill>
                  <a:latin typeface="Arial" panose="020B0604020202020204" pitchFamily="34" charset="0"/>
                  <a:ea typeface="幼圆" panose="02010509060101010101" pitchFamily="49" charset="-122"/>
                </a:defRPr>
              </a:lvl1pPr>
              <a:lvl2pPr marL="742950" indent="-285750">
                <a:defRPr sz="2800" b="1">
                  <a:solidFill>
                    <a:schemeClr val="tx1"/>
                  </a:solidFill>
                  <a:latin typeface="Arial" panose="020B0604020202020204" pitchFamily="34" charset="0"/>
                  <a:ea typeface="幼圆" panose="02010509060101010101" pitchFamily="49" charset="-122"/>
                </a:defRPr>
              </a:lvl2pPr>
              <a:lvl3pPr marL="1143000" indent="-228600">
                <a:defRPr sz="2800" b="1">
                  <a:solidFill>
                    <a:schemeClr val="tx1"/>
                  </a:solidFill>
                  <a:latin typeface="Arial" panose="020B0604020202020204" pitchFamily="34" charset="0"/>
                  <a:ea typeface="幼圆" panose="02010509060101010101" pitchFamily="49" charset="-122"/>
                </a:defRPr>
              </a:lvl3pPr>
              <a:lvl4pPr marL="1600200" indent="-228600">
                <a:defRPr sz="2800" b="1">
                  <a:solidFill>
                    <a:schemeClr val="tx1"/>
                  </a:solidFill>
                  <a:latin typeface="Arial" panose="020B0604020202020204" pitchFamily="34" charset="0"/>
                  <a:ea typeface="幼圆" panose="02010509060101010101" pitchFamily="49" charset="-122"/>
                </a:defRPr>
              </a:lvl4pPr>
              <a:lvl5pPr marL="2057400" indent="-228600">
                <a:defRPr sz="2800" b="1">
                  <a:solidFill>
                    <a:schemeClr val="tx1"/>
                  </a:solidFill>
                  <a:latin typeface="Arial" panose="020B0604020202020204" pitchFamily="34" charset="0"/>
                  <a:ea typeface="幼圆" panose="02010509060101010101" pitchFamily="49" charset="-122"/>
                </a:defRPr>
              </a:lvl5pPr>
              <a:lvl6pPr marL="2514600" indent="-228600" eaLnBrk="0" fontAlgn="base" hangingPunct="0">
                <a:spcBef>
                  <a:spcPct val="0"/>
                </a:spcBef>
                <a:spcAft>
                  <a:spcPct val="0"/>
                </a:spcAft>
                <a:defRPr sz="2800" b="1">
                  <a:solidFill>
                    <a:schemeClr val="tx1"/>
                  </a:solidFill>
                  <a:latin typeface="Arial" panose="020B0604020202020204" pitchFamily="34" charset="0"/>
                  <a:ea typeface="幼圆" panose="02010509060101010101" pitchFamily="49" charset="-122"/>
                </a:defRPr>
              </a:lvl6pPr>
              <a:lvl7pPr marL="2971800" indent="-228600" eaLnBrk="0" fontAlgn="base" hangingPunct="0">
                <a:spcBef>
                  <a:spcPct val="0"/>
                </a:spcBef>
                <a:spcAft>
                  <a:spcPct val="0"/>
                </a:spcAft>
                <a:defRPr sz="2800" b="1">
                  <a:solidFill>
                    <a:schemeClr val="tx1"/>
                  </a:solidFill>
                  <a:latin typeface="Arial" panose="020B0604020202020204" pitchFamily="34" charset="0"/>
                  <a:ea typeface="幼圆" panose="02010509060101010101" pitchFamily="49" charset="-122"/>
                </a:defRPr>
              </a:lvl7pPr>
              <a:lvl8pPr marL="3429000" indent="-228600" eaLnBrk="0" fontAlgn="base" hangingPunct="0">
                <a:spcBef>
                  <a:spcPct val="0"/>
                </a:spcBef>
                <a:spcAft>
                  <a:spcPct val="0"/>
                </a:spcAft>
                <a:defRPr sz="2800" b="1">
                  <a:solidFill>
                    <a:schemeClr val="tx1"/>
                  </a:solidFill>
                  <a:latin typeface="Arial" panose="020B0604020202020204" pitchFamily="34" charset="0"/>
                  <a:ea typeface="幼圆" panose="02010509060101010101" pitchFamily="49" charset="-122"/>
                </a:defRPr>
              </a:lvl8pPr>
              <a:lvl9pPr marL="3886200" indent="-228600" eaLnBrk="0" fontAlgn="base" hangingPunct="0">
                <a:spcBef>
                  <a:spcPct val="0"/>
                </a:spcBef>
                <a:spcAft>
                  <a:spcPct val="0"/>
                </a:spcAft>
                <a:defRPr sz="2800" b="1">
                  <a:solidFill>
                    <a:schemeClr val="tx1"/>
                  </a:solidFill>
                  <a:latin typeface="Arial" panose="020B0604020202020204" pitchFamily="34" charset="0"/>
                  <a:ea typeface="幼圆" panose="02010509060101010101" pitchFamily="49" charset="-122"/>
                </a:defRPr>
              </a:lvl9pPr>
            </a:lstStyle>
            <a:p>
              <a:pPr algn="ctr" eaLnBrk="1" hangingPunct="1">
                <a:spcBef>
                  <a:spcPct val="20000"/>
                </a:spcBef>
                <a:buClrTx/>
                <a:buSzTx/>
                <a:buFontTx/>
                <a:buNone/>
              </a:pPr>
              <a:r>
                <a:rPr lang="en-US" altLang="zh-CN" sz="2000" b="0">
                  <a:latin typeface="Times New Roman" panose="02020603050405020304" pitchFamily="18" charset="0"/>
                  <a:ea typeface="华文中宋" panose="02010600040101010101" pitchFamily="2" charset="-122"/>
                  <a:cs typeface="Times New Roman" panose="02020603050405020304" pitchFamily="18" charset="0"/>
                </a:rPr>
                <a:t>Y</a:t>
              </a:r>
              <a:endParaRPr lang="en-US" altLang="zh-CN" sz="2000" b="0">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4120" name="Rectangle 42"/>
            <p:cNvSpPr>
              <a:spLocks noChangeArrowheads="1"/>
            </p:cNvSpPr>
            <p:nvPr/>
          </p:nvSpPr>
          <p:spPr bwMode="auto">
            <a:xfrm>
              <a:off x="3912" y="2139"/>
              <a:ext cx="529" cy="2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800" b="1">
                  <a:solidFill>
                    <a:schemeClr val="tx1"/>
                  </a:solidFill>
                  <a:latin typeface="Arial" panose="020B0604020202020204" pitchFamily="34" charset="0"/>
                  <a:ea typeface="幼圆" panose="02010509060101010101" pitchFamily="49" charset="-122"/>
                </a:defRPr>
              </a:lvl1pPr>
              <a:lvl2pPr marL="742950" indent="-285750">
                <a:defRPr sz="2800" b="1">
                  <a:solidFill>
                    <a:schemeClr val="tx1"/>
                  </a:solidFill>
                  <a:latin typeface="Arial" panose="020B0604020202020204" pitchFamily="34" charset="0"/>
                  <a:ea typeface="幼圆" panose="02010509060101010101" pitchFamily="49" charset="-122"/>
                </a:defRPr>
              </a:lvl2pPr>
              <a:lvl3pPr marL="1143000" indent="-228600">
                <a:defRPr sz="2800" b="1">
                  <a:solidFill>
                    <a:schemeClr val="tx1"/>
                  </a:solidFill>
                  <a:latin typeface="Arial" panose="020B0604020202020204" pitchFamily="34" charset="0"/>
                  <a:ea typeface="幼圆" panose="02010509060101010101" pitchFamily="49" charset="-122"/>
                </a:defRPr>
              </a:lvl3pPr>
              <a:lvl4pPr marL="1600200" indent="-228600">
                <a:defRPr sz="2800" b="1">
                  <a:solidFill>
                    <a:schemeClr val="tx1"/>
                  </a:solidFill>
                  <a:latin typeface="Arial" panose="020B0604020202020204" pitchFamily="34" charset="0"/>
                  <a:ea typeface="幼圆" panose="02010509060101010101" pitchFamily="49" charset="-122"/>
                </a:defRPr>
              </a:lvl4pPr>
              <a:lvl5pPr marL="2057400" indent="-228600">
                <a:defRPr sz="2800" b="1">
                  <a:solidFill>
                    <a:schemeClr val="tx1"/>
                  </a:solidFill>
                  <a:latin typeface="Arial" panose="020B0604020202020204" pitchFamily="34" charset="0"/>
                  <a:ea typeface="幼圆" panose="02010509060101010101" pitchFamily="49" charset="-122"/>
                </a:defRPr>
              </a:lvl5pPr>
              <a:lvl6pPr marL="2514600" indent="-228600" eaLnBrk="0" fontAlgn="base" hangingPunct="0">
                <a:spcBef>
                  <a:spcPct val="0"/>
                </a:spcBef>
                <a:spcAft>
                  <a:spcPct val="0"/>
                </a:spcAft>
                <a:defRPr sz="2800" b="1">
                  <a:solidFill>
                    <a:schemeClr val="tx1"/>
                  </a:solidFill>
                  <a:latin typeface="Arial" panose="020B0604020202020204" pitchFamily="34" charset="0"/>
                  <a:ea typeface="幼圆" panose="02010509060101010101" pitchFamily="49" charset="-122"/>
                </a:defRPr>
              </a:lvl6pPr>
              <a:lvl7pPr marL="2971800" indent="-228600" eaLnBrk="0" fontAlgn="base" hangingPunct="0">
                <a:spcBef>
                  <a:spcPct val="0"/>
                </a:spcBef>
                <a:spcAft>
                  <a:spcPct val="0"/>
                </a:spcAft>
                <a:defRPr sz="2800" b="1">
                  <a:solidFill>
                    <a:schemeClr val="tx1"/>
                  </a:solidFill>
                  <a:latin typeface="Arial" panose="020B0604020202020204" pitchFamily="34" charset="0"/>
                  <a:ea typeface="幼圆" panose="02010509060101010101" pitchFamily="49" charset="-122"/>
                </a:defRPr>
              </a:lvl7pPr>
              <a:lvl8pPr marL="3429000" indent="-228600" eaLnBrk="0" fontAlgn="base" hangingPunct="0">
                <a:spcBef>
                  <a:spcPct val="0"/>
                </a:spcBef>
                <a:spcAft>
                  <a:spcPct val="0"/>
                </a:spcAft>
                <a:defRPr sz="2800" b="1">
                  <a:solidFill>
                    <a:schemeClr val="tx1"/>
                  </a:solidFill>
                  <a:latin typeface="Arial" panose="020B0604020202020204" pitchFamily="34" charset="0"/>
                  <a:ea typeface="幼圆" panose="02010509060101010101" pitchFamily="49" charset="-122"/>
                </a:defRPr>
              </a:lvl8pPr>
              <a:lvl9pPr marL="3886200" indent="-228600" eaLnBrk="0" fontAlgn="base" hangingPunct="0">
                <a:spcBef>
                  <a:spcPct val="0"/>
                </a:spcBef>
                <a:spcAft>
                  <a:spcPct val="0"/>
                </a:spcAft>
                <a:defRPr sz="2800" b="1">
                  <a:solidFill>
                    <a:schemeClr val="tx1"/>
                  </a:solidFill>
                  <a:latin typeface="Arial" panose="020B0604020202020204" pitchFamily="34" charset="0"/>
                  <a:ea typeface="幼圆" panose="02010509060101010101" pitchFamily="49" charset="-122"/>
                </a:defRPr>
              </a:lvl9pPr>
            </a:lstStyle>
            <a:p>
              <a:pPr indent="0" algn="ctr" eaLnBrk="1" hangingPunct="1">
                <a:spcBef>
                  <a:spcPct val="20000"/>
                </a:spcBef>
                <a:buNone/>
              </a:pPr>
              <a:r>
                <a:rPr lang="en-US" altLang="zh-CN" sz="2000" b="0">
                  <a:latin typeface="Times New Roman" panose="02020603050405020304" pitchFamily="18" charset="0"/>
                  <a:ea typeface="华文中宋" panose="02010600040101010101" pitchFamily="2" charset="-122"/>
                  <a:cs typeface="Times New Roman" panose="02020603050405020304" pitchFamily="18" charset="0"/>
                </a:rPr>
                <a:t>X</a:t>
              </a:r>
              <a:endParaRPr lang="en-US" altLang="zh-CN" sz="2400" b="0">
                <a:latin typeface="Verdana" panose="020B0604030504040204" pitchFamily="34" charset="0"/>
                <a:ea typeface="华文中宋" panose="02010600040101010101" pitchFamily="2" charset="-122"/>
              </a:endParaRPr>
            </a:p>
          </p:txBody>
        </p:sp>
        <p:sp>
          <p:nvSpPr>
            <p:cNvPr id="4121" name="Rectangle 43"/>
            <p:cNvSpPr>
              <a:spLocks noChangeArrowheads="1"/>
            </p:cNvSpPr>
            <p:nvPr/>
          </p:nvSpPr>
          <p:spPr bwMode="auto">
            <a:xfrm>
              <a:off x="3418" y="2122"/>
              <a:ext cx="500" cy="2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800" b="1">
                  <a:solidFill>
                    <a:schemeClr val="tx1"/>
                  </a:solidFill>
                  <a:latin typeface="Arial" panose="020B0604020202020204" pitchFamily="34" charset="0"/>
                  <a:ea typeface="幼圆" panose="02010509060101010101" pitchFamily="49" charset="-122"/>
                </a:defRPr>
              </a:lvl1pPr>
              <a:lvl2pPr marL="742950" indent="-285750">
                <a:defRPr sz="2800" b="1">
                  <a:solidFill>
                    <a:schemeClr val="tx1"/>
                  </a:solidFill>
                  <a:latin typeface="Arial" panose="020B0604020202020204" pitchFamily="34" charset="0"/>
                  <a:ea typeface="幼圆" panose="02010509060101010101" pitchFamily="49" charset="-122"/>
                </a:defRPr>
              </a:lvl2pPr>
              <a:lvl3pPr marL="1143000" indent="-228600">
                <a:defRPr sz="2800" b="1">
                  <a:solidFill>
                    <a:schemeClr val="tx1"/>
                  </a:solidFill>
                  <a:latin typeface="Arial" panose="020B0604020202020204" pitchFamily="34" charset="0"/>
                  <a:ea typeface="幼圆" panose="02010509060101010101" pitchFamily="49" charset="-122"/>
                </a:defRPr>
              </a:lvl3pPr>
              <a:lvl4pPr marL="1600200" indent="-228600">
                <a:defRPr sz="2800" b="1">
                  <a:solidFill>
                    <a:schemeClr val="tx1"/>
                  </a:solidFill>
                  <a:latin typeface="Arial" panose="020B0604020202020204" pitchFamily="34" charset="0"/>
                  <a:ea typeface="幼圆" panose="02010509060101010101" pitchFamily="49" charset="-122"/>
                </a:defRPr>
              </a:lvl4pPr>
              <a:lvl5pPr marL="2057400" indent="-228600">
                <a:defRPr sz="2800" b="1">
                  <a:solidFill>
                    <a:schemeClr val="tx1"/>
                  </a:solidFill>
                  <a:latin typeface="Arial" panose="020B0604020202020204" pitchFamily="34" charset="0"/>
                  <a:ea typeface="幼圆" panose="02010509060101010101" pitchFamily="49" charset="-122"/>
                </a:defRPr>
              </a:lvl5pPr>
              <a:lvl6pPr marL="2514600" indent="-228600" eaLnBrk="0" fontAlgn="base" hangingPunct="0">
                <a:spcBef>
                  <a:spcPct val="0"/>
                </a:spcBef>
                <a:spcAft>
                  <a:spcPct val="0"/>
                </a:spcAft>
                <a:defRPr sz="2800" b="1">
                  <a:solidFill>
                    <a:schemeClr val="tx1"/>
                  </a:solidFill>
                  <a:latin typeface="Arial" panose="020B0604020202020204" pitchFamily="34" charset="0"/>
                  <a:ea typeface="幼圆" panose="02010509060101010101" pitchFamily="49" charset="-122"/>
                </a:defRPr>
              </a:lvl6pPr>
              <a:lvl7pPr marL="2971800" indent="-228600" eaLnBrk="0" fontAlgn="base" hangingPunct="0">
                <a:spcBef>
                  <a:spcPct val="0"/>
                </a:spcBef>
                <a:spcAft>
                  <a:spcPct val="0"/>
                </a:spcAft>
                <a:defRPr sz="2800" b="1">
                  <a:solidFill>
                    <a:schemeClr val="tx1"/>
                  </a:solidFill>
                  <a:latin typeface="Arial" panose="020B0604020202020204" pitchFamily="34" charset="0"/>
                  <a:ea typeface="幼圆" panose="02010509060101010101" pitchFamily="49" charset="-122"/>
                </a:defRPr>
              </a:lvl7pPr>
              <a:lvl8pPr marL="3429000" indent="-228600" eaLnBrk="0" fontAlgn="base" hangingPunct="0">
                <a:spcBef>
                  <a:spcPct val="0"/>
                </a:spcBef>
                <a:spcAft>
                  <a:spcPct val="0"/>
                </a:spcAft>
                <a:defRPr sz="2800" b="1">
                  <a:solidFill>
                    <a:schemeClr val="tx1"/>
                  </a:solidFill>
                  <a:latin typeface="Arial" panose="020B0604020202020204" pitchFamily="34" charset="0"/>
                  <a:ea typeface="幼圆" panose="02010509060101010101" pitchFamily="49" charset="-122"/>
                </a:defRPr>
              </a:lvl8pPr>
              <a:lvl9pPr marL="3886200" indent="-228600" eaLnBrk="0" fontAlgn="base" hangingPunct="0">
                <a:spcBef>
                  <a:spcPct val="0"/>
                </a:spcBef>
                <a:spcAft>
                  <a:spcPct val="0"/>
                </a:spcAft>
                <a:defRPr sz="2800" b="1">
                  <a:solidFill>
                    <a:schemeClr val="tx1"/>
                  </a:solidFill>
                  <a:latin typeface="Arial" panose="020B0604020202020204" pitchFamily="34" charset="0"/>
                  <a:ea typeface="幼圆" panose="02010509060101010101" pitchFamily="49" charset="-122"/>
                </a:defRPr>
              </a:lvl9pPr>
            </a:lstStyle>
            <a:p>
              <a:pPr algn="ctr" eaLnBrk="1" hangingPunct="1">
                <a:spcBef>
                  <a:spcPct val="20000"/>
                </a:spcBef>
                <a:buClrTx/>
                <a:buSzTx/>
                <a:buFontTx/>
                <a:buNone/>
              </a:pPr>
              <a:r>
                <a:rPr lang="en-US" altLang="zh-CN" sz="2000" b="0">
                  <a:latin typeface="Times New Roman" panose="02020603050405020304" pitchFamily="18" charset="0"/>
                  <a:ea typeface="华文中宋" panose="02010600040101010101" pitchFamily="2" charset="-122"/>
                  <a:cs typeface="Times New Roman" panose="02020603050405020304" pitchFamily="18" charset="0"/>
                </a:rPr>
                <a:t>Y</a:t>
              </a:r>
              <a:endParaRPr lang="en-US" altLang="zh-CN" sz="2000" b="0">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4122" name="Rectangle 44"/>
            <p:cNvSpPr>
              <a:spLocks noChangeArrowheads="1"/>
            </p:cNvSpPr>
            <p:nvPr/>
          </p:nvSpPr>
          <p:spPr bwMode="auto">
            <a:xfrm>
              <a:off x="2964" y="2122"/>
              <a:ext cx="463" cy="2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800" b="1">
                  <a:solidFill>
                    <a:schemeClr val="tx1"/>
                  </a:solidFill>
                  <a:latin typeface="Arial" panose="020B0604020202020204" pitchFamily="34" charset="0"/>
                  <a:ea typeface="幼圆" panose="02010509060101010101" pitchFamily="49" charset="-122"/>
                </a:defRPr>
              </a:lvl1pPr>
              <a:lvl2pPr marL="742950" indent="-285750">
                <a:defRPr sz="2800" b="1">
                  <a:solidFill>
                    <a:schemeClr val="tx1"/>
                  </a:solidFill>
                  <a:latin typeface="Arial" panose="020B0604020202020204" pitchFamily="34" charset="0"/>
                  <a:ea typeface="幼圆" panose="02010509060101010101" pitchFamily="49" charset="-122"/>
                </a:defRPr>
              </a:lvl2pPr>
              <a:lvl3pPr marL="1143000" indent="-228600">
                <a:defRPr sz="2800" b="1">
                  <a:solidFill>
                    <a:schemeClr val="tx1"/>
                  </a:solidFill>
                  <a:latin typeface="Arial" panose="020B0604020202020204" pitchFamily="34" charset="0"/>
                  <a:ea typeface="幼圆" panose="02010509060101010101" pitchFamily="49" charset="-122"/>
                </a:defRPr>
              </a:lvl3pPr>
              <a:lvl4pPr marL="1600200" indent="-228600">
                <a:defRPr sz="2800" b="1">
                  <a:solidFill>
                    <a:schemeClr val="tx1"/>
                  </a:solidFill>
                  <a:latin typeface="Arial" panose="020B0604020202020204" pitchFamily="34" charset="0"/>
                  <a:ea typeface="幼圆" panose="02010509060101010101" pitchFamily="49" charset="-122"/>
                </a:defRPr>
              </a:lvl4pPr>
              <a:lvl5pPr marL="2057400" indent="-228600">
                <a:defRPr sz="2800" b="1">
                  <a:solidFill>
                    <a:schemeClr val="tx1"/>
                  </a:solidFill>
                  <a:latin typeface="Arial" panose="020B0604020202020204" pitchFamily="34" charset="0"/>
                  <a:ea typeface="幼圆" panose="02010509060101010101" pitchFamily="49" charset="-122"/>
                </a:defRPr>
              </a:lvl5pPr>
              <a:lvl6pPr marL="2514600" indent="-228600" eaLnBrk="0" fontAlgn="base" hangingPunct="0">
                <a:spcBef>
                  <a:spcPct val="0"/>
                </a:spcBef>
                <a:spcAft>
                  <a:spcPct val="0"/>
                </a:spcAft>
                <a:defRPr sz="2800" b="1">
                  <a:solidFill>
                    <a:schemeClr val="tx1"/>
                  </a:solidFill>
                  <a:latin typeface="Arial" panose="020B0604020202020204" pitchFamily="34" charset="0"/>
                  <a:ea typeface="幼圆" panose="02010509060101010101" pitchFamily="49" charset="-122"/>
                </a:defRPr>
              </a:lvl6pPr>
              <a:lvl7pPr marL="2971800" indent="-228600" eaLnBrk="0" fontAlgn="base" hangingPunct="0">
                <a:spcBef>
                  <a:spcPct val="0"/>
                </a:spcBef>
                <a:spcAft>
                  <a:spcPct val="0"/>
                </a:spcAft>
                <a:defRPr sz="2800" b="1">
                  <a:solidFill>
                    <a:schemeClr val="tx1"/>
                  </a:solidFill>
                  <a:latin typeface="Arial" panose="020B0604020202020204" pitchFamily="34" charset="0"/>
                  <a:ea typeface="幼圆" panose="02010509060101010101" pitchFamily="49" charset="-122"/>
                </a:defRPr>
              </a:lvl7pPr>
              <a:lvl8pPr marL="3429000" indent="-228600" eaLnBrk="0" fontAlgn="base" hangingPunct="0">
                <a:spcBef>
                  <a:spcPct val="0"/>
                </a:spcBef>
                <a:spcAft>
                  <a:spcPct val="0"/>
                </a:spcAft>
                <a:defRPr sz="2800" b="1">
                  <a:solidFill>
                    <a:schemeClr val="tx1"/>
                  </a:solidFill>
                  <a:latin typeface="Arial" panose="020B0604020202020204" pitchFamily="34" charset="0"/>
                  <a:ea typeface="幼圆" panose="02010509060101010101" pitchFamily="49" charset="-122"/>
                </a:defRPr>
              </a:lvl8pPr>
              <a:lvl9pPr marL="3886200" indent="-228600" eaLnBrk="0" fontAlgn="base" hangingPunct="0">
                <a:spcBef>
                  <a:spcPct val="0"/>
                </a:spcBef>
                <a:spcAft>
                  <a:spcPct val="0"/>
                </a:spcAft>
                <a:defRPr sz="2800" b="1">
                  <a:solidFill>
                    <a:schemeClr val="tx1"/>
                  </a:solidFill>
                  <a:latin typeface="Arial" panose="020B0604020202020204" pitchFamily="34" charset="0"/>
                  <a:ea typeface="幼圆" panose="02010509060101010101" pitchFamily="49" charset="-122"/>
                </a:defRPr>
              </a:lvl9pPr>
            </a:lstStyle>
            <a:p>
              <a:pPr algn="ctr" eaLnBrk="1" hangingPunct="1">
                <a:spcBef>
                  <a:spcPct val="20000"/>
                </a:spcBef>
                <a:buClrTx/>
                <a:buSzTx/>
                <a:buFontTx/>
                <a:buNone/>
              </a:pPr>
              <a:r>
                <a:rPr lang="en-US" altLang="zh-CN" sz="2000" b="0">
                  <a:latin typeface="Times New Roman" panose="02020603050405020304" pitchFamily="18" charset="0"/>
                  <a:ea typeface="华文中宋" panose="02010600040101010101" pitchFamily="2" charset="-122"/>
                  <a:cs typeface="Times New Roman" panose="02020603050405020304" pitchFamily="18" charset="0"/>
                </a:rPr>
                <a:t>X</a:t>
              </a:r>
              <a:endParaRPr lang="en-US" altLang="zh-CN" sz="2000" b="0">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4123" name="Rectangle 45"/>
            <p:cNvSpPr>
              <a:spLocks noChangeArrowheads="1"/>
            </p:cNvSpPr>
            <p:nvPr/>
          </p:nvSpPr>
          <p:spPr bwMode="auto">
            <a:xfrm>
              <a:off x="4441" y="2449"/>
              <a:ext cx="44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800" b="1">
                  <a:solidFill>
                    <a:schemeClr val="tx1"/>
                  </a:solidFill>
                  <a:latin typeface="Arial" panose="020B0604020202020204" pitchFamily="34" charset="0"/>
                  <a:ea typeface="幼圆" panose="02010509060101010101" pitchFamily="49" charset="-122"/>
                </a:defRPr>
              </a:lvl1pPr>
              <a:lvl2pPr marL="742950" indent="-285750">
                <a:defRPr sz="2800" b="1">
                  <a:solidFill>
                    <a:schemeClr val="tx1"/>
                  </a:solidFill>
                  <a:latin typeface="Arial" panose="020B0604020202020204" pitchFamily="34" charset="0"/>
                  <a:ea typeface="幼圆" panose="02010509060101010101" pitchFamily="49" charset="-122"/>
                </a:defRPr>
              </a:lvl2pPr>
              <a:lvl3pPr marL="1143000" indent="-228600">
                <a:defRPr sz="2800" b="1">
                  <a:solidFill>
                    <a:schemeClr val="tx1"/>
                  </a:solidFill>
                  <a:latin typeface="Arial" panose="020B0604020202020204" pitchFamily="34" charset="0"/>
                  <a:ea typeface="幼圆" panose="02010509060101010101" pitchFamily="49" charset="-122"/>
                </a:defRPr>
              </a:lvl3pPr>
              <a:lvl4pPr marL="1600200" indent="-228600">
                <a:defRPr sz="2800" b="1">
                  <a:solidFill>
                    <a:schemeClr val="tx1"/>
                  </a:solidFill>
                  <a:latin typeface="Arial" panose="020B0604020202020204" pitchFamily="34" charset="0"/>
                  <a:ea typeface="幼圆" panose="02010509060101010101" pitchFamily="49" charset="-122"/>
                </a:defRPr>
              </a:lvl4pPr>
              <a:lvl5pPr marL="2057400" indent="-228600">
                <a:defRPr sz="2800" b="1">
                  <a:solidFill>
                    <a:schemeClr val="tx1"/>
                  </a:solidFill>
                  <a:latin typeface="Arial" panose="020B0604020202020204" pitchFamily="34" charset="0"/>
                  <a:ea typeface="幼圆" panose="02010509060101010101" pitchFamily="49" charset="-122"/>
                </a:defRPr>
              </a:lvl5pPr>
              <a:lvl6pPr marL="2514600" indent="-228600" eaLnBrk="0" fontAlgn="base" hangingPunct="0">
                <a:spcBef>
                  <a:spcPct val="0"/>
                </a:spcBef>
                <a:spcAft>
                  <a:spcPct val="0"/>
                </a:spcAft>
                <a:defRPr sz="2800" b="1">
                  <a:solidFill>
                    <a:schemeClr val="tx1"/>
                  </a:solidFill>
                  <a:latin typeface="Arial" panose="020B0604020202020204" pitchFamily="34" charset="0"/>
                  <a:ea typeface="幼圆" panose="02010509060101010101" pitchFamily="49" charset="-122"/>
                </a:defRPr>
              </a:lvl6pPr>
              <a:lvl7pPr marL="2971800" indent="-228600" eaLnBrk="0" fontAlgn="base" hangingPunct="0">
                <a:spcBef>
                  <a:spcPct val="0"/>
                </a:spcBef>
                <a:spcAft>
                  <a:spcPct val="0"/>
                </a:spcAft>
                <a:defRPr sz="2800" b="1">
                  <a:solidFill>
                    <a:schemeClr val="tx1"/>
                  </a:solidFill>
                  <a:latin typeface="Arial" panose="020B0604020202020204" pitchFamily="34" charset="0"/>
                  <a:ea typeface="幼圆" panose="02010509060101010101" pitchFamily="49" charset="-122"/>
                </a:defRPr>
              </a:lvl7pPr>
              <a:lvl8pPr marL="3429000" indent="-228600" eaLnBrk="0" fontAlgn="base" hangingPunct="0">
                <a:spcBef>
                  <a:spcPct val="0"/>
                </a:spcBef>
                <a:spcAft>
                  <a:spcPct val="0"/>
                </a:spcAft>
                <a:defRPr sz="2800" b="1">
                  <a:solidFill>
                    <a:schemeClr val="tx1"/>
                  </a:solidFill>
                  <a:latin typeface="Arial" panose="020B0604020202020204" pitchFamily="34" charset="0"/>
                  <a:ea typeface="幼圆" panose="02010509060101010101" pitchFamily="49" charset="-122"/>
                </a:defRPr>
              </a:lvl8pPr>
              <a:lvl9pPr marL="3886200" indent="-228600" eaLnBrk="0" fontAlgn="base" hangingPunct="0">
                <a:spcBef>
                  <a:spcPct val="0"/>
                </a:spcBef>
                <a:spcAft>
                  <a:spcPct val="0"/>
                </a:spcAft>
                <a:defRPr sz="2800" b="1">
                  <a:solidFill>
                    <a:schemeClr val="tx1"/>
                  </a:solidFill>
                  <a:latin typeface="Arial" panose="020B0604020202020204" pitchFamily="34" charset="0"/>
                  <a:ea typeface="幼圆" panose="02010509060101010101" pitchFamily="49" charset="-122"/>
                </a:defRPr>
              </a:lvl9pPr>
            </a:lstStyle>
            <a:p>
              <a:pPr algn="ctr" eaLnBrk="1" hangingPunct="1">
                <a:spcBef>
                  <a:spcPct val="20000"/>
                </a:spcBef>
                <a:buClrTx/>
                <a:buSzTx/>
                <a:buFontTx/>
                <a:buNone/>
              </a:pPr>
              <a:r>
                <a:rPr lang="en-US" altLang="zh-CN" sz="2000" b="0">
                  <a:latin typeface="Times New Roman" panose="02020603050405020304" pitchFamily="18" charset="0"/>
                  <a:ea typeface="华文中宋" panose="02010600040101010101" pitchFamily="2" charset="-122"/>
                  <a:cs typeface="Times New Roman" panose="02020603050405020304" pitchFamily="18" charset="0"/>
                </a:rPr>
                <a:t>1.4</a:t>
              </a:r>
              <a:endParaRPr lang="en-US" altLang="zh-CN" sz="2000" b="0">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4124" name="Rectangle 46"/>
            <p:cNvSpPr>
              <a:spLocks noChangeArrowheads="1"/>
            </p:cNvSpPr>
            <p:nvPr/>
          </p:nvSpPr>
          <p:spPr bwMode="auto">
            <a:xfrm>
              <a:off x="3918" y="2437"/>
              <a:ext cx="529" cy="4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800" b="1">
                  <a:solidFill>
                    <a:schemeClr val="tx1"/>
                  </a:solidFill>
                  <a:latin typeface="Arial" panose="020B0604020202020204" pitchFamily="34" charset="0"/>
                  <a:ea typeface="幼圆" panose="02010509060101010101" pitchFamily="49" charset="-122"/>
                </a:defRPr>
              </a:lvl1pPr>
              <a:lvl2pPr marL="742950" indent="-285750">
                <a:defRPr sz="2800" b="1">
                  <a:solidFill>
                    <a:schemeClr val="tx1"/>
                  </a:solidFill>
                  <a:latin typeface="Arial" panose="020B0604020202020204" pitchFamily="34" charset="0"/>
                  <a:ea typeface="幼圆" panose="02010509060101010101" pitchFamily="49" charset="-122"/>
                </a:defRPr>
              </a:lvl2pPr>
              <a:lvl3pPr marL="1143000" indent="-228600">
                <a:defRPr sz="2800" b="1">
                  <a:solidFill>
                    <a:schemeClr val="tx1"/>
                  </a:solidFill>
                  <a:latin typeface="Arial" panose="020B0604020202020204" pitchFamily="34" charset="0"/>
                  <a:ea typeface="幼圆" panose="02010509060101010101" pitchFamily="49" charset="-122"/>
                </a:defRPr>
              </a:lvl3pPr>
              <a:lvl4pPr marL="1600200" indent="-228600">
                <a:defRPr sz="2800" b="1">
                  <a:solidFill>
                    <a:schemeClr val="tx1"/>
                  </a:solidFill>
                  <a:latin typeface="Arial" panose="020B0604020202020204" pitchFamily="34" charset="0"/>
                  <a:ea typeface="幼圆" panose="02010509060101010101" pitchFamily="49" charset="-122"/>
                </a:defRPr>
              </a:lvl4pPr>
              <a:lvl5pPr marL="2057400" indent="-228600">
                <a:defRPr sz="2800" b="1">
                  <a:solidFill>
                    <a:schemeClr val="tx1"/>
                  </a:solidFill>
                  <a:latin typeface="Arial" panose="020B0604020202020204" pitchFamily="34" charset="0"/>
                  <a:ea typeface="幼圆" panose="02010509060101010101" pitchFamily="49" charset="-122"/>
                </a:defRPr>
              </a:lvl5pPr>
              <a:lvl6pPr marL="2514600" indent="-228600" eaLnBrk="0" fontAlgn="base" hangingPunct="0">
                <a:spcBef>
                  <a:spcPct val="0"/>
                </a:spcBef>
                <a:spcAft>
                  <a:spcPct val="0"/>
                </a:spcAft>
                <a:defRPr sz="2800" b="1">
                  <a:solidFill>
                    <a:schemeClr val="tx1"/>
                  </a:solidFill>
                  <a:latin typeface="Arial" panose="020B0604020202020204" pitchFamily="34" charset="0"/>
                  <a:ea typeface="幼圆" panose="02010509060101010101" pitchFamily="49" charset="-122"/>
                </a:defRPr>
              </a:lvl6pPr>
              <a:lvl7pPr marL="2971800" indent="-228600" eaLnBrk="0" fontAlgn="base" hangingPunct="0">
                <a:spcBef>
                  <a:spcPct val="0"/>
                </a:spcBef>
                <a:spcAft>
                  <a:spcPct val="0"/>
                </a:spcAft>
                <a:defRPr sz="2800" b="1">
                  <a:solidFill>
                    <a:schemeClr val="tx1"/>
                  </a:solidFill>
                  <a:latin typeface="Arial" panose="020B0604020202020204" pitchFamily="34" charset="0"/>
                  <a:ea typeface="幼圆" panose="02010509060101010101" pitchFamily="49" charset="-122"/>
                </a:defRPr>
              </a:lvl7pPr>
              <a:lvl8pPr marL="3429000" indent="-228600" eaLnBrk="0" fontAlgn="base" hangingPunct="0">
                <a:spcBef>
                  <a:spcPct val="0"/>
                </a:spcBef>
                <a:spcAft>
                  <a:spcPct val="0"/>
                </a:spcAft>
                <a:defRPr sz="2800" b="1">
                  <a:solidFill>
                    <a:schemeClr val="tx1"/>
                  </a:solidFill>
                  <a:latin typeface="Arial" panose="020B0604020202020204" pitchFamily="34" charset="0"/>
                  <a:ea typeface="幼圆" panose="02010509060101010101" pitchFamily="49" charset="-122"/>
                </a:defRPr>
              </a:lvl8pPr>
              <a:lvl9pPr marL="3886200" indent="-228600" eaLnBrk="0" fontAlgn="base" hangingPunct="0">
                <a:spcBef>
                  <a:spcPct val="0"/>
                </a:spcBef>
                <a:spcAft>
                  <a:spcPct val="0"/>
                </a:spcAft>
                <a:defRPr sz="2800" b="1">
                  <a:solidFill>
                    <a:schemeClr val="tx1"/>
                  </a:solidFill>
                  <a:latin typeface="Arial" panose="020B0604020202020204" pitchFamily="34" charset="0"/>
                  <a:ea typeface="幼圆" panose="02010509060101010101" pitchFamily="49" charset="-122"/>
                </a:defRPr>
              </a:lvl9pPr>
            </a:lstStyle>
            <a:p>
              <a:pPr indent="0" algn="ctr" eaLnBrk="1" hangingPunct="1">
                <a:spcBef>
                  <a:spcPct val="20000"/>
                </a:spcBef>
                <a:buNone/>
              </a:pPr>
              <a:r>
                <a:rPr lang="en-US" altLang="zh-CN" sz="2000" b="0">
                  <a:latin typeface="Times New Roman" panose="02020603050405020304" pitchFamily="18" charset="0"/>
                  <a:ea typeface="华文中宋" panose="02010600040101010101" pitchFamily="2" charset="-122"/>
                  <a:cs typeface="Times New Roman" panose="02020603050405020304" pitchFamily="18" charset="0"/>
                </a:rPr>
                <a:t>0.4</a:t>
              </a:r>
              <a:endParaRPr lang="en-US" altLang="zh-CN" sz="2400" b="0">
                <a:ea typeface="宋体" panose="02010600030101010101" pitchFamily="2" charset="-122"/>
              </a:endParaRPr>
            </a:p>
          </p:txBody>
        </p:sp>
        <p:sp>
          <p:nvSpPr>
            <p:cNvPr id="4125" name="Rectangle 47"/>
            <p:cNvSpPr>
              <a:spLocks noChangeArrowheads="1"/>
            </p:cNvSpPr>
            <p:nvPr/>
          </p:nvSpPr>
          <p:spPr bwMode="auto">
            <a:xfrm>
              <a:off x="3418" y="2455"/>
              <a:ext cx="500"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800" b="1">
                  <a:solidFill>
                    <a:schemeClr val="tx1"/>
                  </a:solidFill>
                  <a:latin typeface="Arial" panose="020B0604020202020204" pitchFamily="34" charset="0"/>
                  <a:ea typeface="幼圆" panose="02010509060101010101" pitchFamily="49" charset="-122"/>
                </a:defRPr>
              </a:lvl1pPr>
              <a:lvl2pPr marL="742950" indent="-285750">
                <a:defRPr sz="2800" b="1">
                  <a:solidFill>
                    <a:schemeClr val="tx1"/>
                  </a:solidFill>
                  <a:latin typeface="Arial" panose="020B0604020202020204" pitchFamily="34" charset="0"/>
                  <a:ea typeface="幼圆" panose="02010509060101010101" pitchFamily="49" charset="-122"/>
                </a:defRPr>
              </a:lvl2pPr>
              <a:lvl3pPr marL="1143000" indent="-228600">
                <a:defRPr sz="2800" b="1">
                  <a:solidFill>
                    <a:schemeClr val="tx1"/>
                  </a:solidFill>
                  <a:latin typeface="Arial" panose="020B0604020202020204" pitchFamily="34" charset="0"/>
                  <a:ea typeface="幼圆" panose="02010509060101010101" pitchFamily="49" charset="-122"/>
                </a:defRPr>
              </a:lvl3pPr>
              <a:lvl4pPr marL="1600200" indent="-228600">
                <a:defRPr sz="2800" b="1">
                  <a:solidFill>
                    <a:schemeClr val="tx1"/>
                  </a:solidFill>
                  <a:latin typeface="Arial" panose="020B0604020202020204" pitchFamily="34" charset="0"/>
                  <a:ea typeface="幼圆" panose="02010509060101010101" pitchFamily="49" charset="-122"/>
                </a:defRPr>
              </a:lvl4pPr>
              <a:lvl5pPr marL="2057400" indent="-228600">
                <a:defRPr sz="2800" b="1">
                  <a:solidFill>
                    <a:schemeClr val="tx1"/>
                  </a:solidFill>
                  <a:latin typeface="Arial" panose="020B0604020202020204" pitchFamily="34" charset="0"/>
                  <a:ea typeface="幼圆" panose="02010509060101010101" pitchFamily="49" charset="-122"/>
                </a:defRPr>
              </a:lvl5pPr>
              <a:lvl6pPr marL="2514600" indent="-228600" eaLnBrk="0" fontAlgn="base" hangingPunct="0">
                <a:spcBef>
                  <a:spcPct val="0"/>
                </a:spcBef>
                <a:spcAft>
                  <a:spcPct val="0"/>
                </a:spcAft>
                <a:defRPr sz="2800" b="1">
                  <a:solidFill>
                    <a:schemeClr val="tx1"/>
                  </a:solidFill>
                  <a:latin typeface="Arial" panose="020B0604020202020204" pitchFamily="34" charset="0"/>
                  <a:ea typeface="幼圆" panose="02010509060101010101" pitchFamily="49" charset="-122"/>
                </a:defRPr>
              </a:lvl6pPr>
              <a:lvl7pPr marL="2971800" indent="-228600" eaLnBrk="0" fontAlgn="base" hangingPunct="0">
                <a:spcBef>
                  <a:spcPct val="0"/>
                </a:spcBef>
                <a:spcAft>
                  <a:spcPct val="0"/>
                </a:spcAft>
                <a:defRPr sz="2800" b="1">
                  <a:solidFill>
                    <a:schemeClr val="tx1"/>
                  </a:solidFill>
                  <a:latin typeface="Arial" panose="020B0604020202020204" pitchFamily="34" charset="0"/>
                  <a:ea typeface="幼圆" panose="02010509060101010101" pitchFamily="49" charset="-122"/>
                </a:defRPr>
              </a:lvl7pPr>
              <a:lvl8pPr marL="3429000" indent="-228600" eaLnBrk="0" fontAlgn="base" hangingPunct="0">
                <a:spcBef>
                  <a:spcPct val="0"/>
                </a:spcBef>
                <a:spcAft>
                  <a:spcPct val="0"/>
                </a:spcAft>
                <a:defRPr sz="2800" b="1">
                  <a:solidFill>
                    <a:schemeClr val="tx1"/>
                  </a:solidFill>
                  <a:latin typeface="Arial" panose="020B0604020202020204" pitchFamily="34" charset="0"/>
                  <a:ea typeface="幼圆" panose="02010509060101010101" pitchFamily="49" charset="-122"/>
                </a:defRPr>
              </a:lvl8pPr>
              <a:lvl9pPr marL="3886200" indent="-228600" eaLnBrk="0" fontAlgn="base" hangingPunct="0">
                <a:spcBef>
                  <a:spcPct val="0"/>
                </a:spcBef>
                <a:spcAft>
                  <a:spcPct val="0"/>
                </a:spcAft>
                <a:defRPr sz="2800" b="1">
                  <a:solidFill>
                    <a:schemeClr val="tx1"/>
                  </a:solidFill>
                  <a:latin typeface="Arial" panose="020B0604020202020204" pitchFamily="34" charset="0"/>
                  <a:ea typeface="幼圆" panose="02010509060101010101" pitchFamily="49" charset="-122"/>
                </a:defRPr>
              </a:lvl9pPr>
            </a:lstStyle>
            <a:p>
              <a:pPr algn="ctr" eaLnBrk="1" hangingPunct="1">
                <a:spcBef>
                  <a:spcPct val="20000"/>
                </a:spcBef>
                <a:buClrTx/>
                <a:buSzTx/>
                <a:buFontTx/>
                <a:buNone/>
              </a:pPr>
              <a:r>
                <a:rPr lang="en-US" altLang="zh-CN" sz="2000" b="0">
                  <a:latin typeface="Times New Roman" panose="02020603050405020304" pitchFamily="18" charset="0"/>
                  <a:ea typeface="华文中宋" panose="02010600040101010101" pitchFamily="2" charset="-122"/>
                  <a:cs typeface="Times New Roman" panose="02020603050405020304" pitchFamily="18" charset="0"/>
                </a:rPr>
                <a:t>0</a:t>
              </a:r>
              <a:endParaRPr lang="en-US" altLang="zh-CN" sz="2000" b="0">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4126" name="Rectangle 48"/>
            <p:cNvSpPr>
              <a:spLocks noChangeArrowheads="1"/>
            </p:cNvSpPr>
            <p:nvPr/>
          </p:nvSpPr>
          <p:spPr bwMode="auto">
            <a:xfrm>
              <a:off x="2961" y="2443"/>
              <a:ext cx="463"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800" b="1">
                  <a:solidFill>
                    <a:schemeClr val="tx1"/>
                  </a:solidFill>
                  <a:latin typeface="Arial" panose="020B0604020202020204" pitchFamily="34" charset="0"/>
                  <a:ea typeface="幼圆" panose="02010509060101010101" pitchFamily="49" charset="-122"/>
                </a:defRPr>
              </a:lvl1pPr>
              <a:lvl2pPr marL="742950" indent="-285750">
                <a:defRPr sz="2800" b="1">
                  <a:solidFill>
                    <a:schemeClr val="tx1"/>
                  </a:solidFill>
                  <a:latin typeface="Arial" panose="020B0604020202020204" pitchFamily="34" charset="0"/>
                  <a:ea typeface="幼圆" panose="02010509060101010101" pitchFamily="49" charset="-122"/>
                </a:defRPr>
              </a:lvl2pPr>
              <a:lvl3pPr marL="1143000" indent="-228600">
                <a:defRPr sz="2800" b="1">
                  <a:solidFill>
                    <a:schemeClr val="tx1"/>
                  </a:solidFill>
                  <a:latin typeface="Arial" panose="020B0604020202020204" pitchFamily="34" charset="0"/>
                  <a:ea typeface="幼圆" panose="02010509060101010101" pitchFamily="49" charset="-122"/>
                </a:defRPr>
              </a:lvl3pPr>
              <a:lvl4pPr marL="1600200" indent="-228600">
                <a:defRPr sz="2800" b="1">
                  <a:solidFill>
                    <a:schemeClr val="tx1"/>
                  </a:solidFill>
                  <a:latin typeface="Arial" panose="020B0604020202020204" pitchFamily="34" charset="0"/>
                  <a:ea typeface="幼圆" panose="02010509060101010101" pitchFamily="49" charset="-122"/>
                </a:defRPr>
              </a:lvl4pPr>
              <a:lvl5pPr marL="2057400" indent="-228600">
                <a:defRPr sz="2800" b="1">
                  <a:solidFill>
                    <a:schemeClr val="tx1"/>
                  </a:solidFill>
                  <a:latin typeface="Arial" panose="020B0604020202020204" pitchFamily="34" charset="0"/>
                  <a:ea typeface="幼圆" panose="02010509060101010101" pitchFamily="49" charset="-122"/>
                </a:defRPr>
              </a:lvl5pPr>
              <a:lvl6pPr marL="2514600" indent="-228600" eaLnBrk="0" fontAlgn="base" hangingPunct="0">
                <a:spcBef>
                  <a:spcPct val="0"/>
                </a:spcBef>
                <a:spcAft>
                  <a:spcPct val="0"/>
                </a:spcAft>
                <a:defRPr sz="2800" b="1">
                  <a:solidFill>
                    <a:schemeClr val="tx1"/>
                  </a:solidFill>
                  <a:latin typeface="Arial" panose="020B0604020202020204" pitchFamily="34" charset="0"/>
                  <a:ea typeface="幼圆" panose="02010509060101010101" pitchFamily="49" charset="-122"/>
                </a:defRPr>
              </a:lvl6pPr>
              <a:lvl7pPr marL="2971800" indent="-228600" eaLnBrk="0" fontAlgn="base" hangingPunct="0">
                <a:spcBef>
                  <a:spcPct val="0"/>
                </a:spcBef>
                <a:spcAft>
                  <a:spcPct val="0"/>
                </a:spcAft>
                <a:defRPr sz="2800" b="1">
                  <a:solidFill>
                    <a:schemeClr val="tx1"/>
                  </a:solidFill>
                  <a:latin typeface="Arial" panose="020B0604020202020204" pitchFamily="34" charset="0"/>
                  <a:ea typeface="幼圆" panose="02010509060101010101" pitchFamily="49" charset="-122"/>
                </a:defRPr>
              </a:lvl7pPr>
              <a:lvl8pPr marL="3429000" indent="-228600" eaLnBrk="0" fontAlgn="base" hangingPunct="0">
                <a:spcBef>
                  <a:spcPct val="0"/>
                </a:spcBef>
                <a:spcAft>
                  <a:spcPct val="0"/>
                </a:spcAft>
                <a:defRPr sz="2800" b="1">
                  <a:solidFill>
                    <a:schemeClr val="tx1"/>
                  </a:solidFill>
                  <a:latin typeface="Arial" panose="020B0604020202020204" pitchFamily="34" charset="0"/>
                  <a:ea typeface="幼圆" panose="02010509060101010101" pitchFamily="49" charset="-122"/>
                </a:defRPr>
              </a:lvl8pPr>
              <a:lvl9pPr marL="3886200" indent="-228600" eaLnBrk="0" fontAlgn="base" hangingPunct="0">
                <a:spcBef>
                  <a:spcPct val="0"/>
                </a:spcBef>
                <a:spcAft>
                  <a:spcPct val="0"/>
                </a:spcAft>
                <a:defRPr sz="2800" b="1">
                  <a:solidFill>
                    <a:schemeClr val="tx1"/>
                  </a:solidFill>
                  <a:latin typeface="Arial" panose="020B0604020202020204" pitchFamily="34" charset="0"/>
                  <a:ea typeface="幼圆" panose="02010509060101010101" pitchFamily="49" charset="-122"/>
                </a:defRPr>
              </a:lvl9pPr>
            </a:lstStyle>
            <a:p>
              <a:pPr algn="ctr" eaLnBrk="1" hangingPunct="1">
                <a:spcBef>
                  <a:spcPct val="20000"/>
                </a:spcBef>
                <a:buClrTx/>
                <a:buSzTx/>
                <a:buFontTx/>
                <a:buNone/>
              </a:pPr>
              <a:r>
                <a:rPr lang="en-US" altLang="zh-CN" sz="2000" b="0">
                  <a:latin typeface="Times New Roman" panose="02020603050405020304" pitchFamily="18" charset="0"/>
                  <a:ea typeface="华文中宋" panose="02010600040101010101" pitchFamily="2" charset="-122"/>
                  <a:cs typeface="Times New Roman" panose="02020603050405020304" pitchFamily="18" charset="0"/>
                </a:rPr>
                <a:t>1</a:t>
              </a:r>
              <a:endParaRPr lang="en-US" altLang="zh-CN" sz="2000" b="0">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4127" name="Rectangle 49"/>
            <p:cNvSpPr>
              <a:spLocks noChangeArrowheads="1"/>
            </p:cNvSpPr>
            <p:nvPr/>
          </p:nvSpPr>
          <p:spPr bwMode="auto">
            <a:xfrm>
              <a:off x="2069" y="2426"/>
              <a:ext cx="897"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800" b="1">
                  <a:solidFill>
                    <a:schemeClr val="tx1"/>
                  </a:solidFill>
                  <a:latin typeface="Arial" panose="020B0604020202020204" pitchFamily="34" charset="0"/>
                  <a:ea typeface="幼圆" panose="02010509060101010101" pitchFamily="49" charset="-122"/>
                </a:defRPr>
              </a:lvl1pPr>
              <a:lvl2pPr marL="742950" indent="-285750">
                <a:defRPr sz="2800" b="1">
                  <a:solidFill>
                    <a:schemeClr val="tx1"/>
                  </a:solidFill>
                  <a:latin typeface="Arial" panose="020B0604020202020204" pitchFamily="34" charset="0"/>
                  <a:ea typeface="幼圆" panose="02010509060101010101" pitchFamily="49" charset="-122"/>
                </a:defRPr>
              </a:lvl2pPr>
              <a:lvl3pPr marL="1143000" indent="-228600">
                <a:defRPr sz="2800" b="1">
                  <a:solidFill>
                    <a:schemeClr val="tx1"/>
                  </a:solidFill>
                  <a:latin typeface="Arial" panose="020B0604020202020204" pitchFamily="34" charset="0"/>
                  <a:ea typeface="幼圆" panose="02010509060101010101" pitchFamily="49" charset="-122"/>
                </a:defRPr>
              </a:lvl3pPr>
              <a:lvl4pPr marL="1600200" indent="-228600">
                <a:defRPr sz="2800" b="1">
                  <a:solidFill>
                    <a:schemeClr val="tx1"/>
                  </a:solidFill>
                  <a:latin typeface="Arial" panose="020B0604020202020204" pitchFamily="34" charset="0"/>
                  <a:ea typeface="幼圆" panose="02010509060101010101" pitchFamily="49" charset="-122"/>
                </a:defRPr>
              </a:lvl4pPr>
              <a:lvl5pPr marL="2057400" indent="-228600">
                <a:defRPr sz="2800" b="1">
                  <a:solidFill>
                    <a:schemeClr val="tx1"/>
                  </a:solidFill>
                  <a:latin typeface="Arial" panose="020B0604020202020204" pitchFamily="34" charset="0"/>
                  <a:ea typeface="幼圆" panose="02010509060101010101" pitchFamily="49" charset="-122"/>
                </a:defRPr>
              </a:lvl5pPr>
              <a:lvl6pPr marL="2514600" indent="-228600" eaLnBrk="0" fontAlgn="base" hangingPunct="0">
                <a:spcBef>
                  <a:spcPct val="0"/>
                </a:spcBef>
                <a:spcAft>
                  <a:spcPct val="0"/>
                </a:spcAft>
                <a:defRPr sz="2800" b="1">
                  <a:solidFill>
                    <a:schemeClr val="tx1"/>
                  </a:solidFill>
                  <a:latin typeface="Arial" panose="020B0604020202020204" pitchFamily="34" charset="0"/>
                  <a:ea typeface="幼圆" panose="02010509060101010101" pitchFamily="49" charset="-122"/>
                </a:defRPr>
              </a:lvl6pPr>
              <a:lvl7pPr marL="2971800" indent="-228600" eaLnBrk="0" fontAlgn="base" hangingPunct="0">
                <a:spcBef>
                  <a:spcPct val="0"/>
                </a:spcBef>
                <a:spcAft>
                  <a:spcPct val="0"/>
                </a:spcAft>
                <a:defRPr sz="2800" b="1">
                  <a:solidFill>
                    <a:schemeClr val="tx1"/>
                  </a:solidFill>
                  <a:latin typeface="Arial" panose="020B0604020202020204" pitchFamily="34" charset="0"/>
                  <a:ea typeface="幼圆" panose="02010509060101010101" pitchFamily="49" charset="-122"/>
                </a:defRPr>
              </a:lvl7pPr>
              <a:lvl8pPr marL="3429000" indent="-228600" eaLnBrk="0" fontAlgn="base" hangingPunct="0">
                <a:spcBef>
                  <a:spcPct val="0"/>
                </a:spcBef>
                <a:spcAft>
                  <a:spcPct val="0"/>
                </a:spcAft>
                <a:defRPr sz="2800" b="1">
                  <a:solidFill>
                    <a:schemeClr val="tx1"/>
                  </a:solidFill>
                  <a:latin typeface="Arial" panose="020B0604020202020204" pitchFamily="34" charset="0"/>
                  <a:ea typeface="幼圆" panose="02010509060101010101" pitchFamily="49" charset="-122"/>
                </a:defRPr>
              </a:lvl8pPr>
              <a:lvl9pPr marL="3886200" indent="-228600" eaLnBrk="0" fontAlgn="base" hangingPunct="0">
                <a:spcBef>
                  <a:spcPct val="0"/>
                </a:spcBef>
                <a:spcAft>
                  <a:spcPct val="0"/>
                </a:spcAft>
                <a:defRPr sz="2800" b="1">
                  <a:solidFill>
                    <a:schemeClr val="tx1"/>
                  </a:solidFill>
                  <a:latin typeface="Arial" panose="020B0604020202020204" pitchFamily="34" charset="0"/>
                  <a:ea typeface="幼圆" panose="02010509060101010101" pitchFamily="49" charset="-122"/>
                </a:defRPr>
              </a:lvl9pPr>
            </a:lstStyle>
            <a:p>
              <a:pPr algn="ctr" eaLnBrk="1" hangingPunct="1">
                <a:spcBef>
                  <a:spcPct val="20000"/>
                </a:spcBef>
                <a:buClrTx/>
                <a:buSzTx/>
                <a:buFontTx/>
                <a:buNone/>
              </a:pPr>
              <a:r>
                <a:rPr lang="en-US" altLang="zh-CN" sz="2000" b="0">
                  <a:latin typeface="Times New Roman" panose="02020603050405020304" pitchFamily="18" charset="0"/>
                  <a:ea typeface="华文中宋" panose="02010600040101010101" pitchFamily="2" charset="-122"/>
                  <a:cs typeface="Times New Roman" panose="02020603050405020304" pitchFamily="18" charset="0"/>
                </a:rPr>
                <a:t>F</a:t>
              </a:r>
              <a:r>
                <a:rPr lang="en-US" altLang="zh-CN" sz="2000" b="0" baseline="-25000">
                  <a:latin typeface="Times New Roman" panose="02020603050405020304" pitchFamily="18" charset="0"/>
                  <a:ea typeface="华文中宋" panose="02010600040101010101" pitchFamily="2" charset="-122"/>
                  <a:cs typeface="Times New Roman" panose="02020603050405020304" pitchFamily="18" charset="0"/>
                </a:rPr>
                <a:t>r</a:t>
              </a:r>
              <a:r>
                <a:rPr lang="en-US" altLang="zh-CN" sz="2000" b="0">
                  <a:latin typeface="Times New Roman" panose="02020603050405020304" pitchFamily="18" charset="0"/>
                  <a:ea typeface="华文中宋" panose="02010600040101010101" pitchFamily="2" charset="-122"/>
                  <a:cs typeface="Times New Roman" panose="02020603050405020304" pitchFamily="18" charset="0"/>
                </a:rPr>
                <a:t>/(2Y)</a:t>
              </a:r>
              <a:endParaRPr lang="en-US" altLang="zh-CN" sz="2000" b="0">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4128" name="Rectangle 50"/>
            <p:cNvSpPr>
              <a:spLocks noChangeArrowheads="1"/>
            </p:cNvSpPr>
            <p:nvPr/>
          </p:nvSpPr>
          <p:spPr bwMode="auto">
            <a:xfrm>
              <a:off x="1455" y="2455"/>
              <a:ext cx="620"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800" b="1">
                  <a:solidFill>
                    <a:schemeClr val="tx1"/>
                  </a:solidFill>
                  <a:latin typeface="Arial" panose="020B0604020202020204" pitchFamily="34" charset="0"/>
                  <a:ea typeface="幼圆" panose="02010509060101010101" pitchFamily="49" charset="-122"/>
                </a:defRPr>
              </a:lvl1pPr>
              <a:lvl2pPr marL="742950" indent="-285750">
                <a:defRPr sz="2800" b="1">
                  <a:solidFill>
                    <a:schemeClr val="tx1"/>
                  </a:solidFill>
                  <a:latin typeface="Arial" panose="020B0604020202020204" pitchFamily="34" charset="0"/>
                  <a:ea typeface="幼圆" panose="02010509060101010101" pitchFamily="49" charset="-122"/>
                </a:defRPr>
              </a:lvl2pPr>
              <a:lvl3pPr marL="1143000" indent="-228600">
                <a:defRPr sz="2800" b="1">
                  <a:solidFill>
                    <a:schemeClr val="tx1"/>
                  </a:solidFill>
                  <a:latin typeface="Arial" panose="020B0604020202020204" pitchFamily="34" charset="0"/>
                  <a:ea typeface="幼圆" panose="02010509060101010101" pitchFamily="49" charset="-122"/>
                </a:defRPr>
              </a:lvl3pPr>
              <a:lvl4pPr marL="1600200" indent="-228600">
                <a:defRPr sz="2800" b="1">
                  <a:solidFill>
                    <a:schemeClr val="tx1"/>
                  </a:solidFill>
                  <a:latin typeface="Arial" panose="020B0604020202020204" pitchFamily="34" charset="0"/>
                  <a:ea typeface="幼圆" panose="02010509060101010101" pitchFamily="49" charset="-122"/>
                </a:defRPr>
              </a:lvl4pPr>
              <a:lvl5pPr marL="2057400" indent="-228600">
                <a:defRPr sz="2800" b="1">
                  <a:solidFill>
                    <a:schemeClr val="tx1"/>
                  </a:solidFill>
                  <a:latin typeface="Arial" panose="020B0604020202020204" pitchFamily="34" charset="0"/>
                  <a:ea typeface="幼圆" panose="02010509060101010101" pitchFamily="49" charset="-122"/>
                </a:defRPr>
              </a:lvl5pPr>
              <a:lvl6pPr marL="2514600" indent="-228600" eaLnBrk="0" fontAlgn="base" hangingPunct="0">
                <a:spcBef>
                  <a:spcPct val="0"/>
                </a:spcBef>
                <a:spcAft>
                  <a:spcPct val="0"/>
                </a:spcAft>
                <a:defRPr sz="2800" b="1">
                  <a:solidFill>
                    <a:schemeClr val="tx1"/>
                  </a:solidFill>
                  <a:latin typeface="Arial" panose="020B0604020202020204" pitchFamily="34" charset="0"/>
                  <a:ea typeface="幼圆" panose="02010509060101010101" pitchFamily="49" charset="-122"/>
                </a:defRPr>
              </a:lvl6pPr>
              <a:lvl7pPr marL="2971800" indent="-228600" eaLnBrk="0" fontAlgn="base" hangingPunct="0">
                <a:spcBef>
                  <a:spcPct val="0"/>
                </a:spcBef>
                <a:spcAft>
                  <a:spcPct val="0"/>
                </a:spcAft>
                <a:defRPr sz="2800" b="1">
                  <a:solidFill>
                    <a:schemeClr val="tx1"/>
                  </a:solidFill>
                  <a:latin typeface="Arial" panose="020B0604020202020204" pitchFamily="34" charset="0"/>
                  <a:ea typeface="幼圆" panose="02010509060101010101" pitchFamily="49" charset="-122"/>
                </a:defRPr>
              </a:lvl7pPr>
              <a:lvl8pPr marL="3429000" indent="-228600" eaLnBrk="0" fontAlgn="base" hangingPunct="0">
                <a:spcBef>
                  <a:spcPct val="0"/>
                </a:spcBef>
                <a:spcAft>
                  <a:spcPct val="0"/>
                </a:spcAft>
                <a:defRPr sz="2800" b="1">
                  <a:solidFill>
                    <a:schemeClr val="tx1"/>
                  </a:solidFill>
                  <a:latin typeface="Arial" panose="020B0604020202020204" pitchFamily="34" charset="0"/>
                  <a:ea typeface="幼圆" panose="02010509060101010101" pitchFamily="49" charset="-122"/>
                </a:defRPr>
              </a:lvl8pPr>
              <a:lvl9pPr marL="3886200" indent="-228600" eaLnBrk="0" fontAlgn="base" hangingPunct="0">
                <a:spcBef>
                  <a:spcPct val="0"/>
                </a:spcBef>
                <a:spcAft>
                  <a:spcPct val="0"/>
                </a:spcAft>
                <a:defRPr sz="2800" b="1">
                  <a:solidFill>
                    <a:schemeClr val="tx1"/>
                  </a:solidFill>
                  <a:latin typeface="Arial" panose="020B0604020202020204" pitchFamily="34" charset="0"/>
                  <a:ea typeface="幼圆" panose="02010509060101010101" pitchFamily="49" charset="-122"/>
                </a:defRPr>
              </a:lvl9pPr>
            </a:lstStyle>
            <a:p>
              <a:pPr indent="0" eaLnBrk="1" hangingPunct="1">
                <a:spcBef>
                  <a:spcPct val="20000"/>
                </a:spcBef>
                <a:buNone/>
              </a:pPr>
              <a:r>
                <a:rPr lang="en-US" altLang="zh-CN" sz="2000" b="0">
                  <a:latin typeface="Times New Roman" panose="02020603050405020304" pitchFamily="18" charset="0"/>
                  <a:ea typeface="华文中宋" panose="02010600040101010101" pitchFamily="2" charset="-122"/>
                  <a:cs typeface="Times New Roman" panose="02020603050405020304" pitchFamily="18" charset="0"/>
                </a:rPr>
                <a:t>  0.42</a:t>
              </a:r>
              <a:endParaRPr lang="en-US" altLang="zh-CN" sz="2400" b="0">
                <a:latin typeface="Verdana" panose="020B0604030504040204" pitchFamily="34" charset="0"/>
                <a:ea typeface="华文中宋" panose="02010600040101010101" pitchFamily="2" charset="-122"/>
              </a:endParaRPr>
            </a:p>
          </p:txBody>
        </p:sp>
        <p:sp>
          <p:nvSpPr>
            <p:cNvPr id="4129" name="Rectangle 51"/>
            <p:cNvSpPr>
              <a:spLocks noChangeArrowheads="1"/>
            </p:cNvSpPr>
            <p:nvPr/>
          </p:nvSpPr>
          <p:spPr bwMode="auto">
            <a:xfrm>
              <a:off x="529" y="2455"/>
              <a:ext cx="909"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800" b="1">
                  <a:solidFill>
                    <a:schemeClr val="tx1"/>
                  </a:solidFill>
                  <a:latin typeface="Arial" panose="020B0604020202020204" pitchFamily="34" charset="0"/>
                  <a:ea typeface="幼圆" panose="02010509060101010101" pitchFamily="49" charset="-122"/>
                </a:defRPr>
              </a:lvl1pPr>
              <a:lvl2pPr marL="742950" indent="-285750">
                <a:defRPr sz="2800" b="1">
                  <a:solidFill>
                    <a:schemeClr val="tx1"/>
                  </a:solidFill>
                  <a:latin typeface="Arial" panose="020B0604020202020204" pitchFamily="34" charset="0"/>
                  <a:ea typeface="幼圆" panose="02010509060101010101" pitchFamily="49" charset="-122"/>
                </a:defRPr>
              </a:lvl2pPr>
              <a:lvl3pPr marL="1143000" indent="-228600">
                <a:defRPr sz="2800" b="1">
                  <a:solidFill>
                    <a:schemeClr val="tx1"/>
                  </a:solidFill>
                  <a:latin typeface="Arial" panose="020B0604020202020204" pitchFamily="34" charset="0"/>
                  <a:ea typeface="幼圆" panose="02010509060101010101" pitchFamily="49" charset="-122"/>
                </a:defRPr>
              </a:lvl3pPr>
              <a:lvl4pPr marL="1600200" indent="-228600">
                <a:defRPr sz="2800" b="1">
                  <a:solidFill>
                    <a:schemeClr val="tx1"/>
                  </a:solidFill>
                  <a:latin typeface="Arial" panose="020B0604020202020204" pitchFamily="34" charset="0"/>
                  <a:ea typeface="幼圆" panose="02010509060101010101" pitchFamily="49" charset="-122"/>
                </a:defRPr>
              </a:lvl4pPr>
              <a:lvl5pPr marL="2057400" indent="-228600">
                <a:defRPr sz="2800" b="1">
                  <a:solidFill>
                    <a:schemeClr val="tx1"/>
                  </a:solidFill>
                  <a:latin typeface="Arial" panose="020B0604020202020204" pitchFamily="34" charset="0"/>
                  <a:ea typeface="幼圆" panose="02010509060101010101" pitchFamily="49" charset="-122"/>
                </a:defRPr>
              </a:lvl5pPr>
              <a:lvl6pPr marL="2514600" indent="-228600" eaLnBrk="0" fontAlgn="base" hangingPunct="0">
                <a:spcBef>
                  <a:spcPct val="0"/>
                </a:spcBef>
                <a:spcAft>
                  <a:spcPct val="0"/>
                </a:spcAft>
                <a:defRPr sz="2800" b="1">
                  <a:solidFill>
                    <a:schemeClr val="tx1"/>
                  </a:solidFill>
                  <a:latin typeface="Arial" panose="020B0604020202020204" pitchFamily="34" charset="0"/>
                  <a:ea typeface="幼圆" panose="02010509060101010101" pitchFamily="49" charset="-122"/>
                </a:defRPr>
              </a:lvl6pPr>
              <a:lvl7pPr marL="2971800" indent="-228600" eaLnBrk="0" fontAlgn="base" hangingPunct="0">
                <a:spcBef>
                  <a:spcPct val="0"/>
                </a:spcBef>
                <a:spcAft>
                  <a:spcPct val="0"/>
                </a:spcAft>
                <a:defRPr sz="2800" b="1">
                  <a:solidFill>
                    <a:schemeClr val="tx1"/>
                  </a:solidFill>
                  <a:latin typeface="Arial" panose="020B0604020202020204" pitchFamily="34" charset="0"/>
                  <a:ea typeface="幼圆" panose="02010509060101010101" pitchFamily="49" charset="-122"/>
                </a:defRPr>
              </a:lvl7pPr>
              <a:lvl8pPr marL="3429000" indent="-228600" eaLnBrk="0" fontAlgn="base" hangingPunct="0">
                <a:spcBef>
                  <a:spcPct val="0"/>
                </a:spcBef>
                <a:spcAft>
                  <a:spcPct val="0"/>
                </a:spcAft>
                <a:defRPr sz="2800" b="1">
                  <a:solidFill>
                    <a:schemeClr val="tx1"/>
                  </a:solidFill>
                  <a:latin typeface="Arial" panose="020B0604020202020204" pitchFamily="34" charset="0"/>
                  <a:ea typeface="幼圆" panose="02010509060101010101" pitchFamily="49" charset="-122"/>
                </a:defRPr>
              </a:lvl8pPr>
              <a:lvl9pPr marL="3886200" indent="-228600" eaLnBrk="0" fontAlgn="base" hangingPunct="0">
                <a:spcBef>
                  <a:spcPct val="0"/>
                </a:spcBef>
                <a:spcAft>
                  <a:spcPct val="0"/>
                </a:spcAft>
                <a:defRPr sz="2800" b="1">
                  <a:solidFill>
                    <a:schemeClr val="tx1"/>
                  </a:solidFill>
                  <a:latin typeface="Arial" panose="020B0604020202020204" pitchFamily="34" charset="0"/>
                  <a:ea typeface="幼圆" panose="02010509060101010101" pitchFamily="49" charset="-122"/>
                </a:defRPr>
              </a:lvl9pPr>
            </a:lstStyle>
            <a:p>
              <a:pPr indent="0" algn="ctr" eaLnBrk="1" hangingPunct="1">
                <a:spcBef>
                  <a:spcPct val="20000"/>
                </a:spcBef>
                <a:buNone/>
              </a:pPr>
              <a:r>
                <a:rPr lang="en-US" altLang="zh-CN" sz="2000" b="0">
                  <a:latin typeface="Times New Roman" panose="02020603050405020304" pitchFamily="18" charset="0"/>
                  <a:ea typeface="华文中宋" panose="02010600040101010101" pitchFamily="2" charset="-122"/>
                  <a:cs typeface="Times New Roman" panose="02020603050405020304" pitchFamily="18" charset="0"/>
                </a:rPr>
                <a:t>160000</a:t>
              </a:r>
              <a:endParaRPr lang="en-US" altLang="zh-CN" sz="2000" b="0">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4130" name="Rectangle 52"/>
            <p:cNvSpPr>
              <a:spLocks noChangeArrowheads="1"/>
            </p:cNvSpPr>
            <p:nvPr/>
          </p:nvSpPr>
          <p:spPr bwMode="auto">
            <a:xfrm>
              <a:off x="3918" y="1727"/>
              <a:ext cx="973" cy="29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800" b="1">
                  <a:solidFill>
                    <a:schemeClr val="tx1"/>
                  </a:solidFill>
                  <a:latin typeface="Arial" panose="020B0604020202020204" pitchFamily="34" charset="0"/>
                  <a:ea typeface="幼圆" panose="02010509060101010101" pitchFamily="49" charset="-122"/>
                </a:defRPr>
              </a:lvl1pPr>
              <a:lvl2pPr marL="742950" indent="-285750">
                <a:defRPr sz="2800" b="1">
                  <a:solidFill>
                    <a:schemeClr val="tx1"/>
                  </a:solidFill>
                  <a:latin typeface="Arial" panose="020B0604020202020204" pitchFamily="34" charset="0"/>
                  <a:ea typeface="幼圆" panose="02010509060101010101" pitchFamily="49" charset="-122"/>
                </a:defRPr>
              </a:lvl2pPr>
              <a:lvl3pPr marL="1143000" indent="-228600">
                <a:defRPr sz="2800" b="1">
                  <a:solidFill>
                    <a:schemeClr val="tx1"/>
                  </a:solidFill>
                  <a:latin typeface="Arial" panose="020B0604020202020204" pitchFamily="34" charset="0"/>
                  <a:ea typeface="幼圆" panose="02010509060101010101" pitchFamily="49" charset="-122"/>
                </a:defRPr>
              </a:lvl3pPr>
              <a:lvl4pPr marL="1600200" indent="-228600">
                <a:defRPr sz="2800" b="1">
                  <a:solidFill>
                    <a:schemeClr val="tx1"/>
                  </a:solidFill>
                  <a:latin typeface="Arial" panose="020B0604020202020204" pitchFamily="34" charset="0"/>
                  <a:ea typeface="幼圆" panose="02010509060101010101" pitchFamily="49" charset="-122"/>
                </a:defRPr>
              </a:lvl4pPr>
              <a:lvl5pPr marL="2057400" indent="-228600">
                <a:defRPr sz="2800" b="1">
                  <a:solidFill>
                    <a:schemeClr val="tx1"/>
                  </a:solidFill>
                  <a:latin typeface="Arial" panose="020B0604020202020204" pitchFamily="34" charset="0"/>
                  <a:ea typeface="幼圆" panose="02010509060101010101" pitchFamily="49" charset="-122"/>
                </a:defRPr>
              </a:lvl5pPr>
              <a:lvl6pPr marL="2514600" indent="-228600" eaLnBrk="0" fontAlgn="base" hangingPunct="0">
                <a:spcBef>
                  <a:spcPct val="0"/>
                </a:spcBef>
                <a:spcAft>
                  <a:spcPct val="0"/>
                </a:spcAft>
                <a:defRPr sz="2800" b="1">
                  <a:solidFill>
                    <a:schemeClr val="tx1"/>
                  </a:solidFill>
                  <a:latin typeface="Arial" panose="020B0604020202020204" pitchFamily="34" charset="0"/>
                  <a:ea typeface="幼圆" panose="02010509060101010101" pitchFamily="49" charset="-122"/>
                </a:defRPr>
              </a:lvl6pPr>
              <a:lvl7pPr marL="2971800" indent="-228600" eaLnBrk="0" fontAlgn="base" hangingPunct="0">
                <a:spcBef>
                  <a:spcPct val="0"/>
                </a:spcBef>
                <a:spcAft>
                  <a:spcPct val="0"/>
                </a:spcAft>
                <a:defRPr sz="2800" b="1">
                  <a:solidFill>
                    <a:schemeClr val="tx1"/>
                  </a:solidFill>
                  <a:latin typeface="Arial" panose="020B0604020202020204" pitchFamily="34" charset="0"/>
                  <a:ea typeface="幼圆" panose="02010509060101010101" pitchFamily="49" charset="-122"/>
                </a:defRPr>
              </a:lvl7pPr>
              <a:lvl8pPr marL="3429000" indent="-228600" eaLnBrk="0" fontAlgn="base" hangingPunct="0">
                <a:spcBef>
                  <a:spcPct val="0"/>
                </a:spcBef>
                <a:spcAft>
                  <a:spcPct val="0"/>
                </a:spcAft>
                <a:defRPr sz="2800" b="1">
                  <a:solidFill>
                    <a:schemeClr val="tx1"/>
                  </a:solidFill>
                  <a:latin typeface="Arial" panose="020B0604020202020204" pitchFamily="34" charset="0"/>
                  <a:ea typeface="幼圆" panose="02010509060101010101" pitchFamily="49" charset="-122"/>
                </a:defRPr>
              </a:lvl8pPr>
              <a:lvl9pPr marL="3886200" indent="-228600" eaLnBrk="0" fontAlgn="base" hangingPunct="0">
                <a:spcBef>
                  <a:spcPct val="0"/>
                </a:spcBef>
                <a:spcAft>
                  <a:spcPct val="0"/>
                </a:spcAft>
                <a:defRPr sz="2800" b="1">
                  <a:solidFill>
                    <a:schemeClr val="tx1"/>
                  </a:solidFill>
                  <a:latin typeface="Arial" panose="020B0604020202020204" pitchFamily="34" charset="0"/>
                  <a:ea typeface="幼圆" panose="02010509060101010101" pitchFamily="49" charset="-122"/>
                </a:defRPr>
              </a:lvl9pPr>
            </a:lstStyle>
            <a:p>
              <a:pPr indent="0" eaLnBrk="1" hangingPunct="1">
                <a:spcBef>
                  <a:spcPct val="20000"/>
                </a:spcBef>
                <a:buNone/>
              </a:pPr>
              <a:r>
                <a:rPr lang="en-US" altLang="zh-CN" sz="2400" b="0">
                  <a:latin typeface="Verdana" panose="020B0604030504040204" pitchFamily="34" charset="0"/>
                  <a:ea typeface="华文中宋" panose="02010600040101010101" pitchFamily="2" charset="-122"/>
                </a:rPr>
                <a:t>F</a:t>
              </a:r>
              <a:r>
                <a:rPr lang="en-US" altLang="zh-CN" sz="2400" b="0" baseline="-25000">
                  <a:latin typeface="Verdana" panose="020B0604030504040204" pitchFamily="34" charset="0"/>
                  <a:ea typeface="华文中宋" panose="02010600040101010101" pitchFamily="2" charset="-122"/>
                </a:rPr>
                <a:t>r</a:t>
              </a:r>
              <a:r>
                <a:rPr lang="en-US" altLang="zh-CN" sz="2400" b="0">
                  <a:latin typeface="Verdana" panose="020B0604030504040204" pitchFamily="34" charset="0"/>
                  <a:ea typeface="华文中宋" panose="02010600040101010101" pitchFamily="2" charset="-122"/>
                </a:rPr>
                <a:t>/ F</a:t>
              </a:r>
              <a:r>
                <a:rPr lang="en-US" altLang="zh-CN" sz="2400" b="0" baseline="-25000">
                  <a:latin typeface="Verdana" panose="020B0604030504040204" pitchFamily="34" charset="0"/>
                  <a:ea typeface="华文中宋" panose="02010600040101010101" pitchFamily="2" charset="-122"/>
                </a:rPr>
                <a:t>a</a:t>
              </a:r>
              <a:r>
                <a:rPr lang="zh-CN" altLang="en-US" sz="2400" b="0">
                  <a:latin typeface="Verdana" panose="020B0604030504040204" pitchFamily="34" charset="0"/>
                  <a:ea typeface="华文中宋" panose="02010600040101010101" pitchFamily="2" charset="-122"/>
                </a:rPr>
                <a:t>＞</a:t>
              </a:r>
              <a:r>
                <a:rPr lang="en-US" altLang="zh-CN" sz="2400" b="0">
                  <a:latin typeface="Verdana" panose="020B0604030504040204" pitchFamily="34" charset="0"/>
                  <a:ea typeface="华文中宋" panose="02010600040101010101" pitchFamily="2" charset="-122"/>
                </a:rPr>
                <a:t>e</a:t>
              </a:r>
              <a:endParaRPr lang="en-US" altLang="zh-CN" sz="2400" b="0">
                <a:latin typeface="Verdana" panose="020B0604030504040204" pitchFamily="34" charset="0"/>
                <a:ea typeface="华文中宋" panose="02010600040101010101" pitchFamily="2" charset="-122"/>
              </a:endParaRPr>
            </a:p>
          </p:txBody>
        </p:sp>
        <p:sp>
          <p:nvSpPr>
            <p:cNvPr id="4131" name="Rectangle 53"/>
            <p:cNvSpPr>
              <a:spLocks noChangeArrowheads="1"/>
            </p:cNvSpPr>
            <p:nvPr/>
          </p:nvSpPr>
          <p:spPr bwMode="auto">
            <a:xfrm>
              <a:off x="2955" y="1749"/>
              <a:ext cx="963" cy="2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800" b="1">
                  <a:solidFill>
                    <a:schemeClr val="tx1"/>
                  </a:solidFill>
                  <a:latin typeface="Arial" panose="020B0604020202020204" pitchFamily="34" charset="0"/>
                  <a:ea typeface="幼圆" panose="02010509060101010101" pitchFamily="49" charset="-122"/>
                </a:defRPr>
              </a:lvl1pPr>
              <a:lvl2pPr marL="742950" indent="-285750">
                <a:defRPr sz="2800" b="1">
                  <a:solidFill>
                    <a:schemeClr val="tx1"/>
                  </a:solidFill>
                  <a:latin typeface="Arial" panose="020B0604020202020204" pitchFamily="34" charset="0"/>
                  <a:ea typeface="幼圆" panose="02010509060101010101" pitchFamily="49" charset="-122"/>
                </a:defRPr>
              </a:lvl2pPr>
              <a:lvl3pPr marL="1143000" indent="-228600">
                <a:defRPr sz="2800" b="1">
                  <a:solidFill>
                    <a:schemeClr val="tx1"/>
                  </a:solidFill>
                  <a:latin typeface="Arial" panose="020B0604020202020204" pitchFamily="34" charset="0"/>
                  <a:ea typeface="幼圆" panose="02010509060101010101" pitchFamily="49" charset="-122"/>
                </a:defRPr>
              </a:lvl3pPr>
              <a:lvl4pPr marL="1600200" indent="-228600">
                <a:defRPr sz="2800" b="1">
                  <a:solidFill>
                    <a:schemeClr val="tx1"/>
                  </a:solidFill>
                  <a:latin typeface="Arial" panose="020B0604020202020204" pitchFamily="34" charset="0"/>
                  <a:ea typeface="幼圆" panose="02010509060101010101" pitchFamily="49" charset="-122"/>
                </a:defRPr>
              </a:lvl4pPr>
              <a:lvl5pPr marL="2057400" indent="-228600">
                <a:defRPr sz="2800" b="1">
                  <a:solidFill>
                    <a:schemeClr val="tx1"/>
                  </a:solidFill>
                  <a:latin typeface="Arial" panose="020B0604020202020204" pitchFamily="34" charset="0"/>
                  <a:ea typeface="幼圆" panose="02010509060101010101" pitchFamily="49" charset="-122"/>
                </a:defRPr>
              </a:lvl5pPr>
              <a:lvl6pPr marL="2514600" indent="-228600" eaLnBrk="0" fontAlgn="base" hangingPunct="0">
                <a:spcBef>
                  <a:spcPct val="0"/>
                </a:spcBef>
                <a:spcAft>
                  <a:spcPct val="0"/>
                </a:spcAft>
                <a:defRPr sz="2800" b="1">
                  <a:solidFill>
                    <a:schemeClr val="tx1"/>
                  </a:solidFill>
                  <a:latin typeface="Arial" panose="020B0604020202020204" pitchFamily="34" charset="0"/>
                  <a:ea typeface="幼圆" panose="02010509060101010101" pitchFamily="49" charset="-122"/>
                </a:defRPr>
              </a:lvl6pPr>
              <a:lvl7pPr marL="2971800" indent="-228600" eaLnBrk="0" fontAlgn="base" hangingPunct="0">
                <a:spcBef>
                  <a:spcPct val="0"/>
                </a:spcBef>
                <a:spcAft>
                  <a:spcPct val="0"/>
                </a:spcAft>
                <a:defRPr sz="2800" b="1">
                  <a:solidFill>
                    <a:schemeClr val="tx1"/>
                  </a:solidFill>
                  <a:latin typeface="Arial" panose="020B0604020202020204" pitchFamily="34" charset="0"/>
                  <a:ea typeface="幼圆" panose="02010509060101010101" pitchFamily="49" charset="-122"/>
                </a:defRPr>
              </a:lvl7pPr>
              <a:lvl8pPr marL="3429000" indent="-228600" eaLnBrk="0" fontAlgn="base" hangingPunct="0">
                <a:spcBef>
                  <a:spcPct val="0"/>
                </a:spcBef>
                <a:spcAft>
                  <a:spcPct val="0"/>
                </a:spcAft>
                <a:defRPr sz="2800" b="1">
                  <a:solidFill>
                    <a:schemeClr val="tx1"/>
                  </a:solidFill>
                  <a:latin typeface="Arial" panose="020B0604020202020204" pitchFamily="34" charset="0"/>
                  <a:ea typeface="幼圆" panose="02010509060101010101" pitchFamily="49" charset="-122"/>
                </a:defRPr>
              </a:lvl8pPr>
              <a:lvl9pPr marL="3886200" indent="-228600" eaLnBrk="0" fontAlgn="base" hangingPunct="0">
                <a:spcBef>
                  <a:spcPct val="0"/>
                </a:spcBef>
                <a:spcAft>
                  <a:spcPct val="0"/>
                </a:spcAft>
                <a:defRPr sz="2800" b="1">
                  <a:solidFill>
                    <a:schemeClr val="tx1"/>
                  </a:solidFill>
                  <a:latin typeface="Arial" panose="020B0604020202020204" pitchFamily="34" charset="0"/>
                  <a:ea typeface="幼圆" panose="02010509060101010101" pitchFamily="49" charset="-122"/>
                </a:defRPr>
              </a:lvl9pPr>
            </a:lstStyle>
            <a:p>
              <a:pPr indent="0" eaLnBrk="1" hangingPunct="1">
                <a:spcBef>
                  <a:spcPct val="20000"/>
                </a:spcBef>
                <a:buNone/>
              </a:pPr>
              <a:r>
                <a:rPr lang="en-US" altLang="zh-CN" sz="2400" b="0">
                  <a:latin typeface="Verdana" panose="020B0604030504040204" pitchFamily="34" charset="0"/>
                  <a:ea typeface="华文中宋" panose="02010600040101010101" pitchFamily="2" charset="-122"/>
                </a:rPr>
                <a:t>F</a:t>
              </a:r>
              <a:r>
                <a:rPr lang="en-US" altLang="zh-CN" sz="2400" b="0" baseline="-25000">
                  <a:latin typeface="Verdana" panose="020B0604030504040204" pitchFamily="34" charset="0"/>
                  <a:ea typeface="华文中宋" panose="02010600040101010101" pitchFamily="2" charset="-122"/>
                </a:rPr>
                <a:t>r</a:t>
              </a:r>
              <a:r>
                <a:rPr lang="en-US" altLang="zh-CN" sz="2400" b="0">
                  <a:latin typeface="Verdana" panose="020B0604030504040204" pitchFamily="34" charset="0"/>
                  <a:ea typeface="华文中宋" panose="02010600040101010101" pitchFamily="2" charset="-122"/>
                </a:rPr>
                <a:t>/ F</a:t>
              </a:r>
              <a:r>
                <a:rPr lang="en-US" altLang="zh-CN" sz="2400" b="0" baseline="-25000">
                  <a:latin typeface="Verdana" panose="020B0604030504040204" pitchFamily="34" charset="0"/>
                  <a:ea typeface="华文中宋" panose="02010600040101010101" pitchFamily="2" charset="-122"/>
                </a:rPr>
                <a:t>a</a:t>
              </a:r>
              <a:r>
                <a:rPr lang="en-US" altLang="zh-CN" sz="2400" b="0">
                  <a:latin typeface="Verdana" panose="020B0604030504040204" pitchFamily="34" charset="0"/>
                  <a:ea typeface="华文中宋" panose="02010600040101010101" pitchFamily="2" charset="-122"/>
                </a:rPr>
                <a:t>≤e</a:t>
              </a:r>
              <a:endParaRPr lang="en-US" altLang="zh-CN" b="0">
                <a:ea typeface="宋体" panose="02010600030101010101" pitchFamily="2" charset="-122"/>
              </a:endParaRPr>
            </a:p>
          </p:txBody>
        </p:sp>
        <p:sp>
          <p:nvSpPr>
            <p:cNvPr id="4132" name="Rectangle 54"/>
            <p:cNvSpPr>
              <a:spLocks noChangeArrowheads="1"/>
            </p:cNvSpPr>
            <p:nvPr/>
          </p:nvSpPr>
          <p:spPr bwMode="auto">
            <a:xfrm>
              <a:off x="2069" y="1744"/>
              <a:ext cx="897" cy="5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defRPr sz="2800" b="1">
                  <a:solidFill>
                    <a:schemeClr val="tx1"/>
                  </a:solidFill>
                  <a:latin typeface="Arial" panose="020B0604020202020204" pitchFamily="34" charset="0"/>
                  <a:ea typeface="幼圆" panose="02010509060101010101" pitchFamily="49" charset="-122"/>
                </a:defRPr>
              </a:lvl1pPr>
              <a:lvl2pPr marL="742950" indent="-285750">
                <a:defRPr sz="2800" b="1">
                  <a:solidFill>
                    <a:schemeClr val="tx1"/>
                  </a:solidFill>
                  <a:latin typeface="Arial" panose="020B0604020202020204" pitchFamily="34" charset="0"/>
                  <a:ea typeface="幼圆" panose="02010509060101010101" pitchFamily="49" charset="-122"/>
                </a:defRPr>
              </a:lvl2pPr>
              <a:lvl3pPr marL="1143000" indent="-228600">
                <a:defRPr sz="2800" b="1">
                  <a:solidFill>
                    <a:schemeClr val="tx1"/>
                  </a:solidFill>
                  <a:latin typeface="Arial" panose="020B0604020202020204" pitchFamily="34" charset="0"/>
                  <a:ea typeface="幼圆" panose="02010509060101010101" pitchFamily="49" charset="-122"/>
                </a:defRPr>
              </a:lvl3pPr>
              <a:lvl4pPr marL="1600200" indent="-228600">
                <a:defRPr sz="2800" b="1">
                  <a:solidFill>
                    <a:schemeClr val="tx1"/>
                  </a:solidFill>
                  <a:latin typeface="Arial" panose="020B0604020202020204" pitchFamily="34" charset="0"/>
                  <a:ea typeface="幼圆" panose="02010509060101010101" pitchFamily="49" charset="-122"/>
                </a:defRPr>
              </a:lvl4pPr>
              <a:lvl5pPr marL="2057400" indent="-228600">
                <a:defRPr sz="2800" b="1">
                  <a:solidFill>
                    <a:schemeClr val="tx1"/>
                  </a:solidFill>
                  <a:latin typeface="Arial" panose="020B0604020202020204" pitchFamily="34" charset="0"/>
                  <a:ea typeface="幼圆" panose="02010509060101010101" pitchFamily="49" charset="-122"/>
                </a:defRPr>
              </a:lvl5pPr>
              <a:lvl6pPr marL="2514600" indent="-228600" eaLnBrk="0" fontAlgn="base" hangingPunct="0">
                <a:spcBef>
                  <a:spcPct val="0"/>
                </a:spcBef>
                <a:spcAft>
                  <a:spcPct val="0"/>
                </a:spcAft>
                <a:defRPr sz="2800" b="1">
                  <a:solidFill>
                    <a:schemeClr val="tx1"/>
                  </a:solidFill>
                  <a:latin typeface="Arial" panose="020B0604020202020204" pitchFamily="34" charset="0"/>
                  <a:ea typeface="幼圆" panose="02010509060101010101" pitchFamily="49" charset="-122"/>
                </a:defRPr>
              </a:lvl6pPr>
              <a:lvl7pPr marL="2971800" indent="-228600" eaLnBrk="0" fontAlgn="base" hangingPunct="0">
                <a:spcBef>
                  <a:spcPct val="0"/>
                </a:spcBef>
                <a:spcAft>
                  <a:spcPct val="0"/>
                </a:spcAft>
                <a:defRPr sz="2800" b="1">
                  <a:solidFill>
                    <a:schemeClr val="tx1"/>
                  </a:solidFill>
                  <a:latin typeface="Arial" panose="020B0604020202020204" pitchFamily="34" charset="0"/>
                  <a:ea typeface="幼圆" panose="02010509060101010101" pitchFamily="49" charset="-122"/>
                </a:defRPr>
              </a:lvl7pPr>
              <a:lvl8pPr marL="3429000" indent="-228600" eaLnBrk="0" fontAlgn="base" hangingPunct="0">
                <a:spcBef>
                  <a:spcPct val="0"/>
                </a:spcBef>
                <a:spcAft>
                  <a:spcPct val="0"/>
                </a:spcAft>
                <a:defRPr sz="2800" b="1">
                  <a:solidFill>
                    <a:schemeClr val="tx1"/>
                  </a:solidFill>
                  <a:latin typeface="Arial" panose="020B0604020202020204" pitchFamily="34" charset="0"/>
                  <a:ea typeface="幼圆" panose="02010509060101010101" pitchFamily="49" charset="-122"/>
                </a:defRPr>
              </a:lvl8pPr>
              <a:lvl9pPr marL="3886200" indent="-228600" eaLnBrk="0" fontAlgn="base" hangingPunct="0">
                <a:spcBef>
                  <a:spcPct val="0"/>
                </a:spcBef>
                <a:spcAft>
                  <a:spcPct val="0"/>
                </a:spcAft>
                <a:defRPr sz="2800" b="1">
                  <a:solidFill>
                    <a:schemeClr val="tx1"/>
                  </a:solidFill>
                  <a:latin typeface="Arial" panose="020B0604020202020204" pitchFamily="34" charset="0"/>
                  <a:ea typeface="幼圆" panose="02010509060101010101" pitchFamily="49" charset="-122"/>
                </a:defRPr>
              </a:lvl9pPr>
            </a:lstStyle>
            <a:p>
              <a:pPr indent="0" algn="ctr" eaLnBrk="1" hangingPunct="1">
                <a:spcBef>
                  <a:spcPct val="20000"/>
                </a:spcBef>
                <a:buNone/>
              </a:pPr>
              <a:r>
                <a:rPr lang="en-US" altLang="zh-CN" sz="2400" b="0">
                  <a:latin typeface="Verdana" panose="020B0604030504040204" pitchFamily="34" charset="0"/>
                  <a:ea typeface="华文中宋" panose="02010600040101010101" pitchFamily="2" charset="-122"/>
                </a:rPr>
                <a:t>F</a:t>
              </a:r>
              <a:r>
                <a:rPr lang="en-US" altLang="zh-CN" sz="2400" b="0" baseline="-25000">
                  <a:latin typeface="Verdana" panose="020B0604030504040204" pitchFamily="34" charset="0"/>
                  <a:ea typeface="华文中宋" panose="02010600040101010101" pitchFamily="2" charset="-122"/>
                </a:rPr>
                <a:t>s</a:t>
              </a:r>
              <a:endParaRPr lang="en-US" altLang="zh-CN" sz="2400" b="0" baseline="-25000">
                <a:latin typeface="Verdana" panose="020B0604030504040204" pitchFamily="34" charset="0"/>
                <a:ea typeface="华文中宋" panose="02010600040101010101" pitchFamily="2" charset="-122"/>
              </a:endParaRPr>
            </a:p>
          </p:txBody>
        </p:sp>
        <p:sp>
          <p:nvSpPr>
            <p:cNvPr id="4133" name="Rectangle 55"/>
            <p:cNvSpPr>
              <a:spLocks noChangeArrowheads="1"/>
            </p:cNvSpPr>
            <p:nvPr/>
          </p:nvSpPr>
          <p:spPr bwMode="auto">
            <a:xfrm>
              <a:off x="1472" y="1738"/>
              <a:ext cx="620" cy="5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defRPr sz="2800" b="1">
                  <a:solidFill>
                    <a:schemeClr val="tx1"/>
                  </a:solidFill>
                  <a:latin typeface="Arial" panose="020B0604020202020204" pitchFamily="34" charset="0"/>
                  <a:ea typeface="幼圆" panose="02010509060101010101" pitchFamily="49" charset="-122"/>
                </a:defRPr>
              </a:lvl1pPr>
              <a:lvl2pPr marL="742950" indent="-285750">
                <a:defRPr sz="2800" b="1">
                  <a:solidFill>
                    <a:schemeClr val="tx1"/>
                  </a:solidFill>
                  <a:latin typeface="Arial" panose="020B0604020202020204" pitchFamily="34" charset="0"/>
                  <a:ea typeface="幼圆" panose="02010509060101010101" pitchFamily="49" charset="-122"/>
                </a:defRPr>
              </a:lvl2pPr>
              <a:lvl3pPr marL="1143000" indent="-228600">
                <a:defRPr sz="2800" b="1">
                  <a:solidFill>
                    <a:schemeClr val="tx1"/>
                  </a:solidFill>
                  <a:latin typeface="Arial" panose="020B0604020202020204" pitchFamily="34" charset="0"/>
                  <a:ea typeface="幼圆" panose="02010509060101010101" pitchFamily="49" charset="-122"/>
                </a:defRPr>
              </a:lvl3pPr>
              <a:lvl4pPr marL="1600200" indent="-228600">
                <a:defRPr sz="2800" b="1">
                  <a:solidFill>
                    <a:schemeClr val="tx1"/>
                  </a:solidFill>
                  <a:latin typeface="Arial" panose="020B0604020202020204" pitchFamily="34" charset="0"/>
                  <a:ea typeface="幼圆" panose="02010509060101010101" pitchFamily="49" charset="-122"/>
                </a:defRPr>
              </a:lvl4pPr>
              <a:lvl5pPr marL="2057400" indent="-228600">
                <a:defRPr sz="2800" b="1">
                  <a:solidFill>
                    <a:schemeClr val="tx1"/>
                  </a:solidFill>
                  <a:latin typeface="Arial" panose="020B0604020202020204" pitchFamily="34" charset="0"/>
                  <a:ea typeface="幼圆" panose="02010509060101010101" pitchFamily="49" charset="-122"/>
                </a:defRPr>
              </a:lvl5pPr>
              <a:lvl6pPr marL="2514600" indent="-228600" eaLnBrk="0" fontAlgn="base" hangingPunct="0">
                <a:spcBef>
                  <a:spcPct val="0"/>
                </a:spcBef>
                <a:spcAft>
                  <a:spcPct val="0"/>
                </a:spcAft>
                <a:defRPr sz="2800" b="1">
                  <a:solidFill>
                    <a:schemeClr val="tx1"/>
                  </a:solidFill>
                  <a:latin typeface="Arial" panose="020B0604020202020204" pitchFamily="34" charset="0"/>
                  <a:ea typeface="幼圆" panose="02010509060101010101" pitchFamily="49" charset="-122"/>
                </a:defRPr>
              </a:lvl6pPr>
              <a:lvl7pPr marL="2971800" indent="-228600" eaLnBrk="0" fontAlgn="base" hangingPunct="0">
                <a:spcBef>
                  <a:spcPct val="0"/>
                </a:spcBef>
                <a:spcAft>
                  <a:spcPct val="0"/>
                </a:spcAft>
                <a:defRPr sz="2800" b="1">
                  <a:solidFill>
                    <a:schemeClr val="tx1"/>
                  </a:solidFill>
                  <a:latin typeface="Arial" panose="020B0604020202020204" pitchFamily="34" charset="0"/>
                  <a:ea typeface="幼圆" panose="02010509060101010101" pitchFamily="49" charset="-122"/>
                </a:defRPr>
              </a:lvl7pPr>
              <a:lvl8pPr marL="3429000" indent="-228600" eaLnBrk="0" fontAlgn="base" hangingPunct="0">
                <a:spcBef>
                  <a:spcPct val="0"/>
                </a:spcBef>
                <a:spcAft>
                  <a:spcPct val="0"/>
                </a:spcAft>
                <a:defRPr sz="2800" b="1">
                  <a:solidFill>
                    <a:schemeClr val="tx1"/>
                  </a:solidFill>
                  <a:latin typeface="Arial" panose="020B0604020202020204" pitchFamily="34" charset="0"/>
                  <a:ea typeface="幼圆" panose="02010509060101010101" pitchFamily="49" charset="-122"/>
                </a:defRPr>
              </a:lvl8pPr>
              <a:lvl9pPr marL="3886200" indent="-228600" eaLnBrk="0" fontAlgn="base" hangingPunct="0">
                <a:spcBef>
                  <a:spcPct val="0"/>
                </a:spcBef>
                <a:spcAft>
                  <a:spcPct val="0"/>
                </a:spcAft>
                <a:defRPr sz="2800" b="1">
                  <a:solidFill>
                    <a:schemeClr val="tx1"/>
                  </a:solidFill>
                  <a:latin typeface="Arial" panose="020B0604020202020204" pitchFamily="34" charset="0"/>
                  <a:ea typeface="幼圆" panose="02010509060101010101" pitchFamily="49" charset="-122"/>
                </a:defRPr>
              </a:lvl9pPr>
            </a:lstStyle>
            <a:p>
              <a:pPr indent="0" algn="ctr" eaLnBrk="1" hangingPunct="1">
                <a:spcBef>
                  <a:spcPct val="20000"/>
                </a:spcBef>
                <a:buNone/>
              </a:pPr>
              <a:r>
                <a:rPr lang="en-US" altLang="zh-CN" b="0">
                  <a:ea typeface="宋体" panose="02010600030101010101" pitchFamily="2" charset="-122"/>
                </a:rPr>
                <a:t>e</a:t>
              </a:r>
              <a:endParaRPr lang="en-US" altLang="zh-CN" b="0">
                <a:ea typeface="宋体" panose="02010600030101010101" pitchFamily="2" charset="-122"/>
              </a:endParaRPr>
            </a:p>
          </p:txBody>
        </p:sp>
        <p:sp>
          <p:nvSpPr>
            <p:cNvPr id="4134" name="Rectangle 56"/>
            <p:cNvSpPr>
              <a:spLocks noChangeArrowheads="1"/>
            </p:cNvSpPr>
            <p:nvPr/>
          </p:nvSpPr>
          <p:spPr bwMode="auto">
            <a:xfrm>
              <a:off x="471" y="1749"/>
              <a:ext cx="973" cy="5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defRPr sz="2800" b="1">
                  <a:solidFill>
                    <a:schemeClr val="tx1"/>
                  </a:solidFill>
                  <a:latin typeface="Arial" panose="020B0604020202020204" pitchFamily="34" charset="0"/>
                  <a:ea typeface="幼圆" panose="02010509060101010101" pitchFamily="49" charset="-122"/>
                </a:defRPr>
              </a:lvl1pPr>
              <a:lvl2pPr marL="742950" indent="-285750">
                <a:defRPr sz="2800" b="1">
                  <a:solidFill>
                    <a:schemeClr val="tx1"/>
                  </a:solidFill>
                  <a:latin typeface="Arial" panose="020B0604020202020204" pitchFamily="34" charset="0"/>
                  <a:ea typeface="幼圆" panose="02010509060101010101" pitchFamily="49" charset="-122"/>
                </a:defRPr>
              </a:lvl2pPr>
              <a:lvl3pPr marL="1143000" indent="-228600">
                <a:defRPr sz="2800" b="1">
                  <a:solidFill>
                    <a:schemeClr val="tx1"/>
                  </a:solidFill>
                  <a:latin typeface="Arial" panose="020B0604020202020204" pitchFamily="34" charset="0"/>
                  <a:ea typeface="幼圆" panose="02010509060101010101" pitchFamily="49" charset="-122"/>
                </a:defRPr>
              </a:lvl3pPr>
              <a:lvl4pPr marL="1600200" indent="-228600">
                <a:defRPr sz="2800" b="1">
                  <a:solidFill>
                    <a:schemeClr val="tx1"/>
                  </a:solidFill>
                  <a:latin typeface="Arial" panose="020B0604020202020204" pitchFamily="34" charset="0"/>
                  <a:ea typeface="幼圆" panose="02010509060101010101" pitchFamily="49" charset="-122"/>
                </a:defRPr>
              </a:lvl4pPr>
              <a:lvl5pPr marL="2057400" indent="-228600">
                <a:defRPr sz="2800" b="1">
                  <a:solidFill>
                    <a:schemeClr val="tx1"/>
                  </a:solidFill>
                  <a:latin typeface="Arial" panose="020B0604020202020204" pitchFamily="34" charset="0"/>
                  <a:ea typeface="幼圆" panose="02010509060101010101" pitchFamily="49" charset="-122"/>
                </a:defRPr>
              </a:lvl5pPr>
              <a:lvl6pPr marL="2514600" indent="-228600" eaLnBrk="0" fontAlgn="base" hangingPunct="0">
                <a:spcBef>
                  <a:spcPct val="0"/>
                </a:spcBef>
                <a:spcAft>
                  <a:spcPct val="0"/>
                </a:spcAft>
                <a:defRPr sz="2800" b="1">
                  <a:solidFill>
                    <a:schemeClr val="tx1"/>
                  </a:solidFill>
                  <a:latin typeface="Arial" panose="020B0604020202020204" pitchFamily="34" charset="0"/>
                  <a:ea typeface="幼圆" panose="02010509060101010101" pitchFamily="49" charset="-122"/>
                </a:defRPr>
              </a:lvl6pPr>
              <a:lvl7pPr marL="2971800" indent="-228600" eaLnBrk="0" fontAlgn="base" hangingPunct="0">
                <a:spcBef>
                  <a:spcPct val="0"/>
                </a:spcBef>
                <a:spcAft>
                  <a:spcPct val="0"/>
                </a:spcAft>
                <a:defRPr sz="2800" b="1">
                  <a:solidFill>
                    <a:schemeClr val="tx1"/>
                  </a:solidFill>
                  <a:latin typeface="Arial" panose="020B0604020202020204" pitchFamily="34" charset="0"/>
                  <a:ea typeface="幼圆" panose="02010509060101010101" pitchFamily="49" charset="-122"/>
                </a:defRPr>
              </a:lvl7pPr>
              <a:lvl8pPr marL="3429000" indent="-228600" eaLnBrk="0" fontAlgn="base" hangingPunct="0">
                <a:spcBef>
                  <a:spcPct val="0"/>
                </a:spcBef>
                <a:spcAft>
                  <a:spcPct val="0"/>
                </a:spcAft>
                <a:defRPr sz="2800" b="1">
                  <a:solidFill>
                    <a:schemeClr val="tx1"/>
                  </a:solidFill>
                  <a:latin typeface="Arial" panose="020B0604020202020204" pitchFamily="34" charset="0"/>
                  <a:ea typeface="幼圆" panose="02010509060101010101" pitchFamily="49" charset="-122"/>
                </a:defRPr>
              </a:lvl8pPr>
              <a:lvl9pPr marL="3886200" indent="-228600" eaLnBrk="0" fontAlgn="base" hangingPunct="0">
                <a:spcBef>
                  <a:spcPct val="0"/>
                </a:spcBef>
                <a:spcAft>
                  <a:spcPct val="0"/>
                </a:spcAft>
                <a:defRPr sz="2800" b="1">
                  <a:solidFill>
                    <a:schemeClr val="tx1"/>
                  </a:solidFill>
                  <a:latin typeface="Arial" panose="020B0604020202020204" pitchFamily="34" charset="0"/>
                  <a:ea typeface="幼圆" panose="02010509060101010101" pitchFamily="49" charset="-122"/>
                </a:defRPr>
              </a:lvl9pPr>
            </a:lstStyle>
            <a:p>
              <a:pPr indent="0" algn="ctr" eaLnBrk="1" hangingPunct="1">
                <a:spcBef>
                  <a:spcPct val="20000"/>
                </a:spcBef>
                <a:buNone/>
              </a:pPr>
              <a:r>
                <a:rPr lang="en-US" altLang="zh-CN" sz="2000" b="0">
                  <a:latin typeface="Verdana" panose="020B0604030504040204" pitchFamily="34" charset="0"/>
                  <a:ea typeface="华文中宋" panose="02010600040101010101" pitchFamily="2" charset="-122"/>
                </a:rPr>
                <a:t>C</a:t>
              </a:r>
              <a:r>
                <a:rPr lang="zh-CN" altLang="en-US" sz="2000" b="0">
                  <a:latin typeface="Verdana" panose="020B0604030504040204" pitchFamily="34" charset="0"/>
                  <a:ea typeface="华文中宋" panose="02010600040101010101" pitchFamily="2" charset="-122"/>
                </a:rPr>
                <a:t>（</a:t>
              </a:r>
              <a:r>
                <a:rPr lang="en-US" altLang="zh-CN" sz="2000" b="0" i="1">
                  <a:latin typeface="Verdana" panose="020B0604030504040204" pitchFamily="34" charset="0"/>
                  <a:ea typeface="华文中宋" panose="02010600040101010101" pitchFamily="2" charset="-122"/>
                </a:rPr>
                <a:t>N</a:t>
              </a:r>
              <a:r>
                <a:rPr lang="zh-CN" altLang="en-US" sz="2000" b="0">
                  <a:latin typeface="Verdana" panose="020B0604030504040204" pitchFamily="34" charset="0"/>
                  <a:ea typeface="华文中宋" panose="02010600040101010101" pitchFamily="2" charset="-122"/>
                </a:rPr>
                <a:t>）</a:t>
              </a:r>
              <a:endParaRPr lang="zh-CN" altLang="en-US" sz="2000" b="0">
                <a:latin typeface="Verdana" panose="020B0604030504040204" pitchFamily="34" charset="0"/>
                <a:ea typeface="华文中宋" panose="02010600040101010101" pitchFamily="2" charset="-122"/>
              </a:endParaRPr>
            </a:p>
          </p:txBody>
        </p:sp>
        <p:sp>
          <p:nvSpPr>
            <p:cNvPr id="4135" name="Line 57"/>
            <p:cNvSpPr>
              <a:spLocks noChangeShapeType="1"/>
            </p:cNvSpPr>
            <p:nvPr/>
          </p:nvSpPr>
          <p:spPr bwMode="auto">
            <a:xfrm>
              <a:off x="534" y="1698"/>
              <a:ext cx="4362" cy="0"/>
            </a:xfrm>
            <a:prstGeom prst="line">
              <a:avLst/>
            </a:prstGeom>
            <a:noFill/>
            <a:ln w="28575" cap="sq">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136" name="Line 58"/>
            <p:cNvSpPr>
              <a:spLocks noChangeShapeType="1"/>
            </p:cNvSpPr>
            <p:nvPr/>
          </p:nvSpPr>
          <p:spPr bwMode="auto">
            <a:xfrm>
              <a:off x="546" y="2409"/>
              <a:ext cx="4362"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137" name="Line 59"/>
            <p:cNvSpPr>
              <a:spLocks noChangeShapeType="1"/>
            </p:cNvSpPr>
            <p:nvPr/>
          </p:nvSpPr>
          <p:spPr bwMode="auto">
            <a:xfrm>
              <a:off x="547" y="2769"/>
              <a:ext cx="4362" cy="0"/>
            </a:xfrm>
            <a:prstGeom prst="line">
              <a:avLst/>
            </a:prstGeom>
            <a:noFill/>
            <a:ln w="28575" cap="sq">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138" name="Line 60"/>
            <p:cNvSpPr>
              <a:spLocks noChangeShapeType="1"/>
            </p:cNvSpPr>
            <p:nvPr/>
          </p:nvSpPr>
          <p:spPr bwMode="auto">
            <a:xfrm>
              <a:off x="535" y="1721"/>
              <a:ext cx="7" cy="1058"/>
            </a:xfrm>
            <a:prstGeom prst="line">
              <a:avLst/>
            </a:prstGeom>
            <a:noFill/>
            <a:ln w="28575" cap="sq">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139" name="Line 61"/>
            <p:cNvSpPr>
              <a:spLocks noChangeShapeType="1"/>
            </p:cNvSpPr>
            <p:nvPr/>
          </p:nvSpPr>
          <p:spPr bwMode="auto">
            <a:xfrm flipH="1">
              <a:off x="1386" y="1704"/>
              <a:ext cx="6" cy="1058"/>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140" name="Line 62"/>
            <p:cNvSpPr>
              <a:spLocks noChangeShapeType="1"/>
            </p:cNvSpPr>
            <p:nvPr/>
          </p:nvSpPr>
          <p:spPr bwMode="auto">
            <a:xfrm flipH="1">
              <a:off x="2082" y="1721"/>
              <a:ext cx="5" cy="1064"/>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141" name="Line 63"/>
            <p:cNvSpPr>
              <a:spLocks noChangeShapeType="1"/>
            </p:cNvSpPr>
            <p:nvPr/>
          </p:nvSpPr>
          <p:spPr bwMode="auto">
            <a:xfrm flipH="1">
              <a:off x="2966" y="1721"/>
              <a:ext cx="6" cy="1046"/>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142" name="Line 64"/>
            <p:cNvSpPr>
              <a:spLocks noChangeShapeType="1"/>
            </p:cNvSpPr>
            <p:nvPr/>
          </p:nvSpPr>
          <p:spPr bwMode="auto">
            <a:xfrm>
              <a:off x="3918" y="1698"/>
              <a:ext cx="6" cy="1064"/>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143" name="Line 65"/>
            <p:cNvSpPr>
              <a:spLocks noChangeShapeType="1"/>
            </p:cNvSpPr>
            <p:nvPr/>
          </p:nvSpPr>
          <p:spPr bwMode="auto">
            <a:xfrm flipH="1">
              <a:off x="4893" y="1715"/>
              <a:ext cx="4" cy="1047"/>
            </a:xfrm>
            <a:prstGeom prst="line">
              <a:avLst/>
            </a:prstGeom>
            <a:noFill/>
            <a:ln w="28575" cap="sq">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144" name="Line 66"/>
            <p:cNvSpPr>
              <a:spLocks noChangeShapeType="1"/>
            </p:cNvSpPr>
            <p:nvPr/>
          </p:nvSpPr>
          <p:spPr bwMode="auto">
            <a:xfrm>
              <a:off x="2955" y="2133"/>
              <a:ext cx="1936"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145" name="Line 67"/>
            <p:cNvSpPr>
              <a:spLocks noChangeShapeType="1"/>
            </p:cNvSpPr>
            <p:nvPr/>
          </p:nvSpPr>
          <p:spPr bwMode="auto">
            <a:xfrm>
              <a:off x="3412" y="2150"/>
              <a:ext cx="0" cy="613"/>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146" name="Line 68"/>
            <p:cNvSpPr>
              <a:spLocks noChangeShapeType="1"/>
            </p:cNvSpPr>
            <p:nvPr/>
          </p:nvSpPr>
          <p:spPr bwMode="auto">
            <a:xfrm>
              <a:off x="4453" y="2139"/>
              <a:ext cx="0" cy="613"/>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137290" name="Group 74"/>
          <p:cNvGrpSpPr/>
          <p:nvPr/>
        </p:nvGrpSpPr>
        <p:grpSpPr bwMode="auto">
          <a:xfrm>
            <a:off x="2678113" y="5559425"/>
            <a:ext cx="809625" cy="533400"/>
            <a:chOff x="1778" y="3531"/>
            <a:chExt cx="510" cy="336"/>
          </a:xfrm>
        </p:grpSpPr>
        <p:sp>
          <p:nvSpPr>
            <p:cNvPr id="4103" name="Line 70"/>
            <p:cNvSpPr>
              <a:spLocks noChangeShapeType="1"/>
            </p:cNvSpPr>
            <p:nvPr/>
          </p:nvSpPr>
          <p:spPr bwMode="auto">
            <a:xfrm>
              <a:off x="1778" y="3544"/>
              <a:ext cx="415" cy="0"/>
            </a:xfrm>
            <a:prstGeom prst="line">
              <a:avLst/>
            </a:prstGeom>
            <a:noFill/>
            <a:ln w="28575">
              <a:solidFill>
                <a:srgbClr val="FF0000"/>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104" name="Rectangle 72"/>
            <p:cNvSpPr>
              <a:spLocks noChangeArrowheads="1"/>
            </p:cNvSpPr>
            <p:nvPr/>
          </p:nvSpPr>
          <p:spPr bwMode="auto">
            <a:xfrm>
              <a:off x="1898" y="3531"/>
              <a:ext cx="390" cy="3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800" b="1">
                  <a:solidFill>
                    <a:schemeClr val="tx1"/>
                  </a:solidFill>
                  <a:latin typeface="Arial" panose="020B0604020202020204" pitchFamily="34" charset="0"/>
                  <a:ea typeface="幼圆" panose="02010509060101010101" pitchFamily="49" charset="-122"/>
                </a:defRPr>
              </a:lvl1pPr>
              <a:lvl2pPr marL="742950" indent="-285750">
                <a:defRPr sz="2800" b="1">
                  <a:solidFill>
                    <a:schemeClr val="tx1"/>
                  </a:solidFill>
                  <a:latin typeface="Arial" panose="020B0604020202020204" pitchFamily="34" charset="0"/>
                  <a:ea typeface="幼圆" panose="02010509060101010101" pitchFamily="49" charset="-122"/>
                </a:defRPr>
              </a:lvl2pPr>
              <a:lvl3pPr marL="1143000" indent="-228600">
                <a:defRPr sz="2800" b="1">
                  <a:solidFill>
                    <a:schemeClr val="tx1"/>
                  </a:solidFill>
                  <a:latin typeface="Arial" panose="020B0604020202020204" pitchFamily="34" charset="0"/>
                  <a:ea typeface="幼圆" panose="02010509060101010101" pitchFamily="49" charset="-122"/>
                </a:defRPr>
              </a:lvl3pPr>
              <a:lvl4pPr marL="1600200" indent="-228600">
                <a:defRPr sz="2800" b="1">
                  <a:solidFill>
                    <a:schemeClr val="tx1"/>
                  </a:solidFill>
                  <a:latin typeface="Arial" panose="020B0604020202020204" pitchFamily="34" charset="0"/>
                  <a:ea typeface="幼圆" panose="02010509060101010101" pitchFamily="49" charset="-122"/>
                </a:defRPr>
              </a:lvl4pPr>
              <a:lvl5pPr marL="2057400" indent="-228600">
                <a:defRPr sz="2800" b="1">
                  <a:solidFill>
                    <a:schemeClr val="tx1"/>
                  </a:solidFill>
                  <a:latin typeface="Arial" panose="020B0604020202020204" pitchFamily="34" charset="0"/>
                  <a:ea typeface="幼圆" panose="02010509060101010101" pitchFamily="49" charset="-122"/>
                </a:defRPr>
              </a:lvl5pPr>
              <a:lvl6pPr marL="2514600" indent="-228600" eaLnBrk="0" fontAlgn="base" hangingPunct="0">
                <a:spcBef>
                  <a:spcPct val="0"/>
                </a:spcBef>
                <a:spcAft>
                  <a:spcPct val="0"/>
                </a:spcAft>
                <a:defRPr sz="2800" b="1">
                  <a:solidFill>
                    <a:schemeClr val="tx1"/>
                  </a:solidFill>
                  <a:latin typeface="Arial" panose="020B0604020202020204" pitchFamily="34" charset="0"/>
                  <a:ea typeface="幼圆" panose="02010509060101010101" pitchFamily="49" charset="-122"/>
                </a:defRPr>
              </a:lvl6pPr>
              <a:lvl7pPr marL="2971800" indent="-228600" eaLnBrk="0" fontAlgn="base" hangingPunct="0">
                <a:spcBef>
                  <a:spcPct val="0"/>
                </a:spcBef>
                <a:spcAft>
                  <a:spcPct val="0"/>
                </a:spcAft>
                <a:defRPr sz="2800" b="1">
                  <a:solidFill>
                    <a:schemeClr val="tx1"/>
                  </a:solidFill>
                  <a:latin typeface="Arial" panose="020B0604020202020204" pitchFamily="34" charset="0"/>
                  <a:ea typeface="幼圆" panose="02010509060101010101" pitchFamily="49" charset="-122"/>
                </a:defRPr>
              </a:lvl7pPr>
              <a:lvl8pPr marL="3429000" indent="-228600" eaLnBrk="0" fontAlgn="base" hangingPunct="0">
                <a:spcBef>
                  <a:spcPct val="0"/>
                </a:spcBef>
                <a:spcAft>
                  <a:spcPct val="0"/>
                </a:spcAft>
                <a:defRPr sz="2800" b="1">
                  <a:solidFill>
                    <a:schemeClr val="tx1"/>
                  </a:solidFill>
                  <a:latin typeface="Arial" panose="020B0604020202020204" pitchFamily="34" charset="0"/>
                  <a:ea typeface="幼圆" panose="02010509060101010101" pitchFamily="49" charset="-122"/>
                </a:defRPr>
              </a:lvl8pPr>
              <a:lvl9pPr marL="3886200" indent="-228600" eaLnBrk="0" fontAlgn="base" hangingPunct="0">
                <a:spcBef>
                  <a:spcPct val="0"/>
                </a:spcBef>
                <a:spcAft>
                  <a:spcPct val="0"/>
                </a:spcAft>
                <a:defRPr sz="2800" b="1">
                  <a:solidFill>
                    <a:schemeClr val="tx1"/>
                  </a:solidFill>
                  <a:latin typeface="Arial" panose="020B0604020202020204" pitchFamily="34" charset="0"/>
                  <a:ea typeface="幼圆" panose="02010509060101010101" pitchFamily="49" charset="-122"/>
                </a:defRPr>
              </a:lvl9pPr>
            </a:lstStyle>
            <a:p>
              <a:pPr indent="0" eaLnBrk="1" hangingPunct="1">
                <a:buNone/>
              </a:pPr>
              <a:r>
                <a:rPr kumimoji="1" lang="en-US" altLang="zh-CN" sz="2400" b="0">
                  <a:solidFill>
                    <a:srgbClr val="FF0000"/>
                  </a:solidFill>
                  <a:latin typeface="Verdana" panose="020B0604030504040204" pitchFamily="34" charset="0"/>
                  <a:ea typeface="宋体" panose="02010600030101010101" pitchFamily="2" charset="-122"/>
                </a:rPr>
                <a:t>F</a:t>
              </a:r>
              <a:r>
                <a:rPr kumimoji="1" lang="en-US" altLang="zh-CN" sz="2400" b="0" baseline="-25000">
                  <a:solidFill>
                    <a:srgbClr val="FF0000"/>
                  </a:solidFill>
                  <a:latin typeface="Verdana" panose="020B0604030504040204" pitchFamily="34" charset="0"/>
                  <a:ea typeface="宋体" panose="02010600030101010101" pitchFamily="2" charset="-122"/>
                </a:rPr>
                <a:t>S2</a:t>
              </a:r>
              <a:endParaRPr kumimoji="1" lang="en-US" altLang="zh-CN" sz="2400" b="0" baseline="-25000">
                <a:solidFill>
                  <a:srgbClr val="FF0000"/>
                </a:solidFill>
                <a:latin typeface="Verdana" panose="020B0604030504040204" pitchFamily="34" charset="0"/>
                <a:ea typeface="宋体" panose="02010600030101010101" pitchFamily="2" charset="-122"/>
              </a:endParaRPr>
            </a:p>
          </p:txBody>
        </p:sp>
      </p:grpSp>
      <p:grpSp>
        <p:nvGrpSpPr>
          <p:cNvPr id="137291" name="Group 75"/>
          <p:cNvGrpSpPr/>
          <p:nvPr/>
        </p:nvGrpSpPr>
        <p:grpSpPr bwMode="auto">
          <a:xfrm>
            <a:off x="6151563" y="5565775"/>
            <a:ext cx="776287" cy="533400"/>
            <a:chOff x="3966" y="3529"/>
            <a:chExt cx="489" cy="336"/>
          </a:xfrm>
        </p:grpSpPr>
        <p:sp>
          <p:nvSpPr>
            <p:cNvPr id="4101" name="Line 71"/>
            <p:cNvSpPr>
              <a:spLocks noChangeShapeType="1"/>
            </p:cNvSpPr>
            <p:nvPr/>
          </p:nvSpPr>
          <p:spPr bwMode="auto">
            <a:xfrm flipH="1">
              <a:off x="4040" y="3544"/>
              <a:ext cx="415" cy="0"/>
            </a:xfrm>
            <a:prstGeom prst="line">
              <a:avLst/>
            </a:prstGeom>
            <a:noFill/>
            <a:ln w="28575">
              <a:solidFill>
                <a:srgbClr val="FF0000"/>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102" name="Rectangle 73"/>
            <p:cNvSpPr>
              <a:spLocks noChangeArrowheads="1"/>
            </p:cNvSpPr>
            <p:nvPr/>
          </p:nvSpPr>
          <p:spPr bwMode="auto">
            <a:xfrm>
              <a:off x="3966" y="3529"/>
              <a:ext cx="390" cy="3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800" b="1">
                  <a:solidFill>
                    <a:schemeClr val="tx1"/>
                  </a:solidFill>
                  <a:latin typeface="Arial" panose="020B0604020202020204" pitchFamily="34" charset="0"/>
                  <a:ea typeface="幼圆" panose="02010509060101010101" pitchFamily="49" charset="-122"/>
                </a:defRPr>
              </a:lvl1pPr>
              <a:lvl2pPr marL="742950" indent="-285750">
                <a:defRPr sz="2800" b="1">
                  <a:solidFill>
                    <a:schemeClr val="tx1"/>
                  </a:solidFill>
                  <a:latin typeface="Arial" panose="020B0604020202020204" pitchFamily="34" charset="0"/>
                  <a:ea typeface="幼圆" panose="02010509060101010101" pitchFamily="49" charset="-122"/>
                </a:defRPr>
              </a:lvl2pPr>
              <a:lvl3pPr marL="1143000" indent="-228600">
                <a:defRPr sz="2800" b="1">
                  <a:solidFill>
                    <a:schemeClr val="tx1"/>
                  </a:solidFill>
                  <a:latin typeface="Arial" panose="020B0604020202020204" pitchFamily="34" charset="0"/>
                  <a:ea typeface="幼圆" panose="02010509060101010101" pitchFamily="49" charset="-122"/>
                </a:defRPr>
              </a:lvl3pPr>
              <a:lvl4pPr marL="1600200" indent="-228600">
                <a:defRPr sz="2800" b="1">
                  <a:solidFill>
                    <a:schemeClr val="tx1"/>
                  </a:solidFill>
                  <a:latin typeface="Arial" panose="020B0604020202020204" pitchFamily="34" charset="0"/>
                  <a:ea typeface="幼圆" panose="02010509060101010101" pitchFamily="49" charset="-122"/>
                </a:defRPr>
              </a:lvl4pPr>
              <a:lvl5pPr marL="2057400" indent="-228600">
                <a:defRPr sz="2800" b="1">
                  <a:solidFill>
                    <a:schemeClr val="tx1"/>
                  </a:solidFill>
                  <a:latin typeface="Arial" panose="020B0604020202020204" pitchFamily="34" charset="0"/>
                  <a:ea typeface="幼圆" panose="02010509060101010101" pitchFamily="49" charset="-122"/>
                </a:defRPr>
              </a:lvl5pPr>
              <a:lvl6pPr marL="2514600" indent="-228600" eaLnBrk="0" fontAlgn="base" hangingPunct="0">
                <a:spcBef>
                  <a:spcPct val="0"/>
                </a:spcBef>
                <a:spcAft>
                  <a:spcPct val="0"/>
                </a:spcAft>
                <a:defRPr sz="2800" b="1">
                  <a:solidFill>
                    <a:schemeClr val="tx1"/>
                  </a:solidFill>
                  <a:latin typeface="Arial" panose="020B0604020202020204" pitchFamily="34" charset="0"/>
                  <a:ea typeface="幼圆" panose="02010509060101010101" pitchFamily="49" charset="-122"/>
                </a:defRPr>
              </a:lvl6pPr>
              <a:lvl7pPr marL="2971800" indent="-228600" eaLnBrk="0" fontAlgn="base" hangingPunct="0">
                <a:spcBef>
                  <a:spcPct val="0"/>
                </a:spcBef>
                <a:spcAft>
                  <a:spcPct val="0"/>
                </a:spcAft>
                <a:defRPr sz="2800" b="1">
                  <a:solidFill>
                    <a:schemeClr val="tx1"/>
                  </a:solidFill>
                  <a:latin typeface="Arial" panose="020B0604020202020204" pitchFamily="34" charset="0"/>
                  <a:ea typeface="幼圆" panose="02010509060101010101" pitchFamily="49" charset="-122"/>
                </a:defRPr>
              </a:lvl7pPr>
              <a:lvl8pPr marL="3429000" indent="-228600" eaLnBrk="0" fontAlgn="base" hangingPunct="0">
                <a:spcBef>
                  <a:spcPct val="0"/>
                </a:spcBef>
                <a:spcAft>
                  <a:spcPct val="0"/>
                </a:spcAft>
                <a:defRPr sz="2800" b="1">
                  <a:solidFill>
                    <a:schemeClr val="tx1"/>
                  </a:solidFill>
                  <a:latin typeface="Arial" panose="020B0604020202020204" pitchFamily="34" charset="0"/>
                  <a:ea typeface="幼圆" panose="02010509060101010101" pitchFamily="49" charset="-122"/>
                </a:defRPr>
              </a:lvl8pPr>
              <a:lvl9pPr marL="3886200" indent="-228600" eaLnBrk="0" fontAlgn="base" hangingPunct="0">
                <a:spcBef>
                  <a:spcPct val="0"/>
                </a:spcBef>
                <a:spcAft>
                  <a:spcPct val="0"/>
                </a:spcAft>
                <a:defRPr sz="2800" b="1">
                  <a:solidFill>
                    <a:schemeClr val="tx1"/>
                  </a:solidFill>
                  <a:latin typeface="Arial" panose="020B0604020202020204" pitchFamily="34" charset="0"/>
                  <a:ea typeface="幼圆" panose="02010509060101010101" pitchFamily="49" charset="-122"/>
                </a:defRPr>
              </a:lvl9pPr>
            </a:lstStyle>
            <a:p>
              <a:pPr indent="0" eaLnBrk="1" hangingPunct="1">
                <a:buNone/>
              </a:pPr>
              <a:r>
                <a:rPr kumimoji="1" lang="en-US" altLang="zh-CN" sz="2400" b="0">
                  <a:solidFill>
                    <a:srgbClr val="FF0000"/>
                  </a:solidFill>
                  <a:latin typeface="Verdana" panose="020B0604030504040204" pitchFamily="34" charset="0"/>
                  <a:ea typeface="宋体" panose="02010600030101010101" pitchFamily="2" charset="-122"/>
                </a:rPr>
                <a:t>F</a:t>
              </a:r>
              <a:r>
                <a:rPr kumimoji="1" lang="en-US" altLang="zh-CN" sz="2400" b="0" baseline="-25000">
                  <a:solidFill>
                    <a:srgbClr val="FF0000"/>
                  </a:solidFill>
                  <a:latin typeface="Verdana" panose="020B0604030504040204" pitchFamily="34" charset="0"/>
                  <a:ea typeface="宋体" panose="02010600030101010101" pitchFamily="2" charset="-122"/>
                </a:rPr>
                <a:t>S1</a:t>
              </a:r>
              <a:endParaRPr kumimoji="1" lang="en-US" altLang="zh-CN" sz="2400" b="0" baseline="-25000">
                <a:solidFill>
                  <a:srgbClr val="FF0000"/>
                </a:solidFill>
                <a:latin typeface="Verdana" panose="020B0604030504040204" pitchFamily="34" charset="0"/>
                <a:ea typeface="宋体" panose="02010600030101010101" pitchFamily="2" charset="-122"/>
              </a:endParaRPr>
            </a:p>
          </p:txBody>
        </p:sp>
      </p:grpSp>
    </p:spTree>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137290"/>
                                        </p:tgtEl>
                                        <p:attrNameLst>
                                          <p:attrName>style.visibility</p:attrName>
                                        </p:attrNameLst>
                                      </p:cBhvr>
                                      <p:to>
                                        <p:strVal val="visible"/>
                                      </p:to>
                                    </p:set>
                                    <p:animEffect transition="in" filter="wipe(left)">
                                      <p:cBhvr>
                                        <p:cTn id="7" dur="500"/>
                                        <p:tgtEl>
                                          <p:spTgt spid="137290"/>
                                        </p:tgtEl>
                                      </p:cBhvr>
                                    </p:animEffect>
                                  </p:childTnLst>
                                </p:cTn>
                              </p:par>
                            </p:childTnLst>
                          </p:cTn>
                        </p:par>
                        <p:par>
                          <p:cTn id="8" fill="hold">
                            <p:stCondLst>
                              <p:cond delay="500"/>
                            </p:stCondLst>
                            <p:childTnLst>
                              <p:par>
                                <p:cTn id="9" presetID="22" presetClass="entr" presetSubtype="2" fill="hold" nodeType="afterEffect">
                                  <p:stCondLst>
                                    <p:cond delay="0"/>
                                  </p:stCondLst>
                                  <p:childTnLst>
                                    <p:set>
                                      <p:cBhvr>
                                        <p:cTn id="10" dur="1" fill="hold">
                                          <p:stCondLst>
                                            <p:cond delay="0"/>
                                          </p:stCondLst>
                                        </p:cTn>
                                        <p:tgtEl>
                                          <p:spTgt spid="137291"/>
                                        </p:tgtEl>
                                        <p:attrNameLst>
                                          <p:attrName>style.visibility</p:attrName>
                                        </p:attrNameLst>
                                      </p:cBhvr>
                                      <p:to>
                                        <p:strVal val="visible"/>
                                      </p:to>
                                    </p:set>
                                    <p:animEffect transition="in" filter="wipe(right)">
                                      <p:cBhvr>
                                        <p:cTn id="11" dur="500"/>
                                        <p:tgtEl>
                                          <p:spTgt spid="13729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8244" name="Text Box 4"/>
          <p:cNvSpPr txBox="1">
            <a:spLocks noChangeArrowheads="1"/>
          </p:cNvSpPr>
          <p:nvPr/>
        </p:nvSpPr>
        <p:spPr bwMode="auto">
          <a:xfrm>
            <a:off x="512445" y="396875"/>
            <a:ext cx="4979035" cy="6076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sz="2800" b="1">
                <a:solidFill>
                  <a:schemeClr val="tx1"/>
                </a:solidFill>
                <a:latin typeface="Arial" panose="020B0604020202020204" pitchFamily="34" charset="0"/>
                <a:ea typeface="幼圆" panose="02010509060101010101" pitchFamily="49" charset="-122"/>
              </a:defRPr>
            </a:lvl1pPr>
            <a:lvl2pPr marL="742950" indent="-285750">
              <a:defRPr sz="2800" b="1">
                <a:solidFill>
                  <a:schemeClr val="tx1"/>
                </a:solidFill>
                <a:latin typeface="Arial" panose="020B0604020202020204" pitchFamily="34" charset="0"/>
                <a:ea typeface="幼圆" panose="02010509060101010101" pitchFamily="49" charset="-122"/>
              </a:defRPr>
            </a:lvl2pPr>
            <a:lvl3pPr marL="1143000" indent="-228600">
              <a:defRPr sz="2800" b="1">
                <a:solidFill>
                  <a:schemeClr val="tx1"/>
                </a:solidFill>
                <a:latin typeface="Arial" panose="020B0604020202020204" pitchFamily="34" charset="0"/>
                <a:ea typeface="幼圆" panose="02010509060101010101" pitchFamily="49" charset="-122"/>
              </a:defRPr>
            </a:lvl3pPr>
            <a:lvl4pPr marL="1600200" indent="-228600">
              <a:defRPr sz="2800" b="1">
                <a:solidFill>
                  <a:schemeClr val="tx1"/>
                </a:solidFill>
                <a:latin typeface="Arial" panose="020B0604020202020204" pitchFamily="34" charset="0"/>
                <a:ea typeface="幼圆" panose="02010509060101010101" pitchFamily="49" charset="-122"/>
              </a:defRPr>
            </a:lvl4pPr>
            <a:lvl5pPr marL="2057400" indent="-228600">
              <a:defRPr sz="2800" b="1">
                <a:solidFill>
                  <a:schemeClr val="tx1"/>
                </a:solidFill>
                <a:latin typeface="Arial" panose="020B0604020202020204" pitchFamily="34" charset="0"/>
                <a:ea typeface="幼圆" panose="02010509060101010101" pitchFamily="49" charset="-122"/>
              </a:defRPr>
            </a:lvl5pPr>
            <a:lvl6pPr marL="2514600" indent="-228600" eaLnBrk="0" fontAlgn="base" hangingPunct="0">
              <a:spcBef>
                <a:spcPct val="0"/>
              </a:spcBef>
              <a:spcAft>
                <a:spcPct val="0"/>
              </a:spcAft>
              <a:defRPr sz="2800" b="1">
                <a:solidFill>
                  <a:schemeClr val="tx1"/>
                </a:solidFill>
                <a:latin typeface="Arial" panose="020B0604020202020204" pitchFamily="34" charset="0"/>
                <a:ea typeface="幼圆" panose="02010509060101010101" pitchFamily="49" charset="-122"/>
              </a:defRPr>
            </a:lvl6pPr>
            <a:lvl7pPr marL="2971800" indent="-228600" eaLnBrk="0" fontAlgn="base" hangingPunct="0">
              <a:spcBef>
                <a:spcPct val="0"/>
              </a:spcBef>
              <a:spcAft>
                <a:spcPct val="0"/>
              </a:spcAft>
              <a:defRPr sz="2800" b="1">
                <a:solidFill>
                  <a:schemeClr val="tx1"/>
                </a:solidFill>
                <a:latin typeface="Arial" panose="020B0604020202020204" pitchFamily="34" charset="0"/>
                <a:ea typeface="幼圆" panose="02010509060101010101" pitchFamily="49" charset="-122"/>
              </a:defRPr>
            </a:lvl7pPr>
            <a:lvl8pPr marL="3429000" indent="-228600" eaLnBrk="0" fontAlgn="base" hangingPunct="0">
              <a:spcBef>
                <a:spcPct val="0"/>
              </a:spcBef>
              <a:spcAft>
                <a:spcPct val="0"/>
              </a:spcAft>
              <a:defRPr sz="2800" b="1">
                <a:solidFill>
                  <a:schemeClr val="tx1"/>
                </a:solidFill>
                <a:latin typeface="Arial" panose="020B0604020202020204" pitchFamily="34" charset="0"/>
                <a:ea typeface="幼圆" panose="02010509060101010101" pitchFamily="49" charset="-122"/>
              </a:defRPr>
            </a:lvl8pPr>
            <a:lvl9pPr marL="3886200" indent="-228600" eaLnBrk="0" fontAlgn="base" hangingPunct="0">
              <a:spcBef>
                <a:spcPct val="0"/>
              </a:spcBef>
              <a:spcAft>
                <a:spcPct val="0"/>
              </a:spcAft>
              <a:defRPr sz="2800" b="1">
                <a:solidFill>
                  <a:schemeClr val="tx1"/>
                </a:solidFill>
                <a:latin typeface="Arial" panose="020B0604020202020204" pitchFamily="34" charset="0"/>
                <a:ea typeface="幼圆" panose="02010509060101010101" pitchFamily="49" charset="-122"/>
              </a:defRPr>
            </a:lvl9pPr>
          </a:lstStyle>
          <a:p>
            <a:pPr indent="0" eaLnBrk="1" hangingPunct="1">
              <a:buNone/>
            </a:pPr>
            <a:r>
              <a:rPr lang="en-US" altLang="zh-CN">
                <a:latin typeface="幼圆" panose="02010509060101010101" pitchFamily="49" charset="-122"/>
              </a:rPr>
              <a:t>[</a:t>
            </a:r>
            <a:r>
              <a:rPr lang="zh-CN" altLang="en-US">
                <a:solidFill>
                  <a:srgbClr val="FF0000"/>
                </a:solidFill>
                <a:latin typeface="幼圆" panose="02010509060101010101" pitchFamily="49" charset="-122"/>
              </a:rPr>
              <a:t>解</a:t>
            </a:r>
            <a:r>
              <a:rPr lang="en-US" altLang="zh-CN">
                <a:latin typeface="幼圆" panose="02010509060101010101" pitchFamily="49" charset="-122"/>
              </a:rPr>
              <a:t>]</a:t>
            </a:r>
            <a:r>
              <a:rPr lang="zh-CN" altLang="en-US">
                <a:latin typeface="幼圆" panose="02010509060101010101" pitchFamily="49" charset="-122"/>
              </a:rPr>
              <a:t>：</a:t>
            </a:r>
            <a:r>
              <a:rPr lang="en-US" altLang="zh-CN" sz="2200">
                <a:solidFill>
                  <a:srgbClr val="FF0000"/>
                </a:solidFill>
                <a:latin typeface="幼圆" panose="02010509060101010101" pitchFamily="49" charset="-122"/>
              </a:rPr>
              <a:t>1</a:t>
            </a:r>
            <a:r>
              <a:rPr lang="zh-CN" altLang="en-US" sz="2200">
                <a:solidFill>
                  <a:srgbClr val="FF0000"/>
                </a:solidFill>
                <a:latin typeface="幼圆" panose="02010509060101010101" pitchFamily="49" charset="-122"/>
              </a:rPr>
              <a:t>）计算派生轴向力</a:t>
            </a:r>
            <a:r>
              <a:rPr lang="en-US" altLang="zh-CN" sz="2200">
                <a:solidFill>
                  <a:srgbClr val="FF0000"/>
                </a:solidFill>
                <a:latin typeface="幼圆" panose="02010509060101010101" pitchFamily="49" charset="-122"/>
              </a:rPr>
              <a:t>F</a:t>
            </a:r>
            <a:r>
              <a:rPr lang="en-US" altLang="zh-CN" sz="2200" baseline="-25000">
                <a:solidFill>
                  <a:srgbClr val="FF0000"/>
                </a:solidFill>
                <a:latin typeface="幼圆" panose="02010509060101010101" pitchFamily="49" charset="-122"/>
              </a:rPr>
              <a:t>S</a:t>
            </a:r>
            <a:endParaRPr lang="en-US" altLang="zh-CN" sz="2200" baseline="-25000">
              <a:solidFill>
                <a:srgbClr val="FF0000"/>
              </a:solidFill>
              <a:latin typeface="幼圆" panose="02010509060101010101" pitchFamily="49" charset="-122"/>
            </a:endParaRPr>
          </a:p>
        </p:txBody>
      </p:sp>
      <p:sp>
        <p:nvSpPr>
          <p:cNvPr id="138245" name="Text Box 5"/>
          <p:cNvSpPr txBox="1">
            <a:spLocks noChangeArrowheads="1"/>
          </p:cNvSpPr>
          <p:nvPr/>
        </p:nvSpPr>
        <p:spPr bwMode="auto">
          <a:xfrm>
            <a:off x="2181225" y="954088"/>
            <a:ext cx="2693988" cy="430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800" b="1">
                <a:solidFill>
                  <a:schemeClr val="tx1"/>
                </a:solidFill>
                <a:latin typeface="Arial" panose="020B0604020202020204" pitchFamily="34" charset="0"/>
                <a:ea typeface="幼圆" panose="02010509060101010101" pitchFamily="49" charset="-122"/>
              </a:defRPr>
            </a:lvl1pPr>
            <a:lvl2pPr marL="742950" indent="-285750">
              <a:defRPr sz="2800" b="1">
                <a:solidFill>
                  <a:schemeClr val="tx1"/>
                </a:solidFill>
                <a:latin typeface="Arial" panose="020B0604020202020204" pitchFamily="34" charset="0"/>
                <a:ea typeface="幼圆" panose="02010509060101010101" pitchFamily="49" charset="-122"/>
              </a:defRPr>
            </a:lvl2pPr>
            <a:lvl3pPr marL="1143000" indent="-228600">
              <a:defRPr sz="2800" b="1">
                <a:solidFill>
                  <a:schemeClr val="tx1"/>
                </a:solidFill>
                <a:latin typeface="Arial" panose="020B0604020202020204" pitchFamily="34" charset="0"/>
                <a:ea typeface="幼圆" panose="02010509060101010101" pitchFamily="49" charset="-122"/>
              </a:defRPr>
            </a:lvl3pPr>
            <a:lvl4pPr marL="1600200" indent="-228600">
              <a:defRPr sz="2800" b="1">
                <a:solidFill>
                  <a:schemeClr val="tx1"/>
                </a:solidFill>
                <a:latin typeface="Arial" panose="020B0604020202020204" pitchFamily="34" charset="0"/>
                <a:ea typeface="幼圆" panose="02010509060101010101" pitchFamily="49" charset="-122"/>
              </a:defRPr>
            </a:lvl4pPr>
            <a:lvl5pPr marL="2057400" indent="-228600">
              <a:defRPr sz="2800" b="1">
                <a:solidFill>
                  <a:schemeClr val="tx1"/>
                </a:solidFill>
                <a:latin typeface="Arial" panose="020B0604020202020204" pitchFamily="34" charset="0"/>
                <a:ea typeface="幼圆" panose="02010509060101010101" pitchFamily="49" charset="-122"/>
              </a:defRPr>
            </a:lvl5pPr>
            <a:lvl6pPr marL="2514600" indent="-228600" eaLnBrk="0" fontAlgn="base" hangingPunct="0">
              <a:spcBef>
                <a:spcPct val="0"/>
              </a:spcBef>
              <a:spcAft>
                <a:spcPct val="0"/>
              </a:spcAft>
              <a:defRPr sz="2800" b="1">
                <a:solidFill>
                  <a:schemeClr val="tx1"/>
                </a:solidFill>
                <a:latin typeface="Arial" panose="020B0604020202020204" pitchFamily="34" charset="0"/>
                <a:ea typeface="幼圆" panose="02010509060101010101" pitchFamily="49" charset="-122"/>
              </a:defRPr>
            </a:lvl6pPr>
            <a:lvl7pPr marL="2971800" indent="-228600" eaLnBrk="0" fontAlgn="base" hangingPunct="0">
              <a:spcBef>
                <a:spcPct val="0"/>
              </a:spcBef>
              <a:spcAft>
                <a:spcPct val="0"/>
              </a:spcAft>
              <a:defRPr sz="2800" b="1">
                <a:solidFill>
                  <a:schemeClr val="tx1"/>
                </a:solidFill>
                <a:latin typeface="Arial" panose="020B0604020202020204" pitchFamily="34" charset="0"/>
                <a:ea typeface="幼圆" panose="02010509060101010101" pitchFamily="49" charset="-122"/>
              </a:defRPr>
            </a:lvl7pPr>
            <a:lvl8pPr marL="3429000" indent="-228600" eaLnBrk="0" fontAlgn="base" hangingPunct="0">
              <a:spcBef>
                <a:spcPct val="0"/>
              </a:spcBef>
              <a:spcAft>
                <a:spcPct val="0"/>
              </a:spcAft>
              <a:defRPr sz="2800" b="1">
                <a:solidFill>
                  <a:schemeClr val="tx1"/>
                </a:solidFill>
                <a:latin typeface="Arial" panose="020B0604020202020204" pitchFamily="34" charset="0"/>
                <a:ea typeface="幼圆" panose="02010509060101010101" pitchFamily="49" charset="-122"/>
              </a:defRPr>
            </a:lvl8pPr>
            <a:lvl9pPr marL="3886200" indent="-228600" eaLnBrk="0" fontAlgn="base" hangingPunct="0">
              <a:spcBef>
                <a:spcPct val="0"/>
              </a:spcBef>
              <a:spcAft>
                <a:spcPct val="0"/>
              </a:spcAft>
              <a:defRPr sz="2800" b="1">
                <a:solidFill>
                  <a:schemeClr val="tx1"/>
                </a:solidFill>
                <a:latin typeface="Arial" panose="020B0604020202020204" pitchFamily="34" charset="0"/>
                <a:ea typeface="幼圆" panose="02010509060101010101" pitchFamily="49" charset="-122"/>
              </a:defRPr>
            </a:lvl9pPr>
          </a:lstStyle>
          <a:p>
            <a:pPr indent="0" eaLnBrk="1" hangingPunct="1">
              <a:buNone/>
            </a:pPr>
            <a:r>
              <a:rPr lang="en-US" altLang="zh-CN" sz="2200">
                <a:latin typeface="幼圆" panose="02010509060101010101" pitchFamily="49" charset="-122"/>
              </a:rPr>
              <a:t>F</a:t>
            </a:r>
            <a:r>
              <a:rPr lang="en-US" altLang="zh-CN" sz="2200" baseline="-25000">
                <a:latin typeface="幼圆" panose="02010509060101010101" pitchFamily="49" charset="-122"/>
              </a:rPr>
              <a:t>S1</a:t>
            </a:r>
            <a:r>
              <a:rPr lang="zh-CN" altLang="en-US" sz="2200">
                <a:latin typeface="幼圆" panose="02010509060101010101" pitchFamily="49" charset="-122"/>
              </a:rPr>
              <a:t>、 </a:t>
            </a:r>
            <a:r>
              <a:rPr lang="en-US" altLang="zh-CN" sz="2200">
                <a:latin typeface="幼圆" panose="02010509060101010101" pitchFamily="49" charset="-122"/>
              </a:rPr>
              <a:t>F</a:t>
            </a:r>
            <a:r>
              <a:rPr lang="en-US" altLang="zh-CN" sz="2200" baseline="-25000">
                <a:latin typeface="幼圆" panose="02010509060101010101" pitchFamily="49" charset="-122"/>
              </a:rPr>
              <a:t>S2</a:t>
            </a:r>
            <a:r>
              <a:rPr lang="zh-CN" altLang="en-US" sz="2200">
                <a:latin typeface="幼圆" panose="02010509060101010101" pitchFamily="49" charset="-122"/>
              </a:rPr>
              <a:t>方向如图。</a:t>
            </a:r>
            <a:endParaRPr lang="zh-CN" altLang="en-US" sz="2200">
              <a:latin typeface="幼圆" panose="02010509060101010101" pitchFamily="49" charset="-122"/>
            </a:endParaRPr>
          </a:p>
        </p:txBody>
      </p:sp>
      <p:graphicFrame>
        <p:nvGraphicFramePr>
          <p:cNvPr id="138247" name="Object 7"/>
          <p:cNvGraphicFramePr>
            <a:graphicFrameLocks noChangeAspect="1"/>
          </p:cNvGraphicFramePr>
          <p:nvPr/>
        </p:nvGraphicFramePr>
        <p:xfrm>
          <a:off x="1989932" y="1514317"/>
          <a:ext cx="3360420" cy="764540"/>
        </p:xfrm>
        <a:graphic>
          <a:graphicData uri="http://schemas.openxmlformats.org/presentationml/2006/ole">
            <mc:AlternateContent xmlns:mc="http://schemas.openxmlformats.org/markup-compatibility/2006">
              <mc:Choice xmlns:v="urn:schemas-microsoft-com:vml" Requires="v">
                <p:oleObj spid="_x0000_s1026" name="公式" r:id="rId1" imgW="1727200" imgH="393700" progId="Equation.3">
                  <p:embed/>
                </p:oleObj>
              </mc:Choice>
              <mc:Fallback>
                <p:oleObj name="公式" r:id="rId1" imgW="1727200" imgH="393700" progId="Equation.3">
                  <p:embed/>
                  <p:pic>
                    <p:nvPicPr>
                      <p:cNvPr id="0" name="图片 1025"/>
                      <p:cNvPicPr>
                        <a:picLocks noChangeAspect="1" noChangeArrowheads="1"/>
                      </p:cNvPicPr>
                      <p:nvPr/>
                    </p:nvPicPr>
                    <p:blipFill>
                      <a:blip r:embed="rId2"/>
                      <a:srcRect/>
                      <a:stretch>
                        <a:fillRect/>
                      </a:stretch>
                    </p:blipFill>
                    <p:spPr bwMode="auto">
                      <a:xfrm>
                        <a:off x="1989932" y="1514317"/>
                        <a:ext cx="3360420" cy="7645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38248" name="Object 8"/>
          <p:cNvGraphicFramePr>
            <a:graphicFrameLocks noChangeAspect="1"/>
          </p:cNvGraphicFramePr>
          <p:nvPr/>
        </p:nvGraphicFramePr>
        <p:xfrm>
          <a:off x="1951355" y="2436336"/>
          <a:ext cx="3399155" cy="763270"/>
        </p:xfrm>
        <a:graphic>
          <a:graphicData uri="http://schemas.openxmlformats.org/presentationml/2006/ole">
            <mc:AlternateContent xmlns:mc="http://schemas.openxmlformats.org/markup-compatibility/2006">
              <mc:Choice xmlns:v="urn:schemas-microsoft-com:vml" Requires="v">
                <p:oleObj spid="_x0000_s1027" name="公式" r:id="rId3" imgW="1752600" imgH="393700" progId="Equation.3">
                  <p:embed/>
                </p:oleObj>
              </mc:Choice>
              <mc:Fallback>
                <p:oleObj name="公式" r:id="rId3" imgW="1752600" imgH="393700" progId="Equation.3">
                  <p:embed/>
                  <p:pic>
                    <p:nvPicPr>
                      <p:cNvPr id="0" name="图片 1026"/>
                      <p:cNvPicPr>
                        <a:picLocks noChangeAspect="1" noChangeArrowheads="1"/>
                      </p:cNvPicPr>
                      <p:nvPr/>
                    </p:nvPicPr>
                    <p:blipFill>
                      <a:blip r:embed="rId4"/>
                      <a:srcRect/>
                      <a:stretch>
                        <a:fillRect/>
                      </a:stretch>
                    </p:blipFill>
                    <p:spPr bwMode="auto">
                      <a:xfrm>
                        <a:off x="1951355" y="2436336"/>
                        <a:ext cx="3399155" cy="7632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38249" name="Text Box 9"/>
          <p:cNvSpPr txBox="1">
            <a:spLocks noChangeArrowheads="1"/>
          </p:cNvSpPr>
          <p:nvPr/>
        </p:nvSpPr>
        <p:spPr bwMode="auto">
          <a:xfrm>
            <a:off x="1662113" y="3489325"/>
            <a:ext cx="2288540" cy="4972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800" b="1">
                <a:solidFill>
                  <a:schemeClr val="tx1"/>
                </a:solidFill>
                <a:latin typeface="Arial" panose="020B0604020202020204" pitchFamily="34" charset="0"/>
                <a:ea typeface="幼圆" panose="02010509060101010101" pitchFamily="49" charset="-122"/>
              </a:defRPr>
            </a:lvl1pPr>
            <a:lvl2pPr marL="742950" indent="-285750">
              <a:defRPr sz="2800" b="1">
                <a:solidFill>
                  <a:schemeClr val="tx1"/>
                </a:solidFill>
                <a:latin typeface="Arial" panose="020B0604020202020204" pitchFamily="34" charset="0"/>
                <a:ea typeface="幼圆" panose="02010509060101010101" pitchFamily="49" charset="-122"/>
              </a:defRPr>
            </a:lvl2pPr>
            <a:lvl3pPr marL="1143000" indent="-228600">
              <a:defRPr sz="2800" b="1">
                <a:solidFill>
                  <a:schemeClr val="tx1"/>
                </a:solidFill>
                <a:latin typeface="Arial" panose="020B0604020202020204" pitchFamily="34" charset="0"/>
                <a:ea typeface="幼圆" panose="02010509060101010101" pitchFamily="49" charset="-122"/>
              </a:defRPr>
            </a:lvl3pPr>
            <a:lvl4pPr marL="1600200" indent="-228600">
              <a:defRPr sz="2800" b="1">
                <a:solidFill>
                  <a:schemeClr val="tx1"/>
                </a:solidFill>
                <a:latin typeface="Arial" panose="020B0604020202020204" pitchFamily="34" charset="0"/>
                <a:ea typeface="幼圆" panose="02010509060101010101" pitchFamily="49" charset="-122"/>
              </a:defRPr>
            </a:lvl4pPr>
            <a:lvl5pPr marL="2057400" indent="-228600">
              <a:defRPr sz="2800" b="1">
                <a:solidFill>
                  <a:schemeClr val="tx1"/>
                </a:solidFill>
                <a:latin typeface="Arial" panose="020B0604020202020204" pitchFamily="34" charset="0"/>
                <a:ea typeface="幼圆" panose="02010509060101010101" pitchFamily="49" charset="-122"/>
              </a:defRPr>
            </a:lvl5pPr>
            <a:lvl6pPr marL="2514600" indent="-228600" eaLnBrk="0" fontAlgn="base" hangingPunct="0">
              <a:spcBef>
                <a:spcPct val="0"/>
              </a:spcBef>
              <a:spcAft>
                <a:spcPct val="0"/>
              </a:spcAft>
              <a:defRPr sz="2800" b="1">
                <a:solidFill>
                  <a:schemeClr val="tx1"/>
                </a:solidFill>
                <a:latin typeface="Arial" panose="020B0604020202020204" pitchFamily="34" charset="0"/>
                <a:ea typeface="幼圆" panose="02010509060101010101" pitchFamily="49" charset="-122"/>
              </a:defRPr>
            </a:lvl6pPr>
            <a:lvl7pPr marL="2971800" indent="-228600" eaLnBrk="0" fontAlgn="base" hangingPunct="0">
              <a:spcBef>
                <a:spcPct val="0"/>
              </a:spcBef>
              <a:spcAft>
                <a:spcPct val="0"/>
              </a:spcAft>
              <a:defRPr sz="2800" b="1">
                <a:solidFill>
                  <a:schemeClr val="tx1"/>
                </a:solidFill>
                <a:latin typeface="Arial" panose="020B0604020202020204" pitchFamily="34" charset="0"/>
                <a:ea typeface="幼圆" panose="02010509060101010101" pitchFamily="49" charset="-122"/>
              </a:defRPr>
            </a:lvl7pPr>
            <a:lvl8pPr marL="3429000" indent="-228600" eaLnBrk="0" fontAlgn="base" hangingPunct="0">
              <a:spcBef>
                <a:spcPct val="0"/>
              </a:spcBef>
              <a:spcAft>
                <a:spcPct val="0"/>
              </a:spcAft>
              <a:defRPr sz="2800" b="1">
                <a:solidFill>
                  <a:schemeClr val="tx1"/>
                </a:solidFill>
                <a:latin typeface="Arial" panose="020B0604020202020204" pitchFamily="34" charset="0"/>
                <a:ea typeface="幼圆" panose="02010509060101010101" pitchFamily="49" charset="-122"/>
              </a:defRPr>
            </a:lvl8pPr>
            <a:lvl9pPr marL="3886200" indent="-228600" eaLnBrk="0" fontAlgn="base" hangingPunct="0">
              <a:spcBef>
                <a:spcPct val="0"/>
              </a:spcBef>
              <a:spcAft>
                <a:spcPct val="0"/>
              </a:spcAft>
              <a:defRPr sz="2800" b="1">
                <a:solidFill>
                  <a:schemeClr val="tx1"/>
                </a:solidFill>
                <a:latin typeface="Arial" panose="020B0604020202020204" pitchFamily="34" charset="0"/>
                <a:ea typeface="幼圆" panose="02010509060101010101" pitchFamily="49" charset="-122"/>
              </a:defRPr>
            </a:lvl9pPr>
          </a:lstStyle>
          <a:p>
            <a:pPr indent="0" eaLnBrk="1" hangingPunct="1">
              <a:buNone/>
            </a:pPr>
            <a:r>
              <a:rPr lang="en-US" altLang="zh-CN" sz="2200">
                <a:solidFill>
                  <a:srgbClr val="FF0000"/>
                </a:solidFill>
                <a:latin typeface="幼圆" panose="02010509060101010101" pitchFamily="49" charset="-122"/>
              </a:rPr>
              <a:t>2</a:t>
            </a:r>
            <a:r>
              <a:rPr lang="zh-CN" altLang="en-US" sz="2200">
                <a:solidFill>
                  <a:srgbClr val="FF0000"/>
                </a:solidFill>
                <a:latin typeface="幼圆" panose="02010509060101010101" pitchFamily="49" charset="-122"/>
              </a:rPr>
              <a:t>）计算轴向载荷</a:t>
            </a:r>
            <a:endParaRPr lang="zh-CN" altLang="en-US" sz="2200">
              <a:solidFill>
                <a:srgbClr val="FF0000"/>
              </a:solidFill>
              <a:latin typeface="幼圆" panose="02010509060101010101" pitchFamily="49" charset="-122"/>
            </a:endParaRPr>
          </a:p>
        </p:txBody>
      </p:sp>
      <p:sp>
        <p:nvSpPr>
          <p:cNvPr id="138251" name="Text Box 11"/>
          <p:cNvSpPr txBox="1">
            <a:spLocks noChangeArrowheads="1"/>
          </p:cNvSpPr>
          <p:nvPr/>
        </p:nvSpPr>
        <p:spPr bwMode="auto">
          <a:xfrm>
            <a:off x="1764030" y="4006850"/>
            <a:ext cx="6653530" cy="4972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800" b="1">
                <a:solidFill>
                  <a:schemeClr val="tx1"/>
                </a:solidFill>
                <a:latin typeface="Arial" panose="020B0604020202020204" pitchFamily="34" charset="0"/>
                <a:ea typeface="幼圆" panose="02010509060101010101" pitchFamily="49" charset="-122"/>
              </a:defRPr>
            </a:lvl1pPr>
            <a:lvl2pPr marL="742950" indent="-285750">
              <a:defRPr sz="2800" b="1">
                <a:solidFill>
                  <a:schemeClr val="tx1"/>
                </a:solidFill>
                <a:latin typeface="Arial" panose="020B0604020202020204" pitchFamily="34" charset="0"/>
                <a:ea typeface="幼圆" panose="02010509060101010101" pitchFamily="49" charset="-122"/>
              </a:defRPr>
            </a:lvl2pPr>
            <a:lvl3pPr marL="1143000" indent="-228600">
              <a:defRPr sz="2800" b="1">
                <a:solidFill>
                  <a:schemeClr val="tx1"/>
                </a:solidFill>
                <a:latin typeface="Arial" panose="020B0604020202020204" pitchFamily="34" charset="0"/>
                <a:ea typeface="幼圆" panose="02010509060101010101" pitchFamily="49" charset="-122"/>
              </a:defRPr>
            </a:lvl3pPr>
            <a:lvl4pPr marL="1600200" indent="-228600">
              <a:defRPr sz="2800" b="1">
                <a:solidFill>
                  <a:schemeClr val="tx1"/>
                </a:solidFill>
                <a:latin typeface="Arial" panose="020B0604020202020204" pitchFamily="34" charset="0"/>
                <a:ea typeface="幼圆" panose="02010509060101010101" pitchFamily="49" charset="-122"/>
              </a:defRPr>
            </a:lvl4pPr>
            <a:lvl5pPr marL="2057400" indent="-228600">
              <a:defRPr sz="2800" b="1">
                <a:solidFill>
                  <a:schemeClr val="tx1"/>
                </a:solidFill>
                <a:latin typeface="Arial" panose="020B0604020202020204" pitchFamily="34" charset="0"/>
                <a:ea typeface="幼圆" panose="02010509060101010101" pitchFamily="49" charset="-122"/>
              </a:defRPr>
            </a:lvl5pPr>
            <a:lvl6pPr marL="2514600" indent="-228600" eaLnBrk="0" fontAlgn="base" hangingPunct="0">
              <a:spcBef>
                <a:spcPct val="0"/>
              </a:spcBef>
              <a:spcAft>
                <a:spcPct val="0"/>
              </a:spcAft>
              <a:defRPr sz="2800" b="1">
                <a:solidFill>
                  <a:schemeClr val="tx1"/>
                </a:solidFill>
                <a:latin typeface="Arial" panose="020B0604020202020204" pitchFamily="34" charset="0"/>
                <a:ea typeface="幼圆" panose="02010509060101010101" pitchFamily="49" charset="-122"/>
              </a:defRPr>
            </a:lvl6pPr>
            <a:lvl7pPr marL="2971800" indent="-228600" eaLnBrk="0" fontAlgn="base" hangingPunct="0">
              <a:spcBef>
                <a:spcPct val="0"/>
              </a:spcBef>
              <a:spcAft>
                <a:spcPct val="0"/>
              </a:spcAft>
              <a:defRPr sz="2800" b="1">
                <a:solidFill>
                  <a:schemeClr val="tx1"/>
                </a:solidFill>
                <a:latin typeface="Arial" panose="020B0604020202020204" pitchFamily="34" charset="0"/>
                <a:ea typeface="幼圆" panose="02010509060101010101" pitchFamily="49" charset="-122"/>
              </a:defRPr>
            </a:lvl7pPr>
            <a:lvl8pPr marL="3429000" indent="-228600" eaLnBrk="0" fontAlgn="base" hangingPunct="0">
              <a:spcBef>
                <a:spcPct val="0"/>
              </a:spcBef>
              <a:spcAft>
                <a:spcPct val="0"/>
              </a:spcAft>
              <a:defRPr sz="2800" b="1">
                <a:solidFill>
                  <a:schemeClr val="tx1"/>
                </a:solidFill>
                <a:latin typeface="Arial" panose="020B0604020202020204" pitchFamily="34" charset="0"/>
                <a:ea typeface="幼圆" panose="02010509060101010101" pitchFamily="49" charset="-122"/>
              </a:defRPr>
            </a:lvl8pPr>
            <a:lvl9pPr marL="3886200" indent="-228600" eaLnBrk="0" fontAlgn="base" hangingPunct="0">
              <a:spcBef>
                <a:spcPct val="0"/>
              </a:spcBef>
              <a:spcAft>
                <a:spcPct val="0"/>
              </a:spcAft>
              <a:defRPr sz="2800" b="1">
                <a:solidFill>
                  <a:schemeClr val="tx1"/>
                </a:solidFill>
                <a:latin typeface="Arial" panose="020B0604020202020204" pitchFamily="34" charset="0"/>
                <a:ea typeface="幼圆" panose="02010509060101010101" pitchFamily="49" charset="-122"/>
              </a:defRPr>
            </a:lvl9pPr>
          </a:lstStyle>
          <a:p>
            <a:pPr indent="0" eaLnBrk="1" hangingPunct="1">
              <a:buNone/>
            </a:pPr>
            <a:r>
              <a:rPr lang="en-US" altLang="zh-CN" sz="2200" b="0">
                <a:latin typeface="Times New Roman" panose="02020603050405020304" pitchFamily="18" charset="0"/>
                <a:cs typeface="Times New Roman" panose="02020603050405020304" pitchFamily="18" charset="0"/>
              </a:rPr>
              <a:t>F</a:t>
            </a:r>
            <a:r>
              <a:rPr lang="en-US" altLang="zh-CN" sz="2200" b="0" baseline="-25000">
                <a:latin typeface="Times New Roman" panose="02020603050405020304" pitchFamily="18" charset="0"/>
                <a:cs typeface="Times New Roman" panose="02020603050405020304" pitchFamily="18" charset="0"/>
              </a:rPr>
              <a:t>S1</a:t>
            </a:r>
            <a:r>
              <a:rPr lang="en-US" altLang="zh-CN" sz="2200" b="0">
                <a:latin typeface="Times New Roman" panose="02020603050405020304" pitchFamily="18" charset="0"/>
                <a:cs typeface="Times New Roman" panose="02020603050405020304" pitchFamily="18" charset="0"/>
              </a:rPr>
              <a:t>+F</a:t>
            </a:r>
            <a:r>
              <a:rPr lang="en-US" altLang="zh-CN" sz="2200" b="0" baseline="-25000">
                <a:latin typeface="Times New Roman" panose="02020603050405020304" pitchFamily="18" charset="0"/>
                <a:cs typeface="Times New Roman" panose="02020603050405020304" pitchFamily="18" charset="0"/>
              </a:rPr>
              <a:t>a</a:t>
            </a:r>
            <a:r>
              <a:rPr lang="en-US" altLang="zh-CN" sz="2200" b="0">
                <a:latin typeface="Times New Roman" panose="02020603050405020304" pitchFamily="18" charset="0"/>
                <a:cs typeface="Times New Roman" panose="02020603050405020304" pitchFamily="18" charset="0"/>
              </a:rPr>
              <a:t>=5000+2000=7000N&gt;F</a:t>
            </a:r>
            <a:r>
              <a:rPr lang="en-US" altLang="zh-CN" sz="2200" b="0" baseline="-25000">
                <a:latin typeface="Times New Roman" panose="02020603050405020304" pitchFamily="18" charset="0"/>
                <a:cs typeface="Times New Roman" panose="02020603050405020304" pitchFamily="18" charset="0"/>
              </a:rPr>
              <a:t>S2</a:t>
            </a:r>
            <a:r>
              <a:rPr lang="en-US" altLang="zh-CN" sz="2200" b="0">
                <a:latin typeface="Times New Roman" panose="02020603050405020304" pitchFamily="18" charset="0"/>
                <a:cs typeface="Times New Roman" panose="02020603050405020304" pitchFamily="18" charset="0"/>
              </a:rPr>
              <a:t>=2867N</a:t>
            </a:r>
            <a:r>
              <a:rPr lang="zh-CN" altLang="en-US" sz="2200" b="0">
                <a:latin typeface="Times New Roman" panose="02020603050405020304" pitchFamily="18" charset="0"/>
                <a:cs typeface="Times New Roman" panose="02020603050405020304" pitchFamily="18" charset="0"/>
              </a:rPr>
              <a:t>，</a:t>
            </a:r>
            <a:r>
              <a:rPr lang="zh-CN" altLang="en-US" sz="2200" b="0">
                <a:latin typeface="黑体" panose="02010609060101010101" pitchFamily="49" charset="-122"/>
                <a:ea typeface="黑体" panose="02010609060101010101" pitchFamily="49" charset="-122"/>
              </a:rPr>
              <a:t>合力指向左端</a:t>
            </a:r>
            <a:endParaRPr lang="zh-CN" altLang="en-US" sz="2200" b="0">
              <a:latin typeface="黑体" panose="02010609060101010101" pitchFamily="49" charset="-122"/>
              <a:ea typeface="黑体" panose="02010609060101010101" pitchFamily="49" charset="-122"/>
            </a:endParaRPr>
          </a:p>
        </p:txBody>
      </p:sp>
      <p:sp>
        <p:nvSpPr>
          <p:cNvPr id="138252" name="Text Box 12"/>
          <p:cNvSpPr txBox="1">
            <a:spLocks noChangeArrowheads="1"/>
          </p:cNvSpPr>
          <p:nvPr/>
        </p:nvSpPr>
        <p:spPr bwMode="auto">
          <a:xfrm>
            <a:off x="2051368" y="4580573"/>
            <a:ext cx="4513580" cy="4972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800" b="1">
                <a:solidFill>
                  <a:schemeClr val="tx1"/>
                </a:solidFill>
                <a:latin typeface="Arial" panose="020B0604020202020204" pitchFamily="34" charset="0"/>
                <a:ea typeface="幼圆" panose="02010509060101010101" pitchFamily="49" charset="-122"/>
              </a:defRPr>
            </a:lvl1pPr>
            <a:lvl2pPr marL="742950" indent="-285750">
              <a:defRPr sz="2800" b="1">
                <a:solidFill>
                  <a:schemeClr val="tx1"/>
                </a:solidFill>
                <a:latin typeface="Arial" panose="020B0604020202020204" pitchFamily="34" charset="0"/>
                <a:ea typeface="幼圆" panose="02010509060101010101" pitchFamily="49" charset="-122"/>
              </a:defRPr>
            </a:lvl2pPr>
            <a:lvl3pPr marL="1143000" indent="-228600">
              <a:defRPr sz="2800" b="1">
                <a:solidFill>
                  <a:schemeClr val="tx1"/>
                </a:solidFill>
                <a:latin typeface="Arial" panose="020B0604020202020204" pitchFamily="34" charset="0"/>
                <a:ea typeface="幼圆" panose="02010509060101010101" pitchFamily="49" charset="-122"/>
              </a:defRPr>
            </a:lvl3pPr>
            <a:lvl4pPr marL="1600200" indent="-228600">
              <a:defRPr sz="2800" b="1">
                <a:solidFill>
                  <a:schemeClr val="tx1"/>
                </a:solidFill>
                <a:latin typeface="Arial" panose="020B0604020202020204" pitchFamily="34" charset="0"/>
                <a:ea typeface="幼圆" panose="02010509060101010101" pitchFamily="49" charset="-122"/>
              </a:defRPr>
            </a:lvl4pPr>
            <a:lvl5pPr marL="2057400" indent="-228600">
              <a:defRPr sz="2800" b="1">
                <a:solidFill>
                  <a:schemeClr val="tx1"/>
                </a:solidFill>
                <a:latin typeface="Arial" panose="020B0604020202020204" pitchFamily="34" charset="0"/>
                <a:ea typeface="幼圆" panose="02010509060101010101" pitchFamily="49" charset="-122"/>
              </a:defRPr>
            </a:lvl5pPr>
            <a:lvl6pPr marL="2514600" indent="-228600" eaLnBrk="0" fontAlgn="base" hangingPunct="0">
              <a:spcBef>
                <a:spcPct val="0"/>
              </a:spcBef>
              <a:spcAft>
                <a:spcPct val="0"/>
              </a:spcAft>
              <a:defRPr sz="2800" b="1">
                <a:solidFill>
                  <a:schemeClr val="tx1"/>
                </a:solidFill>
                <a:latin typeface="Arial" panose="020B0604020202020204" pitchFamily="34" charset="0"/>
                <a:ea typeface="幼圆" panose="02010509060101010101" pitchFamily="49" charset="-122"/>
              </a:defRPr>
            </a:lvl6pPr>
            <a:lvl7pPr marL="2971800" indent="-228600" eaLnBrk="0" fontAlgn="base" hangingPunct="0">
              <a:spcBef>
                <a:spcPct val="0"/>
              </a:spcBef>
              <a:spcAft>
                <a:spcPct val="0"/>
              </a:spcAft>
              <a:defRPr sz="2800" b="1">
                <a:solidFill>
                  <a:schemeClr val="tx1"/>
                </a:solidFill>
                <a:latin typeface="Arial" panose="020B0604020202020204" pitchFamily="34" charset="0"/>
                <a:ea typeface="幼圆" panose="02010509060101010101" pitchFamily="49" charset="-122"/>
              </a:defRPr>
            </a:lvl7pPr>
            <a:lvl8pPr marL="3429000" indent="-228600" eaLnBrk="0" fontAlgn="base" hangingPunct="0">
              <a:spcBef>
                <a:spcPct val="0"/>
              </a:spcBef>
              <a:spcAft>
                <a:spcPct val="0"/>
              </a:spcAft>
              <a:defRPr sz="2800" b="1">
                <a:solidFill>
                  <a:schemeClr val="tx1"/>
                </a:solidFill>
                <a:latin typeface="Arial" panose="020B0604020202020204" pitchFamily="34" charset="0"/>
                <a:ea typeface="幼圆" panose="02010509060101010101" pitchFamily="49" charset="-122"/>
              </a:defRPr>
            </a:lvl8pPr>
            <a:lvl9pPr marL="3886200" indent="-228600" eaLnBrk="0" fontAlgn="base" hangingPunct="0">
              <a:spcBef>
                <a:spcPct val="0"/>
              </a:spcBef>
              <a:spcAft>
                <a:spcPct val="0"/>
              </a:spcAft>
              <a:defRPr sz="2800" b="1">
                <a:solidFill>
                  <a:schemeClr val="tx1"/>
                </a:solidFill>
                <a:latin typeface="Arial" panose="020B0604020202020204" pitchFamily="34" charset="0"/>
                <a:ea typeface="幼圆" panose="02010509060101010101" pitchFamily="49" charset="-122"/>
              </a:defRPr>
            </a:lvl9pPr>
          </a:lstStyle>
          <a:p>
            <a:pPr indent="0" eaLnBrk="1" hangingPunct="1">
              <a:buNone/>
            </a:pPr>
            <a:r>
              <a:rPr lang="zh-CN" altLang="en-US" sz="2200" b="0">
                <a:latin typeface="黑体" panose="02010609060101010101" pitchFamily="49" charset="-122"/>
                <a:ea typeface="黑体" panose="02010609060101010101" pitchFamily="49" charset="-122"/>
                <a:cs typeface="黑体" panose="02010609060101010101" pitchFamily="49" charset="-122"/>
              </a:rPr>
              <a:t>两轴承为正安装，故轴承</a:t>
            </a:r>
            <a:r>
              <a:rPr lang="en-US" altLang="zh-CN" sz="2200" b="0">
                <a:latin typeface="黑体" panose="02010609060101010101" pitchFamily="49" charset="-122"/>
                <a:ea typeface="黑体" panose="02010609060101010101" pitchFamily="49" charset="-122"/>
                <a:cs typeface="黑体" panose="02010609060101010101" pitchFamily="49" charset="-122"/>
              </a:rPr>
              <a:t>2</a:t>
            </a:r>
            <a:r>
              <a:rPr lang="zh-CN" altLang="en-US" sz="2200" b="0">
                <a:latin typeface="黑体" panose="02010609060101010101" pitchFamily="49" charset="-122"/>
                <a:ea typeface="黑体" panose="02010609060101010101" pitchFamily="49" charset="-122"/>
                <a:cs typeface="黑体" panose="02010609060101010101" pitchFamily="49" charset="-122"/>
              </a:rPr>
              <a:t>被压紧。</a:t>
            </a:r>
            <a:endParaRPr lang="zh-CN" altLang="en-US" sz="2200" b="0">
              <a:latin typeface="黑体" panose="02010609060101010101" pitchFamily="49" charset="-122"/>
              <a:ea typeface="黑体" panose="02010609060101010101" pitchFamily="49" charset="-122"/>
              <a:cs typeface="黑体" panose="02010609060101010101" pitchFamily="49" charset="-122"/>
            </a:endParaRPr>
          </a:p>
        </p:txBody>
      </p:sp>
      <p:sp>
        <p:nvSpPr>
          <p:cNvPr id="138253" name="Text Box 13"/>
          <p:cNvSpPr txBox="1">
            <a:spLocks noChangeArrowheads="1"/>
          </p:cNvSpPr>
          <p:nvPr/>
        </p:nvSpPr>
        <p:spPr bwMode="auto">
          <a:xfrm>
            <a:off x="2195830" y="5077778"/>
            <a:ext cx="3603625" cy="4972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800" b="1">
                <a:solidFill>
                  <a:schemeClr val="tx1"/>
                </a:solidFill>
                <a:latin typeface="Arial" panose="020B0604020202020204" pitchFamily="34" charset="0"/>
                <a:ea typeface="幼圆" panose="02010509060101010101" pitchFamily="49" charset="-122"/>
              </a:defRPr>
            </a:lvl1pPr>
            <a:lvl2pPr marL="742950" indent="-285750">
              <a:defRPr sz="2800" b="1">
                <a:solidFill>
                  <a:schemeClr val="tx1"/>
                </a:solidFill>
                <a:latin typeface="Arial" panose="020B0604020202020204" pitchFamily="34" charset="0"/>
                <a:ea typeface="幼圆" panose="02010509060101010101" pitchFamily="49" charset="-122"/>
              </a:defRPr>
            </a:lvl2pPr>
            <a:lvl3pPr marL="1143000" indent="-228600">
              <a:defRPr sz="2800" b="1">
                <a:solidFill>
                  <a:schemeClr val="tx1"/>
                </a:solidFill>
                <a:latin typeface="Arial" panose="020B0604020202020204" pitchFamily="34" charset="0"/>
                <a:ea typeface="幼圆" panose="02010509060101010101" pitchFamily="49" charset="-122"/>
              </a:defRPr>
            </a:lvl3pPr>
            <a:lvl4pPr marL="1600200" indent="-228600">
              <a:defRPr sz="2800" b="1">
                <a:solidFill>
                  <a:schemeClr val="tx1"/>
                </a:solidFill>
                <a:latin typeface="Arial" panose="020B0604020202020204" pitchFamily="34" charset="0"/>
                <a:ea typeface="幼圆" panose="02010509060101010101" pitchFamily="49" charset="-122"/>
              </a:defRPr>
            </a:lvl4pPr>
            <a:lvl5pPr marL="2057400" indent="-228600">
              <a:defRPr sz="2800" b="1">
                <a:solidFill>
                  <a:schemeClr val="tx1"/>
                </a:solidFill>
                <a:latin typeface="Arial" panose="020B0604020202020204" pitchFamily="34" charset="0"/>
                <a:ea typeface="幼圆" panose="02010509060101010101" pitchFamily="49" charset="-122"/>
              </a:defRPr>
            </a:lvl5pPr>
            <a:lvl6pPr marL="2514600" indent="-228600" eaLnBrk="0" fontAlgn="base" hangingPunct="0">
              <a:spcBef>
                <a:spcPct val="0"/>
              </a:spcBef>
              <a:spcAft>
                <a:spcPct val="0"/>
              </a:spcAft>
              <a:defRPr sz="2800" b="1">
                <a:solidFill>
                  <a:schemeClr val="tx1"/>
                </a:solidFill>
                <a:latin typeface="Arial" panose="020B0604020202020204" pitchFamily="34" charset="0"/>
                <a:ea typeface="幼圆" panose="02010509060101010101" pitchFamily="49" charset="-122"/>
              </a:defRPr>
            </a:lvl6pPr>
            <a:lvl7pPr marL="2971800" indent="-228600" eaLnBrk="0" fontAlgn="base" hangingPunct="0">
              <a:spcBef>
                <a:spcPct val="0"/>
              </a:spcBef>
              <a:spcAft>
                <a:spcPct val="0"/>
              </a:spcAft>
              <a:defRPr sz="2800" b="1">
                <a:solidFill>
                  <a:schemeClr val="tx1"/>
                </a:solidFill>
                <a:latin typeface="Arial" panose="020B0604020202020204" pitchFamily="34" charset="0"/>
                <a:ea typeface="幼圆" panose="02010509060101010101" pitchFamily="49" charset="-122"/>
              </a:defRPr>
            </a:lvl7pPr>
            <a:lvl8pPr marL="3429000" indent="-228600" eaLnBrk="0" fontAlgn="base" hangingPunct="0">
              <a:spcBef>
                <a:spcPct val="0"/>
              </a:spcBef>
              <a:spcAft>
                <a:spcPct val="0"/>
              </a:spcAft>
              <a:defRPr sz="2800" b="1">
                <a:solidFill>
                  <a:schemeClr val="tx1"/>
                </a:solidFill>
                <a:latin typeface="Arial" panose="020B0604020202020204" pitchFamily="34" charset="0"/>
                <a:ea typeface="幼圆" panose="02010509060101010101" pitchFamily="49" charset="-122"/>
              </a:defRPr>
            </a:lvl8pPr>
            <a:lvl9pPr marL="3886200" indent="-228600" eaLnBrk="0" fontAlgn="base" hangingPunct="0">
              <a:spcBef>
                <a:spcPct val="0"/>
              </a:spcBef>
              <a:spcAft>
                <a:spcPct val="0"/>
              </a:spcAft>
              <a:defRPr sz="2800" b="1">
                <a:solidFill>
                  <a:schemeClr val="tx1"/>
                </a:solidFill>
                <a:latin typeface="Arial" panose="020B0604020202020204" pitchFamily="34" charset="0"/>
                <a:ea typeface="幼圆" panose="02010509060101010101" pitchFamily="49" charset="-122"/>
              </a:defRPr>
            </a:lvl9pPr>
          </a:lstStyle>
          <a:p>
            <a:pPr indent="0" eaLnBrk="1" hangingPunct="1">
              <a:buNone/>
            </a:pPr>
            <a:r>
              <a:rPr lang="en-US" altLang="zh-CN" sz="2200">
                <a:latin typeface="幼圆" panose="02010509060101010101" pitchFamily="49" charset="-122"/>
              </a:rPr>
              <a:t>F</a:t>
            </a:r>
            <a:r>
              <a:rPr lang="en-US" altLang="zh-CN" sz="2200" baseline="-25000">
                <a:latin typeface="幼圆" panose="02010509060101010101" pitchFamily="49" charset="-122"/>
              </a:rPr>
              <a:t>a2</a:t>
            </a:r>
            <a:r>
              <a:rPr lang="en-US" altLang="zh-CN" sz="2200">
                <a:latin typeface="幼圆" panose="02010509060101010101" pitchFamily="49" charset="-122"/>
              </a:rPr>
              <a:t>=F</a:t>
            </a:r>
            <a:r>
              <a:rPr lang="en-US" altLang="zh-CN" sz="2200" baseline="-25000">
                <a:latin typeface="幼圆" panose="02010509060101010101" pitchFamily="49" charset="-122"/>
              </a:rPr>
              <a:t>S1</a:t>
            </a:r>
            <a:r>
              <a:rPr lang="en-US" altLang="zh-CN" sz="2200">
                <a:latin typeface="幼圆" panose="02010509060101010101" pitchFamily="49" charset="-122"/>
              </a:rPr>
              <a:t>+F</a:t>
            </a:r>
            <a:r>
              <a:rPr lang="en-US" altLang="zh-CN" sz="2200" baseline="-25000">
                <a:latin typeface="幼圆" panose="02010509060101010101" pitchFamily="49" charset="-122"/>
              </a:rPr>
              <a:t>a</a:t>
            </a:r>
            <a:r>
              <a:rPr lang="en-US" altLang="zh-CN" sz="2200">
                <a:latin typeface="幼圆" panose="02010509060101010101" pitchFamily="49" charset="-122"/>
              </a:rPr>
              <a:t>=5000+2000=7000N</a:t>
            </a:r>
            <a:endParaRPr lang="en-US" altLang="zh-CN" sz="2200" baseline="-25000">
              <a:latin typeface="幼圆" panose="02010509060101010101" pitchFamily="49" charset="-122"/>
            </a:endParaRPr>
          </a:p>
        </p:txBody>
      </p:sp>
      <p:sp>
        <p:nvSpPr>
          <p:cNvPr id="138254" name="Text Box 14"/>
          <p:cNvSpPr txBox="1">
            <a:spLocks noChangeArrowheads="1"/>
          </p:cNvSpPr>
          <p:nvPr/>
        </p:nvSpPr>
        <p:spPr bwMode="auto">
          <a:xfrm>
            <a:off x="2181225" y="5628323"/>
            <a:ext cx="1819910" cy="4972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800" b="1">
                <a:solidFill>
                  <a:schemeClr val="tx1"/>
                </a:solidFill>
                <a:latin typeface="Arial" panose="020B0604020202020204" pitchFamily="34" charset="0"/>
                <a:ea typeface="幼圆" panose="02010509060101010101" pitchFamily="49" charset="-122"/>
              </a:defRPr>
            </a:lvl1pPr>
            <a:lvl2pPr marL="742950" indent="-285750">
              <a:defRPr sz="2800" b="1">
                <a:solidFill>
                  <a:schemeClr val="tx1"/>
                </a:solidFill>
                <a:latin typeface="Arial" panose="020B0604020202020204" pitchFamily="34" charset="0"/>
                <a:ea typeface="幼圆" panose="02010509060101010101" pitchFamily="49" charset="-122"/>
              </a:defRPr>
            </a:lvl2pPr>
            <a:lvl3pPr marL="1143000" indent="-228600">
              <a:defRPr sz="2800" b="1">
                <a:solidFill>
                  <a:schemeClr val="tx1"/>
                </a:solidFill>
                <a:latin typeface="Arial" panose="020B0604020202020204" pitchFamily="34" charset="0"/>
                <a:ea typeface="幼圆" panose="02010509060101010101" pitchFamily="49" charset="-122"/>
              </a:defRPr>
            </a:lvl3pPr>
            <a:lvl4pPr marL="1600200" indent="-228600">
              <a:defRPr sz="2800" b="1">
                <a:solidFill>
                  <a:schemeClr val="tx1"/>
                </a:solidFill>
                <a:latin typeface="Arial" panose="020B0604020202020204" pitchFamily="34" charset="0"/>
                <a:ea typeface="幼圆" panose="02010509060101010101" pitchFamily="49" charset="-122"/>
              </a:defRPr>
            </a:lvl4pPr>
            <a:lvl5pPr marL="2057400" indent="-228600">
              <a:defRPr sz="2800" b="1">
                <a:solidFill>
                  <a:schemeClr val="tx1"/>
                </a:solidFill>
                <a:latin typeface="Arial" panose="020B0604020202020204" pitchFamily="34" charset="0"/>
                <a:ea typeface="幼圆" panose="02010509060101010101" pitchFamily="49" charset="-122"/>
              </a:defRPr>
            </a:lvl5pPr>
            <a:lvl6pPr marL="2514600" indent="-228600" eaLnBrk="0" fontAlgn="base" hangingPunct="0">
              <a:spcBef>
                <a:spcPct val="0"/>
              </a:spcBef>
              <a:spcAft>
                <a:spcPct val="0"/>
              </a:spcAft>
              <a:defRPr sz="2800" b="1">
                <a:solidFill>
                  <a:schemeClr val="tx1"/>
                </a:solidFill>
                <a:latin typeface="Arial" panose="020B0604020202020204" pitchFamily="34" charset="0"/>
                <a:ea typeface="幼圆" panose="02010509060101010101" pitchFamily="49" charset="-122"/>
              </a:defRPr>
            </a:lvl6pPr>
            <a:lvl7pPr marL="2971800" indent="-228600" eaLnBrk="0" fontAlgn="base" hangingPunct="0">
              <a:spcBef>
                <a:spcPct val="0"/>
              </a:spcBef>
              <a:spcAft>
                <a:spcPct val="0"/>
              </a:spcAft>
              <a:defRPr sz="2800" b="1">
                <a:solidFill>
                  <a:schemeClr val="tx1"/>
                </a:solidFill>
                <a:latin typeface="Arial" panose="020B0604020202020204" pitchFamily="34" charset="0"/>
                <a:ea typeface="幼圆" panose="02010509060101010101" pitchFamily="49" charset="-122"/>
              </a:defRPr>
            </a:lvl7pPr>
            <a:lvl8pPr marL="3429000" indent="-228600" eaLnBrk="0" fontAlgn="base" hangingPunct="0">
              <a:spcBef>
                <a:spcPct val="0"/>
              </a:spcBef>
              <a:spcAft>
                <a:spcPct val="0"/>
              </a:spcAft>
              <a:defRPr sz="2800" b="1">
                <a:solidFill>
                  <a:schemeClr val="tx1"/>
                </a:solidFill>
                <a:latin typeface="Arial" panose="020B0604020202020204" pitchFamily="34" charset="0"/>
                <a:ea typeface="幼圆" panose="02010509060101010101" pitchFamily="49" charset="-122"/>
              </a:defRPr>
            </a:lvl8pPr>
            <a:lvl9pPr marL="3886200" indent="-228600" eaLnBrk="0" fontAlgn="base" hangingPunct="0">
              <a:spcBef>
                <a:spcPct val="0"/>
              </a:spcBef>
              <a:spcAft>
                <a:spcPct val="0"/>
              </a:spcAft>
              <a:defRPr sz="2800" b="1">
                <a:solidFill>
                  <a:schemeClr val="tx1"/>
                </a:solidFill>
                <a:latin typeface="Arial" panose="020B0604020202020204" pitchFamily="34" charset="0"/>
                <a:ea typeface="幼圆" panose="02010509060101010101" pitchFamily="49" charset="-122"/>
              </a:defRPr>
            </a:lvl9pPr>
          </a:lstStyle>
          <a:p>
            <a:pPr indent="0" eaLnBrk="1" hangingPunct="1">
              <a:buNone/>
            </a:pPr>
            <a:r>
              <a:rPr lang="en-US" altLang="zh-CN" sz="2200">
                <a:latin typeface="幼圆" panose="02010509060101010101" pitchFamily="49" charset="-122"/>
              </a:rPr>
              <a:t>F</a:t>
            </a:r>
            <a:r>
              <a:rPr lang="en-US" altLang="zh-CN" sz="2200" baseline="-25000">
                <a:latin typeface="幼圆" panose="02010509060101010101" pitchFamily="49" charset="-122"/>
              </a:rPr>
              <a:t>a1</a:t>
            </a:r>
            <a:r>
              <a:rPr lang="en-US" altLang="zh-CN" sz="2200">
                <a:latin typeface="幼圆" panose="02010509060101010101" pitchFamily="49" charset="-122"/>
              </a:rPr>
              <a:t>=F</a:t>
            </a:r>
            <a:r>
              <a:rPr lang="en-US" altLang="zh-CN" sz="2200" baseline="-25000">
                <a:latin typeface="幼圆" panose="02010509060101010101" pitchFamily="49" charset="-122"/>
              </a:rPr>
              <a:t>S1</a:t>
            </a:r>
            <a:r>
              <a:rPr lang="en-US" altLang="zh-CN" sz="2200">
                <a:latin typeface="幼圆" panose="02010509060101010101" pitchFamily="49" charset="-122"/>
              </a:rPr>
              <a:t>=5000N</a:t>
            </a:r>
            <a:endParaRPr lang="en-US" altLang="zh-CN" sz="2200" baseline="-25000">
              <a:latin typeface="幼圆" panose="02010509060101010101" pitchFamily="49" charset="-122"/>
            </a:endParaRPr>
          </a:p>
        </p:txBody>
      </p:sp>
    </p:spTree>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138244"/>
                                        </p:tgtEl>
                                        <p:attrNameLst>
                                          <p:attrName>style.visibility</p:attrName>
                                        </p:attrNameLst>
                                      </p:cBhvr>
                                      <p:to>
                                        <p:strVal val="visible"/>
                                      </p:to>
                                    </p:set>
                                    <p:animEffect transition="in" filter="wipe(left)">
                                      <p:cBhvr>
                                        <p:cTn id="7" dur="500"/>
                                        <p:tgtEl>
                                          <p:spTgt spid="13824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38245"/>
                                        </p:tgtEl>
                                        <p:attrNameLst>
                                          <p:attrName>style.visibility</p:attrName>
                                        </p:attrNameLst>
                                      </p:cBhvr>
                                      <p:to>
                                        <p:strVal val="visible"/>
                                      </p:to>
                                    </p:set>
                                    <p:animEffect transition="in" filter="wipe(left)">
                                      <p:cBhvr>
                                        <p:cTn id="12" dur="500"/>
                                        <p:tgtEl>
                                          <p:spTgt spid="138245"/>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138247"/>
                                        </p:tgtEl>
                                        <p:attrNameLst>
                                          <p:attrName>style.visibility</p:attrName>
                                        </p:attrNameLst>
                                      </p:cBhvr>
                                      <p:to>
                                        <p:strVal val="visible"/>
                                      </p:to>
                                    </p:set>
                                    <p:animEffect transition="in" filter="wipe(left)">
                                      <p:cBhvr>
                                        <p:cTn id="17" dur="500"/>
                                        <p:tgtEl>
                                          <p:spTgt spid="138247"/>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138248"/>
                                        </p:tgtEl>
                                        <p:attrNameLst>
                                          <p:attrName>style.visibility</p:attrName>
                                        </p:attrNameLst>
                                      </p:cBhvr>
                                      <p:to>
                                        <p:strVal val="visible"/>
                                      </p:to>
                                    </p:set>
                                    <p:animEffect transition="in" filter="wipe(left)">
                                      <p:cBhvr>
                                        <p:cTn id="22" dur="500"/>
                                        <p:tgtEl>
                                          <p:spTgt spid="138248"/>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138249"/>
                                        </p:tgtEl>
                                        <p:attrNameLst>
                                          <p:attrName>style.visibility</p:attrName>
                                        </p:attrNameLst>
                                      </p:cBhvr>
                                      <p:to>
                                        <p:strVal val="visible"/>
                                      </p:to>
                                    </p:set>
                                    <p:animEffect transition="in" filter="wipe(left)">
                                      <p:cBhvr>
                                        <p:cTn id="27" dur="500"/>
                                        <p:tgtEl>
                                          <p:spTgt spid="138249"/>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138251"/>
                                        </p:tgtEl>
                                        <p:attrNameLst>
                                          <p:attrName>style.visibility</p:attrName>
                                        </p:attrNameLst>
                                      </p:cBhvr>
                                      <p:to>
                                        <p:strVal val="visible"/>
                                      </p:to>
                                    </p:set>
                                    <p:animEffect transition="in" filter="wipe(left)">
                                      <p:cBhvr>
                                        <p:cTn id="32" dur="500"/>
                                        <p:tgtEl>
                                          <p:spTgt spid="138251"/>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138252"/>
                                        </p:tgtEl>
                                        <p:attrNameLst>
                                          <p:attrName>style.visibility</p:attrName>
                                        </p:attrNameLst>
                                      </p:cBhvr>
                                      <p:to>
                                        <p:strVal val="visible"/>
                                      </p:to>
                                    </p:set>
                                    <p:animEffect transition="in" filter="wipe(left)">
                                      <p:cBhvr>
                                        <p:cTn id="37" dur="500"/>
                                        <p:tgtEl>
                                          <p:spTgt spid="138252"/>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138253"/>
                                        </p:tgtEl>
                                        <p:attrNameLst>
                                          <p:attrName>style.visibility</p:attrName>
                                        </p:attrNameLst>
                                      </p:cBhvr>
                                      <p:to>
                                        <p:strVal val="visible"/>
                                      </p:to>
                                    </p:set>
                                    <p:animEffect transition="in" filter="wipe(left)">
                                      <p:cBhvr>
                                        <p:cTn id="42" dur="500"/>
                                        <p:tgtEl>
                                          <p:spTgt spid="138253"/>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grpId="0" nodeType="clickEffect">
                                  <p:stCondLst>
                                    <p:cond delay="0"/>
                                  </p:stCondLst>
                                  <p:childTnLst>
                                    <p:set>
                                      <p:cBhvr>
                                        <p:cTn id="46" dur="1" fill="hold">
                                          <p:stCondLst>
                                            <p:cond delay="0"/>
                                          </p:stCondLst>
                                        </p:cTn>
                                        <p:tgtEl>
                                          <p:spTgt spid="138254"/>
                                        </p:tgtEl>
                                        <p:attrNameLst>
                                          <p:attrName>style.visibility</p:attrName>
                                        </p:attrNameLst>
                                      </p:cBhvr>
                                      <p:to>
                                        <p:strVal val="visible"/>
                                      </p:to>
                                    </p:set>
                                    <p:animEffect transition="in" filter="wipe(left)">
                                      <p:cBhvr>
                                        <p:cTn id="47" dur="500"/>
                                        <p:tgtEl>
                                          <p:spTgt spid="13825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8244" grpId="0" bldLvl="0" animBg="1"/>
      <p:bldP spid="138245" grpId="0" bldLvl="0" animBg="1"/>
      <p:bldP spid="138249" grpId="0" bldLvl="0" animBg="1"/>
      <p:bldP spid="138251" grpId="0" bldLvl="0" animBg="1"/>
      <p:bldP spid="138252" grpId="0" bldLvl="0" animBg="1"/>
      <p:bldP spid="138253" grpId="0" bldLvl="0" animBg="1"/>
      <p:bldP spid="138254" grpId="0" bldLvl="0" animBg="1"/>
    </p:bldLst>
  </p:timing>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268" name="Text Box 4"/>
          <p:cNvSpPr txBox="1">
            <a:spLocks noChangeArrowheads="1"/>
          </p:cNvSpPr>
          <p:nvPr/>
        </p:nvSpPr>
        <p:spPr bwMode="auto">
          <a:xfrm>
            <a:off x="554038" y="396875"/>
            <a:ext cx="2289810" cy="4972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800" b="1">
                <a:solidFill>
                  <a:schemeClr val="tx1"/>
                </a:solidFill>
                <a:latin typeface="Arial" panose="020B0604020202020204" pitchFamily="34" charset="0"/>
                <a:ea typeface="幼圆" panose="02010509060101010101" pitchFamily="49" charset="-122"/>
              </a:defRPr>
            </a:lvl1pPr>
            <a:lvl2pPr marL="742950" indent="-285750">
              <a:defRPr sz="2800" b="1">
                <a:solidFill>
                  <a:schemeClr val="tx1"/>
                </a:solidFill>
                <a:latin typeface="Arial" panose="020B0604020202020204" pitchFamily="34" charset="0"/>
                <a:ea typeface="幼圆" panose="02010509060101010101" pitchFamily="49" charset="-122"/>
              </a:defRPr>
            </a:lvl2pPr>
            <a:lvl3pPr marL="1143000" indent="-228600">
              <a:defRPr sz="2800" b="1">
                <a:solidFill>
                  <a:schemeClr val="tx1"/>
                </a:solidFill>
                <a:latin typeface="Arial" panose="020B0604020202020204" pitchFamily="34" charset="0"/>
                <a:ea typeface="幼圆" panose="02010509060101010101" pitchFamily="49" charset="-122"/>
              </a:defRPr>
            </a:lvl3pPr>
            <a:lvl4pPr marL="1600200" indent="-228600">
              <a:defRPr sz="2800" b="1">
                <a:solidFill>
                  <a:schemeClr val="tx1"/>
                </a:solidFill>
                <a:latin typeface="Arial" panose="020B0604020202020204" pitchFamily="34" charset="0"/>
                <a:ea typeface="幼圆" panose="02010509060101010101" pitchFamily="49" charset="-122"/>
              </a:defRPr>
            </a:lvl4pPr>
            <a:lvl5pPr marL="2057400" indent="-228600">
              <a:defRPr sz="2800" b="1">
                <a:solidFill>
                  <a:schemeClr val="tx1"/>
                </a:solidFill>
                <a:latin typeface="Arial" panose="020B0604020202020204" pitchFamily="34" charset="0"/>
                <a:ea typeface="幼圆" panose="02010509060101010101" pitchFamily="49" charset="-122"/>
              </a:defRPr>
            </a:lvl5pPr>
            <a:lvl6pPr marL="2514600" indent="-228600" eaLnBrk="0" fontAlgn="base" hangingPunct="0">
              <a:spcBef>
                <a:spcPct val="0"/>
              </a:spcBef>
              <a:spcAft>
                <a:spcPct val="0"/>
              </a:spcAft>
              <a:defRPr sz="2800" b="1">
                <a:solidFill>
                  <a:schemeClr val="tx1"/>
                </a:solidFill>
                <a:latin typeface="Arial" panose="020B0604020202020204" pitchFamily="34" charset="0"/>
                <a:ea typeface="幼圆" panose="02010509060101010101" pitchFamily="49" charset="-122"/>
              </a:defRPr>
            </a:lvl6pPr>
            <a:lvl7pPr marL="2971800" indent="-228600" eaLnBrk="0" fontAlgn="base" hangingPunct="0">
              <a:spcBef>
                <a:spcPct val="0"/>
              </a:spcBef>
              <a:spcAft>
                <a:spcPct val="0"/>
              </a:spcAft>
              <a:defRPr sz="2800" b="1">
                <a:solidFill>
                  <a:schemeClr val="tx1"/>
                </a:solidFill>
                <a:latin typeface="Arial" panose="020B0604020202020204" pitchFamily="34" charset="0"/>
                <a:ea typeface="幼圆" panose="02010509060101010101" pitchFamily="49" charset="-122"/>
              </a:defRPr>
            </a:lvl7pPr>
            <a:lvl8pPr marL="3429000" indent="-228600" eaLnBrk="0" fontAlgn="base" hangingPunct="0">
              <a:spcBef>
                <a:spcPct val="0"/>
              </a:spcBef>
              <a:spcAft>
                <a:spcPct val="0"/>
              </a:spcAft>
              <a:defRPr sz="2800" b="1">
                <a:solidFill>
                  <a:schemeClr val="tx1"/>
                </a:solidFill>
                <a:latin typeface="Arial" panose="020B0604020202020204" pitchFamily="34" charset="0"/>
                <a:ea typeface="幼圆" panose="02010509060101010101" pitchFamily="49" charset="-122"/>
              </a:defRPr>
            </a:lvl8pPr>
            <a:lvl9pPr marL="3886200" indent="-228600" eaLnBrk="0" fontAlgn="base" hangingPunct="0">
              <a:spcBef>
                <a:spcPct val="0"/>
              </a:spcBef>
              <a:spcAft>
                <a:spcPct val="0"/>
              </a:spcAft>
              <a:defRPr sz="2800" b="1">
                <a:solidFill>
                  <a:schemeClr val="tx1"/>
                </a:solidFill>
                <a:latin typeface="Arial" panose="020B0604020202020204" pitchFamily="34" charset="0"/>
                <a:ea typeface="幼圆" panose="02010509060101010101" pitchFamily="49" charset="-122"/>
              </a:defRPr>
            </a:lvl9pPr>
          </a:lstStyle>
          <a:p>
            <a:pPr indent="0" eaLnBrk="1" hangingPunct="1">
              <a:buNone/>
            </a:pPr>
            <a:r>
              <a:rPr lang="en-US" altLang="zh-CN" sz="2200">
                <a:solidFill>
                  <a:srgbClr val="FF0000"/>
                </a:solidFill>
                <a:latin typeface="幼圆" panose="02010509060101010101" pitchFamily="49" charset="-122"/>
              </a:rPr>
              <a:t>3</a:t>
            </a:r>
            <a:r>
              <a:rPr lang="zh-CN" altLang="en-US" sz="2200">
                <a:solidFill>
                  <a:srgbClr val="FF0000"/>
                </a:solidFill>
                <a:latin typeface="幼圆" panose="02010509060101010101" pitchFamily="49" charset="-122"/>
              </a:rPr>
              <a:t>）当量动载荷</a:t>
            </a:r>
            <a:r>
              <a:rPr lang="en-US" altLang="zh-CN" sz="2200">
                <a:solidFill>
                  <a:srgbClr val="FF0000"/>
                </a:solidFill>
                <a:latin typeface="幼圆" panose="02010509060101010101" pitchFamily="49" charset="-122"/>
              </a:rPr>
              <a:t>P </a:t>
            </a:r>
            <a:endParaRPr lang="en-US" altLang="zh-CN" sz="2200">
              <a:solidFill>
                <a:srgbClr val="FF0000"/>
              </a:solidFill>
              <a:latin typeface="幼圆" panose="02010509060101010101" pitchFamily="49" charset="-122"/>
            </a:endParaRPr>
          </a:p>
        </p:txBody>
      </p:sp>
      <p:sp>
        <p:nvSpPr>
          <p:cNvPr id="139269" name="Text Box 5"/>
          <p:cNvSpPr txBox="1">
            <a:spLocks noChangeArrowheads="1"/>
          </p:cNvSpPr>
          <p:nvPr/>
        </p:nvSpPr>
        <p:spPr bwMode="auto">
          <a:xfrm>
            <a:off x="1162368" y="2165350"/>
            <a:ext cx="6407150" cy="4972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800" b="1">
                <a:solidFill>
                  <a:schemeClr val="tx1"/>
                </a:solidFill>
                <a:latin typeface="Arial" panose="020B0604020202020204" pitchFamily="34" charset="0"/>
                <a:ea typeface="幼圆" panose="02010509060101010101" pitchFamily="49" charset="-122"/>
              </a:defRPr>
            </a:lvl1pPr>
            <a:lvl2pPr marL="742950" indent="-285750">
              <a:defRPr sz="2800" b="1">
                <a:solidFill>
                  <a:schemeClr val="tx1"/>
                </a:solidFill>
                <a:latin typeface="Arial" panose="020B0604020202020204" pitchFamily="34" charset="0"/>
                <a:ea typeface="幼圆" panose="02010509060101010101" pitchFamily="49" charset="-122"/>
              </a:defRPr>
            </a:lvl2pPr>
            <a:lvl3pPr marL="1143000" indent="-228600">
              <a:defRPr sz="2800" b="1">
                <a:solidFill>
                  <a:schemeClr val="tx1"/>
                </a:solidFill>
                <a:latin typeface="Arial" panose="020B0604020202020204" pitchFamily="34" charset="0"/>
                <a:ea typeface="幼圆" panose="02010509060101010101" pitchFamily="49" charset="-122"/>
              </a:defRPr>
            </a:lvl3pPr>
            <a:lvl4pPr marL="1600200" indent="-228600">
              <a:defRPr sz="2800" b="1">
                <a:solidFill>
                  <a:schemeClr val="tx1"/>
                </a:solidFill>
                <a:latin typeface="Arial" panose="020B0604020202020204" pitchFamily="34" charset="0"/>
                <a:ea typeface="幼圆" panose="02010509060101010101" pitchFamily="49" charset="-122"/>
              </a:defRPr>
            </a:lvl4pPr>
            <a:lvl5pPr marL="2057400" indent="-228600">
              <a:defRPr sz="2800" b="1">
                <a:solidFill>
                  <a:schemeClr val="tx1"/>
                </a:solidFill>
                <a:latin typeface="Arial" panose="020B0604020202020204" pitchFamily="34" charset="0"/>
                <a:ea typeface="幼圆" panose="02010509060101010101" pitchFamily="49" charset="-122"/>
              </a:defRPr>
            </a:lvl5pPr>
            <a:lvl6pPr marL="2514600" indent="-228600" eaLnBrk="0" fontAlgn="base" hangingPunct="0">
              <a:spcBef>
                <a:spcPct val="0"/>
              </a:spcBef>
              <a:spcAft>
                <a:spcPct val="0"/>
              </a:spcAft>
              <a:defRPr sz="2800" b="1">
                <a:solidFill>
                  <a:schemeClr val="tx1"/>
                </a:solidFill>
                <a:latin typeface="Arial" panose="020B0604020202020204" pitchFamily="34" charset="0"/>
                <a:ea typeface="幼圆" panose="02010509060101010101" pitchFamily="49" charset="-122"/>
              </a:defRPr>
            </a:lvl6pPr>
            <a:lvl7pPr marL="2971800" indent="-228600" eaLnBrk="0" fontAlgn="base" hangingPunct="0">
              <a:spcBef>
                <a:spcPct val="0"/>
              </a:spcBef>
              <a:spcAft>
                <a:spcPct val="0"/>
              </a:spcAft>
              <a:defRPr sz="2800" b="1">
                <a:solidFill>
                  <a:schemeClr val="tx1"/>
                </a:solidFill>
                <a:latin typeface="Arial" panose="020B0604020202020204" pitchFamily="34" charset="0"/>
                <a:ea typeface="幼圆" panose="02010509060101010101" pitchFamily="49" charset="-122"/>
              </a:defRPr>
            </a:lvl7pPr>
            <a:lvl8pPr marL="3429000" indent="-228600" eaLnBrk="0" fontAlgn="base" hangingPunct="0">
              <a:spcBef>
                <a:spcPct val="0"/>
              </a:spcBef>
              <a:spcAft>
                <a:spcPct val="0"/>
              </a:spcAft>
              <a:defRPr sz="2800" b="1">
                <a:solidFill>
                  <a:schemeClr val="tx1"/>
                </a:solidFill>
                <a:latin typeface="Arial" panose="020B0604020202020204" pitchFamily="34" charset="0"/>
                <a:ea typeface="幼圆" panose="02010509060101010101" pitchFamily="49" charset="-122"/>
              </a:defRPr>
            </a:lvl8pPr>
            <a:lvl9pPr marL="3886200" indent="-228600" eaLnBrk="0" fontAlgn="base" hangingPunct="0">
              <a:spcBef>
                <a:spcPct val="0"/>
              </a:spcBef>
              <a:spcAft>
                <a:spcPct val="0"/>
              </a:spcAft>
              <a:defRPr sz="2800" b="1">
                <a:solidFill>
                  <a:schemeClr val="tx1"/>
                </a:solidFill>
                <a:latin typeface="Arial" panose="020B0604020202020204" pitchFamily="34" charset="0"/>
                <a:ea typeface="幼圆" panose="02010509060101010101" pitchFamily="49" charset="-122"/>
              </a:defRPr>
            </a:lvl9pPr>
          </a:lstStyle>
          <a:p>
            <a:pPr indent="0" eaLnBrk="1" hangingPunct="1">
              <a:buNone/>
            </a:pPr>
            <a:r>
              <a:rPr lang="en-US" altLang="zh-CN" sz="2200" b="0">
                <a:latin typeface="Times New Roman" panose="02020603050405020304" pitchFamily="18" charset="0"/>
                <a:ea typeface="黑体" panose="02010609060101010101" pitchFamily="49" charset="-122"/>
                <a:cs typeface="Times New Roman" panose="02020603050405020304" pitchFamily="18" charset="0"/>
              </a:rPr>
              <a:t>F</a:t>
            </a:r>
            <a:r>
              <a:rPr lang="en-US" altLang="zh-CN" sz="2200" b="0" baseline="-25000">
                <a:latin typeface="Times New Roman" panose="02020603050405020304" pitchFamily="18" charset="0"/>
                <a:ea typeface="黑体" panose="02010609060101010101" pitchFamily="49" charset="-122"/>
                <a:cs typeface="Times New Roman" panose="02020603050405020304" pitchFamily="18" charset="0"/>
              </a:rPr>
              <a:t>a2</a:t>
            </a:r>
            <a:r>
              <a:rPr lang="en-US" altLang="zh-CN" sz="2200" b="0">
                <a:latin typeface="Times New Roman" panose="02020603050405020304" pitchFamily="18" charset="0"/>
                <a:ea typeface="黑体" panose="02010609060101010101" pitchFamily="49" charset="-122"/>
                <a:cs typeface="Times New Roman" panose="02020603050405020304" pitchFamily="18" charset="0"/>
              </a:rPr>
              <a:t>/F</a:t>
            </a:r>
            <a:r>
              <a:rPr lang="en-US" altLang="zh-CN" sz="2200" b="0" baseline="-25000">
                <a:latin typeface="Times New Roman" panose="02020603050405020304" pitchFamily="18" charset="0"/>
                <a:ea typeface="黑体" panose="02010609060101010101" pitchFamily="49" charset="-122"/>
                <a:cs typeface="Times New Roman" panose="02020603050405020304" pitchFamily="18" charset="0"/>
              </a:rPr>
              <a:t>r2</a:t>
            </a:r>
            <a:r>
              <a:rPr lang="en-US" altLang="zh-CN" sz="2200" b="0">
                <a:latin typeface="Times New Roman" panose="02020603050405020304" pitchFamily="18" charset="0"/>
                <a:ea typeface="黑体" panose="02010609060101010101" pitchFamily="49" charset="-122"/>
                <a:cs typeface="Times New Roman" panose="02020603050405020304" pitchFamily="18" charset="0"/>
              </a:rPr>
              <a:t>=7000/8000=0.875&gt;e</a:t>
            </a:r>
            <a:endParaRPr lang="en-US" altLang="zh-CN" sz="2200" b="0">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39270" name="Text Box 6"/>
          <p:cNvSpPr txBox="1">
            <a:spLocks noChangeArrowheads="1"/>
          </p:cNvSpPr>
          <p:nvPr/>
        </p:nvSpPr>
        <p:spPr bwMode="auto">
          <a:xfrm>
            <a:off x="5038725" y="2204720"/>
            <a:ext cx="3184525" cy="4972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800" b="1">
                <a:solidFill>
                  <a:schemeClr val="tx1"/>
                </a:solidFill>
                <a:latin typeface="Arial" panose="020B0604020202020204" pitchFamily="34" charset="0"/>
                <a:ea typeface="幼圆" panose="02010509060101010101" pitchFamily="49" charset="-122"/>
              </a:defRPr>
            </a:lvl1pPr>
            <a:lvl2pPr marL="742950" indent="-285750">
              <a:defRPr sz="2800" b="1">
                <a:solidFill>
                  <a:schemeClr val="tx1"/>
                </a:solidFill>
                <a:latin typeface="Arial" panose="020B0604020202020204" pitchFamily="34" charset="0"/>
                <a:ea typeface="幼圆" panose="02010509060101010101" pitchFamily="49" charset="-122"/>
              </a:defRPr>
            </a:lvl2pPr>
            <a:lvl3pPr marL="1143000" indent="-228600">
              <a:defRPr sz="2800" b="1">
                <a:solidFill>
                  <a:schemeClr val="tx1"/>
                </a:solidFill>
                <a:latin typeface="Arial" panose="020B0604020202020204" pitchFamily="34" charset="0"/>
                <a:ea typeface="幼圆" panose="02010509060101010101" pitchFamily="49" charset="-122"/>
              </a:defRPr>
            </a:lvl3pPr>
            <a:lvl4pPr marL="1600200" indent="-228600">
              <a:defRPr sz="2800" b="1">
                <a:solidFill>
                  <a:schemeClr val="tx1"/>
                </a:solidFill>
                <a:latin typeface="Arial" panose="020B0604020202020204" pitchFamily="34" charset="0"/>
                <a:ea typeface="幼圆" panose="02010509060101010101" pitchFamily="49" charset="-122"/>
              </a:defRPr>
            </a:lvl4pPr>
            <a:lvl5pPr marL="2057400" indent="-228600">
              <a:defRPr sz="2800" b="1">
                <a:solidFill>
                  <a:schemeClr val="tx1"/>
                </a:solidFill>
                <a:latin typeface="Arial" panose="020B0604020202020204" pitchFamily="34" charset="0"/>
                <a:ea typeface="幼圆" panose="02010509060101010101" pitchFamily="49" charset="-122"/>
              </a:defRPr>
            </a:lvl5pPr>
            <a:lvl6pPr marL="2514600" indent="-228600" eaLnBrk="0" fontAlgn="base" hangingPunct="0">
              <a:spcBef>
                <a:spcPct val="0"/>
              </a:spcBef>
              <a:spcAft>
                <a:spcPct val="0"/>
              </a:spcAft>
              <a:defRPr sz="2800" b="1">
                <a:solidFill>
                  <a:schemeClr val="tx1"/>
                </a:solidFill>
                <a:latin typeface="Arial" panose="020B0604020202020204" pitchFamily="34" charset="0"/>
                <a:ea typeface="幼圆" panose="02010509060101010101" pitchFamily="49" charset="-122"/>
              </a:defRPr>
            </a:lvl6pPr>
            <a:lvl7pPr marL="2971800" indent="-228600" eaLnBrk="0" fontAlgn="base" hangingPunct="0">
              <a:spcBef>
                <a:spcPct val="0"/>
              </a:spcBef>
              <a:spcAft>
                <a:spcPct val="0"/>
              </a:spcAft>
              <a:defRPr sz="2800" b="1">
                <a:solidFill>
                  <a:schemeClr val="tx1"/>
                </a:solidFill>
                <a:latin typeface="Arial" panose="020B0604020202020204" pitchFamily="34" charset="0"/>
                <a:ea typeface="幼圆" panose="02010509060101010101" pitchFamily="49" charset="-122"/>
              </a:defRPr>
            </a:lvl7pPr>
            <a:lvl8pPr marL="3429000" indent="-228600" eaLnBrk="0" fontAlgn="base" hangingPunct="0">
              <a:spcBef>
                <a:spcPct val="0"/>
              </a:spcBef>
              <a:spcAft>
                <a:spcPct val="0"/>
              </a:spcAft>
              <a:defRPr sz="2800" b="1">
                <a:solidFill>
                  <a:schemeClr val="tx1"/>
                </a:solidFill>
                <a:latin typeface="Arial" panose="020B0604020202020204" pitchFamily="34" charset="0"/>
                <a:ea typeface="幼圆" panose="02010509060101010101" pitchFamily="49" charset="-122"/>
              </a:defRPr>
            </a:lvl8pPr>
            <a:lvl9pPr marL="3886200" indent="-228600" eaLnBrk="0" fontAlgn="base" hangingPunct="0">
              <a:spcBef>
                <a:spcPct val="0"/>
              </a:spcBef>
              <a:spcAft>
                <a:spcPct val="0"/>
              </a:spcAft>
              <a:defRPr sz="2800" b="1">
                <a:solidFill>
                  <a:schemeClr val="tx1"/>
                </a:solidFill>
                <a:latin typeface="Arial" panose="020B0604020202020204" pitchFamily="34" charset="0"/>
                <a:ea typeface="幼圆" panose="02010509060101010101" pitchFamily="49" charset="-122"/>
              </a:defRPr>
            </a:lvl9pPr>
          </a:lstStyle>
          <a:p>
            <a:pPr indent="0" eaLnBrk="1" hangingPunct="1">
              <a:buNone/>
            </a:pPr>
            <a:r>
              <a:rPr lang="zh-CN" altLang="en-US" sz="2200">
                <a:latin typeface="幼圆" panose="02010509060101010101" pitchFamily="49" charset="-122"/>
              </a:rPr>
              <a:t>故</a:t>
            </a:r>
            <a:r>
              <a:rPr lang="en-US" altLang="zh-CN" sz="2200">
                <a:latin typeface="幼圆" panose="02010509060101010101" pitchFamily="49" charset="-122"/>
              </a:rPr>
              <a:t>:X</a:t>
            </a:r>
            <a:r>
              <a:rPr lang="en-US" altLang="zh-CN" sz="2200" baseline="-25000">
                <a:latin typeface="幼圆" panose="02010509060101010101" pitchFamily="49" charset="-122"/>
              </a:rPr>
              <a:t>2</a:t>
            </a:r>
            <a:r>
              <a:rPr lang="en-US" altLang="zh-CN" sz="2200">
                <a:latin typeface="幼圆" panose="02010509060101010101" pitchFamily="49" charset="-122"/>
              </a:rPr>
              <a:t>=0.4,Y</a:t>
            </a:r>
            <a:r>
              <a:rPr lang="en-US" altLang="zh-CN" sz="2200" baseline="-25000">
                <a:latin typeface="幼圆" panose="02010509060101010101" pitchFamily="49" charset="-122"/>
              </a:rPr>
              <a:t>2</a:t>
            </a:r>
            <a:r>
              <a:rPr lang="en-US" altLang="zh-CN" sz="2200">
                <a:latin typeface="幼圆" panose="02010509060101010101" pitchFamily="49" charset="-122"/>
              </a:rPr>
              <a:t>=1.4</a:t>
            </a:r>
            <a:endParaRPr lang="en-US" altLang="zh-CN" sz="2200">
              <a:latin typeface="幼圆" panose="02010509060101010101" pitchFamily="49" charset="-122"/>
            </a:endParaRPr>
          </a:p>
        </p:txBody>
      </p:sp>
      <p:sp>
        <p:nvSpPr>
          <p:cNvPr id="139271" name="Text Box 7"/>
          <p:cNvSpPr txBox="1">
            <a:spLocks noChangeArrowheads="1"/>
          </p:cNvSpPr>
          <p:nvPr/>
        </p:nvSpPr>
        <p:spPr bwMode="auto">
          <a:xfrm>
            <a:off x="1162368" y="929005"/>
            <a:ext cx="6407150" cy="4972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800" b="1">
                <a:solidFill>
                  <a:schemeClr val="tx1"/>
                </a:solidFill>
                <a:latin typeface="Arial" panose="020B0604020202020204" pitchFamily="34" charset="0"/>
                <a:ea typeface="幼圆" panose="02010509060101010101" pitchFamily="49" charset="-122"/>
              </a:defRPr>
            </a:lvl1pPr>
            <a:lvl2pPr marL="742950" indent="-285750">
              <a:defRPr sz="2800" b="1">
                <a:solidFill>
                  <a:schemeClr val="tx1"/>
                </a:solidFill>
                <a:latin typeface="Arial" panose="020B0604020202020204" pitchFamily="34" charset="0"/>
                <a:ea typeface="幼圆" panose="02010509060101010101" pitchFamily="49" charset="-122"/>
              </a:defRPr>
            </a:lvl2pPr>
            <a:lvl3pPr marL="1143000" indent="-228600">
              <a:defRPr sz="2800" b="1">
                <a:solidFill>
                  <a:schemeClr val="tx1"/>
                </a:solidFill>
                <a:latin typeface="Arial" panose="020B0604020202020204" pitchFamily="34" charset="0"/>
                <a:ea typeface="幼圆" panose="02010509060101010101" pitchFamily="49" charset="-122"/>
              </a:defRPr>
            </a:lvl3pPr>
            <a:lvl4pPr marL="1600200" indent="-228600">
              <a:defRPr sz="2800" b="1">
                <a:solidFill>
                  <a:schemeClr val="tx1"/>
                </a:solidFill>
                <a:latin typeface="Arial" panose="020B0604020202020204" pitchFamily="34" charset="0"/>
                <a:ea typeface="幼圆" panose="02010509060101010101" pitchFamily="49" charset="-122"/>
              </a:defRPr>
            </a:lvl4pPr>
            <a:lvl5pPr marL="2057400" indent="-228600">
              <a:defRPr sz="2800" b="1">
                <a:solidFill>
                  <a:schemeClr val="tx1"/>
                </a:solidFill>
                <a:latin typeface="Arial" panose="020B0604020202020204" pitchFamily="34" charset="0"/>
                <a:ea typeface="幼圆" panose="02010509060101010101" pitchFamily="49" charset="-122"/>
              </a:defRPr>
            </a:lvl5pPr>
            <a:lvl6pPr marL="2514600" indent="-228600" eaLnBrk="0" fontAlgn="base" hangingPunct="0">
              <a:spcBef>
                <a:spcPct val="0"/>
              </a:spcBef>
              <a:spcAft>
                <a:spcPct val="0"/>
              </a:spcAft>
              <a:defRPr sz="2800" b="1">
                <a:solidFill>
                  <a:schemeClr val="tx1"/>
                </a:solidFill>
                <a:latin typeface="Arial" panose="020B0604020202020204" pitchFamily="34" charset="0"/>
                <a:ea typeface="幼圆" panose="02010509060101010101" pitchFamily="49" charset="-122"/>
              </a:defRPr>
            </a:lvl6pPr>
            <a:lvl7pPr marL="2971800" indent="-228600" eaLnBrk="0" fontAlgn="base" hangingPunct="0">
              <a:spcBef>
                <a:spcPct val="0"/>
              </a:spcBef>
              <a:spcAft>
                <a:spcPct val="0"/>
              </a:spcAft>
              <a:defRPr sz="2800" b="1">
                <a:solidFill>
                  <a:schemeClr val="tx1"/>
                </a:solidFill>
                <a:latin typeface="Arial" panose="020B0604020202020204" pitchFamily="34" charset="0"/>
                <a:ea typeface="幼圆" panose="02010509060101010101" pitchFamily="49" charset="-122"/>
              </a:defRPr>
            </a:lvl7pPr>
            <a:lvl8pPr marL="3429000" indent="-228600" eaLnBrk="0" fontAlgn="base" hangingPunct="0">
              <a:spcBef>
                <a:spcPct val="0"/>
              </a:spcBef>
              <a:spcAft>
                <a:spcPct val="0"/>
              </a:spcAft>
              <a:defRPr sz="2800" b="1">
                <a:solidFill>
                  <a:schemeClr val="tx1"/>
                </a:solidFill>
                <a:latin typeface="Arial" panose="020B0604020202020204" pitchFamily="34" charset="0"/>
                <a:ea typeface="幼圆" panose="02010509060101010101" pitchFamily="49" charset="-122"/>
              </a:defRPr>
            </a:lvl8pPr>
            <a:lvl9pPr marL="3886200" indent="-228600" eaLnBrk="0" fontAlgn="base" hangingPunct="0">
              <a:spcBef>
                <a:spcPct val="0"/>
              </a:spcBef>
              <a:spcAft>
                <a:spcPct val="0"/>
              </a:spcAft>
              <a:defRPr sz="2800" b="1">
                <a:solidFill>
                  <a:schemeClr val="tx1"/>
                </a:solidFill>
                <a:latin typeface="Arial" panose="020B0604020202020204" pitchFamily="34" charset="0"/>
                <a:ea typeface="幼圆" panose="02010509060101010101" pitchFamily="49" charset="-122"/>
              </a:defRPr>
            </a:lvl9pPr>
          </a:lstStyle>
          <a:p>
            <a:pPr indent="0" eaLnBrk="1" hangingPunct="1">
              <a:buNone/>
            </a:pPr>
            <a:r>
              <a:rPr lang="en-US" altLang="zh-CN" sz="2200" b="0">
                <a:latin typeface="Times New Roman" panose="02020603050405020304" pitchFamily="18" charset="0"/>
                <a:cs typeface="Times New Roman" panose="02020603050405020304" pitchFamily="18" charset="0"/>
              </a:rPr>
              <a:t>F</a:t>
            </a:r>
            <a:r>
              <a:rPr lang="en-US" altLang="zh-CN" sz="2200" b="0" baseline="-25000">
                <a:latin typeface="Times New Roman" panose="02020603050405020304" pitchFamily="18" charset="0"/>
                <a:cs typeface="Times New Roman" panose="02020603050405020304" pitchFamily="18" charset="0"/>
              </a:rPr>
              <a:t>a1</a:t>
            </a:r>
            <a:r>
              <a:rPr lang="en-US" altLang="zh-CN" sz="2200" b="0">
                <a:latin typeface="Times New Roman" panose="02020603050405020304" pitchFamily="18" charset="0"/>
                <a:cs typeface="Times New Roman" panose="02020603050405020304" pitchFamily="18" charset="0"/>
              </a:rPr>
              <a:t>/F</a:t>
            </a:r>
            <a:r>
              <a:rPr lang="en-US" altLang="zh-CN" sz="2200" b="0" baseline="-25000">
                <a:latin typeface="Times New Roman" panose="02020603050405020304" pitchFamily="18" charset="0"/>
                <a:cs typeface="Times New Roman" panose="02020603050405020304" pitchFamily="18" charset="0"/>
              </a:rPr>
              <a:t>r1</a:t>
            </a:r>
            <a:r>
              <a:rPr lang="en-US" altLang="zh-CN" sz="2200" b="0">
                <a:latin typeface="Times New Roman" panose="02020603050405020304" pitchFamily="18" charset="0"/>
                <a:cs typeface="Times New Roman" panose="02020603050405020304" pitchFamily="18" charset="0"/>
              </a:rPr>
              <a:t>=5000/14000=0.357&lt;e</a:t>
            </a:r>
            <a:endParaRPr lang="en-US" altLang="zh-CN" sz="2200" b="0">
              <a:latin typeface="Times New Roman" panose="02020603050405020304" pitchFamily="18" charset="0"/>
              <a:cs typeface="Times New Roman" panose="02020603050405020304" pitchFamily="18" charset="0"/>
            </a:endParaRPr>
          </a:p>
        </p:txBody>
      </p:sp>
      <p:sp>
        <p:nvSpPr>
          <p:cNvPr id="139272" name="Text Box 8"/>
          <p:cNvSpPr txBox="1">
            <a:spLocks noChangeArrowheads="1"/>
          </p:cNvSpPr>
          <p:nvPr/>
        </p:nvSpPr>
        <p:spPr bwMode="auto">
          <a:xfrm>
            <a:off x="5196840" y="891540"/>
            <a:ext cx="2772410" cy="460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sz="2800" b="1">
                <a:solidFill>
                  <a:schemeClr val="tx1"/>
                </a:solidFill>
                <a:latin typeface="Arial" panose="020B0604020202020204" pitchFamily="34" charset="0"/>
                <a:ea typeface="幼圆" panose="02010509060101010101" pitchFamily="49" charset="-122"/>
              </a:defRPr>
            </a:lvl1pPr>
            <a:lvl2pPr marL="742950" indent="-285750">
              <a:defRPr sz="2800" b="1">
                <a:solidFill>
                  <a:schemeClr val="tx1"/>
                </a:solidFill>
                <a:latin typeface="Arial" panose="020B0604020202020204" pitchFamily="34" charset="0"/>
                <a:ea typeface="幼圆" panose="02010509060101010101" pitchFamily="49" charset="-122"/>
              </a:defRPr>
            </a:lvl2pPr>
            <a:lvl3pPr marL="1143000" indent="-228600">
              <a:defRPr sz="2800" b="1">
                <a:solidFill>
                  <a:schemeClr val="tx1"/>
                </a:solidFill>
                <a:latin typeface="Arial" panose="020B0604020202020204" pitchFamily="34" charset="0"/>
                <a:ea typeface="幼圆" panose="02010509060101010101" pitchFamily="49" charset="-122"/>
              </a:defRPr>
            </a:lvl3pPr>
            <a:lvl4pPr marL="1600200" indent="-228600">
              <a:defRPr sz="2800" b="1">
                <a:solidFill>
                  <a:schemeClr val="tx1"/>
                </a:solidFill>
                <a:latin typeface="Arial" panose="020B0604020202020204" pitchFamily="34" charset="0"/>
                <a:ea typeface="幼圆" panose="02010509060101010101" pitchFamily="49" charset="-122"/>
              </a:defRPr>
            </a:lvl4pPr>
            <a:lvl5pPr marL="2057400" indent="-228600">
              <a:defRPr sz="2800" b="1">
                <a:solidFill>
                  <a:schemeClr val="tx1"/>
                </a:solidFill>
                <a:latin typeface="Arial" panose="020B0604020202020204" pitchFamily="34" charset="0"/>
                <a:ea typeface="幼圆" panose="02010509060101010101" pitchFamily="49" charset="-122"/>
              </a:defRPr>
            </a:lvl5pPr>
            <a:lvl6pPr marL="2514600" indent="-228600" eaLnBrk="0" fontAlgn="base" hangingPunct="0">
              <a:spcBef>
                <a:spcPct val="0"/>
              </a:spcBef>
              <a:spcAft>
                <a:spcPct val="0"/>
              </a:spcAft>
              <a:defRPr sz="2800" b="1">
                <a:solidFill>
                  <a:schemeClr val="tx1"/>
                </a:solidFill>
                <a:latin typeface="Arial" panose="020B0604020202020204" pitchFamily="34" charset="0"/>
                <a:ea typeface="幼圆" panose="02010509060101010101" pitchFamily="49" charset="-122"/>
              </a:defRPr>
            </a:lvl6pPr>
            <a:lvl7pPr marL="2971800" indent="-228600" eaLnBrk="0" fontAlgn="base" hangingPunct="0">
              <a:spcBef>
                <a:spcPct val="0"/>
              </a:spcBef>
              <a:spcAft>
                <a:spcPct val="0"/>
              </a:spcAft>
              <a:defRPr sz="2800" b="1">
                <a:solidFill>
                  <a:schemeClr val="tx1"/>
                </a:solidFill>
                <a:latin typeface="Arial" panose="020B0604020202020204" pitchFamily="34" charset="0"/>
                <a:ea typeface="幼圆" panose="02010509060101010101" pitchFamily="49" charset="-122"/>
              </a:defRPr>
            </a:lvl7pPr>
            <a:lvl8pPr marL="3429000" indent="-228600" eaLnBrk="0" fontAlgn="base" hangingPunct="0">
              <a:spcBef>
                <a:spcPct val="0"/>
              </a:spcBef>
              <a:spcAft>
                <a:spcPct val="0"/>
              </a:spcAft>
              <a:defRPr sz="2800" b="1">
                <a:solidFill>
                  <a:schemeClr val="tx1"/>
                </a:solidFill>
                <a:latin typeface="Arial" panose="020B0604020202020204" pitchFamily="34" charset="0"/>
                <a:ea typeface="幼圆" panose="02010509060101010101" pitchFamily="49" charset="-122"/>
              </a:defRPr>
            </a:lvl8pPr>
            <a:lvl9pPr marL="3886200" indent="-228600" eaLnBrk="0" fontAlgn="base" hangingPunct="0">
              <a:spcBef>
                <a:spcPct val="0"/>
              </a:spcBef>
              <a:spcAft>
                <a:spcPct val="0"/>
              </a:spcAft>
              <a:defRPr sz="2800" b="1">
                <a:solidFill>
                  <a:schemeClr val="tx1"/>
                </a:solidFill>
                <a:latin typeface="Arial" panose="020B0604020202020204" pitchFamily="34" charset="0"/>
                <a:ea typeface="幼圆" panose="02010509060101010101" pitchFamily="49" charset="-122"/>
              </a:defRPr>
            </a:lvl9pPr>
          </a:lstStyle>
          <a:p>
            <a:pPr indent="0" eaLnBrk="1" hangingPunct="1">
              <a:buNone/>
            </a:pPr>
            <a:r>
              <a:rPr lang="zh-CN" altLang="en-US" sz="2000">
                <a:latin typeface="幼圆" panose="02010509060101010101" pitchFamily="49" charset="-122"/>
              </a:rPr>
              <a:t>故</a:t>
            </a:r>
            <a:r>
              <a:rPr lang="en-US" altLang="zh-CN" sz="2000">
                <a:latin typeface="幼圆" panose="02010509060101010101" pitchFamily="49" charset="-122"/>
              </a:rPr>
              <a:t>:X</a:t>
            </a:r>
            <a:r>
              <a:rPr lang="en-US" altLang="zh-CN" sz="2000" baseline="-25000">
                <a:latin typeface="幼圆" panose="02010509060101010101" pitchFamily="49" charset="-122"/>
              </a:rPr>
              <a:t>1</a:t>
            </a:r>
            <a:r>
              <a:rPr lang="en-US" altLang="zh-CN" sz="2000">
                <a:latin typeface="幼圆" panose="02010509060101010101" pitchFamily="49" charset="-122"/>
              </a:rPr>
              <a:t>=1,Y</a:t>
            </a:r>
            <a:r>
              <a:rPr lang="en-US" altLang="zh-CN" sz="2000" baseline="-25000">
                <a:latin typeface="幼圆" panose="02010509060101010101" pitchFamily="49" charset="-122"/>
              </a:rPr>
              <a:t>1</a:t>
            </a:r>
            <a:r>
              <a:rPr lang="en-US" altLang="zh-CN" sz="2000">
                <a:latin typeface="幼圆" panose="02010509060101010101" pitchFamily="49" charset="-122"/>
              </a:rPr>
              <a:t>=0</a:t>
            </a:r>
            <a:endParaRPr lang="en-US" altLang="zh-CN" sz="2000">
              <a:latin typeface="幼圆" panose="02010509060101010101" pitchFamily="49" charset="-122"/>
            </a:endParaRPr>
          </a:p>
        </p:txBody>
      </p:sp>
      <p:sp>
        <p:nvSpPr>
          <p:cNvPr id="139273" name="Text Box 9"/>
          <p:cNvSpPr txBox="1">
            <a:spLocks noChangeArrowheads="1"/>
          </p:cNvSpPr>
          <p:nvPr/>
        </p:nvSpPr>
        <p:spPr bwMode="auto">
          <a:xfrm>
            <a:off x="1083628" y="2762885"/>
            <a:ext cx="7345362" cy="4972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800" b="1">
                <a:solidFill>
                  <a:schemeClr val="tx1"/>
                </a:solidFill>
                <a:latin typeface="Arial" panose="020B0604020202020204" pitchFamily="34" charset="0"/>
                <a:ea typeface="幼圆" panose="02010509060101010101" pitchFamily="49" charset="-122"/>
              </a:defRPr>
            </a:lvl1pPr>
            <a:lvl2pPr marL="742950" indent="-285750">
              <a:defRPr sz="2800" b="1">
                <a:solidFill>
                  <a:schemeClr val="tx1"/>
                </a:solidFill>
                <a:latin typeface="Arial" panose="020B0604020202020204" pitchFamily="34" charset="0"/>
                <a:ea typeface="幼圆" panose="02010509060101010101" pitchFamily="49" charset="-122"/>
              </a:defRPr>
            </a:lvl2pPr>
            <a:lvl3pPr marL="1143000" indent="-228600">
              <a:defRPr sz="2800" b="1">
                <a:solidFill>
                  <a:schemeClr val="tx1"/>
                </a:solidFill>
                <a:latin typeface="Arial" panose="020B0604020202020204" pitchFamily="34" charset="0"/>
                <a:ea typeface="幼圆" panose="02010509060101010101" pitchFamily="49" charset="-122"/>
              </a:defRPr>
            </a:lvl3pPr>
            <a:lvl4pPr marL="1600200" indent="-228600">
              <a:defRPr sz="2800" b="1">
                <a:solidFill>
                  <a:schemeClr val="tx1"/>
                </a:solidFill>
                <a:latin typeface="Arial" panose="020B0604020202020204" pitchFamily="34" charset="0"/>
                <a:ea typeface="幼圆" panose="02010509060101010101" pitchFamily="49" charset="-122"/>
              </a:defRPr>
            </a:lvl4pPr>
            <a:lvl5pPr marL="2057400" indent="-228600">
              <a:defRPr sz="2800" b="1">
                <a:solidFill>
                  <a:schemeClr val="tx1"/>
                </a:solidFill>
                <a:latin typeface="Arial" panose="020B0604020202020204" pitchFamily="34" charset="0"/>
                <a:ea typeface="幼圆" panose="02010509060101010101" pitchFamily="49" charset="-122"/>
              </a:defRPr>
            </a:lvl5pPr>
            <a:lvl6pPr marL="2514600" indent="-228600" eaLnBrk="0" fontAlgn="base" hangingPunct="0">
              <a:spcBef>
                <a:spcPct val="0"/>
              </a:spcBef>
              <a:spcAft>
                <a:spcPct val="0"/>
              </a:spcAft>
              <a:defRPr sz="2800" b="1">
                <a:solidFill>
                  <a:schemeClr val="tx1"/>
                </a:solidFill>
                <a:latin typeface="Arial" panose="020B0604020202020204" pitchFamily="34" charset="0"/>
                <a:ea typeface="幼圆" panose="02010509060101010101" pitchFamily="49" charset="-122"/>
              </a:defRPr>
            </a:lvl6pPr>
            <a:lvl7pPr marL="2971800" indent="-228600" eaLnBrk="0" fontAlgn="base" hangingPunct="0">
              <a:spcBef>
                <a:spcPct val="0"/>
              </a:spcBef>
              <a:spcAft>
                <a:spcPct val="0"/>
              </a:spcAft>
              <a:defRPr sz="2800" b="1">
                <a:solidFill>
                  <a:schemeClr val="tx1"/>
                </a:solidFill>
                <a:latin typeface="Arial" panose="020B0604020202020204" pitchFamily="34" charset="0"/>
                <a:ea typeface="幼圆" panose="02010509060101010101" pitchFamily="49" charset="-122"/>
              </a:defRPr>
            </a:lvl7pPr>
            <a:lvl8pPr marL="3429000" indent="-228600" eaLnBrk="0" fontAlgn="base" hangingPunct="0">
              <a:spcBef>
                <a:spcPct val="0"/>
              </a:spcBef>
              <a:spcAft>
                <a:spcPct val="0"/>
              </a:spcAft>
              <a:defRPr sz="2800" b="1">
                <a:solidFill>
                  <a:schemeClr val="tx1"/>
                </a:solidFill>
                <a:latin typeface="Arial" panose="020B0604020202020204" pitchFamily="34" charset="0"/>
                <a:ea typeface="幼圆" panose="02010509060101010101" pitchFamily="49" charset="-122"/>
              </a:defRPr>
            </a:lvl8pPr>
            <a:lvl9pPr marL="3886200" indent="-228600" eaLnBrk="0" fontAlgn="base" hangingPunct="0">
              <a:spcBef>
                <a:spcPct val="0"/>
              </a:spcBef>
              <a:spcAft>
                <a:spcPct val="0"/>
              </a:spcAft>
              <a:defRPr sz="2800" b="1">
                <a:solidFill>
                  <a:schemeClr val="tx1"/>
                </a:solidFill>
                <a:latin typeface="Arial" panose="020B0604020202020204" pitchFamily="34" charset="0"/>
                <a:ea typeface="幼圆" panose="02010509060101010101" pitchFamily="49" charset="-122"/>
              </a:defRPr>
            </a:lvl9pPr>
          </a:lstStyle>
          <a:p>
            <a:pPr indent="0" eaLnBrk="1" hangingPunct="1">
              <a:buNone/>
            </a:pPr>
            <a:r>
              <a:rPr lang="en-US" altLang="zh-CN" sz="2200" b="0">
                <a:latin typeface="Times New Roman" panose="02020603050405020304" pitchFamily="18" charset="0"/>
                <a:cs typeface="Times New Roman" panose="02020603050405020304" pitchFamily="18" charset="0"/>
              </a:rPr>
              <a:t>P</a:t>
            </a:r>
            <a:r>
              <a:rPr lang="en-US" altLang="zh-CN" sz="2200" b="0" baseline="-25000">
                <a:latin typeface="Times New Roman" panose="02020603050405020304" pitchFamily="18" charset="0"/>
                <a:cs typeface="Times New Roman" panose="02020603050405020304" pitchFamily="18" charset="0"/>
              </a:rPr>
              <a:t>2</a:t>
            </a:r>
            <a:r>
              <a:rPr lang="en-US" altLang="zh-CN" sz="2200" b="0">
                <a:latin typeface="Times New Roman" panose="02020603050405020304" pitchFamily="18" charset="0"/>
                <a:cs typeface="Times New Roman" panose="02020603050405020304" pitchFamily="18" charset="0"/>
              </a:rPr>
              <a:t>=f</a:t>
            </a:r>
            <a:r>
              <a:rPr lang="en-US" altLang="zh-CN" sz="2200" b="0" baseline="-25000">
                <a:latin typeface="Times New Roman" panose="02020603050405020304" pitchFamily="18" charset="0"/>
                <a:cs typeface="Times New Roman" panose="02020603050405020304" pitchFamily="18" charset="0"/>
              </a:rPr>
              <a:t>d</a:t>
            </a:r>
            <a:r>
              <a:rPr lang="en-US" altLang="zh-CN" sz="2200" b="0">
                <a:latin typeface="Times New Roman" panose="02020603050405020304" pitchFamily="18" charset="0"/>
                <a:cs typeface="Times New Roman" panose="02020603050405020304" pitchFamily="18" charset="0"/>
              </a:rPr>
              <a:t>(XF</a:t>
            </a:r>
            <a:r>
              <a:rPr lang="en-US" altLang="zh-CN" sz="2200" b="0" baseline="-25000">
                <a:latin typeface="Times New Roman" panose="02020603050405020304" pitchFamily="18" charset="0"/>
                <a:cs typeface="Times New Roman" panose="02020603050405020304" pitchFamily="18" charset="0"/>
              </a:rPr>
              <a:t>r2</a:t>
            </a:r>
            <a:r>
              <a:rPr lang="en-US" altLang="zh-CN" sz="2200" b="0">
                <a:latin typeface="Times New Roman" panose="02020603050405020304" pitchFamily="18" charset="0"/>
                <a:cs typeface="Times New Roman" panose="02020603050405020304" pitchFamily="18" charset="0"/>
              </a:rPr>
              <a:t>+YF</a:t>
            </a:r>
            <a:r>
              <a:rPr lang="en-US" altLang="zh-CN" sz="2200" b="0" baseline="-25000">
                <a:latin typeface="Times New Roman" panose="02020603050405020304" pitchFamily="18" charset="0"/>
                <a:cs typeface="Times New Roman" panose="02020603050405020304" pitchFamily="18" charset="0"/>
              </a:rPr>
              <a:t>a1</a:t>
            </a:r>
            <a:r>
              <a:rPr lang="en-US" altLang="zh-CN" sz="2200" b="0">
                <a:latin typeface="Times New Roman" panose="02020603050405020304" pitchFamily="18" charset="0"/>
                <a:cs typeface="Times New Roman" panose="02020603050405020304" pitchFamily="18" charset="0"/>
              </a:rPr>
              <a:t>)=1.2×(0.4×8000+1.4×7000)=15600N</a:t>
            </a:r>
            <a:endParaRPr lang="en-US" altLang="zh-CN" sz="2200" b="0">
              <a:latin typeface="Times New Roman" panose="02020603050405020304" pitchFamily="18" charset="0"/>
              <a:cs typeface="Times New Roman" panose="02020603050405020304" pitchFamily="18" charset="0"/>
            </a:endParaRPr>
          </a:p>
        </p:txBody>
      </p:sp>
      <p:sp>
        <p:nvSpPr>
          <p:cNvPr id="139274" name="Text Box 10"/>
          <p:cNvSpPr txBox="1">
            <a:spLocks noChangeArrowheads="1"/>
          </p:cNvSpPr>
          <p:nvPr/>
        </p:nvSpPr>
        <p:spPr bwMode="auto">
          <a:xfrm>
            <a:off x="1162368" y="1547495"/>
            <a:ext cx="7345362" cy="4972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800" b="1">
                <a:solidFill>
                  <a:schemeClr val="tx1"/>
                </a:solidFill>
                <a:latin typeface="Arial" panose="020B0604020202020204" pitchFamily="34" charset="0"/>
                <a:ea typeface="幼圆" panose="02010509060101010101" pitchFamily="49" charset="-122"/>
              </a:defRPr>
            </a:lvl1pPr>
            <a:lvl2pPr marL="742950" indent="-285750">
              <a:defRPr sz="2800" b="1">
                <a:solidFill>
                  <a:schemeClr val="tx1"/>
                </a:solidFill>
                <a:latin typeface="Arial" panose="020B0604020202020204" pitchFamily="34" charset="0"/>
                <a:ea typeface="幼圆" panose="02010509060101010101" pitchFamily="49" charset="-122"/>
              </a:defRPr>
            </a:lvl2pPr>
            <a:lvl3pPr marL="1143000" indent="-228600">
              <a:defRPr sz="2800" b="1">
                <a:solidFill>
                  <a:schemeClr val="tx1"/>
                </a:solidFill>
                <a:latin typeface="Arial" panose="020B0604020202020204" pitchFamily="34" charset="0"/>
                <a:ea typeface="幼圆" panose="02010509060101010101" pitchFamily="49" charset="-122"/>
              </a:defRPr>
            </a:lvl3pPr>
            <a:lvl4pPr marL="1600200" indent="-228600">
              <a:defRPr sz="2800" b="1">
                <a:solidFill>
                  <a:schemeClr val="tx1"/>
                </a:solidFill>
                <a:latin typeface="Arial" panose="020B0604020202020204" pitchFamily="34" charset="0"/>
                <a:ea typeface="幼圆" panose="02010509060101010101" pitchFamily="49" charset="-122"/>
              </a:defRPr>
            </a:lvl4pPr>
            <a:lvl5pPr marL="2057400" indent="-228600">
              <a:defRPr sz="2800" b="1">
                <a:solidFill>
                  <a:schemeClr val="tx1"/>
                </a:solidFill>
                <a:latin typeface="Arial" panose="020B0604020202020204" pitchFamily="34" charset="0"/>
                <a:ea typeface="幼圆" panose="02010509060101010101" pitchFamily="49" charset="-122"/>
              </a:defRPr>
            </a:lvl5pPr>
            <a:lvl6pPr marL="2514600" indent="-228600" eaLnBrk="0" fontAlgn="base" hangingPunct="0">
              <a:spcBef>
                <a:spcPct val="0"/>
              </a:spcBef>
              <a:spcAft>
                <a:spcPct val="0"/>
              </a:spcAft>
              <a:defRPr sz="2800" b="1">
                <a:solidFill>
                  <a:schemeClr val="tx1"/>
                </a:solidFill>
                <a:latin typeface="Arial" panose="020B0604020202020204" pitchFamily="34" charset="0"/>
                <a:ea typeface="幼圆" panose="02010509060101010101" pitchFamily="49" charset="-122"/>
              </a:defRPr>
            </a:lvl6pPr>
            <a:lvl7pPr marL="2971800" indent="-228600" eaLnBrk="0" fontAlgn="base" hangingPunct="0">
              <a:spcBef>
                <a:spcPct val="0"/>
              </a:spcBef>
              <a:spcAft>
                <a:spcPct val="0"/>
              </a:spcAft>
              <a:defRPr sz="2800" b="1">
                <a:solidFill>
                  <a:schemeClr val="tx1"/>
                </a:solidFill>
                <a:latin typeface="Arial" panose="020B0604020202020204" pitchFamily="34" charset="0"/>
                <a:ea typeface="幼圆" panose="02010509060101010101" pitchFamily="49" charset="-122"/>
              </a:defRPr>
            </a:lvl7pPr>
            <a:lvl8pPr marL="3429000" indent="-228600" eaLnBrk="0" fontAlgn="base" hangingPunct="0">
              <a:spcBef>
                <a:spcPct val="0"/>
              </a:spcBef>
              <a:spcAft>
                <a:spcPct val="0"/>
              </a:spcAft>
              <a:defRPr sz="2800" b="1">
                <a:solidFill>
                  <a:schemeClr val="tx1"/>
                </a:solidFill>
                <a:latin typeface="Arial" panose="020B0604020202020204" pitchFamily="34" charset="0"/>
                <a:ea typeface="幼圆" panose="02010509060101010101" pitchFamily="49" charset="-122"/>
              </a:defRPr>
            </a:lvl8pPr>
            <a:lvl9pPr marL="3886200" indent="-228600" eaLnBrk="0" fontAlgn="base" hangingPunct="0">
              <a:spcBef>
                <a:spcPct val="0"/>
              </a:spcBef>
              <a:spcAft>
                <a:spcPct val="0"/>
              </a:spcAft>
              <a:defRPr sz="2800" b="1">
                <a:solidFill>
                  <a:schemeClr val="tx1"/>
                </a:solidFill>
                <a:latin typeface="Arial" panose="020B0604020202020204" pitchFamily="34" charset="0"/>
                <a:ea typeface="幼圆" panose="02010509060101010101" pitchFamily="49" charset="-122"/>
              </a:defRPr>
            </a:lvl9pPr>
          </a:lstStyle>
          <a:p>
            <a:pPr indent="0" eaLnBrk="1" hangingPunct="1">
              <a:buNone/>
            </a:pPr>
            <a:r>
              <a:rPr lang="en-US" altLang="zh-CN" sz="2200" b="0">
                <a:latin typeface="Times New Roman" panose="02020603050405020304" pitchFamily="18" charset="0"/>
                <a:cs typeface="Times New Roman" panose="02020603050405020304" pitchFamily="18" charset="0"/>
              </a:rPr>
              <a:t>P</a:t>
            </a:r>
            <a:r>
              <a:rPr lang="en-US" altLang="zh-CN" sz="2200" b="0" baseline="-25000">
                <a:latin typeface="Times New Roman" panose="02020603050405020304" pitchFamily="18" charset="0"/>
                <a:cs typeface="Times New Roman" panose="02020603050405020304" pitchFamily="18" charset="0"/>
              </a:rPr>
              <a:t>1</a:t>
            </a:r>
            <a:r>
              <a:rPr lang="en-US" altLang="zh-CN" sz="2200" b="0">
                <a:latin typeface="Times New Roman" panose="02020603050405020304" pitchFamily="18" charset="0"/>
                <a:cs typeface="Times New Roman" panose="02020603050405020304" pitchFamily="18" charset="0"/>
              </a:rPr>
              <a:t>=</a:t>
            </a:r>
            <a:r>
              <a:rPr lang="en-US" altLang="zh-CN" sz="2200" b="0">
                <a:latin typeface="Times New Roman" panose="02020603050405020304" pitchFamily="18" charset="0"/>
                <a:cs typeface="Times New Roman" panose="02020603050405020304" pitchFamily="18" charset="0"/>
                <a:sym typeface="+mn-ea"/>
              </a:rPr>
              <a:t>f</a:t>
            </a:r>
            <a:r>
              <a:rPr lang="en-US" altLang="zh-CN" sz="2200" b="0" baseline="-25000">
                <a:latin typeface="Times New Roman" panose="02020603050405020304" pitchFamily="18" charset="0"/>
                <a:cs typeface="Times New Roman" panose="02020603050405020304" pitchFamily="18" charset="0"/>
                <a:sym typeface="+mn-ea"/>
              </a:rPr>
              <a:t>d</a:t>
            </a:r>
            <a:r>
              <a:rPr lang="en-US" altLang="zh-CN" sz="2200" b="0">
                <a:latin typeface="Times New Roman" panose="02020603050405020304" pitchFamily="18" charset="0"/>
                <a:cs typeface="Times New Roman" panose="02020603050405020304" pitchFamily="18" charset="0"/>
                <a:sym typeface="+mn-ea"/>
              </a:rPr>
              <a:t>(XF</a:t>
            </a:r>
            <a:r>
              <a:rPr lang="en-US" altLang="zh-CN" sz="2200" b="0" baseline="-25000">
                <a:latin typeface="Times New Roman" panose="02020603050405020304" pitchFamily="18" charset="0"/>
                <a:cs typeface="Times New Roman" panose="02020603050405020304" pitchFamily="18" charset="0"/>
                <a:sym typeface="+mn-ea"/>
              </a:rPr>
              <a:t>r1</a:t>
            </a:r>
            <a:r>
              <a:rPr lang="en-US" altLang="zh-CN" sz="2200" b="0">
                <a:latin typeface="Times New Roman" panose="02020603050405020304" pitchFamily="18" charset="0"/>
                <a:cs typeface="Times New Roman" panose="02020603050405020304" pitchFamily="18" charset="0"/>
                <a:sym typeface="+mn-ea"/>
              </a:rPr>
              <a:t>+YF</a:t>
            </a:r>
            <a:r>
              <a:rPr lang="en-US" altLang="zh-CN" sz="2200" b="0" baseline="-25000">
                <a:latin typeface="Times New Roman" panose="02020603050405020304" pitchFamily="18" charset="0"/>
                <a:cs typeface="Times New Roman" panose="02020603050405020304" pitchFamily="18" charset="0"/>
                <a:sym typeface="+mn-ea"/>
              </a:rPr>
              <a:t>a1</a:t>
            </a:r>
            <a:r>
              <a:rPr lang="en-US" altLang="zh-CN" sz="2200" b="0">
                <a:latin typeface="Times New Roman" panose="02020603050405020304" pitchFamily="18" charset="0"/>
                <a:cs typeface="Times New Roman" panose="02020603050405020304" pitchFamily="18" charset="0"/>
                <a:sym typeface="+mn-ea"/>
              </a:rPr>
              <a:t>)=</a:t>
            </a:r>
            <a:r>
              <a:rPr lang="en-US" altLang="zh-CN" sz="2200" b="0">
                <a:latin typeface="Times New Roman" panose="02020603050405020304" pitchFamily="18" charset="0"/>
                <a:cs typeface="Times New Roman" panose="02020603050405020304" pitchFamily="18" charset="0"/>
              </a:rPr>
              <a:t>1.2×(1×14000+0×5000)=16800N</a:t>
            </a:r>
            <a:endParaRPr lang="en-US" altLang="zh-CN" sz="2200" b="0">
              <a:latin typeface="Times New Roman" panose="02020603050405020304" pitchFamily="18" charset="0"/>
              <a:cs typeface="Times New Roman" panose="02020603050405020304" pitchFamily="18" charset="0"/>
            </a:endParaRPr>
          </a:p>
        </p:txBody>
      </p:sp>
      <p:sp>
        <p:nvSpPr>
          <p:cNvPr id="139275" name="Text Box 11"/>
          <p:cNvSpPr txBox="1">
            <a:spLocks noChangeArrowheads="1"/>
          </p:cNvSpPr>
          <p:nvPr/>
        </p:nvSpPr>
        <p:spPr bwMode="auto">
          <a:xfrm>
            <a:off x="1162368" y="3367405"/>
            <a:ext cx="4680585" cy="4972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800" b="1">
                <a:solidFill>
                  <a:schemeClr val="tx1"/>
                </a:solidFill>
                <a:latin typeface="Arial" panose="020B0604020202020204" pitchFamily="34" charset="0"/>
                <a:ea typeface="幼圆" panose="02010509060101010101" pitchFamily="49" charset="-122"/>
              </a:defRPr>
            </a:lvl1pPr>
            <a:lvl2pPr marL="742950" indent="-285750">
              <a:defRPr sz="2800" b="1">
                <a:solidFill>
                  <a:schemeClr val="tx1"/>
                </a:solidFill>
                <a:latin typeface="Arial" panose="020B0604020202020204" pitchFamily="34" charset="0"/>
                <a:ea typeface="幼圆" panose="02010509060101010101" pitchFamily="49" charset="-122"/>
              </a:defRPr>
            </a:lvl2pPr>
            <a:lvl3pPr marL="1143000" indent="-228600">
              <a:defRPr sz="2800" b="1">
                <a:solidFill>
                  <a:schemeClr val="tx1"/>
                </a:solidFill>
                <a:latin typeface="Arial" panose="020B0604020202020204" pitchFamily="34" charset="0"/>
                <a:ea typeface="幼圆" panose="02010509060101010101" pitchFamily="49" charset="-122"/>
              </a:defRPr>
            </a:lvl3pPr>
            <a:lvl4pPr marL="1600200" indent="-228600">
              <a:defRPr sz="2800" b="1">
                <a:solidFill>
                  <a:schemeClr val="tx1"/>
                </a:solidFill>
                <a:latin typeface="Arial" panose="020B0604020202020204" pitchFamily="34" charset="0"/>
                <a:ea typeface="幼圆" panose="02010509060101010101" pitchFamily="49" charset="-122"/>
              </a:defRPr>
            </a:lvl4pPr>
            <a:lvl5pPr marL="2057400" indent="-228600">
              <a:defRPr sz="2800" b="1">
                <a:solidFill>
                  <a:schemeClr val="tx1"/>
                </a:solidFill>
                <a:latin typeface="Arial" panose="020B0604020202020204" pitchFamily="34" charset="0"/>
                <a:ea typeface="幼圆" panose="02010509060101010101" pitchFamily="49" charset="-122"/>
              </a:defRPr>
            </a:lvl5pPr>
            <a:lvl6pPr marL="2514600" indent="-228600" eaLnBrk="0" fontAlgn="base" hangingPunct="0">
              <a:spcBef>
                <a:spcPct val="0"/>
              </a:spcBef>
              <a:spcAft>
                <a:spcPct val="0"/>
              </a:spcAft>
              <a:defRPr sz="2800" b="1">
                <a:solidFill>
                  <a:schemeClr val="tx1"/>
                </a:solidFill>
                <a:latin typeface="Arial" panose="020B0604020202020204" pitchFamily="34" charset="0"/>
                <a:ea typeface="幼圆" panose="02010509060101010101" pitchFamily="49" charset="-122"/>
              </a:defRPr>
            </a:lvl6pPr>
            <a:lvl7pPr marL="2971800" indent="-228600" eaLnBrk="0" fontAlgn="base" hangingPunct="0">
              <a:spcBef>
                <a:spcPct val="0"/>
              </a:spcBef>
              <a:spcAft>
                <a:spcPct val="0"/>
              </a:spcAft>
              <a:defRPr sz="2800" b="1">
                <a:solidFill>
                  <a:schemeClr val="tx1"/>
                </a:solidFill>
                <a:latin typeface="Arial" panose="020B0604020202020204" pitchFamily="34" charset="0"/>
                <a:ea typeface="幼圆" panose="02010509060101010101" pitchFamily="49" charset="-122"/>
              </a:defRPr>
            </a:lvl7pPr>
            <a:lvl8pPr marL="3429000" indent="-228600" eaLnBrk="0" fontAlgn="base" hangingPunct="0">
              <a:spcBef>
                <a:spcPct val="0"/>
              </a:spcBef>
              <a:spcAft>
                <a:spcPct val="0"/>
              </a:spcAft>
              <a:defRPr sz="2800" b="1">
                <a:solidFill>
                  <a:schemeClr val="tx1"/>
                </a:solidFill>
                <a:latin typeface="Arial" panose="020B0604020202020204" pitchFamily="34" charset="0"/>
                <a:ea typeface="幼圆" panose="02010509060101010101" pitchFamily="49" charset="-122"/>
              </a:defRPr>
            </a:lvl8pPr>
            <a:lvl9pPr marL="3886200" indent="-228600" eaLnBrk="0" fontAlgn="base" hangingPunct="0">
              <a:spcBef>
                <a:spcPct val="0"/>
              </a:spcBef>
              <a:spcAft>
                <a:spcPct val="0"/>
              </a:spcAft>
              <a:defRPr sz="2800" b="1">
                <a:solidFill>
                  <a:schemeClr val="tx1"/>
                </a:solidFill>
                <a:latin typeface="Arial" panose="020B0604020202020204" pitchFamily="34" charset="0"/>
                <a:ea typeface="幼圆" panose="02010509060101010101" pitchFamily="49" charset="-122"/>
              </a:defRPr>
            </a:lvl9pPr>
          </a:lstStyle>
          <a:p>
            <a:pPr indent="0" eaLnBrk="1" hangingPunct="1">
              <a:buNone/>
            </a:pPr>
            <a:r>
              <a:rPr lang="en-US" altLang="zh-CN" sz="2200">
                <a:latin typeface="幼圆" panose="02010509060101010101" pitchFamily="49" charset="-122"/>
              </a:rPr>
              <a:t>P</a:t>
            </a:r>
            <a:r>
              <a:rPr lang="en-US" altLang="zh-CN" sz="2200" baseline="-25000">
                <a:latin typeface="幼圆" panose="02010509060101010101" pitchFamily="49" charset="-122"/>
              </a:rPr>
              <a:t>1</a:t>
            </a:r>
            <a:r>
              <a:rPr lang="en-US" altLang="zh-CN" sz="2200">
                <a:latin typeface="幼圆" panose="02010509060101010101" pitchFamily="49" charset="-122"/>
              </a:rPr>
              <a:t>&gt;P</a:t>
            </a:r>
            <a:r>
              <a:rPr lang="en-US" altLang="zh-CN" sz="2200" baseline="-25000">
                <a:latin typeface="幼圆" panose="02010509060101010101" pitchFamily="49" charset="-122"/>
              </a:rPr>
              <a:t>2</a:t>
            </a:r>
            <a:r>
              <a:rPr lang="en-US" altLang="zh-CN" sz="2200">
                <a:latin typeface="幼圆" panose="02010509060101010101" pitchFamily="49" charset="-122"/>
              </a:rPr>
              <a:t>, </a:t>
            </a:r>
            <a:r>
              <a:rPr lang="zh-CN" altLang="en-US" sz="2200">
                <a:latin typeface="幼圆" panose="02010509060101010101" pitchFamily="49" charset="-122"/>
              </a:rPr>
              <a:t>验算轴承</a:t>
            </a:r>
            <a:r>
              <a:rPr lang="en-US" altLang="zh-CN" sz="2200">
                <a:latin typeface="幼圆" panose="02010509060101010101" pitchFamily="49" charset="-122"/>
              </a:rPr>
              <a:t>1</a:t>
            </a:r>
            <a:r>
              <a:rPr lang="zh-CN" altLang="en-US" sz="2200">
                <a:latin typeface="幼圆" panose="02010509060101010101" pitchFamily="49" charset="-122"/>
              </a:rPr>
              <a:t>，</a:t>
            </a:r>
            <a:r>
              <a:rPr lang="en-US" altLang="zh-CN" sz="2200">
                <a:latin typeface="幼圆" panose="02010509060101010101" pitchFamily="49" charset="-122"/>
              </a:rPr>
              <a:t>∴ P=P</a:t>
            </a:r>
            <a:r>
              <a:rPr lang="en-US" altLang="zh-CN" sz="2200" baseline="-25000">
                <a:latin typeface="幼圆" panose="02010509060101010101" pitchFamily="49" charset="-122"/>
              </a:rPr>
              <a:t>1</a:t>
            </a:r>
            <a:r>
              <a:rPr lang="en-US" altLang="zh-CN" sz="2200">
                <a:latin typeface="幼圆" panose="02010509060101010101" pitchFamily="49" charset="-122"/>
              </a:rPr>
              <a:t>= 16800N</a:t>
            </a:r>
            <a:endParaRPr lang="en-US" altLang="zh-CN" sz="2200">
              <a:latin typeface="幼圆" panose="02010509060101010101" pitchFamily="49" charset="-122"/>
            </a:endParaRPr>
          </a:p>
        </p:txBody>
      </p:sp>
      <p:sp>
        <p:nvSpPr>
          <p:cNvPr id="139276" name="Text Box 12"/>
          <p:cNvSpPr txBox="1">
            <a:spLocks noChangeArrowheads="1"/>
          </p:cNvSpPr>
          <p:nvPr/>
        </p:nvSpPr>
        <p:spPr bwMode="auto">
          <a:xfrm>
            <a:off x="554038" y="3933825"/>
            <a:ext cx="2101215" cy="4972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800" b="1">
                <a:solidFill>
                  <a:schemeClr val="tx1"/>
                </a:solidFill>
                <a:latin typeface="Arial" panose="020B0604020202020204" pitchFamily="34" charset="0"/>
                <a:ea typeface="幼圆" panose="02010509060101010101" pitchFamily="49" charset="-122"/>
              </a:defRPr>
            </a:lvl1pPr>
            <a:lvl2pPr marL="742950" indent="-285750">
              <a:defRPr sz="2800" b="1">
                <a:solidFill>
                  <a:schemeClr val="tx1"/>
                </a:solidFill>
                <a:latin typeface="Arial" panose="020B0604020202020204" pitchFamily="34" charset="0"/>
                <a:ea typeface="幼圆" panose="02010509060101010101" pitchFamily="49" charset="-122"/>
              </a:defRPr>
            </a:lvl2pPr>
            <a:lvl3pPr marL="1143000" indent="-228600">
              <a:defRPr sz="2800" b="1">
                <a:solidFill>
                  <a:schemeClr val="tx1"/>
                </a:solidFill>
                <a:latin typeface="Arial" panose="020B0604020202020204" pitchFamily="34" charset="0"/>
                <a:ea typeface="幼圆" panose="02010509060101010101" pitchFamily="49" charset="-122"/>
              </a:defRPr>
            </a:lvl3pPr>
            <a:lvl4pPr marL="1600200" indent="-228600">
              <a:defRPr sz="2800" b="1">
                <a:solidFill>
                  <a:schemeClr val="tx1"/>
                </a:solidFill>
                <a:latin typeface="Arial" panose="020B0604020202020204" pitchFamily="34" charset="0"/>
                <a:ea typeface="幼圆" panose="02010509060101010101" pitchFamily="49" charset="-122"/>
              </a:defRPr>
            </a:lvl4pPr>
            <a:lvl5pPr marL="2057400" indent="-228600">
              <a:defRPr sz="2800" b="1">
                <a:solidFill>
                  <a:schemeClr val="tx1"/>
                </a:solidFill>
                <a:latin typeface="Arial" panose="020B0604020202020204" pitchFamily="34" charset="0"/>
                <a:ea typeface="幼圆" panose="02010509060101010101" pitchFamily="49" charset="-122"/>
              </a:defRPr>
            </a:lvl5pPr>
            <a:lvl6pPr marL="2514600" indent="-228600" eaLnBrk="0" fontAlgn="base" hangingPunct="0">
              <a:spcBef>
                <a:spcPct val="0"/>
              </a:spcBef>
              <a:spcAft>
                <a:spcPct val="0"/>
              </a:spcAft>
              <a:defRPr sz="2800" b="1">
                <a:solidFill>
                  <a:schemeClr val="tx1"/>
                </a:solidFill>
                <a:latin typeface="Arial" panose="020B0604020202020204" pitchFamily="34" charset="0"/>
                <a:ea typeface="幼圆" panose="02010509060101010101" pitchFamily="49" charset="-122"/>
              </a:defRPr>
            </a:lvl6pPr>
            <a:lvl7pPr marL="2971800" indent="-228600" eaLnBrk="0" fontAlgn="base" hangingPunct="0">
              <a:spcBef>
                <a:spcPct val="0"/>
              </a:spcBef>
              <a:spcAft>
                <a:spcPct val="0"/>
              </a:spcAft>
              <a:defRPr sz="2800" b="1">
                <a:solidFill>
                  <a:schemeClr val="tx1"/>
                </a:solidFill>
                <a:latin typeface="Arial" panose="020B0604020202020204" pitchFamily="34" charset="0"/>
                <a:ea typeface="幼圆" panose="02010509060101010101" pitchFamily="49" charset="-122"/>
              </a:defRPr>
            </a:lvl7pPr>
            <a:lvl8pPr marL="3429000" indent="-228600" eaLnBrk="0" fontAlgn="base" hangingPunct="0">
              <a:spcBef>
                <a:spcPct val="0"/>
              </a:spcBef>
              <a:spcAft>
                <a:spcPct val="0"/>
              </a:spcAft>
              <a:defRPr sz="2800" b="1">
                <a:solidFill>
                  <a:schemeClr val="tx1"/>
                </a:solidFill>
                <a:latin typeface="Arial" panose="020B0604020202020204" pitchFamily="34" charset="0"/>
                <a:ea typeface="幼圆" panose="02010509060101010101" pitchFamily="49" charset="-122"/>
              </a:defRPr>
            </a:lvl8pPr>
            <a:lvl9pPr marL="3886200" indent="-228600" eaLnBrk="0" fontAlgn="base" hangingPunct="0">
              <a:spcBef>
                <a:spcPct val="0"/>
              </a:spcBef>
              <a:spcAft>
                <a:spcPct val="0"/>
              </a:spcAft>
              <a:defRPr sz="2800" b="1">
                <a:solidFill>
                  <a:schemeClr val="tx1"/>
                </a:solidFill>
                <a:latin typeface="Arial" panose="020B0604020202020204" pitchFamily="34" charset="0"/>
                <a:ea typeface="幼圆" panose="02010509060101010101" pitchFamily="49" charset="-122"/>
              </a:defRPr>
            </a:lvl9pPr>
          </a:lstStyle>
          <a:p>
            <a:pPr indent="0" eaLnBrk="1" hangingPunct="1">
              <a:buNone/>
            </a:pPr>
            <a:r>
              <a:rPr lang="en-US" altLang="zh-CN" sz="2200">
                <a:solidFill>
                  <a:srgbClr val="FF0000"/>
                </a:solidFill>
                <a:latin typeface="幼圆" panose="02010509060101010101" pitchFamily="49" charset="-122"/>
              </a:rPr>
              <a:t>4</a:t>
            </a:r>
            <a:r>
              <a:rPr lang="zh-CN" altLang="en-US" sz="2200">
                <a:solidFill>
                  <a:srgbClr val="FF0000"/>
                </a:solidFill>
                <a:latin typeface="幼圆" panose="02010509060101010101" pitchFamily="49" charset="-122"/>
              </a:rPr>
              <a:t>）轴承寿命</a:t>
            </a:r>
            <a:r>
              <a:rPr lang="en-US" altLang="zh-CN" sz="2200">
                <a:solidFill>
                  <a:srgbClr val="FF0000"/>
                </a:solidFill>
                <a:latin typeface="幼圆" panose="02010509060101010101" pitchFamily="49" charset="-122"/>
              </a:rPr>
              <a:t>L</a:t>
            </a:r>
            <a:r>
              <a:rPr lang="en-US" altLang="zh-CN" sz="2200" baseline="-25000">
                <a:solidFill>
                  <a:srgbClr val="FF0000"/>
                </a:solidFill>
                <a:latin typeface="幼圆" panose="02010509060101010101" pitchFamily="49" charset="-122"/>
              </a:rPr>
              <a:t>h</a:t>
            </a:r>
            <a:r>
              <a:rPr lang="en-US" altLang="zh-CN" sz="2200">
                <a:solidFill>
                  <a:srgbClr val="FF0000"/>
                </a:solidFill>
                <a:latin typeface="幼圆" panose="02010509060101010101" pitchFamily="49" charset="-122"/>
              </a:rPr>
              <a:t> </a:t>
            </a:r>
            <a:endParaRPr lang="en-US" altLang="zh-CN" sz="2200">
              <a:solidFill>
                <a:srgbClr val="FF0000"/>
              </a:solidFill>
              <a:latin typeface="幼圆" panose="02010509060101010101" pitchFamily="49" charset="-122"/>
            </a:endParaRPr>
          </a:p>
        </p:txBody>
      </p:sp>
      <p:graphicFrame>
        <p:nvGraphicFramePr>
          <p:cNvPr id="139279" name="Object 15"/>
          <p:cNvGraphicFramePr>
            <a:graphicFrameLocks noChangeAspect="1"/>
          </p:cNvGraphicFramePr>
          <p:nvPr/>
        </p:nvGraphicFramePr>
        <p:xfrm>
          <a:off x="1029018" y="4397217"/>
          <a:ext cx="7193915" cy="1144905"/>
        </p:xfrm>
        <a:graphic>
          <a:graphicData uri="http://schemas.openxmlformats.org/presentationml/2006/ole">
            <mc:AlternateContent xmlns:mc="http://schemas.openxmlformats.org/markup-compatibility/2006">
              <mc:Choice xmlns:v="urn:schemas-microsoft-com:vml" Requires="v">
                <p:oleObj spid="_x0000_s2050" name="公式" r:id="rId1" imgW="2997200" imgH="520700" progId="Equation.3">
                  <p:embed/>
                </p:oleObj>
              </mc:Choice>
              <mc:Fallback>
                <p:oleObj name="公式" r:id="rId1" imgW="2997200" imgH="520700" progId="Equation.3">
                  <p:embed/>
                  <p:pic>
                    <p:nvPicPr>
                      <p:cNvPr id="0" name="图片 2049"/>
                      <p:cNvPicPr>
                        <a:picLocks noChangeAspect="1" noChangeArrowheads="1"/>
                      </p:cNvPicPr>
                      <p:nvPr/>
                    </p:nvPicPr>
                    <p:blipFill>
                      <a:blip r:embed="rId2"/>
                      <a:srcRect/>
                      <a:stretch>
                        <a:fillRect/>
                      </a:stretch>
                    </p:blipFill>
                    <p:spPr bwMode="auto">
                      <a:xfrm>
                        <a:off x="1029018" y="4397217"/>
                        <a:ext cx="7193915" cy="11449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39280" name="Rectangle 16"/>
          <p:cNvSpPr>
            <a:spLocks noChangeArrowheads="1"/>
          </p:cNvSpPr>
          <p:nvPr/>
        </p:nvSpPr>
        <p:spPr bwMode="auto">
          <a:xfrm>
            <a:off x="1064578" y="5805170"/>
            <a:ext cx="4371340" cy="4972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800" b="1">
                <a:solidFill>
                  <a:schemeClr val="tx1"/>
                </a:solidFill>
                <a:latin typeface="Arial" panose="020B0604020202020204" pitchFamily="34" charset="0"/>
                <a:ea typeface="幼圆" panose="02010509060101010101" pitchFamily="49" charset="-122"/>
              </a:defRPr>
            </a:lvl1pPr>
            <a:lvl2pPr marL="742950" indent="-285750">
              <a:defRPr sz="2800" b="1">
                <a:solidFill>
                  <a:schemeClr val="tx1"/>
                </a:solidFill>
                <a:latin typeface="Arial" panose="020B0604020202020204" pitchFamily="34" charset="0"/>
                <a:ea typeface="幼圆" panose="02010509060101010101" pitchFamily="49" charset="-122"/>
              </a:defRPr>
            </a:lvl2pPr>
            <a:lvl3pPr marL="1143000" indent="-228600">
              <a:defRPr sz="2800" b="1">
                <a:solidFill>
                  <a:schemeClr val="tx1"/>
                </a:solidFill>
                <a:latin typeface="Arial" panose="020B0604020202020204" pitchFamily="34" charset="0"/>
                <a:ea typeface="幼圆" panose="02010509060101010101" pitchFamily="49" charset="-122"/>
              </a:defRPr>
            </a:lvl3pPr>
            <a:lvl4pPr marL="1600200" indent="-228600">
              <a:defRPr sz="2800" b="1">
                <a:solidFill>
                  <a:schemeClr val="tx1"/>
                </a:solidFill>
                <a:latin typeface="Arial" panose="020B0604020202020204" pitchFamily="34" charset="0"/>
                <a:ea typeface="幼圆" panose="02010509060101010101" pitchFamily="49" charset="-122"/>
              </a:defRPr>
            </a:lvl4pPr>
            <a:lvl5pPr marL="2057400" indent="-228600">
              <a:defRPr sz="2800" b="1">
                <a:solidFill>
                  <a:schemeClr val="tx1"/>
                </a:solidFill>
                <a:latin typeface="Arial" panose="020B0604020202020204" pitchFamily="34" charset="0"/>
                <a:ea typeface="幼圆" panose="02010509060101010101" pitchFamily="49" charset="-122"/>
              </a:defRPr>
            </a:lvl5pPr>
            <a:lvl6pPr marL="2514600" indent="-228600" eaLnBrk="0" fontAlgn="base" hangingPunct="0">
              <a:spcBef>
                <a:spcPct val="0"/>
              </a:spcBef>
              <a:spcAft>
                <a:spcPct val="0"/>
              </a:spcAft>
              <a:defRPr sz="2800" b="1">
                <a:solidFill>
                  <a:schemeClr val="tx1"/>
                </a:solidFill>
                <a:latin typeface="Arial" panose="020B0604020202020204" pitchFamily="34" charset="0"/>
                <a:ea typeface="幼圆" panose="02010509060101010101" pitchFamily="49" charset="-122"/>
              </a:defRPr>
            </a:lvl6pPr>
            <a:lvl7pPr marL="2971800" indent="-228600" eaLnBrk="0" fontAlgn="base" hangingPunct="0">
              <a:spcBef>
                <a:spcPct val="0"/>
              </a:spcBef>
              <a:spcAft>
                <a:spcPct val="0"/>
              </a:spcAft>
              <a:defRPr sz="2800" b="1">
                <a:solidFill>
                  <a:schemeClr val="tx1"/>
                </a:solidFill>
                <a:latin typeface="Arial" panose="020B0604020202020204" pitchFamily="34" charset="0"/>
                <a:ea typeface="幼圆" panose="02010509060101010101" pitchFamily="49" charset="-122"/>
              </a:defRPr>
            </a:lvl7pPr>
            <a:lvl8pPr marL="3429000" indent="-228600" eaLnBrk="0" fontAlgn="base" hangingPunct="0">
              <a:spcBef>
                <a:spcPct val="0"/>
              </a:spcBef>
              <a:spcAft>
                <a:spcPct val="0"/>
              </a:spcAft>
              <a:defRPr sz="2800" b="1">
                <a:solidFill>
                  <a:schemeClr val="tx1"/>
                </a:solidFill>
                <a:latin typeface="Arial" panose="020B0604020202020204" pitchFamily="34" charset="0"/>
                <a:ea typeface="幼圆" panose="02010509060101010101" pitchFamily="49" charset="-122"/>
              </a:defRPr>
            </a:lvl8pPr>
            <a:lvl9pPr marL="3886200" indent="-228600" eaLnBrk="0" fontAlgn="base" hangingPunct="0">
              <a:spcBef>
                <a:spcPct val="0"/>
              </a:spcBef>
              <a:spcAft>
                <a:spcPct val="0"/>
              </a:spcAft>
              <a:defRPr sz="2800" b="1">
                <a:solidFill>
                  <a:schemeClr val="tx1"/>
                </a:solidFill>
                <a:latin typeface="Arial" panose="020B0604020202020204" pitchFamily="34" charset="0"/>
                <a:ea typeface="幼圆" panose="02010509060101010101" pitchFamily="49" charset="-122"/>
              </a:defRPr>
            </a:lvl9pPr>
          </a:lstStyle>
          <a:p>
            <a:pPr indent="0" eaLnBrk="1" hangingPunct="1">
              <a:buNone/>
            </a:pPr>
            <a:r>
              <a:rPr lang="en-US" altLang="zh-CN" sz="2200">
                <a:latin typeface="幼圆" panose="02010509060101010101" pitchFamily="49" charset="-122"/>
              </a:rPr>
              <a:t>L</a:t>
            </a:r>
            <a:r>
              <a:rPr lang="en-US" altLang="zh-CN" sz="2200" baseline="-25000">
                <a:latin typeface="幼圆" panose="02010509060101010101" pitchFamily="49" charset="-122"/>
              </a:rPr>
              <a:t>h</a:t>
            </a:r>
            <a:r>
              <a:rPr lang="en-US" altLang="zh-CN" sz="2200"/>
              <a:t>&gt;</a:t>
            </a:r>
            <a:r>
              <a:rPr lang="en-US" altLang="zh-CN" sz="2200">
                <a:latin typeface="幼圆" panose="02010509060101010101" pitchFamily="49" charset="-122"/>
              </a:rPr>
              <a:t>5000h</a:t>
            </a:r>
            <a:r>
              <a:rPr lang="zh-CN" altLang="en-US" sz="2200">
                <a:latin typeface="幼圆" panose="02010509060101010101" pitchFamily="49" charset="-122"/>
              </a:rPr>
              <a:t>，故轴承寿命满足要求。</a:t>
            </a:r>
            <a:endParaRPr lang="zh-CN" altLang="en-US" sz="2200">
              <a:latin typeface="幼圆" panose="02010509060101010101" pitchFamily="49" charset="-122"/>
            </a:endParaRPr>
          </a:p>
        </p:txBody>
      </p:sp>
    </p:spTree>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139268"/>
                                        </p:tgtEl>
                                        <p:attrNameLst>
                                          <p:attrName>style.visibility</p:attrName>
                                        </p:attrNameLst>
                                      </p:cBhvr>
                                      <p:to>
                                        <p:strVal val="visible"/>
                                      </p:to>
                                    </p:set>
                                    <p:animEffect transition="in" filter="wipe(left)">
                                      <p:cBhvr>
                                        <p:cTn id="7" dur="500"/>
                                        <p:tgtEl>
                                          <p:spTgt spid="139268"/>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39271"/>
                                        </p:tgtEl>
                                        <p:attrNameLst>
                                          <p:attrName>style.visibility</p:attrName>
                                        </p:attrNameLst>
                                      </p:cBhvr>
                                      <p:to>
                                        <p:strVal val="visible"/>
                                      </p:to>
                                    </p:set>
                                    <p:animEffect transition="in" filter="wipe(left)">
                                      <p:cBhvr>
                                        <p:cTn id="12" dur="500"/>
                                        <p:tgtEl>
                                          <p:spTgt spid="139271"/>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39272"/>
                                        </p:tgtEl>
                                        <p:attrNameLst>
                                          <p:attrName>style.visibility</p:attrName>
                                        </p:attrNameLst>
                                      </p:cBhvr>
                                      <p:to>
                                        <p:strVal val="visible"/>
                                      </p:to>
                                    </p:set>
                                    <p:animEffect transition="in" filter="wipe(left)">
                                      <p:cBhvr>
                                        <p:cTn id="17" dur="500"/>
                                        <p:tgtEl>
                                          <p:spTgt spid="139272"/>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139274"/>
                                        </p:tgtEl>
                                        <p:attrNameLst>
                                          <p:attrName>style.visibility</p:attrName>
                                        </p:attrNameLst>
                                      </p:cBhvr>
                                      <p:to>
                                        <p:strVal val="visible"/>
                                      </p:to>
                                    </p:set>
                                    <p:animEffect transition="in" filter="wipe(left)">
                                      <p:cBhvr>
                                        <p:cTn id="22" dur="500"/>
                                        <p:tgtEl>
                                          <p:spTgt spid="139274"/>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139269"/>
                                        </p:tgtEl>
                                        <p:attrNameLst>
                                          <p:attrName>style.visibility</p:attrName>
                                        </p:attrNameLst>
                                      </p:cBhvr>
                                      <p:to>
                                        <p:strVal val="visible"/>
                                      </p:to>
                                    </p:set>
                                    <p:animEffect transition="in" filter="wipe(left)">
                                      <p:cBhvr>
                                        <p:cTn id="27" dur="500"/>
                                        <p:tgtEl>
                                          <p:spTgt spid="139269"/>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139270"/>
                                        </p:tgtEl>
                                        <p:attrNameLst>
                                          <p:attrName>style.visibility</p:attrName>
                                        </p:attrNameLst>
                                      </p:cBhvr>
                                      <p:to>
                                        <p:strVal val="visible"/>
                                      </p:to>
                                    </p:set>
                                    <p:animEffect transition="in" filter="wipe(left)">
                                      <p:cBhvr>
                                        <p:cTn id="32" dur="500"/>
                                        <p:tgtEl>
                                          <p:spTgt spid="139270"/>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139273"/>
                                        </p:tgtEl>
                                        <p:attrNameLst>
                                          <p:attrName>style.visibility</p:attrName>
                                        </p:attrNameLst>
                                      </p:cBhvr>
                                      <p:to>
                                        <p:strVal val="visible"/>
                                      </p:to>
                                    </p:set>
                                    <p:animEffect transition="in" filter="wipe(left)">
                                      <p:cBhvr>
                                        <p:cTn id="37" dur="500"/>
                                        <p:tgtEl>
                                          <p:spTgt spid="139273"/>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139275"/>
                                        </p:tgtEl>
                                        <p:attrNameLst>
                                          <p:attrName>style.visibility</p:attrName>
                                        </p:attrNameLst>
                                      </p:cBhvr>
                                      <p:to>
                                        <p:strVal val="visible"/>
                                      </p:to>
                                    </p:set>
                                    <p:animEffect transition="in" filter="wipe(left)">
                                      <p:cBhvr>
                                        <p:cTn id="42" dur="500"/>
                                        <p:tgtEl>
                                          <p:spTgt spid="139275"/>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grpId="0" nodeType="clickEffect">
                                  <p:stCondLst>
                                    <p:cond delay="0"/>
                                  </p:stCondLst>
                                  <p:childTnLst>
                                    <p:set>
                                      <p:cBhvr>
                                        <p:cTn id="46" dur="1" fill="hold">
                                          <p:stCondLst>
                                            <p:cond delay="0"/>
                                          </p:stCondLst>
                                        </p:cTn>
                                        <p:tgtEl>
                                          <p:spTgt spid="139276"/>
                                        </p:tgtEl>
                                        <p:attrNameLst>
                                          <p:attrName>style.visibility</p:attrName>
                                        </p:attrNameLst>
                                      </p:cBhvr>
                                      <p:to>
                                        <p:strVal val="visible"/>
                                      </p:to>
                                    </p:set>
                                    <p:animEffect transition="in" filter="wipe(left)">
                                      <p:cBhvr>
                                        <p:cTn id="47" dur="500"/>
                                        <p:tgtEl>
                                          <p:spTgt spid="139276"/>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8" fill="hold" nodeType="clickEffect">
                                  <p:stCondLst>
                                    <p:cond delay="0"/>
                                  </p:stCondLst>
                                  <p:childTnLst>
                                    <p:set>
                                      <p:cBhvr>
                                        <p:cTn id="51" dur="1" fill="hold">
                                          <p:stCondLst>
                                            <p:cond delay="0"/>
                                          </p:stCondLst>
                                        </p:cTn>
                                        <p:tgtEl>
                                          <p:spTgt spid="139279"/>
                                        </p:tgtEl>
                                        <p:attrNameLst>
                                          <p:attrName>style.visibility</p:attrName>
                                        </p:attrNameLst>
                                      </p:cBhvr>
                                      <p:to>
                                        <p:strVal val="visible"/>
                                      </p:to>
                                    </p:set>
                                    <p:animEffect transition="in" filter="wipe(left)">
                                      <p:cBhvr>
                                        <p:cTn id="52" dur="500"/>
                                        <p:tgtEl>
                                          <p:spTgt spid="139279"/>
                                        </p:tgtEl>
                                      </p:cBhvr>
                                    </p:animEffect>
                                  </p:childTnLst>
                                </p:cTn>
                              </p:par>
                            </p:childTnLst>
                          </p:cTn>
                        </p:par>
                      </p:childTnLst>
                    </p:cTn>
                  </p:par>
                  <p:par>
                    <p:cTn id="53" fill="hold">
                      <p:stCondLst>
                        <p:cond delay="indefinite"/>
                      </p:stCondLst>
                      <p:childTnLst>
                        <p:par>
                          <p:cTn id="54" fill="hold">
                            <p:stCondLst>
                              <p:cond delay="0"/>
                            </p:stCondLst>
                            <p:childTnLst>
                              <p:par>
                                <p:cTn id="55" presetID="22" presetClass="entr" presetSubtype="8" fill="hold" grpId="0" nodeType="clickEffect">
                                  <p:stCondLst>
                                    <p:cond delay="0"/>
                                  </p:stCondLst>
                                  <p:childTnLst>
                                    <p:set>
                                      <p:cBhvr>
                                        <p:cTn id="56" dur="1" fill="hold">
                                          <p:stCondLst>
                                            <p:cond delay="0"/>
                                          </p:stCondLst>
                                        </p:cTn>
                                        <p:tgtEl>
                                          <p:spTgt spid="139280"/>
                                        </p:tgtEl>
                                        <p:attrNameLst>
                                          <p:attrName>style.visibility</p:attrName>
                                        </p:attrNameLst>
                                      </p:cBhvr>
                                      <p:to>
                                        <p:strVal val="visible"/>
                                      </p:to>
                                    </p:set>
                                    <p:animEffect transition="in" filter="wipe(left)">
                                      <p:cBhvr>
                                        <p:cTn id="57" dur="500"/>
                                        <p:tgtEl>
                                          <p:spTgt spid="13928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9268" grpId="0" bldLvl="0" animBg="1"/>
      <p:bldP spid="139269" grpId="0" bldLvl="0" animBg="1"/>
      <p:bldP spid="139270" grpId="0" bldLvl="0" animBg="1"/>
      <p:bldP spid="139271" grpId="0" bldLvl="0" animBg="1"/>
      <p:bldP spid="139272" grpId="0" bldLvl="0" animBg="1"/>
      <p:bldP spid="139273" grpId="0" bldLvl="0" animBg="1"/>
      <p:bldP spid="139274" grpId="0" bldLvl="0" animBg="1"/>
      <p:bldP spid="139275" grpId="0" bldLvl="0" animBg="1"/>
      <p:bldP spid="139276" grpId="0" bldLvl="0" animBg="1"/>
      <p:bldP spid="139280" grpId="0" bldLvl="0" animBg="1"/>
    </p:bldLst>
  </p:timing>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05" name="Line 6"/>
          <p:cNvSpPr>
            <a:spLocks noChangeShapeType="1"/>
          </p:cNvSpPr>
          <p:nvPr/>
        </p:nvSpPr>
        <p:spPr bwMode="auto">
          <a:xfrm>
            <a:off x="1979295" y="5370830"/>
            <a:ext cx="2451100" cy="0"/>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106" name="Rectangle 7"/>
          <p:cNvSpPr>
            <a:spLocks noChangeArrowheads="1"/>
          </p:cNvSpPr>
          <p:nvPr/>
        </p:nvSpPr>
        <p:spPr bwMode="auto">
          <a:xfrm>
            <a:off x="4436745" y="4759960"/>
            <a:ext cx="407670" cy="1203325"/>
          </a:xfrm>
          <a:prstGeom prst="rect">
            <a:avLst/>
          </a:prstGeom>
          <a:noFill/>
          <a:ln w="28575">
            <a:solidFill>
              <a:srgbClr val="000000"/>
            </a:solidFill>
            <a:miter lim="800000"/>
          </a:ln>
          <a:extLst>
            <a:ext uri="{909E8E84-426E-40DD-AFC4-6F175D3DCCD1}">
              <a14:hiddenFill xmlns:a14="http://schemas.microsoft.com/office/drawing/2010/main">
                <a:solidFill>
                  <a:srgbClr val="FFFFFF"/>
                </a:solidFill>
              </a14:hiddenFill>
            </a:ext>
          </a:extLst>
        </p:spPr>
        <p:txBody>
          <a:bodyPr/>
          <a:lstStyle>
            <a:lvl1pPr>
              <a:defRPr sz="2800" b="1">
                <a:solidFill>
                  <a:schemeClr val="tx1"/>
                </a:solidFill>
                <a:latin typeface="Arial" panose="020B0604020202020204" pitchFamily="34" charset="0"/>
                <a:ea typeface="幼圆" panose="02010509060101010101" pitchFamily="49" charset="-122"/>
              </a:defRPr>
            </a:lvl1pPr>
            <a:lvl2pPr marL="742950" indent="-285750">
              <a:defRPr sz="2800" b="1">
                <a:solidFill>
                  <a:schemeClr val="tx1"/>
                </a:solidFill>
                <a:latin typeface="Arial" panose="020B0604020202020204" pitchFamily="34" charset="0"/>
                <a:ea typeface="幼圆" panose="02010509060101010101" pitchFamily="49" charset="-122"/>
              </a:defRPr>
            </a:lvl2pPr>
            <a:lvl3pPr marL="1143000" indent="-228600">
              <a:defRPr sz="2800" b="1">
                <a:solidFill>
                  <a:schemeClr val="tx1"/>
                </a:solidFill>
                <a:latin typeface="Arial" panose="020B0604020202020204" pitchFamily="34" charset="0"/>
                <a:ea typeface="幼圆" panose="02010509060101010101" pitchFamily="49" charset="-122"/>
              </a:defRPr>
            </a:lvl3pPr>
            <a:lvl4pPr marL="1600200" indent="-228600">
              <a:defRPr sz="2800" b="1">
                <a:solidFill>
                  <a:schemeClr val="tx1"/>
                </a:solidFill>
                <a:latin typeface="Arial" panose="020B0604020202020204" pitchFamily="34" charset="0"/>
                <a:ea typeface="幼圆" panose="02010509060101010101" pitchFamily="49" charset="-122"/>
              </a:defRPr>
            </a:lvl4pPr>
            <a:lvl5pPr marL="2057400" indent="-228600">
              <a:defRPr sz="2800" b="1">
                <a:solidFill>
                  <a:schemeClr val="tx1"/>
                </a:solidFill>
                <a:latin typeface="Arial" panose="020B0604020202020204" pitchFamily="34" charset="0"/>
                <a:ea typeface="幼圆" panose="02010509060101010101" pitchFamily="49" charset="-122"/>
              </a:defRPr>
            </a:lvl5pPr>
            <a:lvl6pPr marL="2514600" indent="-228600" eaLnBrk="0" fontAlgn="base" hangingPunct="0">
              <a:spcBef>
                <a:spcPct val="0"/>
              </a:spcBef>
              <a:spcAft>
                <a:spcPct val="0"/>
              </a:spcAft>
              <a:defRPr sz="2800" b="1">
                <a:solidFill>
                  <a:schemeClr val="tx1"/>
                </a:solidFill>
                <a:latin typeface="Arial" panose="020B0604020202020204" pitchFamily="34" charset="0"/>
                <a:ea typeface="幼圆" panose="02010509060101010101" pitchFamily="49" charset="-122"/>
              </a:defRPr>
            </a:lvl6pPr>
            <a:lvl7pPr marL="2971800" indent="-228600" eaLnBrk="0" fontAlgn="base" hangingPunct="0">
              <a:spcBef>
                <a:spcPct val="0"/>
              </a:spcBef>
              <a:spcAft>
                <a:spcPct val="0"/>
              </a:spcAft>
              <a:defRPr sz="2800" b="1">
                <a:solidFill>
                  <a:schemeClr val="tx1"/>
                </a:solidFill>
                <a:latin typeface="Arial" panose="020B0604020202020204" pitchFamily="34" charset="0"/>
                <a:ea typeface="幼圆" panose="02010509060101010101" pitchFamily="49" charset="-122"/>
              </a:defRPr>
            </a:lvl7pPr>
            <a:lvl8pPr marL="3429000" indent="-228600" eaLnBrk="0" fontAlgn="base" hangingPunct="0">
              <a:spcBef>
                <a:spcPct val="0"/>
              </a:spcBef>
              <a:spcAft>
                <a:spcPct val="0"/>
              </a:spcAft>
              <a:defRPr sz="2800" b="1">
                <a:solidFill>
                  <a:schemeClr val="tx1"/>
                </a:solidFill>
                <a:latin typeface="Arial" panose="020B0604020202020204" pitchFamily="34" charset="0"/>
                <a:ea typeface="幼圆" panose="02010509060101010101" pitchFamily="49" charset="-122"/>
              </a:defRPr>
            </a:lvl8pPr>
            <a:lvl9pPr marL="3886200" indent="-228600" eaLnBrk="0" fontAlgn="base" hangingPunct="0">
              <a:spcBef>
                <a:spcPct val="0"/>
              </a:spcBef>
              <a:spcAft>
                <a:spcPct val="0"/>
              </a:spcAft>
              <a:defRPr sz="2800" b="1">
                <a:solidFill>
                  <a:schemeClr val="tx1"/>
                </a:solidFill>
                <a:latin typeface="Arial" panose="020B0604020202020204" pitchFamily="34" charset="0"/>
                <a:ea typeface="幼圆" panose="02010509060101010101" pitchFamily="49" charset="-122"/>
              </a:defRPr>
            </a:lvl9pPr>
          </a:lstStyle>
          <a:p>
            <a:pPr eaLnBrk="1" hangingPunct="1"/>
            <a:endParaRPr lang="zh-CN" altLang="en-US"/>
          </a:p>
        </p:txBody>
      </p:sp>
      <p:sp>
        <p:nvSpPr>
          <p:cNvPr id="4111" name="Line 32"/>
          <p:cNvSpPr>
            <a:spLocks noChangeShapeType="1"/>
          </p:cNvSpPr>
          <p:nvPr/>
        </p:nvSpPr>
        <p:spPr bwMode="auto">
          <a:xfrm flipH="1">
            <a:off x="4419600" y="4725035"/>
            <a:ext cx="458470" cy="0"/>
          </a:xfrm>
          <a:prstGeom prst="line">
            <a:avLst/>
          </a:prstGeom>
          <a:noFill/>
          <a:ln w="28575">
            <a:solidFill>
              <a:srgbClr val="FF0000"/>
            </a:solidFill>
            <a:round/>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4112" name="Text Box 33"/>
          <p:cNvSpPr txBox="1">
            <a:spLocks noChangeArrowheads="1"/>
          </p:cNvSpPr>
          <p:nvPr/>
        </p:nvSpPr>
        <p:spPr bwMode="auto">
          <a:xfrm>
            <a:off x="4515485" y="4152265"/>
            <a:ext cx="1915795" cy="527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lstStyle>
            <a:lvl1pPr>
              <a:defRPr sz="2800" b="1">
                <a:solidFill>
                  <a:schemeClr val="tx1"/>
                </a:solidFill>
                <a:latin typeface="Arial" panose="020B0604020202020204" pitchFamily="34" charset="0"/>
                <a:ea typeface="幼圆" panose="02010509060101010101" pitchFamily="49" charset="-122"/>
              </a:defRPr>
            </a:lvl1pPr>
            <a:lvl2pPr marL="742950" indent="-285750">
              <a:defRPr sz="2800" b="1">
                <a:solidFill>
                  <a:schemeClr val="tx1"/>
                </a:solidFill>
                <a:latin typeface="Arial" panose="020B0604020202020204" pitchFamily="34" charset="0"/>
                <a:ea typeface="幼圆" panose="02010509060101010101" pitchFamily="49" charset="-122"/>
              </a:defRPr>
            </a:lvl2pPr>
            <a:lvl3pPr marL="1143000" indent="-228600">
              <a:defRPr sz="2800" b="1">
                <a:solidFill>
                  <a:schemeClr val="tx1"/>
                </a:solidFill>
                <a:latin typeface="Arial" panose="020B0604020202020204" pitchFamily="34" charset="0"/>
                <a:ea typeface="幼圆" panose="02010509060101010101" pitchFamily="49" charset="-122"/>
              </a:defRPr>
            </a:lvl3pPr>
            <a:lvl4pPr marL="1600200" indent="-228600">
              <a:defRPr sz="2800" b="1">
                <a:solidFill>
                  <a:schemeClr val="tx1"/>
                </a:solidFill>
                <a:latin typeface="Arial" panose="020B0604020202020204" pitchFamily="34" charset="0"/>
                <a:ea typeface="幼圆" panose="02010509060101010101" pitchFamily="49" charset="-122"/>
              </a:defRPr>
            </a:lvl4pPr>
            <a:lvl5pPr marL="2057400" indent="-228600">
              <a:defRPr sz="2800" b="1">
                <a:solidFill>
                  <a:schemeClr val="tx1"/>
                </a:solidFill>
                <a:latin typeface="Arial" panose="020B0604020202020204" pitchFamily="34" charset="0"/>
                <a:ea typeface="幼圆" panose="02010509060101010101" pitchFamily="49" charset="-122"/>
              </a:defRPr>
            </a:lvl5pPr>
            <a:lvl6pPr marL="2514600" indent="-228600" eaLnBrk="0" fontAlgn="base" hangingPunct="0">
              <a:spcBef>
                <a:spcPct val="0"/>
              </a:spcBef>
              <a:spcAft>
                <a:spcPct val="0"/>
              </a:spcAft>
              <a:defRPr sz="2800" b="1">
                <a:solidFill>
                  <a:schemeClr val="tx1"/>
                </a:solidFill>
                <a:latin typeface="Arial" panose="020B0604020202020204" pitchFamily="34" charset="0"/>
                <a:ea typeface="幼圆" panose="02010509060101010101" pitchFamily="49" charset="-122"/>
              </a:defRPr>
            </a:lvl6pPr>
            <a:lvl7pPr marL="2971800" indent="-228600" eaLnBrk="0" fontAlgn="base" hangingPunct="0">
              <a:spcBef>
                <a:spcPct val="0"/>
              </a:spcBef>
              <a:spcAft>
                <a:spcPct val="0"/>
              </a:spcAft>
              <a:defRPr sz="2800" b="1">
                <a:solidFill>
                  <a:schemeClr val="tx1"/>
                </a:solidFill>
                <a:latin typeface="Arial" panose="020B0604020202020204" pitchFamily="34" charset="0"/>
                <a:ea typeface="幼圆" panose="02010509060101010101" pitchFamily="49" charset="-122"/>
              </a:defRPr>
            </a:lvl7pPr>
            <a:lvl8pPr marL="3429000" indent="-228600" eaLnBrk="0" fontAlgn="base" hangingPunct="0">
              <a:spcBef>
                <a:spcPct val="0"/>
              </a:spcBef>
              <a:spcAft>
                <a:spcPct val="0"/>
              </a:spcAft>
              <a:defRPr sz="2800" b="1">
                <a:solidFill>
                  <a:schemeClr val="tx1"/>
                </a:solidFill>
                <a:latin typeface="Arial" panose="020B0604020202020204" pitchFamily="34" charset="0"/>
                <a:ea typeface="幼圆" panose="02010509060101010101" pitchFamily="49" charset="-122"/>
              </a:defRPr>
            </a:lvl8pPr>
            <a:lvl9pPr marL="3886200" indent="-228600" eaLnBrk="0" fontAlgn="base" hangingPunct="0">
              <a:spcBef>
                <a:spcPct val="0"/>
              </a:spcBef>
              <a:spcAft>
                <a:spcPct val="0"/>
              </a:spcAft>
              <a:defRPr sz="2800" b="1">
                <a:solidFill>
                  <a:schemeClr val="tx1"/>
                </a:solidFill>
                <a:latin typeface="Arial" panose="020B0604020202020204" pitchFamily="34" charset="0"/>
                <a:ea typeface="幼圆" panose="02010509060101010101" pitchFamily="49" charset="-122"/>
              </a:defRPr>
            </a:lvl9pPr>
          </a:lstStyle>
          <a:p>
            <a:pPr indent="0" algn="just" eaLnBrk="1" hangingPunct="1">
              <a:buNone/>
            </a:pPr>
            <a:r>
              <a:rPr kumimoji="1" lang="en-US" altLang="zh-CN" sz="2400" b="0">
                <a:solidFill>
                  <a:srgbClr val="FF0000"/>
                </a:solidFill>
                <a:latin typeface="Verdana" panose="020B0604030504040204" pitchFamily="34" charset="0"/>
                <a:ea typeface="宋体" panose="02010600030101010101" pitchFamily="2" charset="-122"/>
              </a:rPr>
              <a:t>F</a:t>
            </a:r>
            <a:r>
              <a:rPr kumimoji="1" lang="en-US" altLang="zh-CN" sz="2400" b="0" baseline="-25000">
                <a:solidFill>
                  <a:srgbClr val="FF0000"/>
                </a:solidFill>
                <a:latin typeface="Verdana" panose="020B0604030504040204" pitchFamily="34" charset="0"/>
                <a:ea typeface="宋体" panose="02010600030101010101" pitchFamily="2" charset="-122"/>
              </a:rPr>
              <a:t>a</a:t>
            </a:r>
            <a:r>
              <a:rPr kumimoji="1" lang="en-US" altLang="zh-CN" sz="2400" b="0">
                <a:solidFill>
                  <a:srgbClr val="FF0000"/>
                </a:solidFill>
                <a:latin typeface="Verdana" panose="020B0604030504040204" pitchFamily="34" charset="0"/>
                <a:ea typeface="宋体" panose="02010600030101010101" pitchFamily="2" charset="-122"/>
              </a:rPr>
              <a:t>=2000N</a:t>
            </a:r>
            <a:endParaRPr kumimoji="1" lang="en-US" altLang="zh-CN" sz="2400" b="0">
              <a:solidFill>
                <a:srgbClr val="FF0000"/>
              </a:solidFill>
              <a:latin typeface="Verdana" panose="020B0604030504040204" pitchFamily="34" charset="0"/>
              <a:ea typeface="华文中宋" panose="02010600040101010101" pitchFamily="2" charset="-122"/>
            </a:endParaRPr>
          </a:p>
        </p:txBody>
      </p:sp>
      <p:sp>
        <p:nvSpPr>
          <p:cNvPr id="4113" name="Line 34"/>
          <p:cNvSpPr>
            <a:spLocks noChangeShapeType="1"/>
          </p:cNvSpPr>
          <p:nvPr/>
        </p:nvSpPr>
        <p:spPr bwMode="auto">
          <a:xfrm flipH="1">
            <a:off x="4546600" y="5299710"/>
            <a:ext cx="152400" cy="152400"/>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114" name="Line 35"/>
          <p:cNvSpPr>
            <a:spLocks noChangeShapeType="1"/>
          </p:cNvSpPr>
          <p:nvPr/>
        </p:nvSpPr>
        <p:spPr bwMode="auto">
          <a:xfrm>
            <a:off x="4547870" y="5299710"/>
            <a:ext cx="152400" cy="154305"/>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115" name="Text Box 36"/>
          <p:cNvSpPr txBox="1">
            <a:spLocks noChangeArrowheads="1"/>
          </p:cNvSpPr>
          <p:nvPr/>
        </p:nvSpPr>
        <p:spPr bwMode="auto">
          <a:xfrm>
            <a:off x="2626360" y="4813300"/>
            <a:ext cx="562610" cy="5099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tIns="0" bIns="0"/>
          <a:lstStyle>
            <a:lvl1pPr>
              <a:defRPr sz="2800" b="1">
                <a:solidFill>
                  <a:schemeClr val="tx1"/>
                </a:solidFill>
                <a:latin typeface="Arial" panose="020B0604020202020204" pitchFamily="34" charset="0"/>
                <a:ea typeface="幼圆" panose="02010509060101010101" pitchFamily="49" charset="-122"/>
              </a:defRPr>
            </a:lvl1pPr>
            <a:lvl2pPr marL="742950" indent="-285750">
              <a:defRPr sz="2800" b="1">
                <a:solidFill>
                  <a:schemeClr val="tx1"/>
                </a:solidFill>
                <a:latin typeface="Arial" panose="020B0604020202020204" pitchFamily="34" charset="0"/>
                <a:ea typeface="幼圆" panose="02010509060101010101" pitchFamily="49" charset="-122"/>
              </a:defRPr>
            </a:lvl2pPr>
            <a:lvl3pPr marL="1143000" indent="-228600">
              <a:defRPr sz="2800" b="1">
                <a:solidFill>
                  <a:schemeClr val="tx1"/>
                </a:solidFill>
                <a:latin typeface="Arial" panose="020B0604020202020204" pitchFamily="34" charset="0"/>
                <a:ea typeface="幼圆" panose="02010509060101010101" pitchFamily="49" charset="-122"/>
              </a:defRPr>
            </a:lvl3pPr>
            <a:lvl4pPr marL="1600200" indent="-228600">
              <a:defRPr sz="2800" b="1">
                <a:solidFill>
                  <a:schemeClr val="tx1"/>
                </a:solidFill>
                <a:latin typeface="Arial" panose="020B0604020202020204" pitchFamily="34" charset="0"/>
                <a:ea typeface="幼圆" panose="02010509060101010101" pitchFamily="49" charset="-122"/>
              </a:defRPr>
            </a:lvl4pPr>
            <a:lvl5pPr marL="2057400" indent="-228600">
              <a:defRPr sz="2800" b="1">
                <a:solidFill>
                  <a:schemeClr val="tx1"/>
                </a:solidFill>
                <a:latin typeface="Arial" panose="020B0604020202020204" pitchFamily="34" charset="0"/>
                <a:ea typeface="幼圆" panose="02010509060101010101" pitchFamily="49" charset="-122"/>
              </a:defRPr>
            </a:lvl5pPr>
            <a:lvl6pPr marL="2514600" indent="-228600" eaLnBrk="0" fontAlgn="base" hangingPunct="0">
              <a:spcBef>
                <a:spcPct val="0"/>
              </a:spcBef>
              <a:spcAft>
                <a:spcPct val="0"/>
              </a:spcAft>
              <a:defRPr sz="2800" b="1">
                <a:solidFill>
                  <a:schemeClr val="tx1"/>
                </a:solidFill>
                <a:latin typeface="Arial" panose="020B0604020202020204" pitchFamily="34" charset="0"/>
                <a:ea typeface="幼圆" panose="02010509060101010101" pitchFamily="49" charset="-122"/>
              </a:defRPr>
            </a:lvl6pPr>
            <a:lvl7pPr marL="2971800" indent="-228600" eaLnBrk="0" fontAlgn="base" hangingPunct="0">
              <a:spcBef>
                <a:spcPct val="0"/>
              </a:spcBef>
              <a:spcAft>
                <a:spcPct val="0"/>
              </a:spcAft>
              <a:defRPr sz="2800" b="1">
                <a:solidFill>
                  <a:schemeClr val="tx1"/>
                </a:solidFill>
                <a:latin typeface="Arial" panose="020B0604020202020204" pitchFamily="34" charset="0"/>
                <a:ea typeface="幼圆" panose="02010509060101010101" pitchFamily="49" charset="-122"/>
              </a:defRPr>
            </a:lvl7pPr>
            <a:lvl8pPr marL="3429000" indent="-228600" eaLnBrk="0" fontAlgn="base" hangingPunct="0">
              <a:spcBef>
                <a:spcPct val="0"/>
              </a:spcBef>
              <a:spcAft>
                <a:spcPct val="0"/>
              </a:spcAft>
              <a:defRPr sz="2800" b="1">
                <a:solidFill>
                  <a:schemeClr val="tx1"/>
                </a:solidFill>
                <a:latin typeface="Arial" panose="020B0604020202020204" pitchFamily="34" charset="0"/>
                <a:ea typeface="幼圆" panose="02010509060101010101" pitchFamily="49" charset="-122"/>
              </a:defRPr>
            </a:lvl8pPr>
            <a:lvl9pPr marL="3886200" indent="-228600" eaLnBrk="0" fontAlgn="base" hangingPunct="0">
              <a:spcBef>
                <a:spcPct val="0"/>
              </a:spcBef>
              <a:spcAft>
                <a:spcPct val="0"/>
              </a:spcAft>
              <a:defRPr sz="2800" b="1">
                <a:solidFill>
                  <a:schemeClr val="tx1"/>
                </a:solidFill>
                <a:latin typeface="Arial" panose="020B0604020202020204" pitchFamily="34" charset="0"/>
                <a:ea typeface="幼圆" panose="02010509060101010101" pitchFamily="49" charset="-122"/>
              </a:defRPr>
            </a:lvl9pPr>
          </a:lstStyle>
          <a:p>
            <a:pPr indent="0" algn="just" eaLnBrk="1" hangingPunct="1">
              <a:buNone/>
            </a:pPr>
            <a:r>
              <a:rPr kumimoji="1" lang="en-US" altLang="zh-CN" b="0">
                <a:solidFill>
                  <a:srgbClr val="FF0000"/>
                </a:solidFill>
                <a:latin typeface="Times New Roman" panose="02020603050405020304" pitchFamily="18" charset="0"/>
                <a:ea typeface="宋体" panose="02010600030101010101" pitchFamily="2" charset="-122"/>
              </a:rPr>
              <a:t>1</a:t>
            </a:r>
            <a:endParaRPr kumimoji="1" lang="en-US" altLang="zh-CN" b="0">
              <a:solidFill>
                <a:srgbClr val="FF0000"/>
              </a:solidFill>
              <a:latin typeface="Times New Roman" panose="02020603050405020304" pitchFamily="18" charset="0"/>
              <a:ea typeface="宋体" panose="02010600030101010101" pitchFamily="2" charset="-122"/>
            </a:endParaRPr>
          </a:p>
        </p:txBody>
      </p:sp>
      <p:sp>
        <p:nvSpPr>
          <p:cNvPr id="4116" name="Text Box 37"/>
          <p:cNvSpPr txBox="1">
            <a:spLocks noChangeArrowheads="1"/>
          </p:cNvSpPr>
          <p:nvPr/>
        </p:nvSpPr>
        <p:spPr bwMode="auto">
          <a:xfrm>
            <a:off x="7247255" y="4789805"/>
            <a:ext cx="544195" cy="5099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tIns="0" bIns="0"/>
          <a:lstStyle>
            <a:lvl1pPr>
              <a:defRPr sz="2800" b="1">
                <a:solidFill>
                  <a:schemeClr val="tx1"/>
                </a:solidFill>
                <a:latin typeface="Arial" panose="020B0604020202020204" pitchFamily="34" charset="0"/>
                <a:ea typeface="幼圆" panose="02010509060101010101" pitchFamily="49" charset="-122"/>
              </a:defRPr>
            </a:lvl1pPr>
            <a:lvl2pPr marL="742950" indent="-285750">
              <a:defRPr sz="2800" b="1">
                <a:solidFill>
                  <a:schemeClr val="tx1"/>
                </a:solidFill>
                <a:latin typeface="Arial" panose="020B0604020202020204" pitchFamily="34" charset="0"/>
                <a:ea typeface="幼圆" panose="02010509060101010101" pitchFamily="49" charset="-122"/>
              </a:defRPr>
            </a:lvl2pPr>
            <a:lvl3pPr marL="1143000" indent="-228600">
              <a:defRPr sz="2800" b="1">
                <a:solidFill>
                  <a:schemeClr val="tx1"/>
                </a:solidFill>
                <a:latin typeface="Arial" panose="020B0604020202020204" pitchFamily="34" charset="0"/>
                <a:ea typeface="幼圆" panose="02010509060101010101" pitchFamily="49" charset="-122"/>
              </a:defRPr>
            </a:lvl3pPr>
            <a:lvl4pPr marL="1600200" indent="-228600">
              <a:defRPr sz="2800" b="1">
                <a:solidFill>
                  <a:schemeClr val="tx1"/>
                </a:solidFill>
                <a:latin typeface="Arial" panose="020B0604020202020204" pitchFamily="34" charset="0"/>
                <a:ea typeface="幼圆" panose="02010509060101010101" pitchFamily="49" charset="-122"/>
              </a:defRPr>
            </a:lvl4pPr>
            <a:lvl5pPr marL="2057400" indent="-228600">
              <a:defRPr sz="2800" b="1">
                <a:solidFill>
                  <a:schemeClr val="tx1"/>
                </a:solidFill>
                <a:latin typeface="Arial" panose="020B0604020202020204" pitchFamily="34" charset="0"/>
                <a:ea typeface="幼圆" panose="02010509060101010101" pitchFamily="49" charset="-122"/>
              </a:defRPr>
            </a:lvl5pPr>
            <a:lvl6pPr marL="2514600" indent="-228600" eaLnBrk="0" fontAlgn="base" hangingPunct="0">
              <a:spcBef>
                <a:spcPct val="0"/>
              </a:spcBef>
              <a:spcAft>
                <a:spcPct val="0"/>
              </a:spcAft>
              <a:defRPr sz="2800" b="1">
                <a:solidFill>
                  <a:schemeClr val="tx1"/>
                </a:solidFill>
                <a:latin typeface="Arial" panose="020B0604020202020204" pitchFamily="34" charset="0"/>
                <a:ea typeface="幼圆" panose="02010509060101010101" pitchFamily="49" charset="-122"/>
              </a:defRPr>
            </a:lvl6pPr>
            <a:lvl7pPr marL="2971800" indent="-228600" eaLnBrk="0" fontAlgn="base" hangingPunct="0">
              <a:spcBef>
                <a:spcPct val="0"/>
              </a:spcBef>
              <a:spcAft>
                <a:spcPct val="0"/>
              </a:spcAft>
              <a:defRPr sz="2800" b="1">
                <a:solidFill>
                  <a:schemeClr val="tx1"/>
                </a:solidFill>
                <a:latin typeface="Arial" panose="020B0604020202020204" pitchFamily="34" charset="0"/>
                <a:ea typeface="幼圆" panose="02010509060101010101" pitchFamily="49" charset="-122"/>
              </a:defRPr>
            </a:lvl7pPr>
            <a:lvl8pPr marL="3429000" indent="-228600" eaLnBrk="0" fontAlgn="base" hangingPunct="0">
              <a:spcBef>
                <a:spcPct val="0"/>
              </a:spcBef>
              <a:spcAft>
                <a:spcPct val="0"/>
              </a:spcAft>
              <a:defRPr sz="2800" b="1">
                <a:solidFill>
                  <a:schemeClr val="tx1"/>
                </a:solidFill>
                <a:latin typeface="Arial" panose="020B0604020202020204" pitchFamily="34" charset="0"/>
                <a:ea typeface="幼圆" panose="02010509060101010101" pitchFamily="49" charset="-122"/>
              </a:defRPr>
            </a:lvl8pPr>
            <a:lvl9pPr marL="3886200" indent="-228600" eaLnBrk="0" fontAlgn="base" hangingPunct="0">
              <a:spcBef>
                <a:spcPct val="0"/>
              </a:spcBef>
              <a:spcAft>
                <a:spcPct val="0"/>
              </a:spcAft>
              <a:defRPr sz="2800" b="1">
                <a:solidFill>
                  <a:schemeClr val="tx1"/>
                </a:solidFill>
                <a:latin typeface="Arial" panose="020B0604020202020204" pitchFamily="34" charset="0"/>
                <a:ea typeface="幼圆" panose="02010509060101010101" pitchFamily="49" charset="-122"/>
              </a:defRPr>
            </a:lvl9pPr>
          </a:lstStyle>
          <a:p>
            <a:pPr indent="0" algn="just" eaLnBrk="1" hangingPunct="1">
              <a:buNone/>
            </a:pPr>
            <a:r>
              <a:rPr kumimoji="1" lang="en-US" altLang="zh-CN" b="0">
                <a:solidFill>
                  <a:srgbClr val="FF0000"/>
                </a:solidFill>
                <a:latin typeface="Times New Roman" panose="02020603050405020304" pitchFamily="18" charset="0"/>
                <a:ea typeface="宋体" panose="02010600030101010101" pitchFamily="2" charset="-122"/>
              </a:rPr>
              <a:t>2</a:t>
            </a:r>
            <a:endParaRPr kumimoji="1" lang="en-US" altLang="zh-CN" b="0">
              <a:solidFill>
                <a:srgbClr val="FF0000"/>
              </a:solidFill>
              <a:latin typeface="Times New Roman" panose="02020603050405020304" pitchFamily="18" charset="0"/>
              <a:ea typeface="宋体" panose="02010600030101010101" pitchFamily="2" charset="-122"/>
            </a:endParaRPr>
          </a:p>
        </p:txBody>
      </p:sp>
      <p:sp>
        <p:nvSpPr>
          <p:cNvPr id="4117" name="Line 38"/>
          <p:cNvSpPr>
            <a:spLocks noChangeShapeType="1"/>
          </p:cNvSpPr>
          <p:nvPr/>
        </p:nvSpPr>
        <p:spPr bwMode="auto">
          <a:xfrm>
            <a:off x="4843145" y="5370830"/>
            <a:ext cx="2451100" cy="0"/>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118" name="Text Box 40"/>
          <p:cNvSpPr txBox="1">
            <a:spLocks noChangeArrowheads="1"/>
          </p:cNvSpPr>
          <p:nvPr/>
        </p:nvSpPr>
        <p:spPr bwMode="auto">
          <a:xfrm>
            <a:off x="88900" y="83185"/>
            <a:ext cx="8627745" cy="22904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800" b="1">
                <a:solidFill>
                  <a:schemeClr val="tx1"/>
                </a:solidFill>
                <a:latin typeface="Arial" panose="020B0604020202020204" pitchFamily="34" charset="0"/>
                <a:ea typeface="幼圆" panose="02010509060101010101" pitchFamily="49" charset="-122"/>
              </a:defRPr>
            </a:lvl1pPr>
            <a:lvl2pPr marL="742950" indent="-285750">
              <a:defRPr sz="2800" b="1">
                <a:solidFill>
                  <a:schemeClr val="tx1"/>
                </a:solidFill>
                <a:latin typeface="Arial" panose="020B0604020202020204" pitchFamily="34" charset="0"/>
                <a:ea typeface="幼圆" panose="02010509060101010101" pitchFamily="49" charset="-122"/>
              </a:defRPr>
            </a:lvl2pPr>
            <a:lvl3pPr marL="1143000" indent="-228600">
              <a:defRPr sz="2800" b="1">
                <a:solidFill>
                  <a:schemeClr val="tx1"/>
                </a:solidFill>
                <a:latin typeface="Arial" panose="020B0604020202020204" pitchFamily="34" charset="0"/>
                <a:ea typeface="幼圆" panose="02010509060101010101" pitchFamily="49" charset="-122"/>
              </a:defRPr>
            </a:lvl3pPr>
            <a:lvl4pPr marL="1600200" indent="-228600">
              <a:defRPr sz="2800" b="1">
                <a:solidFill>
                  <a:schemeClr val="tx1"/>
                </a:solidFill>
                <a:latin typeface="Arial" panose="020B0604020202020204" pitchFamily="34" charset="0"/>
                <a:ea typeface="幼圆" panose="02010509060101010101" pitchFamily="49" charset="-122"/>
              </a:defRPr>
            </a:lvl4pPr>
            <a:lvl5pPr marL="2057400" indent="-228600">
              <a:defRPr sz="2800" b="1">
                <a:solidFill>
                  <a:schemeClr val="tx1"/>
                </a:solidFill>
                <a:latin typeface="Arial" panose="020B0604020202020204" pitchFamily="34" charset="0"/>
                <a:ea typeface="幼圆" panose="02010509060101010101" pitchFamily="49" charset="-122"/>
              </a:defRPr>
            </a:lvl5pPr>
            <a:lvl6pPr marL="2514600" indent="-228600" eaLnBrk="0" fontAlgn="base" hangingPunct="0">
              <a:spcBef>
                <a:spcPct val="0"/>
              </a:spcBef>
              <a:spcAft>
                <a:spcPct val="0"/>
              </a:spcAft>
              <a:defRPr sz="2800" b="1">
                <a:solidFill>
                  <a:schemeClr val="tx1"/>
                </a:solidFill>
                <a:latin typeface="Arial" panose="020B0604020202020204" pitchFamily="34" charset="0"/>
                <a:ea typeface="幼圆" panose="02010509060101010101" pitchFamily="49" charset="-122"/>
              </a:defRPr>
            </a:lvl6pPr>
            <a:lvl7pPr marL="2971800" indent="-228600" eaLnBrk="0" fontAlgn="base" hangingPunct="0">
              <a:spcBef>
                <a:spcPct val="0"/>
              </a:spcBef>
              <a:spcAft>
                <a:spcPct val="0"/>
              </a:spcAft>
              <a:defRPr sz="2800" b="1">
                <a:solidFill>
                  <a:schemeClr val="tx1"/>
                </a:solidFill>
                <a:latin typeface="Arial" panose="020B0604020202020204" pitchFamily="34" charset="0"/>
                <a:ea typeface="幼圆" panose="02010509060101010101" pitchFamily="49" charset="-122"/>
              </a:defRPr>
            </a:lvl7pPr>
            <a:lvl8pPr marL="3429000" indent="-228600" eaLnBrk="0" fontAlgn="base" hangingPunct="0">
              <a:spcBef>
                <a:spcPct val="0"/>
              </a:spcBef>
              <a:spcAft>
                <a:spcPct val="0"/>
              </a:spcAft>
              <a:defRPr sz="2800" b="1">
                <a:solidFill>
                  <a:schemeClr val="tx1"/>
                </a:solidFill>
                <a:latin typeface="Arial" panose="020B0604020202020204" pitchFamily="34" charset="0"/>
                <a:ea typeface="幼圆" panose="02010509060101010101" pitchFamily="49" charset="-122"/>
              </a:defRPr>
            </a:lvl8pPr>
            <a:lvl9pPr marL="3886200" indent="-228600" eaLnBrk="0" fontAlgn="base" hangingPunct="0">
              <a:spcBef>
                <a:spcPct val="0"/>
              </a:spcBef>
              <a:spcAft>
                <a:spcPct val="0"/>
              </a:spcAft>
              <a:defRPr sz="2800" b="1">
                <a:solidFill>
                  <a:schemeClr val="tx1"/>
                </a:solidFill>
                <a:latin typeface="Arial" panose="020B0604020202020204" pitchFamily="34" charset="0"/>
                <a:ea typeface="幼圆" panose="02010509060101010101" pitchFamily="49" charset="-122"/>
              </a:defRPr>
            </a:lvl9pPr>
          </a:lstStyle>
          <a:p>
            <a:pPr indent="0" eaLnBrk="1" hangingPunct="1">
              <a:lnSpc>
                <a:spcPct val="130000"/>
              </a:lnSpc>
              <a:buNone/>
            </a:pPr>
            <a:r>
              <a:rPr lang="en-US" altLang="zh-CN" sz="2200" b="0" dirty="0">
                <a:latin typeface="黑体" panose="02010609060101010101" pitchFamily="49" charset="-122"/>
                <a:ea typeface="黑体" panose="02010609060101010101" pitchFamily="49" charset="-122"/>
                <a:cs typeface="黑体" panose="02010609060101010101" pitchFamily="49" charset="-122"/>
              </a:rPr>
              <a:t>[</a:t>
            </a:r>
            <a:r>
              <a:rPr lang="zh-CN" altLang="en-US" sz="2200" b="0" dirty="0">
                <a:solidFill>
                  <a:srgbClr val="FF0000"/>
                </a:solidFill>
                <a:latin typeface="黑体" panose="02010609060101010101" pitchFamily="49" charset="-122"/>
                <a:ea typeface="黑体" panose="02010609060101010101" pitchFamily="49" charset="-122"/>
                <a:cs typeface="黑体" panose="02010609060101010101" pitchFamily="49" charset="-122"/>
              </a:rPr>
              <a:t>例</a:t>
            </a:r>
            <a:r>
              <a:rPr lang="en-US" altLang="zh-CN" sz="2200" b="0" dirty="0">
                <a:latin typeface="黑体" panose="02010609060101010101" pitchFamily="49" charset="-122"/>
                <a:ea typeface="黑体" panose="02010609060101010101" pitchFamily="49" charset="-122"/>
                <a:cs typeface="黑体" panose="02010609060101010101" pitchFamily="49" charset="-122"/>
              </a:rPr>
              <a:t>]  </a:t>
            </a:r>
            <a:r>
              <a:rPr kumimoji="1" lang="zh-CN" altLang="en-US" sz="2200" b="0" dirty="0">
                <a:latin typeface="黑体" panose="02010609060101010101" pitchFamily="49" charset="-122"/>
                <a:ea typeface="黑体" panose="02010609060101010101" pitchFamily="49" charset="-122"/>
                <a:cs typeface="黑体" panose="02010609060101010101" pitchFamily="49" charset="-122"/>
              </a:rPr>
              <a:t>图示一轴上装有一个斜齿轮，已知其轴向载荷为：</a:t>
            </a:r>
            <a:r>
              <a:rPr kumimoji="1" lang="en-US" altLang="zh-CN" sz="2200" b="0" dirty="0">
                <a:latin typeface="黑体" panose="02010609060101010101" pitchFamily="49" charset="-122"/>
                <a:ea typeface="黑体" panose="02010609060101010101" pitchFamily="49" charset="-122"/>
                <a:cs typeface="黑体" panose="02010609060101010101" pitchFamily="49" charset="-122"/>
              </a:rPr>
              <a:t>F</a:t>
            </a:r>
            <a:r>
              <a:rPr kumimoji="1" lang="en-US" altLang="zh-CN" sz="2200" b="0" baseline="-25000" dirty="0">
                <a:latin typeface="黑体" panose="02010609060101010101" pitchFamily="49" charset="-122"/>
                <a:ea typeface="黑体" panose="02010609060101010101" pitchFamily="49" charset="-122"/>
                <a:cs typeface="黑体" panose="02010609060101010101" pitchFamily="49" charset="-122"/>
              </a:rPr>
              <a:t>a</a:t>
            </a:r>
            <a:r>
              <a:rPr kumimoji="1" lang="en-US" altLang="zh-CN" sz="2200" b="0" dirty="0">
                <a:latin typeface="黑体" panose="02010609060101010101" pitchFamily="49" charset="-122"/>
                <a:ea typeface="黑体" panose="02010609060101010101" pitchFamily="49" charset="-122"/>
                <a:cs typeface="黑体" panose="02010609060101010101" pitchFamily="49" charset="-122"/>
              </a:rPr>
              <a:t>=2000N</a:t>
            </a:r>
            <a:r>
              <a:rPr kumimoji="1" lang="zh-CN" altLang="en-US" sz="2200" b="0" dirty="0">
                <a:latin typeface="黑体" panose="02010609060101010101" pitchFamily="49" charset="-122"/>
                <a:ea typeface="黑体" panose="02010609060101010101" pitchFamily="49" charset="-122"/>
                <a:cs typeface="黑体" panose="02010609060101010101" pitchFamily="49" charset="-122"/>
              </a:rPr>
              <a:t>，轴用</a:t>
            </a:r>
            <a:r>
              <a:rPr kumimoji="1" lang="en-US" altLang="zh-CN" sz="2200" b="0" dirty="0">
                <a:latin typeface="黑体" panose="02010609060101010101" pitchFamily="49" charset="-122"/>
                <a:ea typeface="黑体" panose="02010609060101010101" pitchFamily="49" charset="-122"/>
                <a:cs typeface="黑体" panose="02010609060101010101" pitchFamily="49" charset="-122"/>
              </a:rPr>
              <a:t>2</a:t>
            </a:r>
            <a:r>
              <a:rPr kumimoji="1" lang="zh-CN" altLang="en-US" sz="2200" b="0" dirty="0">
                <a:latin typeface="黑体" panose="02010609060101010101" pitchFamily="49" charset="-122"/>
                <a:ea typeface="黑体" panose="02010609060101010101" pitchFamily="49" charset="-122"/>
                <a:cs typeface="黑体" panose="02010609060101010101" pitchFamily="49" charset="-122"/>
              </a:rPr>
              <a:t>个</a:t>
            </a:r>
            <a:r>
              <a:rPr kumimoji="1" lang="en-US" altLang="zh-CN" sz="2200" b="0" dirty="0">
                <a:solidFill>
                  <a:srgbClr val="FF0000"/>
                </a:solidFill>
                <a:latin typeface="黑体" panose="02010609060101010101" pitchFamily="49" charset="-122"/>
                <a:ea typeface="黑体" panose="02010609060101010101" pitchFamily="49" charset="-122"/>
                <a:cs typeface="黑体" panose="02010609060101010101" pitchFamily="49" charset="-122"/>
              </a:rPr>
              <a:t>7216AC</a:t>
            </a:r>
            <a:r>
              <a:rPr kumimoji="1" lang="zh-CN" altLang="en-US" sz="2200" b="0" dirty="0">
                <a:latin typeface="黑体" panose="02010609060101010101" pitchFamily="49" charset="-122"/>
                <a:ea typeface="黑体" panose="02010609060101010101" pitchFamily="49" charset="-122"/>
                <a:cs typeface="黑体" panose="02010609060101010101" pitchFamily="49" charset="-122"/>
              </a:rPr>
              <a:t>轴承支承，</a:t>
            </a:r>
            <a:r>
              <a:rPr kumimoji="1" lang="en-US" altLang="zh-CN" sz="2200" b="0" dirty="0">
                <a:latin typeface="黑体" panose="02010609060101010101" pitchFamily="49" charset="-122"/>
                <a:ea typeface="黑体" panose="02010609060101010101" pitchFamily="49" charset="-122"/>
                <a:cs typeface="黑体" panose="02010609060101010101" pitchFamily="49" charset="-122"/>
              </a:rPr>
              <a:t>C=8500N</a:t>
            </a:r>
            <a:r>
              <a:rPr kumimoji="1" lang="zh-CN" altLang="en-US" sz="2200" b="0" dirty="0">
                <a:latin typeface="黑体" panose="02010609060101010101" pitchFamily="49" charset="-122"/>
                <a:ea typeface="黑体" panose="02010609060101010101" pitchFamily="49" charset="-122"/>
                <a:cs typeface="黑体" panose="02010609060101010101" pitchFamily="49" charset="-122"/>
              </a:rPr>
              <a:t>，两轴承径向载荷分别为：</a:t>
            </a:r>
            <a:r>
              <a:rPr kumimoji="1" lang="en-US" altLang="zh-CN" sz="2200" b="0" dirty="0">
                <a:latin typeface="黑体" panose="02010609060101010101" pitchFamily="49" charset="-122"/>
                <a:ea typeface="黑体" panose="02010609060101010101" pitchFamily="49" charset="-122"/>
                <a:cs typeface="黑体" panose="02010609060101010101" pitchFamily="49" charset="-122"/>
              </a:rPr>
              <a:t> </a:t>
            </a:r>
            <a:r>
              <a:rPr lang="en-US" altLang="zh-CN" sz="2200" b="0" dirty="0">
                <a:latin typeface="黑体" panose="02010609060101010101" pitchFamily="49" charset="-122"/>
                <a:ea typeface="黑体" panose="02010609060101010101" pitchFamily="49" charset="-122"/>
                <a:cs typeface="黑体" panose="02010609060101010101" pitchFamily="49" charset="-122"/>
                <a:sym typeface="+mn-ea"/>
              </a:rPr>
              <a:t>F</a:t>
            </a:r>
            <a:r>
              <a:rPr lang="en-US" altLang="zh-CN" sz="2200" b="0" baseline="-25000" dirty="0">
                <a:latin typeface="黑体" panose="02010609060101010101" pitchFamily="49" charset="-122"/>
                <a:ea typeface="黑体" panose="02010609060101010101" pitchFamily="49" charset="-122"/>
                <a:cs typeface="黑体" panose="02010609060101010101" pitchFamily="49" charset="-122"/>
                <a:sym typeface="+mn-ea"/>
              </a:rPr>
              <a:t>r1</a:t>
            </a:r>
            <a:r>
              <a:rPr lang="en-US" altLang="zh-CN" sz="2200" b="0" dirty="0">
                <a:latin typeface="黑体" panose="02010609060101010101" pitchFamily="49" charset="-122"/>
                <a:ea typeface="黑体" panose="02010609060101010101" pitchFamily="49" charset="-122"/>
                <a:cs typeface="黑体" panose="02010609060101010101" pitchFamily="49" charset="-122"/>
                <a:sym typeface="+mn-ea"/>
              </a:rPr>
              <a:t>=8000N</a:t>
            </a:r>
            <a:r>
              <a:rPr lang="zh-CN" altLang="en-US" sz="2200" b="0" dirty="0">
                <a:latin typeface="黑体" panose="02010609060101010101" pitchFamily="49" charset="-122"/>
                <a:ea typeface="黑体" panose="02010609060101010101" pitchFamily="49" charset="-122"/>
                <a:cs typeface="黑体" panose="02010609060101010101" pitchFamily="49" charset="-122"/>
                <a:sym typeface="+mn-ea"/>
              </a:rPr>
              <a:t>，</a:t>
            </a:r>
            <a:r>
              <a:rPr kumimoji="1" lang="en-US" altLang="zh-CN" sz="2200" b="0" dirty="0">
                <a:latin typeface="黑体" panose="02010609060101010101" pitchFamily="49" charset="-122"/>
                <a:ea typeface="黑体" panose="02010609060101010101" pitchFamily="49" charset="-122"/>
                <a:cs typeface="黑体" panose="02010609060101010101" pitchFamily="49" charset="-122"/>
              </a:rPr>
              <a:t>F</a:t>
            </a:r>
            <a:r>
              <a:rPr kumimoji="1" lang="en-US" altLang="zh-CN" sz="2200" b="0" baseline="-25000" dirty="0">
                <a:latin typeface="黑体" panose="02010609060101010101" pitchFamily="49" charset="-122"/>
                <a:ea typeface="黑体" panose="02010609060101010101" pitchFamily="49" charset="-122"/>
                <a:cs typeface="黑体" panose="02010609060101010101" pitchFamily="49" charset="-122"/>
              </a:rPr>
              <a:t>r2</a:t>
            </a:r>
            <a:r>
              <a:rPr kumimoji="1" lang="en-US" altLang="zh-CN" sz="2200" b="0" dirty="0">
                <a:latin typeface="黑体" panose="02010609060101010101" pitchFamily="49" charset="-122"/>
                <a:ea typeface="黑体" panose="02010609060101010101" pitchFamily="49" charset="-122"/>
                <a:cs typeface="黑体" panose="02010609060101010101" pitchFamily="49" charset="-122"/>
              </a:rPr>
              <a:t>=14000N</a:t>
            </a:r>
            <a:r>
              <a:rPr kumimoji="1" lang="zh-CN" altLang="en-US" sz="2200" b="0" dirty="0">
                <a:latin typeface="黑体" panose="02010609060101010101" pitchFamily="49" charset="-122"/>
                <a:ea typeface="黑体" panose="02010609060101010101" pitchFamily="49" charset="-122"/>
                <a:cs typeface="黑体" panose="02010609060101010101" pitchFamily="49" charset="-122"/>
              </a:rPr>
              <a:t>，轴的转速</a:t>
            </a:r>
            <a:r>
              <a:rPr kumimoji="1" lang="en-US" altLang="zh-CN" sz="2200" b="0" dirty="0">
                <a:latin typeface="黑体" panose="02010609060101010101" pitchFamily="49" charset="-122"/>
                <a:ea typeface="黑体" panose="02010609060101010101" pitchFamily="49" charset="-122"/>
                <a:cs typeface="黑体" panose="02010609060101010101" pitchFamily="49" charset="-122"/>
              </a:rPr>
              <a:t>n=760r/min</a:t>
            </a:r>
            <a:r>
              <a:rPr kumimoji="1" lang="zh-CN" altLang="en-US" sz="2200" b="0" dirty="0">
                <a:latin typeface="黑体" panose="02010609060101010101" pitchFamily="49" charset="-122"/>
                <a:ea typeface="黑体" panose="02010609060101010101" pitchFamily="49" charset="-122"/>
                <a:cs typeface="黑体" panose="02010609060101010101" pitchFamily="49" charset="-122"/>
              </a:rPr>
              <a:t>，动载系数</a:t>
            </a:r>
            <a:r>
              <a:rPr kumimoji="1" lang="en-US" altLang="zh-CN" sz="2200" b="0" dirty="0" err="1">
                <a:latin typeface="黑体" panose="02010609060101010101" pitchFamily="49" charset="-122"/>
                <a:ea typeface="黑体" panose="02010609060101010101" pitchFamily="49" charset="-122"/>
                <a:cs typeface="黑体" panose="02010609060101010101" pitchFamily="49" charset="-122"/>
              </a:rPr>
              <a:t>f</a:t>
            </a:r>
            <a:r>
              <a:rPr kumimoji="1" lang="en-US" altLang="zh-CN" sz="2200" b="0" baseline="-25000" dirty="0" err="1">
                <a:latin typeface="黑体" panose="02010609060101010101" pitchFamily="49" charset="-122"/>
                <a:ea typeface="黑体" panose="02010609060101010101" pitchFamily="49" charset="-122"/>
                <a:cs typeface="黑体" panose="02010609060101010101" pitchFamily="49" charset="-122"/>
              </a:rPr>
              <a:t>d</a:t>
            </a:r>
            <a:r>
              <a:rPr kumimoji="1" lang="en-US" altLang="zh-CN" sz="2200" b="0" dirty="0">
                <a:latin typeface="黑体" panose="02010609060101010101" pitchFamily="49" charset="-122"/>
                <a:ea typeface="黑体" panose="02010609060101010101" pitchFamily="49" charset="-122"/>
                <a:cs typeface="黑体" panose="02010609060101010101" pitchFamily="49" charset="-122"/>
              </a:rPr>
              <a:t>=1.2</a:t>
            </a:r>
            <a:r>
              <a:rPr kumimoji="1" lang="zh-CN" altLang="en-US" sz="2200" b="0" dirty="0">
                <a:latin typeface="黑体" panose="02010609060101010101" pitchFamily="49" charset="-122"/>
                <a:ea typeface="黑体" panose="02010609060101010101" pitchFamily="49" charset="-122"/>
                <a:cs typeface="黑体" panose="02010609060101010101" pitchFamily="49" charset="-122"/>
              </a:rPr>
              <a:t>，要求轴承使用寿命为</a:t>
            </a:r>
            <a:r>
              <a:rPr kumimoji="1" lang="en-US" altLang="zh-CN" sz="2200" b="0" dirty="0">
                <a:latin typeface="黑体" panose="02010609060101010101" pitchFamily="49" charset="-122"/>
                <a:ea typeface="黑体" panose="02010609060101010101" pitchFamily="49" charset="-122"/>
                <a:cs typeface="黑体" panose="02010609060101010101" pitchFamily="49" charset="-122"/>
              </a:rPr>
              <a:t>5000h</a:t>
            </a:r>
            <a:r>
              <a:rPr kumimoji="1" lang="zh-CN" altLang="en-US" sz="2200" b="0" dirty="0">
                <a:latin typeface="黑体" panose="02010609060101010101" pitchFamily="49" charset="-122"/>
                <a:ea typeface="黑体" panose="02010609060101010101" pitchFamily="49" charset="-122"/>
                <a:cs typeface="黑体" panose="02010609060101010101" pitchFamily="49" charset="-122"/>
              </a:rPr>
              <a:t>。试问此轴承是否满足寿命要求？</a:t>
            </a:r>
            <a:endParaRPr kumimoji="1" lang="zh-CN" altLang="en-US" sz="2200" b="0" dirty="0">
              <a:latin typeface="黑体" panose="02010609060101010101" pitchFamily="49" charset="-122"/>
              <a:ea typeface="黑体" panose="02010609060101010101" pitchFamily="49" charset="-122"/>
              <a:cs typeface="黑体" panose="02010609060101010101" pitchFamily="49" charset="-122"/>
            </a:endParaRPr>
          </a:p>
          <a:p>
            <a:pPr indent="0" eaLnBrk="1" hangingPunct="1">
              <a:lnSpc>
                <a:spcPct val="130000"/>
              </a:lnSpc>
              <a:buNone/>
            </a:pPr>
            <a:r>
              <a:rPr kumimoji="1" lang="zh-CN" altLang="en-US" sz="2200" b="0" dirty="0">
                <a:latin typeface="黑体" panose="02010609060101010101" pitchFamily="49" charset="-122"/>
                <a:ea typeface="黑体" panose="02010609060101010101" pitchFamily="49" charset="-122"/>
                <a:cs typeface="黑体" panose="02010609060101010101" pitchFamily="49" charset="-122"/>
              </a:rPr>
              <a:t>   附：轴承参数如下</a:t>
            </a:r>
            <a:r>
              <a:rPr kumimoji="1" lang="en-US" altLang="zh-CN" sz="2200" b="0" dirty="0">
                <a:latin typeface="黑体" panose="02010609060101010101" pitchFamily="49" charset="-122"/>
                <a:ea typeface="黑体" panose="02010609060101010101" pitchFamily="49" charset="-122"/>
                <a:cs typeface="黑体" panose="02010609060101010101" pitchFamily="49" charset="-122"/>
              </a:rPr>
              <a:t>:</a:t>
            </a:r>
            <a:endParaRPr kumimoji="1" lang="en-US" altLang="zh-CN" sz="2200" b="0" dirty="0">
              <a:latin typeface="黑体" panose="02010609060101010101" pitchFamily="49" charset="-122"/>
              <a:ea typeface="黑体" panose="02010609060101010101" pitchFamily="49" charset="-122"/>
              <a:cs typeface="黑体" panose="02010609060101010101" pitchFamily="49" charset="-122"/>
            </a:endParaRPr>
          </a:p>
        </p:txBody>
      </p:sp>
      <p:grpSp>
        <p:nvGrpSpPr>
          <p:cNvPr id="137290" name="Group 74"/>
          <p:cNvGrpSpPr/>
          <p:nvPr/>
        </p:nvGrpSpPr>
        <p:grpSpPr bwMode="auto">
          <a:xfrm>
            <a:off x="7246303" y="5347335"/>
            <a:ext cx="809625" cy="533400"/>
            <a:chOff x="1778" y="3531"/>
            <a:chExt cx="510" cy="336"/>
          </a:xfrm>
        </p:grpSpPr>
        <p:sp>
          <p:nvSpPr>
            <p:cNvPr id="4103" name="Line 70"/>
            <p:cNvSpPr>
              <a:spLocks noChangeShapeType="1"/>
            </p:cNvSpPr>
            <p:nvPr/>
          </p:nvSpPr>
          <p:spPr bwMode="auto">
            <a:xfrm>
              <a:off x="1778" y="3544"/>
              <a:ext cx="415" cy="0"/>
            </a:xfrm>
            <a:prstGeom prst="line">
              <a:avLst/>
            </a:prstGeom>
            <a:noFill/>
            <a:ln w="28575">
              <a:solidFill>
                <a:srgbClr val="FF0000"/>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104" name="Rectangle 72"/>
            <p:cNvSpPr>
              <a:spLocks noChangeArrowheads="1"/>
            </p:cNvSpPr>
            <p:nvPr/>
          </p:nvSpPr>
          <p:spPr bwMode="auto">
            <a:xfrm>
              <a:off x="1898" y="3531"/>
              <a:ext cx="390" cy="3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800" b="1">
                  <a:solidFill>
                    <a:schemeClr val="tx1"/>
                  </a:solidFill>
                  <a:latin typeface="Arial" panose="020B0604020202020204" pitchFamily="34" charset="0"/>
                  <a:ea typeface="幼圆" panose="02010509060101010101" pitchFamily="49" charset="-122"/>
                </a:defRPr>
              </a:lvl1pPr>
              <a:lvl2pPr marL="742950" indent="-285750">
                <a:defRPr sz="2800" b="1">
                  <a:solidFill>
                    <a:schemeClr val="tx1"/>
                  </a:solidFill>
                  <a:latin typeface="Arial" panose="020B0604020202020204" pitchFamily="34" charset="0"/>
                  <a:ea typeface="幼圆" panose="02010509060101010101" pitchFamily="49" charset="-122"/>
                </a:defRPr>
              </a:lvl2pPr>
              <a:lvl3pPr marL="1143000" indent="-228600">
                <a:defRPr sz="2800" b="1">
                  <a:solidFill>
                    <a:schemeClr val="tx1"/>
                  </a:solidFill>
                  <a:latin typeface="Arial" panose="020B0604020202020204" pitchFamily="34" charset="0"/>
                  <a:ea typeface="幼圆" panose="02010509060101010101" pitchFamily="49" charset="-122"/>
                </a:defRPr>
              </a:lvl3pPr>
              <a:lvl4pPr marL="1600200" indent="-228600">
                <a:defRPr sz="2800" b="1">
                  <a:solidFill>
                    <a:schemeClr val="tx1"/>
                  </a:solidFill>
                  <a:latin typeface="Arial" panose="020B0604020202020204" pitchFamily="34" charset="0"/>
                  <a:ea typeface="幼圆" panose="02010509060101010101" pitchFamily="49" charset="-122"/>
                </a:defRPr>
              </a:lvl4pPr>
              <a:lvl5pPr marL="2057400" indent="-228600">
                <a:defRPr sz="2800" b="1">
                  <a:solidFill>
                    <a:schemeClr val="tx1"/>
                  </a:solidFill>
                  <a:latin typeface="Arial" panose="020B0604020202020204" pitchFamily="34" charset="0"/>
                  <a:ea typeface="幼圆" panose="02010509060101010101" pitchFamily="49" charset="-122"/>
                </a:defRPr>
              </a:lvl5pPr>
              <a:lvl6pPr marL="2514600" indent="-228600" eaLnBrk="0" fontAlgn="base" hangingPunct="0">
                <a:spcBef>
                  <a:spcPct val="0"/>
                </a:spcBef>
                <a:spcAft>
                  <a:spcPct val="0"/>
                </a:spcAft>
                <a:defRPr sz="2800" b="1">
                  <a:solidFill>
                    <a:schemeClr val="tx1"/>
                  </a:solidFill>
                  <a:latin typeface="Arial" panose="020B0604020202020204" pitchFamily="34" charset="0"/>
                  <a:ea typeface="幼圆" panose="02010509060101010101" pitchFamily="49" charset="-122"/>
                </a:defRPr>
              </a:lvl6pPr>
              <a:lvl7pPr marL="2971800" indent="-228600" eaLnBrk="0" fontAlgn="base" hangingPunct="0">
                <a:spcBef>
                  <a:spcPct val="0"/>
                </a:spcBef>
                <a:spcAft>
                  <a:spcPct val="0"/>
                </a:spcAft>
                <a:defRPr sz="2800" b="1">
                  <a:solidFill>
                    <a:schemeClr val="tx1"/>
                  </a:solidFill>
                  <a:latin typeface="Arial" panose="020B0604020202020204" pitchFamily="34" charset="0"/>
                  <a:ea typeface="幼圆" panose="02010509060101010101" pitchFamily="49" charset="-122"/>
                </a:defRPr>
              </a:lvl7pPr>
              <a:lvl8pPr marL="3429000" indent="-228600" eaLnBrk="0" fontAlgn="base" hangingPunct="0">
                <a:spcBef>
                  <a:spcPct val="0"/>
                </a:spcBef>
                <a:spcAft>
                  <a:spcPct val="0"/>
                </a:spcAft>
                <a:defRPr sz="2800" b="1">
                  <a:solidFill>
                    <a:schemeClr val="tx1"/>
                  </a:solidFill>
                  <a:latin typeface="Arial" panose="020B0604020202020204" pitchFamily="34" charset="0"/>
                  <a:ea typeface="幼圆" panose="02010509060101010101" pitchFamily="49" charset="-122"/>
                </a:defRPr>
              </a:lvl8pPr>
              <a:lvl9pPr marL="3886200" indent="-228600" eaLnBrk="0" fontAlgn="base" hangingPunct="0">
                <a:spcBef>
                  <a:spcPct val="0"/>
                </a:spcBef>
                <a:spcAft>
                  <a:spcPct val="0"/>
                </a:spcAft>
                <a:defRPr sz="2800" b="1">
                  <a:solidFill>
                    <a:schemeClr val="tx1"/>
                  </a:solidFill>
                  <a:latin typeface="Arial" panose="020B0604020202020204" pitchFamily="34" charset="0"/>
                  <a:ea typeface="幼圆" panose="02010509060101010101" pitchFamily="49" charset="-122"/>
                </a:defRPr>
              </a:lvl9pPr>
            </a:lstStyle>
            <a:p>
              <a:pPr indent="0" eaLnBrk="1" hangingPunct="1">
                <a:buNone/>
              </a:pPr>
              <a:r>
                <a:rPr kumimoji="1" lang="en-US" altLang="zh-CN" sz="2400" b="0">
                  <a:solidFill>
                    <a:srgbClr val="FF0000"/>
                  </a:solidFill>
                  <a:latin typeface="Verdana" panose="020B0604030504040204" pitchFamily="34" charset="0"/>
                  <a:ea typeface="宋体" panose="02010600030101010101" pitchFamily="2" charset="-122"/>
                </a:rPr>
                <a:t>F</a:t>
              </a:r>
              <a:r>
                <a:rPr kumimoji="1" lang="en-US" altLang="zh-CN" sz="2400" b="0" baseline="-25000">
                  <a:solidFill>
                    <a:srgbClr val="FF0000"/>
                  </a:solidFill>
                  <a:latin typeface="Verdana" panose="020B0604030504040204" pitchFamily="34" charset="0"/>
                  <a:ea typeface="宋体" panose="02010600030101010101" pitchFamily="2" charset="-122"/>
                </a:rPr>
                <a:t>S2</a:t>
              </a:r>
              <a:endParaRPr kumimoji="1" lang="en-US" altLang="zh-CN" sz="2400" b="0" baseline="-25000">
                <a:solidFill>
                  <a:srgbClr val="FF0000"/>
                </a:solidFill>
                <a:latin typeface="Verdana" panose="020B0604030504040204" pitchFamily="34" charset="0"/>
                <a:ea typeface="宋体" panose="02010600030101010101" pitchFamily="2" charset="-122"/>
              </a:endParaRPr>
            </a:p>
          </p:txBody>
        </p:sp>
      </p:grpSp>
      <p:grpSp>
        <p:nvGrpSpPr>
          <p:cNvPr id="137291" name="Group 75"/>
          <p:cNvGrpSpPr/>
          <p:nvPr/>
        </p:nvGrpSpPr>
        <p:grpSpPr bwMode="auto">
          <a:xfrm>
            <a:off x="1359853" y="5339080"/>
            <a:ext cx="776287" cy="533400"/>
            <a:chOff x="3966" y="3529"/>
            <a:chExt cx="489" cy="336"/>
          </a:xfrm>
        </p:grpSpPr>
        <p:sp>
          <p:nvSpPr>
            <p:cNvPr id="4101" name="Line 71"/>
            <p:cNvSpPr>
              <a:spLocks noChangeShapeType="1"/>
            </p:cNvSpPr>
            <p:nvPr/>
          </p:nvSpPr>
          <p:spPr bwMode="auto">
            <a:xfrm flipH="1">
              <a:off x="4040" y="3544"/>
              <a:ext cx="415" cy="0"/>
            </a:xfrm>
            <a:prstGeom prst="line">
              <a:avLst/>
            </a:prstGeom>
            <a:noFill/>
            <a:ln w="28575">
              <a:solidFill>
                <a:srgbClr val="FF0000"/>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102" name="Rectangle 73"/>
            <p:cNvSpPr>
              <a:spLocks noChangeArrowheads="1"/>
            </p:cNvSpPr>
            <p:nvPr/>
          </p:nvSpPr>
          <p:spPr bwMode="auto">
            <a:xfrm>
              <a:off x="3966" y="3529"/>
              <a:ext cx="390" cy="3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800" b="1">
                  <a:solidFill>
                    <a:schemeClr val="tx1"/>
                  </a:solidFill>
                  <a:latin typeface="Arial" panose="020B0604020202020204" pitchFamily="34" charset="0"/>
                  <a:ea typeface="幼圆" panose="02010509060101010101" pitchFamily="49" charset="-122"/>
                </a:defRPr>
              </a:lvl1pPr>
              <a:lvl2pPr marL="742950" indent="-285750">
                <a:defRPr sz="2800" b="1">
                  <a:solidFill>
                    <a:schemeClr val="tx1"/>
                  </a:solidFill>
                  <a:latin typeface="Arial" panose="020B0604020202020204" pitchFamily="34" charset="0"/>
                  <a:ea typeface="幼圆" panose="02010509060101010101" pitchFamily="49" charset="-122"/>
                </a:defRPr>
              </a:lvl2pPr>
              <a:lvl3pPr marL="1143000" indent="-228600">
                <a:defRPr sz="2800" b="1">
                  <a:solidFill>
                    <a:schemeClr val="tx1"/>
                  </a:solidFill>
                  <a:latin typeface="Arial" panose="020B0604020202020204" pitchFamily="34" charset="0"/>
                  <a:ea typeface="幼圆" panose="02010509060101010101" pitchFamily="49" charset="-122"/>
                </a:defRPr>
              </a:lvl3pPr>
              <a:lvl4pPr marL="1600200" indent="-228600">
                <a:defRPr sz="2800" b="1">
                  <a:solidFill>
                    <a:schemeClr val="tx1"/>
                  </a:solidFill>
                  <a:latin typeface="Arial" panose="020B0604020202020204" pitchFamily="34" charset="0"/>
                  <a:ea typeface="幼圆" panose="02010509060101010101" pitchFamily="49" charset="-122"/>
                </a:defRPr>
              </a:lvl4pPr>
              <a:lvl5pPr marL="2057400" indent="-228600">
                <a:defRPr sz="2800" b="1">
                  <a:solidFill>
                    <a:schemeClr val="tx1"/>
                  </a:solidFill>
                  <a:latin typeface="Arial" panose="020B0604020202020204" pitchFamily="34" charset="0"/>
                  <a:ea typeface="幼圆" panose="02010509060101010101" pitchFamily="49" charset="-122"/>
                </a:defRPr>
              </a:lvl5pPr>
              <a:lvl6pPr marL="2514600" indent="-228600" eaLnBrk="0" fontAlgn="base" hangingPunct="0">
                <a:spcBef>
                  <a:spcPct val="0"/>
                </a:spcBef>
                <a:spcAft>
                  <a:spcPct val="0"/>
                </a:spcAft>
                <a:defRPr sz="2800" b="1">
                  <a:solidFill>
                    <a:schemeClr val="tx1"/>
                  </a:solidFill>
                  <a:latin typeface="Arial" panose="020B0604020202020204" pitchFamily="34" charset="0"/>
                  <a:ea typeface="幼圆" panose="02010509060101010101" pitchFamily="49" charset="-122"/>
                </a:defRPr>
              </a:lvl6pPr>
              <a:lvl7pPr marL="2971800" indent="-228600" eaLnBrk="0" fontAlgn="base" hangingPunct="0">
                <a:spcBef>
                  <a:spcPct val="0"/>
                </a:spcBef>
                <a:spcAft>
                  <a:spcPct val="0"/>
                </a:spcAft>
                <a:defRPr sz="2800" b="1">
                  <a:solidFill>
                    <a:schemeClr val="tx1"/>
                  </a:solidFill>
                  <a:latin typeface="Arial" panose="020B0604020202020204" pitchFamily="34" charset="0"/>
                  <a:ea typeface="幼圆" panose="02010509060101010101" pitchFamily="49" charset="-122"/>
                </a:defRPr>
              </a:lvl7pPr>
              <a:lvl8pPr marL="3429000" indent="-228600" eaLnBrk="0" fontAlgn="base" hangingPunct="0">
                <a:spcBef>
                  <a:spcPct val="0"/>
                </a:spcBef>
                <a:spcAft>
                  <a:spcPct val="0"/>
                </a:spcAft>
                <a:defRPr sz="2800" b="1">
                  <a:solidFill>
                    <a:schemeClr val="tx1"/>
                  </a:solidFill>
                  <a:latin typeface="Arial" panose="020B0604020202020204" pitchFamily="34" charset="0"/>
                  <a:ea typeface="幼圆" panose="02010509060101010101" pitchFamily="49" charset="-122"/>
                </a:defRPr>
              </a:lvl8pPr>
              <a:lvl9pPr marL="3886200" indent="-228600" eaLnBrk="0" fontAlgn="base" hangingPunct="0">
                <a:spcBef>
                  <a:spcPct val="0"/>
                </a:spcBef>
                <a:spcAft>
                  <a:spcPct val="0"/>
                </a:spcAft>
                <a:defRPr sz="2800" b="1">
                  <a:solidFill>
                    <a:schemeClr val="tx1"/>
                  </a:solidFill>
                  <a:latin typeface="Arial" panose="020B0604020202020204" pitchFamily="34" charset="0"/>
                  <a:ea typeface="幼圆" panose="02010509060101010101" pitchFamily="49" charset="-122"/>
                </a:defRPr>
              </a:lvl9pPr>
            </a:lstStyle>
            <a:p>
              <a:pPr indent="0" eaLnBrk="1" hangingPunct="1">
                <a:buNone/>
              </a:pPr>
              <a:r>
                <a:rPr kumimoji="1" lang="en-US" altLang="zh-CN" sz="2400" b="0">
                  <a:solidFill>
                    <a:srgbClr val="FF0000"/>
                  </a:solidFill>
                  <a:latin typeface="Verdana" panose="020B0604030504040204" pitchFamily="34" charset="0"/>
                  <a:ea typeface="宋体" panose="02010600030101010101" pitchFamily="2" charset="-122"/>
                </a:rPr>
                <a:t>F</a:t>
              </a:r>
              <a:r>
                <a:rPr kumimoji="1" lang="en-US" altLang="zh-CN" sz="2400" b="0" baseline="-25000">
                  <a:solidFill>
                    <a:srgbClr val="FF0000"/>
                  </a:solidFill>
                  <a:latin typeface="Verdana" panose="020B0604030504040204" pitchFamily="34" charset="0"/>
                  <a:ea typeface="宋体" panose="02010600030101010101" pitchFamily="2" charset="-122"/>
                </a:rPr>
                <a:t>S1</a:t>
              </a:r>
              <a:endParaRPr kumimoji="1" lang="en-US" altLang="zh-CN" sz="2400" b="0" baseline="-25000">
                <a:solidFill>
                  <a:srgbClr val="FF0000"/>
                </a:solidFill>
                <a:latin typeface="Verdana" panose="020B0604030504040204" pitchFamily="34" charset="0"/>
                <a:ea typeface="宋体" panose="02010600030101010101" pitchFamily="2" charset="-122"/>
              </a:endParaRPr>
            </a:p>
          </p:txBody>
        </p:sp>
      </p:grpSp>
      <p:pic>
        <p:nvPicPr>
          <p:cNvPr id="52233" name="图片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382905" y="2159000"/>
            <a:ext cx="8333740" cy="2085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5" name="组合 4"/>
          <p:cNvGrpSpPr/>
          <p:nvPr/>
        </p:nvGrpSpPr>
        <p:grpSpPr>
          <a:xfrm>
            <a:off x="2114550" y="4921250"/>
            <a:ext cx="440690" cy="442595"/>
            <a:chOff x="3305" y="7750"/>
            <a:chExt cx="694" cy="697"/>
          </a:xfrm>
        </p:grpSpPr>
        <p:sp>
          <p:nvSpPr>
            <p:cNvPr id="4166" name="Line 13"/>
            <p:cNvSpPr>
              <a:spLocks noChangeShapeType="1"/>
            </p:cNvSpPr>
            <p:nvPr/>
          </p:nvSpPr>
          <p:spPr bwMode="auto">
            <a:xfrm flipH="1">
              <a:off x="3305" y="7753"/>
              <a:ext cx="695" cy="695"/>
            </a:xfrm>
            <a:prstGeom prst="line">
              <a:avLst/>
            </a:prstGeom>
            <a:noFill/>
            <a:ln w="28575">
              <a:solidFill>
                <a:srgbClr val="FF33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2" name="椭圆 1"/>
            <p:cNvSpPr/>
            <p:nvPr/>
          </p:nvSpPr>
          <p:spPr>
            <a:xfrm>
              <a:off x="3604" y="7802"/>
              <a:ext cx="325" cy="325"/>
            </a:xfrm>
            <a:prstGeom prst="ellipse">
              <a:avLst/>
            </a:prstGeom>
            <a:noFill/>
            <a:ln w="25400" cap="flat" cmpd="sng" algn="ctr">
              <a:solidFill>
                <a:schemeClr val="bg2">
                  <a:lumMod val="10000"/>
                </a:schemeClr>
              </a:solidFill>
              <a:prstDash val="solid"/>
              <a:round/>
              <a:headEnd type="none" w="med" len="med"/>
              <a:tailEnd type="none" w="med" len="med"/>
            </a:ln>
          </p:spPr>
          <p:txBody>
            <a:bodyPr vert="horz" wrap="none" lIns="91440" tIns="45720" rIns="91440" bIns="45720" numCol="1" anchor="t" anchorCtr="0" compatLnSpc="1">
              <a:spAutoFit/>
            </a:bodyPr>
            <a:p>
              <a:pPr marL="0" marR="0" indent="0" algn="l" defTabSz="914400" rtl="0" eaLnBrk="1" fontAlgn="base" latinLnBrk="0" hangingPunct="1">
                <a:lnSpc>
                  <a:spcPct val="120000"/>
                </a:lnSpc>
                <a:spcBef>
                  <a:spcPct val="0"/>
                </a:spcBef>
                <a:spcAft>
                  <a:spcPct val="0"/>
                </a:spcAft>
                <a:buClrTx/>
                <a:buSzTx/>
                <a:buFontTx/>
                <a:buBlip>
                  <a:blip r:embed="rId2"/>
                </a:buBlip>
              </a:pPr>
              <a:endParaRPr kumimoji="1" lang="zh-CN" altLang="en-US" sz="2000" b="0" i="0" u="none" strike="noStrike" cap="none" normalizeH="0" baseline="0" smtClean="0">
                <a:ln>
                  <a:noFill/>
                </a:ln>
                <a:solidFill>
                  <a:srgbClr val="000099"/>
                </a:solidFill>
                <a:effectLst/>
                <a:latin typeface="Times New Roman" panose="02020603050405020304" pitchFamily="18" charset="0"/>
                <a:ea typeface="华文中宋" panose="02010600040101010101" pitchFamily="2" charset="-122"/>
              </a:endParaRPr>
            </a:p>
          </p:txBody>
        </p:sp>
        <p:cxnSp>
          <p:nvCxnSpPr>
            <p:cNvPr id="3" name="直接连接符 2"/>
            <p:cNvCxnSpPr/>
            <p:nvPr/>
          </p:nvCxnSpPr>
          <p:spPr>
            <a:xfrm flipV="1">
              <a:off x="3537" y="7771"/>
              <a:ext cx="446" cy="4"/>
            </a:xfrm>
            <a:prstGeom prst="line">
              <a:avLst/>
            </a:prstGeom>
            <a:noFill/>
            <a:ln w="25400" cap="flat" cmpd="sng" algn="ctr">
              <a:solidFill>
                <a:schemeClr val="bg2">
                  <a:lumMod val="10000"/>
                </a:schemeClr>
              </a:solidFill>
              <a:prstDash val="solid"/>
              <a:round/>
              <a:headEnd type="none" w="med" len="med"/>
              <a:tailEnd type="none" w="med" len="med"/>
            </a:ln>
          </p:spPr>
        </p:cxnSp>
        <p:cxnSp>
          <p:nvCxnSpPr>
            <p:cNvPr id="4" name="直接连接符 3"/>
            <p:cNvCxnSpPr/>
            <p:nvPr/>
          </p:nvCxnSpPr>
          <p:spPr>
            <a:xfrm>
              <a:off x="3961" y="7750"/>
              <a:ext cx="0" cy="375"/>
            </a:xfrm>
            <a:prstGeom prst="line">
              <a:avLst/>
            </a:prstGeom>
            <a:noFill/>
            <a:ln w="25400" cap="flat" cmpd="sng" algn="ctr">
              <a:solidFill>
                <a:srgbClr val="000000"/>
              </a:solidFill>
              <a:prstDash val="solid"/>
              <a:round/>
              <a:headEnd type="none" w="med" len="med"/>
              <a:tailEnd type="none" w="med" len="med"/>
            </a:ln>
          </p:spPr>
        </p:cxnSp>
      </p:grpSp>
      <p:grpSp>
        <p:nvGrpSpPr>
          <p:cNvPr id="6" name="组合 5"/>
          <p:cNvGrpSpPr/>
          <p:nvPr/>
        </p:nvGrpSpPr>
        <p:grpSpPr>
          <a:xfrm flipV="1">
            <a:off x="2136140" y="5367020"/>
            <a:ext cx="440690" cy="442595"/>
            <a:chOff x="3305" y="7750"/>
            <a:chExt cx="694" cy="697"/>
          </a:xfrm>
        </p:grpSpPr>
        <p:sp>
          <p:nvSpPr>
            <p:cNvPr id="7" name="Line 13"/>
            <p:cNvSpPr>
              <a:spLocks noChangeShapeType="1"/>
            </p:cNvSpPr>
            <p:nvPr/>
          </p:nvSpPr>
          <p:spPr bwMode="auto">
            <a:xfrm flipH="1">
              <a:off x="3305" y="7753"/>
              <a:ext cx="695" cy="695"/>
            </a:xfrm>
            <a:prstGeom prst="line">
              <a:avLst/>
            </a:prstGeom>
            <a:noFill/>
            <a:ln w="28575">
              <a:solidFill>
                <a:srgbClr val="FF33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8" name="椭圆 7"/>
            <p:cNvSpPr/>
            <p:nvPr/>
          </p:nvSpPr>
          <p:spPr>
            <a:xfrm>
              <a:off x="3604" y="7802"/>
              <a:ext cx="325" cy="325"/>
            </a:xfrm>
            <a:prstGeom prst="ellipse">
              <a:avLst/>
            </a:prstGeom>
            <a:noFill/>
            <a:ln w="25400" cap="flat" cmpd="sng" algn="ctr">
              <a:solidFill>
                <a:schemeClr val="bg2">
                  <a:lumMod val="10000"/>
                </a:schemeClr>
              </a:solidFill>
              <a:prstDash val="solid"/>
              <a:round/>
              <a:headEnd type="none" w="med" len="med"/>
              <a:tailEnd type="none" w="med" len="med"/>
            </a:ln>
          </p:spPr>
          <p:txBody>
            <a:bodyPr vert="horz" wrap="none" lIns="91440" tIns="45720" rIns="91440" bIns="45720" numCol="1" anchor="t" anchorCtr="0" compatLnSpc="1">
              <a:spAutoFit/>
            </a:bodyPr>
            <a:p>
              <a:pPr marL="0" marR="0" indent="0" algn="l" defTabSz="914400" rtl="0" eaLnBrk="1" fontAlgn="base" latinLnBrk="0" hangingPunct="1">
                <a:lnSpc>
                  <a:spcPct val="120000"/>
                </a:lnSpc>
                <a:spcBef>
                  <a:spcPct val="0"/>
                </a:spcBef>
                <a:spcAft>
                  <a:spcPct val="0"/>
                </a:spcAft>
                <a:buClrTx/>
                <a:buSzTx/>
                <a:buFontTx/>
                <a:buBlip>
                  <a:blip r:embed="rId2"/>
                </a:buBlip>
              </a:pPr>
              <a:endParaRPr kumimoji="1" lang="zh-CN" altLang="en-US" sz="2000" b="0" i="0" u="none" strike="noStrike" cap="none" normalizeH="0" baseline="0" smtClean="0">
                <a:ln>
                  <a:noFill/>
                </a:ln>
                <a:solidFill>
                  <a:srgbClr val="000099"/>
                </a:solidFill>
                <a:effectLst/>
                <a:latin typeface="Times New Roman" panose="02020603050405020304" pitchFamily="18" charset="0"/>
                <a:ea typeface="华文中宋" panose="02010600040101010101" pitchFamily="2" charset="-122"/>
              </a:endParaRPr>
            </a:p>
          </p:txBody>
        </p:sp>
        <p:cxnSp>
          <p:nvCxnSpPr>
            <p:cNvPr id="9" name="直接连接符 8"/>
            <p:cNvCxnSpPr/>
            <p:nvPr/>
          </p:nvCxnSpPr>
          <p:spPr>
            <a:xfrm flipV="1">
              <a:off x="3537" y="7771"/>
              <a:ext cx="446" cy="4"/>
            </a:xfrm>
            <a:prstGeom prst="line">
              <a:avLst/>
            </a:prstGeom>
            <a:noFill/>
            <a:ln w="25400" cap="flat" cmpd="sng" algn="ctr">
              <a:solidFill>
                <a:schemeClr val="bg2">
                  <a:lumMod val="10000"/>
                </a:schemeClr>
              </a:solidFill>
              <a:prstDash val="solid"/>
              <a:round/>
              <a:headEnd type="none" w="med" len="med"/>
              <a:tailEnd type="none" w="med" len="med"/>
            </a:ln>
          </p:spPr>
        </p:cxnSp>
        <p:cxnSp>
          <p:nvCxnSpPr>
            <p:cNvPr id="10" name="直接连接符 9"/>
            <p:cNvCxnSpPr/>
            <p:nvPr/>
          </p:nvCxnSpPr>
          <p:spPr>
            <a:xfrm>
              <a:off x="3961" y="7750"/>
              <a:ext cx="0" cy="375"/>
            </a:xfrm>
            <a:prstGeom prst="line">
              <a:avLst/>
            </a:prstGeom>
            <a:noFill/>
            <a:ln w="25400" cap="flat" cmpd="sng" algn="ctr">
              <a:solidFill>
                <a:srgbClr val="000000"/>
              </a:solidFill>
              <a:prstDash val="solid"/>
              <a:round/>
              <a:headEnd type="none" w="med" len="med"/>
              <a:tailEnd type="none" w="med" len="med"/>
            </a:ln>
          </p:spPr>
        </p:cxnSp>
      </p:grpSp>
      <p:grpSp>
        <p:nvGrpSpPr>
          <p:cNvPr id="11" name="组合 10"/>
          <p:cNvGrpSpPr/>
          <p:nvPr/>
        </p:nvGrpSpPr>
        <p:grpSpPr>
          <a:xfrm flipH="1">
            <a:off x="6782435" y="4923155"/>
            <a:ext cx="440690" cy="442595"/>
            <a:chOff x="3305" y="7750"/>
            <a:chExt cx="694" cy="697"/>
          </a:xfrm>
        </p:grpSpPr>
        <p:sp>
          <p:nvSpPr>
            <p:cNvPr id="12" name="Line 13"/>
            <p:cNvSpPr>
              <a:spLocks noChangeShapeType="1"/>
            </p:cNvSpPr>
            <p:nvPr/>
          </p:nvSpPr>
          <p:spPr bwMode="auto">
            <a:xfrm flipH="1">
              <a:off x="3305" y="7753"/>
              <a:ext cx="695" cy="695"/>
            </a:xfrm>
            <a:prstGeom prst="line">
              <a:avLst/>
            </a:prstGeom>
            <a:noFill/>
            <a:ln w="28575">
              <a:solidFill>
                <a:srgbClr val="FF33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3" name="椭圆 12"/>
            <p:cNvSpPr/>
            <p:nvPr/>
          </p:nvSpPr>
          <p:spPr>
            <a:xfrm>
              <a:off x="3604" y="7802"/>
              <a:ext cx="325" cy="325"/>
            </a:xfrm>
            <a:prstGeom prst="ellipse">
              <a:avLst/>
            </a:prstGeom>
            <a:noFill/>
            <a:ln w="25400" cap="flat" cmpd="sng" algn="ctr">
              <a:solidFill>
                <a:schemeClr val="bg2">
                  <a:lumMod val="10000"/>
                </a:schemeClr>
              </a:solidFill>
              <a:prstDash val="solid"/>
              <a:round/>
              <a:headEnd type="none" w="med" len="med"/>
              <a:tailEnd type="none" w="med" len="med"/>
            </a:ln>
          </p:spPr>
          <p:txBody>
            <a:bodyPr vert="horz" wrap="none" lIns="91440" tIns="45720" rIns="91440" bIns="45720" numCol="1" anchor="t" anchorCtr="0" compatLnSpc="1">
              <a:spAutoFit/>
            </a:bodyPr>
            <a:p>
              <a:pPr marL="0" marR="0" indent="0" algn="l" defTabSz="914400" rtl="0" eaLnBrk="1" fontAlgn="base" latinLnBrk="0" hangingPunct="1">
                <a:lnSpc>
                  <a:spcPct val="120000"/>
                </a:lnSpc>
                <a:spcBef>
                  <a:spcPct val="0"/>
                </a:spcBef>
                <a:spcAft>
                  <a:spcPct val="0"/>
                </a:spcAft>
                <a:buClrTx/>
                <a:buSzTx/>
                <a:buFontTx/>
                <a:buBlip>
                  <a:blip r:embed="rId2"/>
                </a:buBlip>
              </a:pPr>
              <a:endParaRPr kumimoji="1" lang="zh-CN" altLang="en-US" sz="2000" b="0" i="0" u="none" strike="noStrike" cap="none" normalizeH="0" baseline="0" smtClean="0">
                <a:ln>
                  <a:noFill/>
                </a:ln>
                <a:solidFill>
                  <a:srgbClr val="000099"/>
                </a:solidFill>
                <a:effectLst/>
                <a:latin typeface="Times New Roman" panose="02020603050405020304" pitchFamily="18" charset="0"/>
                <a:ea typeface="华文中宋" panose="02010600040101010101" pitchFamily="2" charset="-122"/>
              </a:endParaRPr>
            </a:p>
          </p:txBody>
        </p:sp>
        <p:cxnSp>
          <p:nvCxnSpPr>
            <p:cNvPr id="14" name="直接连接符 13"/>
            <p:cNvCxnSpPr/>
            <p:nvPr/>
          </p:nvCxnSpPr>
          <p:spPr>
            <a:xfrm flipV="1">
              <a:off x="3537" y="7771"/>
              <a:ext cx="446" cy="4"/>
            </a:xfrm>
            <a:prstGeom prst="line">
              <a:avLst/>
            </a:prstGeom>
            <a:noFill/>
            <a:ln w="25400" cap="flat" cmpd="sng" algn="ctr">
              <a:solidFill>
                <a:schemeClr val="bg2">
                  <a:lumMod val="10000"/>
                </a:schemeClr>
              </a:solidFill>
              <a:prstDash val="solid"/>
              <a:round/>
              <a:headEnd type="none" w="med" len="med"/>
              <a:tailEnd type="none" w="med" len="med"/>
            </a:ln>
          </p:spPr>
        </p:cxnSp>
        <p:cxnSp>
          <p:nvCxnSpPr>
            <p:cNvPr id="15" name="直接连接符 14"/>
            <p:cNvCxnSpPr/>
            <p:nvPr/>
          </p:nvCxnSpPr>
          <p:spPr>
            <a:xfrm>
              <a:off x="3961" y="7750"/>
              <a:ext cx="0" cy="375"/>
            </a:xfrm>
            <a:prstGeom prst="line">
              <a:avLst/>
            </a:prstGeom>
            <a:noFill/>
            <a:ln w="25400" cap="flat" cmpd="sng" algn="ctr">
              <a:solidFill>
                <a:srgbClr val="000000"/>
              </a:solidFill>
              <a:prstDash val="solid"/>
              <a:round/>
              <a:headEnd type="none" w="med" len="med"/>
              <a:tailEnd type="none" w="med" len="med"/>
            </a:ln>
          </p:spPr>
        </p:cxnSp>
      </p:grpSp>
      <p:grpSp>
        <p:nvGrpSpPr>
          <p:cNvPr id="16" name="组合 15"/>
          <p:cNvGrpSpPr/>
          <p:nvPr/>
        </p:nvGrpSpPr>
        <p:grpSpPr>
          <a:xfrm flipH="1" flipV="1">
            <a:off x="6804025" y="5368925"/>
            <a:ext cx="440690" cy="442595"/>
            <a:chOff x="3305" y="7750"/>
            <a:chExt cx="694" cy="697"/>
          </a:xfrm>
        </p:grpSpPr>
        <p:sp>
          <p:nvSpPr>
            <p:cNvPr id="17" name="Line 13"/>
            <p:cNvSpPr>
              <a:spLocks noChangeShapeType="1"/>
            </p:cNvSpPr>
            <p:nvPr/>
          </p:nvSpPr>
          <p:spPr bwMode="auto">
            <a:xfrm flipH="1">
              <a:off x="3305" y="7753"/>
              <a:ext cx="695" cy="695"/>
            </a:xfrm>
            <a:prstGeom prst="line">
              <a:avLst/>
            </a:prstGeom>
            <a:noFill/>
            <a:ln w="28575">
              <a:solidFill>
                <a:srgbClr val="FF33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8" name="椭圆 17"/>
            <p:cNvSpPr/>
            <p:nvPr/>
          </p:nvSpPr>
          <p:spPr>
            <a:xfrm>
              <a:off x="3604" y="7802"/>
              <a:ext cx="325" cy="325"/>
            </a:xfrm>
            <a:prstGeom prst="ellipse">
              <a:avLst/>
            </a:prstGeom>
            <a:noFill/>
            <a:ln w="25400" cap="flat" cmpd="sng" algn="ctr">
              <a:solidFill>
                <a:schemeClr val="bg2">
                  <a:lumMod val="10000"/>
                </a:schemeClr>
              </a:solidFill>
              <a:prstDash val="solid"/>
              <a:round/>
              <a:headEnd type="none" w="med" len="med"/>
              <a:tailEnd type="none" w="med" len="med"/>
            </a:ln>
          </p:spPr>
          <p:txBody>
            <a:bodyPr vert="horz" wrap="none" lIns="91440" tIns="45720" rIns="91440" bIns="45720" numCol="1" anchor="t" anchorCtr="0" compatLnSpc="1">
              <a:spAutoFit/>
            </a:bodyPr>
            <a:p>
              <a:pPr marL="0" marR="0" indent="0" algn="l" defTabSz="914400" rtl="0" eaLnBrk="1" fontAlgn="base" latinLnBrk="0" hangingPunct="1">
                <a:lnSpc>
                  <a:spcPct val="120000"/>
                </a:lnSpc>
                <a:spcBef>
                  <a:spcPct val="0"/>
                </a:spcBef>
                <a:spcAft>
                  <a:spcPct val="0"/>
                </a:spcAft>
                <a:buClrTx/>
                <a:buSzTx/>
                <a:buFontTx/>
                <a:buBlip>
                  <a:blip r:embed="rId2"/>
                </a:buBlip>
              </a:pPr>
              <a:endParaRPr kumimoji="1" lang="zh-CN" altLang="en-US" sz="2000" b="0" i="0" u="none" strike="noStrike" cap="none" normalizeH="0" baseline="0" smtClean="0">
                <a:ln>
                  <a:noFill/>
                </a:ln>
                <a:solidFill>
                  <a:srgbClr val="000099"/>
                </a:solidFill>
                <a:effectLst/>
                <a:latin typeface="Times New Roman" panose="02020603050405020304" pitchFamily="18" charset="0"/>
                <a:ea typeface="华文中宋" panose="02010600040101010101" pitchFamily="2" charset="-122"/>
              </a:endParaRPr>
            </a:p>
          </p:txBody>
        </p:sp>
        <p:cxnSp>
          <p:nvCxnSpPr>
            <p:cNvPr id="19" name="直接连接符 18"/>
            <p:cNvCxnSpPr/>
            <p:nvPr/>
          </p:nvCxnSpPr>
          <p:spPr>
            <a:xfrm flipV="1">
              <a:off x="3537" y="7771"/>
              <a:ext cx="446" cy="4"/>
            </a:xfrm>
            <a:prstGeom prst="line">
              <a:avLst/>
            </a:prstGeom>
            <a:noFill/>
            <a:ln w="25400" cap="flat" cmpd="sng" algn="ctr">
              <a:solidFill>
                <a:schemeClr val="bg2">
                  <a:lumMod val="10000"/>
                </a:schemeClr>
              </a:solidFill>
              <a:prstDash val="solid"/>
              <a:round/>
              <a:headEnd type="none" w="med" len="med"/>
              <a:tailEnd type="none" w="med" len="med"/>
            </a:ln>
          </p:spPr>
        </p:cxnSp>
        <p:cxnSp>
          <p:nvCxnSpPr>
            <p:cNvPr id="20" name="直接连接符 19"/>
            <p:cNvCxnSpPr/>
            <p:nvPr/>
          </p:nvCxnSpPr>
          <p:spPr>
            <a:xfrm>
              <a:off x="3961" y="7750"/>
              <a:ext cx="0" cy="375"/>
            </a:xfrm>
            <a:prstGeom prst="line">
              <a:avLst/>
            </a:prstGeom>
            <a:noFill/>
            <a:ln w="25400" cap="flat" cmpd="sng" algn="ctr">
              <a:solidFill>
                <a:srgbClr val="000000"/>
              </a:solidFill>
              <a:prstDash val="solid"/>
              <a:round/>
              <a:headEnd type="none" w="med" len="med"/>
              <a:tailEnd type="none" w="med" len="med"/>
            </a:ln>
          </p:spPr>
        </p:cxnSp>
      </p:grpSp>
    </p:spTree>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137290"/>
                                        </p:tgtEl>
                                        <p:attrNameLst>
                                          <p:attrName>style.visibility</p:attrName>
                                        </p:attrNameLst>
                                      </p:cBhvr>
                                      <p:to>
                                        <p:strVal val="visible"/>
                                      </p:to>
                                    </p:set>
                                    <p:animEffect transition="in" filter="wipe(left)">
                                      <p:cBhvr>
                                        <p:cTn id="7" dur="500"/>
                                        <p:tgtEl>
                                          <p:spTgt spid="137290"/>
                                        </p:tgtEl>
                                      </p:cBhvr>
                                    </p:animEffect>
                                  </p:childTnLst>
                                </p:cTn>
                              </p:par>
                            </p:childTnLst>
                          </p:cTn>
                        </p:par>
                        <p:par>
                          <p:cTn id="8" fill="hold">
                            <p:stCondLst>
                              <p:cond delay="500"/>
                            </p:stCondLst>
                            <p:childTnLst>
                              <p:par>
                                <p:cTn id="9" presetID="22" presetClass="entr" presetSubtype="2" fill="hold" nodeType="afterEffect">
                                  <p:stCondLst>
                                    <p:cond delay="0"/>
                                  </p:stCondLst>
                                  <p:childTnLst>
                                    <p:set>
                                      <p:cBhvr>
                                        <p:cTn id="10" dur="1" fill="hold">
                                          <p:stCondLst>
                                            <p:cond delay="0"/>
                                          </p:stCondLst>
                                        </p:cTn>
                                        <p:tgtEl>
                                          <p:spTgt spid="137291"/>
                                        </p:tgtEl>
                                        <p:attrNameLst>
                                          <p:attrName>style.visibility</p:attrName>
                                        </p:attrNameLst>
                                      </p:cBhvr>
                                      <p:to>
                                        <p:strVal val="visible"/>
                                      </p:to>
                                    </p:set>
                                    <p:animEffect transition="in" filter="wipe(right)">
                                      <p:cBhvr>
                                        <p:cTn id="11" dur="500"/>
                                        <p:tgtEl>
                                          <p:spTgt spid="13729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8244" name="Text Box 4"/>
          <p:cNvSpPr txBox="1">
            <a:spLocks noChangeArrowheads="1"/>
          </p:cNvSpPr>
          <p:nvPr/>
        </p:nvSpPr>
        <p:spPr bwMode="auto">
          <a:xfrm>
            <a:off x="512445" y="396875"/>
            <a:ext cx="4979035" cy="6076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sz="2800" b="1">
                <a:solidFill>
                  <a:schemeClr val="tx1"/>
                </a:solidFill>
                <a:latin typeface="Arial" panose="020B0604020202020204" pitchFamily="34" charset="0"/>
                <a:ea typeface="幼圆" panose="02010509060101010101" pitchFamily="49" charset="-122"/>
              </a:defRPr>
            </a:lvl1pPr>
            <a:lvl2pPr marL="742950" indent="-285750">
              <a:defRPr sz="2800" b="1">
                <a:solidFill>
                  <a:schemeClr val="tx1"/>
                </a:solidFill>
                <a:latin typeface="Arial" panose="020B0604020202020204" pitchFamily="34" charset="0"/>
                <a:ea typeface="幼圆" panose="02010509060101010101" pitchFamily="49" charset="-122"/>
              </a:defRPr>
            </a:lvl2pPr>
            <a:lvl3pPr marL="1143000" indent="-228600">
              <a:defRPr sz="2800" b="1">
                <a:solidFill>
                  <a:schemeClr val="tx1"/>
                </a:solidFill>
                <a:latin typeface="Arial" panose="020B0604020202020204" pitchFamily="34" charset="0"/>
                <a:ea typeface="幼圆" panose="02010509060101010101" pitchFamily="49" charset="-122"/>
              </a:defRPr>
            </a:lvl3pPr>
            <a:lvl4pPr marL="1600200" indent="-228600">
              <a:defRPr sz="2800" b="1">
                <a:solidFill>
                  <a:schemeClr val="tx1"/>
                </a:solidFill>
                <a:latin typeface="Arial" panose="020B0604020202020204" pitchFamily="34" charset="0"/>
                <a:ea typeface="幼圆" panose="02010509060101010101" pitchFamily="49" charset="-122"/>
              </a:defRPr>
            </a:lvl4pPr>
            <a:lvl5pPr marL="2057400" indent="-228600">
              <a:defRPr sz="2800" b="1">
                <a:solidFill>
                  <a:schemeClr val="tx1"/>
                </a:solidFill>
                <a:latin typeface="Arial" panose="020B0604020202020204" pitchFamily="34" charset="0"/>
                <a:ea typeface="幼圆" panose="02010509060101010101" pitchFamily="49" charset="-122"/>
              </a:defRPr>
            </a:lvl5pPr>
            <a:lvl6pPr marL="2514600" indent="-228600" eaLnBrk="0" fontAlgn="base" hangingPunct="0">
              <a:spcBef>
                <a:spcPct val="0"/>
              </a:spcBef>
              <a:spcAft>
                <a:spcPct val="0"/>
              </a:spcAft>
              <a:defRPr sz="2800" b="1">
                <a:solidFill>
                  <a:schemeClr val="tx1"/>
                </a:solidFill>
                <a:latin typeface="Arial" panose="020B0604020202020204" pitchFamily="34" charset="0"/>
                <a:ea typeface="幼圆" panose="02010509060101010101" pitchFamily="49" charset="-122"/>
              </a:defRPr>
            </a:lvl6pPr>
            <a:lvl7pPr marL="2971800" indent="-228600" eaLnBrk="0" fontAlgn="base" hangingPunct="0">
              <a:spcBef>
                <a:spcPct val="0"/>
              </a:spcBef>
              <a:spcAft>
                <a:spcPct val="0"/>
              </a:spcAft>
              <a:defRPr sz="2800" b="1">
                <a:solidFill>
                  <a:schemeClr val="tx1"/>
                </a:solidFill>
                <a:latin typeface="Arial" panose="020B0604020202020204" pitchFamily="34" charset="0"/>
                <a:ea typeface="幼圆" panose="02010509060101010101" pitchFamily="49" charset="-122"/>
              </a:defRPr>
            </a:lvl7pPr>
            <a:lvl8pPr marL="3429000" indent="-228600" eaLnBrk="0" fontAlgn="base" hangingPunct="0">
              <a:spcBef>
                <a:spcPct val="0"/>
              </a:spcBef>
              <a:spcAft>
                <a:spcPct val="0"/>
              </a:spcAft>
              <a:defRPr sz="2800" b="1">
                <a:solidFill>
                  <a:schemeClr val="tx1"/>
                </a:solidFill>
                <a:latin typeface="Arial" panose="020B0604020202020204" pitchFamily="34" charset="0"/>
                <a:ea typeface="幼圆" panose="02010509060101010101" pitchFamily="49" charset="-122"/>
              </a:defRPr>
            </a:lvl8pPr>
            <a:lvl9pPr marL="3886200" indent="-228600" eaLnBrk="0" fontAlgn="base" hangingPunct="0">
              <a:spcBef>
                <a:spcPct val="0"/>
              </a:spcBef>
              <a:spcAft>
                <a:spcPct val="0"/>
              </a:spcAft>
              <a:defRPr sz="2800" b="1">
                <a:solidFill>
                  <a:schemeClr val="tx1"/>
                </a:solidFill>
                <a:latin typeface="Arial" panose="020B0604020202020204" pitchFamily="34" charset="0"/>
                <a:ea typeface="幼圆" panose="02010509060101010101" pitchFamily="49" charset="-122"/>
              </a:defRPr>
            </a:lvl9pPr>
          </a:lstStyle>
          <a:p>
            <a:pPr indent="0" eaLnBrk="1" hangingPunct="1">
              <a:buNone/>
            </a:pPr>
            <a:r>
              <a:rPr lang="en-US" altLang="zh-CN">
                <a:latin typeface="幼圆" panose="02010509060101010101" pitchFamily="49" charset="-122"/>
              </a:rPr>
              <a:t>[</a:t>
            </a:r>
            <a:r>
              <a:rPr lang="zh-CN" altLang="en-US">
                <a:solidFill>
                  <a:srgbClr val="FF0000"/>
                </a:solidFill>
                <a:latin typeface="幼圆" panose="02010509060101010101" pitchFamily="49" charset="-122"/>
              </a:rPr>
              <a:t>解</a:t>
            </a:r>
            <a:r>
              <a:rPr lang="en-US" altLang="zh-CN">
                <a:latin typeface="幼圆" panose="02010509060101010101" pitchFamily="49" charset="-122"/>
              </a:rPr>
              <a:t>]</a:t>
            </a:r>
            <a:r>
              <a:rPr lang="zh-CN" altLang="en-US">
                <a:latin typeface="幼圆" panose="02010509060101010101" pitchFamily="49" charset="-122"/>
              </a:rPr>
              <a:t>：</a:t>
            </a:r>
            <a:r>
              <a:rPr lang="en-US" altLang="zh-CN" sz="2200">
                <a:solidFill>
                  <a:srgbClr val="FF0000"/>
                </a:solidFill>
                <a:latin typeface="幼圆" panose="02010509060101010101" pitchFamily="49" charset="-122"/>
              </a:rPr>
              <a:t>1</a:t>
            </a:r>
            <a:r>
              <a:rPr lang="zh-CN" altLang="en-US" sz="2200">
                <a:solidFill>
                  <a:srgbClr val="FF0000"/>
                </a:solidFill>
                <a:latin typeface="幼圆" panose="02010509060101010101" pitchFamily="49" charset="-122"/>
              </a:rPr>
              <a:t>）计算派生轴向力</a:t>
            </a:r>
            <a:r>
              <a:rPr lang="en-US" altLang="zh-CN" sz="2200">
                <a:solidFill>
                  <a:srgbClr val="FF0000"/>
                </a:solidFill>
                <a:latin typeface="幼圆" panose="02010509060101010101" pitchFamily="49" charset="-122"/>
              </a:rPr>
              <a:t>F</a:t>
            </a:r>
            <a:r>
              <a:rPr lang="en-US" altLang="zh-CN" sz="2200" baseline="-25000">
                <a:solidFill>
                  <a:srgbClr val="FF0000"/>
                </a:solidFill>
                <a:latin typeface="幼圆" panose="02010509060101010101" pitchFamily="49" charset="-122"/>
              </a:rPr>
              <a:t>S</a:t>
            </a:r>
            <a:endParaRPr lang="en-US" altLang="zh-CN" sz="2200" baseline="-25000">
              <a:solidFill>
                <a:srgbClr val="FF0000"/>
              </a:solidFill>
              <a:latin typeface="幼圆" panose="02010509060101010101" pitchFamily="49" charset="-122"/>
            </a:endParaRPr>
          </a:p>
        </p:txBody>
      </p:sp>
      <p:sp>
        <p:nvSpPr>
          <p:cNvPr id="138245" name="Text Box 5"/>
          <p:cNvSpPr txBox="1">
            <a:spLocks noChangeArrowheads="1"/>
          </p:cNvSpPr>
          <p:nvPr/>
        </p:nvSpPr>
        <p:spPr bwMode="auto">
          <a:xfrm>
            <a:off x="2181225" y="954088"/>
            <a:ext cx="2693988" cy="430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800" b="1">
                <a:solidFill>
                  <a:schemeClr val="tx1"/>
                </a:solidFill>
                <a:latin typeface="Arial" panose="020B0604020202020204" pitchFamily="34" charset="0"/>
                <a:ea typeface="幼圆" panose="02010509060101010101" pitchFamily="49" charset="-122"/>
              </a:defRPr>
            </a:lvl1pPr>
            <a:lvl2pPr marL="742950" indent="-285750">
              <a:defRPr sz="2800" b="1">
                <a:solidFill>
                  <a:schemeClr val="tx1"/>
                </a:solidFill>
                <a:latin typeface="Arial" panose="020B0604020202020204" pitchFamily="34" charset="0"/>
                <a:ea typeface="幼圆" panose="02010509060101010101" pitchFamily="49" charset="-122"/>
              </a:defRPr>
            </a:lvl2pPr>
            <a:lvl3pPr marL="1143000" indent="-228600">
              <a:defRPr sz="2800" b="1">
                <a:solidFill>
                  <a:schemeClr val="tx1"/>
                </a:solidFill>
                <a:latin typeface="Arial" panose="020B0604020202020204" pitchFamily="34" charset="0"/>
                <a:ea typeface="幼圆" panose="02010509060101010101" pitchFamily="49" charset="-122"/>
              </a:defRPr>
            </a:lvl3pPr>
            <a:lvl4pPr marL="1600200" indent="-228600">
              <a:defRPr sz="2800" b="1">
                <a:solidFill>
                  <a:schemeClr val="tx1"/>
                </a:solidFill>
                <a:latin typeface="Arial" panose="020B0604020202020204" pitchFamily="34" charset="0"/>
                <a:ea typeface="幼圆" panose="02010509060101010101" pitchFamily="49" charset="-122"/>
              </a:defRPr>
            </a:lvl4pPr>
            <a:lvl5pPr marL="2057400" indent="-228600">
              <a:defRPr sz="2800" b="1">
                <a:solidFill>
                  <a:schemeClr val="tx1"/>
                </a:solidFill>
                <a:latin typeface="Arial" panose="020B0604020202020204" pitchFamily="34" charset="0"/>
                <a:ea typeface="幼圆" panose="02010509060101010101" pitchFamily="49" charset="-122"/>
              </a:defRPr>
            </a:lvl5pPr>
            <a:lvl6pPr marL="2514600" indent="-228600" eaLnBrk="0" fontAlgn="base" hangingPunct="0">
              <a:spcBef>
                <a:spcPct val="0"/>
              </a:spcBef>
              <a:spcAft>
                <a:spcPct val="0"/>
              </a:spcAft>
              <a:defRPr sz="2800" b="1">
                <a:solidFill>
                  <a:schemeClr val="tx1"/>
                </a:solidFill>
                <a:latin typeface="Arial" panose="020B0604020202020204" pitchFamily="34" charset="0"/>
                <a:ea typeface="幼圆" panose="02010509060101010101" pitchFamily="49" charset="-122"/>
              </a:defRPr>
            </a:lvl6pPr>
            <a:lvl7pPr marL="2971800" indent="-228600" eaLnBrk="0" fontAlgn="base" hangingPunct="0">
              <a:spcBef>
                <a:spcPct val="0"/>
              </a:spcBef>
              <a:spcAft>
                <a:spcPct val="0"/>
              </a:spcAft>
              <a:defRPr sz="2800" b="1">
                <a:solidFill>
                  <a:schemeClr val="tx1"/>
                </a:solidFill>
                <a:latin typeface="Arial" panose="020B0604020202020204" pitchFamily="34" charset="0"/>
                <a:ea typeface="幼圆" panose="02010509060101010101" pitchFamily="49" charset="-122"/>
              </a:defRPr>
            </a:lvl7pPr>
            <a:lvl8pPr marL="3429000" indent="-228600" eaLnBrk="0" fontAlgn="base" hangingPunct="0">
              <a:spcBef>
                <a:spcPct val="0"/>
              </a:spcBef>
              <a:spcAft>
                <a:spcPct val="0"/>
              </a:spcAft>
              <a:defRPr sz="2800" b="1">
                <a:solidFill>
                  <a:schemeClr val="tx1"/>
                </a:solidFill>
                <a:latin typeface="Arial" panose="020B0604020202020204" pitchFamily="34" charset="0"/>
                <a:ea typeface="幼圆" panose="02010509060101010101" pitchFamily="49" charset="-122"/>
              </a:defRPr>
            </a:lvl8pPr>
            <a:lvl9pPr marL="3886200" indent="-228600" eaLnBrk="0" fontAlgn="base" hangingPunct="0">
              <a:spcBef>
                <a:spcPct val="0"/>
              </a:spcBef>
              <a:spcAft>
                <a:spcPct val="0"/>
              </a:spcAft>
              <a:defRPr sz="2800" b="1">
                <a:solidFill>
                  <a:schemeClr val="tx1"/>
                </a:solidFill>
                <a:latin typeface="Arial" panose="020B0604020202020204" pitchFamily="34" charset="0"/>
                <a:ea typeface="幼圆" panose="02010509060101010101" pitchFamily="49" charset="-122"/>
              </a:defRPr>
            </a:lvl9pPr>
          </a:lstStyle>
          <a:p>
            <a:pPr indent="0" eaLnBrk="1" hangingPunct="1">
              <a:buNone/>
            </a:pPr>
            <a:r>
              <a:rPr lang="en-US" altLang="zh-CN" sz="2200">
                <a:latin typeface="幼圆" panose="02010509060101010101" pitchFamily="49" charset="-122"/>
              </a:rPr>
              <a:t>F</a:t>
            </a:r>
            <a:r>
              <a:rPr lang="en-US" altLang="zh-CN" sz="2200" baseline="-25000">
                <a:latin typeface="幼圆" panose="02010509060101010101" pitchFamily="49" charset="-122"/>
              </a:rPr>
              <a:t>S1</a:t>
            </a:r>
            <a:r>
              <a:rPr lang="zh-CN" altLang="en-US" sz="2200">
                <a:latin typeface="幼圆" panose="02010509060101010101" pitchFamily="49" charset="-122"/>
              </a:rPr>
              <a:t>、 </a:t>
            </a:r>
            <a:r>
              <a:rPr lang="en-US" altLang="zh-CN" sz="2200">
                <a:latin typeface="幼圆" panose="02010509060101010101" pitchFamily="49" charset="-122"/>
              </a:rPr>
              <a:t>F</a:t>
            </a:r>
            <a:r>
              <a:rPr lang="en-US" altLang="zh-CN" sz="2200" baseline="-25000">
                <a:latin typeface="幼圆" panose="02010509060101010101" pitchFamily="49" charset="-122"/>
              </a:rPr>
              <a:t>S2</a:t>
            </a:r>
            <a:r>
              <a:rPr lang="zh-CN" altLang="en-US" sz="2200">
                <a:latin typeface="幼圆" panose="02010509060101010101" pitchFamily="49" charset="-122"/>
              </a:rPr>
              <a:t>方向如图。</a:t>
            </a:r>
            <a:endParaRPr lang="zh-CN" altLang="en-US" sz="2200">
              <a:latin typeface="幼圆" panose="02010509060101010101" pitchFamily="49" charset="-122"/>
            </a:endParaRPr>
          </a:p>
        </p:txBody>
      </p:sp>
      <p:graphicFrame>
        <p:nvGraphicFramePr>
          <p:cNvPr id="138247" name="Object 7"/>
          <p:cNvGraphicFramePr>
            <a:graphicFrameLocks noChangeAspect="1"/>
          </p:cNvGraphicFramePr>
          <p:nvPr/>
        </p:nvGraphicFramePr>
        <p:xfrm>
          <a:off x="1483202" y="1674337"/>
          <a:ext cx="4373880" cy="444500"/>
        </p:xfrm>
        <a:graphic>
          <a:graphicData uri="http://schemas.openxmlformats.org/presentationml/2006/ole">
            <mc:AlternateContent xmlns:mc="http://schemas.openxmlformats.org/markup-compatibility/2006">
              <mc:Choice xmlns:v="urn:schemas-microsoft-com:vml" Requires="v">
                <p:oleObj spid="_x0000_s1026" name="公式" r:id="rId1" imgW="2247900" imgH="228600" progId="Equation.3">
                  <p:embed/>
                </p:oleObj>
              </mc:Choice>
              <mc:Fallback>
                <p:oleObj name="公式" r:id="rId1" imgW="2247900" imgH="228600" progId="Equation.3">
                  <p:embed/>
                  <p:pic>
                    <p:nvPicPr>
                      <p:cNvPr id="0" name="图片 1025"/>
                      <p:cNvPicPr>
                        <a:picLocks noChangeAspect="1" noChangeArrowheads="1"/>
                      </p:cNvPicPr>
                      <p:nvPr/>
                    </p:nvPicPr>
                    <p:blipFill>
                      <a:blip r:embed="rId2"/>
                      <a:srcRect/>
                      <a:stretch>
                        <a:fillRect/>
                      </a:stretch>
                    </p:blipFill>
                    <p:spPr bwMode="auto">
                      <a:xfrm>
                        <a:off x="1483202" y="1674337"/>
                        <a:ext cx="4373880" cy="444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38248" name="Object 8"/>
          <p:cNvGraphicFramePr>
            <a:graphicFrameLocks noChangeAspect="1"/>
          </p:cNvGraphicFramePr>
          <p:nvPr/>
        </p:nvGraphicFramePr>
        <p:xfrm>
          <a:off x="1384618" y="2596356"/>
          <a:ext cx="4532630" cy="443230"/>
        </p:xfrm>
        <a:graphic>
          <a:graphicData uri="http://schemas.openxmlformats.org/presentationml/2006/ole">
            <mc:AlternateContent xmlns:mc="http://schemas.openxmlformats.org/markup-compatibility/2006">
              <mc:Choice xmlns:v="urn:schemas-microsoft-com:vml" Requires="v">
                <p:oleObj spid="_x0000_s1027" name="公式" r:id="rId3" imgW="2336800" imgH="228600" progId="Equation.3">
                  <p:embed/>
                </p:oleObj>
              </mc:Choice>
              <mc:Fallback>
                <p:oleObj name="公式" r:id="rId3" imgW="2336800" imgH="228600" progId="Equation.3">
                  <p:embed/>
                  <p:pic>
                    <p:nvPicPr>
                      <p:cNvPr id="0" name="图片 1026"/>
                      <p:cNvPicPr>
                        <a:picLocks noChangeAspect="1" noChangeArrowheads="1"/>
                      </p:cNvPicPr>
                      <p:nvPr/>
                    </p:nvPicPr>
                    <p:blipFill>
                      <a:blip r:embed="rId4"/>
                      <a:srcRect/>
                      <a:stretch>
                        <a:fillRect/>
                      </a:stretch>
                    </p:blipFill>
                    <p:spPr bwMode="auto">
                      <a:xfrm>
                        <a:off x="1384618" y="2596356"/>
                        <a:ext cx="4532630" cy="443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38249" name="Text Box 9"/>
          <p:cNvSpPr txBox="1">
            <a:spLocks noChangeArrowheads="1"/>
          </p:cNvSpPr>
          <p:nvPr/>
        </p:nvSpPr>
        <p:spPr bwMode="auto">
          <a:xfrm>
            <a:off x="1662113" y="3489325"/>
            <a:ext cx="2288540" cy="4972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800" b="1">
                <a:solidFill>
                  <a:schemeClr val="tx1"/>
                </a:solidFill>
                <a:latin typeface="Arial" panose="020B0604020202020204" pitchFamily="34" charset="0"/>
                <a:ea typeface="幼圆" panose="02010509060101010101" pitchFamily="49" charset="-122"/>
              </a:defRPr>
            </a:lvl1pPr>
            <a:lvl2pPr marL="742950" indent="-285750">
              <a:defRPr sz="2800" b="1">
                <a:solidFill>
                  <a:schemeClr val="tx1"/>
                </a:solidFill>
                <a:latin typeface="Arial" panose="020B0604020202020204" pitchFamily="34" charset="0"/>
                <a:ea typeface="幼圆" panose="02010509060101010101" pitchFamily="49" charset="-122"/>
              </a:defRPr>
            </a:lvl2pPr>
            <a:lvl3pPr marL="1143000" indent="-228600">
              <a:defRPr sz="2800" b="1">
                <a:solidFill>
                  <a:schemeClr val="tx1"/>
                </a:solidFill>
                <a:latin typeface="Arial" panose="020B0604020202020204" pitchFamily="34" charset="0"/>
                <a:ea typeface="幼圆" panose="02010509060101010101" pitchFamily="49" charset="-122"/>
              </a:defRPr>
            </a:lvl3pPr>
            <a:lvl4pPr marL="1600200" indent="-228600">
              <a:defRPr sz="2800" b="1">
                <a:solidFill>
                  <a:schemeClr val="tx1"/>
                </a:solidFill>
                <a:latin typeface="Arial" panose="020B0604020202020204" pitchFamily="34" charset="0"/>
                <a:ea typeface="幼圆" panose="02010509060101010101" pitchFamily="49" charset="-122"/>
              </a:defRPr>
            </a:lvl4pPr>
            <a:lvl5pPr marL="2057400" indent="-228600">
              <a:defRPr sz="2800" b="1">
                <a:solidFill>
                  <a:schemeClr val="tx1"/>
                </a:solidFill>
                <a:latin typeface="Arial" panose="020B0604020202020204" pitchFamily="34" charset="0"/>
                <a:ea typeface="幼圆" panose="02010509060101010101" pitchFamily="49" charset="-122"/>
              </a:defRPr>
            </a:lvl5pPr>
            <a:lvl6pPr marL="2514600" indent="-228600" eaLnBrk="0" fontAlgn="base" hangingPunct="0">
              <a:spcBef>
                <a:spcPct val="0"/>
              </a:spcBef>
              <a:spcAft>
                <a:spcPct val="0"/>
              </a:spcAft>
              <a:defRPr sz="2800" b="1">
                <a:solidFill>
                  <a:schemeClr val="tx1"/>
                </a:solidFill>
                <a:latin typeface="Arial" panose="020B0604020202020204" pitchFamily="34" charset="0"/>
                <a:ea typeface="幼圆" panose="02010509060101010101" pitchFamily="49" charset="-122"/>
              </a:defRPr>
            </a:lvl6pPr>
            <a:lvl7pPr marL="2971800" indent="-228600" eaLnBrk="0" fontAlgn="base" hangingPunct="0">
              <a:spcBef>
                <a:spcPct val="0"/>
              </a:spcBef>
              <a:spcAft>
                <a:spcPct val="0"/>
              </a:spcAft>
              <a:defRPr sz="2800" b="1">
                <a:solidFill>
                  <a:schemeClr val="tx1"/>
                </a:solidFill>
                <a:latin typeface="Arial" panose="020B0604020202020204" pitchFamily="34" charset="0"/>
                <a:ea typeface="幼圆" panose="02010509060101010101" pitchFamily="49" charset="-122"/>
              </a:defRPr>
            </a:lvl7pPr>
            <a:lvl8pPr marL="3429000" indent="-228600" eaLnBrk="0" fontAlgn="base" hangingPunct="0">
              <a:spcBef>
                <a:spcPct val="0"/>
              </a:spcBef>
              <a:spcAft>
                <a:spcPct val="0"/>
              </a:spcAft>
              <a:defRPr sz="2800" b="1">
                <a:solidFill>
                  <a:schemeClr val="tx1"/>
                </a:solidFill>
                <a:latin typeface="Arial" panose="020B0604020202020204" pitchFamily="34" charset="0"/>
                <a:ea typeface="幼圆" panose="02010509060101010101" pitchFamily="49" charset="-122"/>
              </a:defRPr>
            </a:lvl8pPr>
            <a:lvl9pPr marL="3886200" indent="-228600" eaLnBrk="0" fontAlgn="base" hangingPunct="0">
              <a:spcBef>
                <a:spcPct val="0"/>
              </a:spcBef>
              <a:spcAft>
                <a:spcPct val="0"/>
              </a:spcAft>
              <a:defRPr sz="2800" b="1">
                <a:solidFill>
                  <a:schemeClr val="tx1"/>
                </a:solidFill>
                <a:latin typeface="Arial" panose="020B0604020202020204" pitchFamily="34" charset="0"/>
                <a:ea typeface="幼圆" panose="02010509060101010101" pitchFamily="49" charset="-122"/>
              </a:defRPr>
            </a:lvl9pPr>
          </a:lstStyle>
          <a:p>
            <a:pPr indent="0" eaLnBrk="1" hangingPunct="1">
              <a:buNone/>
            </a:pPr>
            <a:r>
              <a:rPr lang="en-US" altLang="zh-CN" sz="2200">
                <a:solidFill>
                  <a:srgbClr val="FF0000"/>
                </a:solidFill>
                <a:latin typeface="幼圆" panose="02010509060101010101" pitchFamily="49" charset="-122"/>
              </a:rPr>
              <a:t>2</a:t>
            </a:r>
            <a:r>
              <a:rPr lang="zh-CN" altLang="en-US" sz="2200">
                <a:solidFill>
                  <a:srgbClr val="FF0000"/>
                </a:solidFill>
                <a:latin typeface="幼圆" panose="02010509060101010101" pitchFamily="49" charset="-122"/>
              </a:rPr>
              <a:t>）计算轴向载荷</a:t>
            </a:r>
            <a:endParaRPr lang="zh-CN" altLang="en-US" sz="2200">
              <a:solidFill>
                <a:srgbClr val="FF0000"/>
              </a:solidFill>
              <a:latin typeface="幼圆" panose="02010509060101010101" pitchFamily="49" charset="-122"/>
            </a:endParaRPr>
          </a:p>
        </p:txBody>
      </p:sp>
      <p:sp>
        <p:nvSpPr>
          <p:cNvPr id="138251" name="Text Box 11"/>
          <p:cNvSpPr txBox="1">
            <a:spLocks noChangeArrowheads="1"/>
          </p:cNvSpPr>
          <p:nvPr/>
        </p:nvSpPr>
        <p:spPr bwMode="auto">
          <a:xfrm>
            <a:off x="1764030" y="4006850"/>
            <a:ext cx="6653530" cy="4972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800" b="1">
                <a:solidFill>
                  <a:schemeClr val="tx1"/>
                </a:solidFill>
                <a:latin typeface="Arial" panose="020B0604020202020204" pitchFamily="34" charset="0"/>
                <a:ea typeface="幼圆" panose="02010509060101010101" pitchFamily="49" charset="-122"/>
              </a:defRPr>
            </a:lvl1pPr>
            <a:lvl2pPr marL="742950" indent="-285750">
              <a:defRPr sz="2800" b="1">
                <a:solidFill>
                  <a:schemeClr val="tx1"/>
                </a:solidFill>
                <a:latin typeface="Arial" panose="020B0604020202020204" pitchFamily="34" charset="0"/>
                <a:ea typeface="幼圆" panose="02010509060101010101" pitchFamily="49" charset="-122"/>
              </a:defRPr>
            </a:lvl2pPr>
            <a:lvl3pPr marL="1143000" indent="-228600">
              <a:defRPr sz="2800" b="1">
                <a:solidFill>
                  <a:schemeClr val="tx1"/>
                </a:solidFill>
                <a:latin typeface="Arial" panose="020B0604020202020204" pitchFamily="34" charset="0"/>
                <a:ea typeface="幼圆" panose="02010509060101010101" pitchFamily="49" charset="-122"/>
              </a:defRPr>
            </a:lvl3pPr>
            <a:lvl4pPr marL="1600200" indent="-228600">
              <a:defRPr sz="2800" b="1">
                <a:solidFill>
                  <a:schemeClr val="tx1"/>
                </a:solidFill>
                <a:latin typeface="Arial" panose="020B0604020202020204" pitchFamily="34" charset="0"/>
                <a:ea typeface="幼圆" panose="02010509060101010101" pitchFamily="49" charset="-122"/>
              </a:defRPr>
            </a:lvl4pPr>
            <a:lvl5pPr marL="2057400" indent="-228600">
              <a:defRPr sz="2800" b="1">
                <a:solidFill>
                  <a:schemeClr val="tx1"/>
                </a:solidFill>
                <a:latin typeface="Arial" panose="020B0604020202020204" pitchFamily="34" charset="0"/>
                <a:ea typeface="幼圆" panose="02010509060101010101" pitchFamily="49" charset="-122"/>
              </a:defRPr>
            </a:lvl5pPr>
            <a:lvl6pPr marL="2514600" indent="-228600" eaLnBrk="0" fontAlgn="base" hangingPunct="0">
              <a:spcBef>
                <a:spcPct val="0"/>
              </a:spcBef>
              <a:spcAft>
                <a:spcPct val="0"/>
              </a:spcAft>
              <a:defRPr sz="2800" b="1">
                <a:solidFill>
                  <a:schemeClr val="tx1"/>
                </a:solidFill>
                <a:latin typeface="Arial" panose="020B0604020202020204" pitchFamily="34" charset="0"/>
                <a:ea typeface="幼圆" panose="02010509060101010101" pitchFamily="49" charset="-122"/>
              </a:defRPr>
            </a:lvl6pPr>
            <a:lvl7pPr marL="2971800" indent="-228600" eaLnBrk="0" fontAlgn="base" hangingPunct="0">
              <a:spcBef>
                <a:spcPct val="0"/>
              </a:spcBef>
              <a:spcAft>
                <a:spcPct val="0"/>
              </a:spcAft>
              <a:defRPr sz="2800" b="1">
                <a:solidFill>
                  <a:schemeClr val="tx1"/>
                </a:solidFill>
                <a:latin typeface="Arial" panose="020B0604020202020204" pitchFamily="34" charset="0"/>
                <a:ea typeface="幼圆" panose="02010509060101010101" pitchFamily="49" charset="-122"/>
              </a:defRPr>
            </a:lvl7pPr>
            <a:lvl8pPr marL="3429000" indent="-228600" eaLnBrk="0" fontAlgn="base" hangingPunct="0">
              <a:spcBef>
                <a:spcPct val="0"/>
              </a:spcBef>
              <a:spcAft>
                <a:spcPct val="0"/>
              </a:spcAft>
              <a:defRPr sz="2800" b="1">
                <a:solidFill>
                  <a:schemeClr val="tx1"/>
                </a:solidFill>
                <a:latin typeface="Arial" panose="020B0604020202020204" pitchFamily="34" charset="0"/>
                <a:ea typeface="幼圆" panose="02010509060101010101" pitchFamily="49" charset="-122"/>
              </a:defRPr>
            </a:lvl8pPr>
            <a:lvl9pPr marL="3886200" indent="-228600" eaLnBrk="0" fontAlgn="base" hangingPunct="0">
              <a:spcBef>
                <a:spcPct val="0"/>
              </a:spcBef>
              <a:spcAft>
                <a:spcPct val="0"/>
              </a:spcAft>
              <a:defRPr sz="2800" b="1">
                <a:solidFill>
                  <a:schemeClr val="tx1"/>
                </a:solidFill>
                <a:latin typeface="Arial" panose="020B0604020202020204" pitchFamily="34" charset="0"/>
                <a:ea typeface="幼圆" panose="02010509060101010101" pitchFamily="49" charset="-122"/>
              </a:defRPr>
            </a:lvl9pPr>
          </a:lstStyle>
          <a:p>
            <a:pPr indent="0" eaLnBrk="1" hangingPunct="1">
              <a:buNone/>
            </a:pPr>
            <a:r>
              <a:rPr lang="en-US" altLang="zh-CN" sz="2200" b="0">
                <a:latin typeface="Times New Roman" panose="02020603050405020304" pitchFamily="18" charset="0"/>
                <a:cs typeface="Times New Roman" panose="02020603050405020304" pitchFamily="18" charset="0"/>
              </a:rPr>
              <a:t>F</a:t>
            </a:r>
            <a:r>
              <a:rPr lang="en-US" altLang="zh-CN" sz="2200" b="0" baseline="-25000">
                <a:latin typeface="Times New Roman" panose="02020603050405020304" pitchFamily="18" charset="0"/>
                <a:cs typeface="Times New Roman" panose="02020603050405020304" pitchFamily="18" charset="0"/>
              </a:rPr>
              <a:t>S1</a:t>
            </a:r>
            <a:r>
              <a:rPr lang="en-US" altLang="zh-CN" sz="2200" b="0">
                <a:latin typeface="Times New Roman" panose="02020603050405020304" pitchFamily="18" charset="0"/>
                <a:cs typeface="Times New Roman" panose="02020603050405020304" pitchFamily="18" charset="0"/>
              </a:rPr>
              <a:t>+F</a:t>
            </a:r>
            <a:r>
              <a:rPr lang="en-US" altLang="zh-CN" sz="2200" b="0" baseline="-25000">
                <a:latin typeface="Times New Roman" panose="02020603050405020304" pitchFamily="18" charset="0"/>
                <a:cs typeface="Times New Roman" panose="02020603050405020304" pitchFamily="18" charset="0"/>
              </a:rPr>
              <a:t>a</a:t>
            </a:r>
            <a:r>
              <a:rPr lang="en-US" altLang="zh-CN" sz="2200" b="0">
                <a:latin typeface="Times New Roman" panose="02020603050405020304" pitchFamily="18" charset="0"/>
                <a:cs typeface="Times New Roman" panose="02020603050405020304" pitchFamily="18" charset="0"/>
              </a:rPr>
              <a:t>=5440+2000=7440N&lt;F</a:t>
            </a:r>
            <a:r>
              <a:rPr lang="en-US" altLang="zh-CN" sz="2200" b="0" baseline="-25000">
                <a:latin typeface="Times New Roman" panose="02020603050405020304" pitchFamily="18" charset="0"/>
                <a:cs typeface="Times New Roman" panose="02020603050405020304" pitchFamily="18" charset="0"/>
              </a:rPr>
              <a:t>S2</a:t>
            </a:r>
            <a:r>
              <a:rPr lang="en-US" altLang="zh-CN" sz="2200" b="0">
                <a:latin typeface="Times New Roman" panose="02020603050405020304" pitchFamily="18" charset="0"/>
                <a:cs typeface="Times New Roman" panose="02020603050405020304" pitchFamily="18" charset="0"/>
              </a:rPr>
              <a:t>=9520N</a:t>
            </a:r>
            <a:r>
              <a:rPr lang="zh-CN" altLang="en-US" sz="2200" b="0">
                <a:latin typeface="Times New Roman" panose="02020603050405020304" pitchFamily="18" charset="0"/>
                <a:cs typeface="Times New Roman" panose="02020603050405020304" pitchFamily="18" charset="0"/>
              </a:rPr>
              <a:t>，</a:t>
            </a:r>
            <a:r>
              <a:rPr lang="zh-CN" altLang="en-US" sz="2200" b="0">
                <a:latin typeface="黑体" panose="02010609060101010101" pitchFamily="49" charset="-122"/>
                <a:ea typeface="黑体" panose="02010609060101010101" pitchFamily="49" charset="-122"/>
              </a:rPr>
              <a:t>合力指向</a:t>
            </a:r>
            <a:r>
              <a:rPr lang="zh-CN" altLang="en-US" sz="2200" b="0">
                <a:latin typeface="黑体" panose="02010609060101010101" pitchFamily="49" charset="-122"/>
                <a:ea typeface="黑体" panose="02010609060101010101" pitchFamily="49" charset="-122"/>
              </a:rPr>
              <a:t>右端</a:t>
            </a:r>
            <a:endParaRPr lang="zh-CN" altLang="en-US" sz="2200" b="0">
              <a:latin typeface="黑体" panose="02010609060101010101" pitchFamily="49" charset="-122"/>
              <a:ea typeface="黑体" panose="02010609060101010101" pitchFamily="49" charset="-122"/>
            </a:endParaRPr>
          </a:p>
        </p:txBody>
      </p:sp>
      <p:sp>
        <p:nvSpPr>
          <p:cNvPr id="138252" name="Text Box 12"/>
          <p:cNvSpPr txBox="1">
            <a:spLocks noChangeArrowheads="1"/>
          </p:cNvSpPr>
          <p:nvPr/>
        </p:nvSpPr>
        <p:spPr bwMode="auto">
          <a:xfrm>
            <a:off x="2051368" y="4580573"/>
            <a:ext cx="4513580" cy="4972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800" b="1">
                <a:solidFill>
                  <a:schemeClr val="tx1"/>
                </a:solidFill>
                <a:latin typeface="Arial" panose="020B0604020202020204" pitchFamily="34" charset="0"/>
                <a:ea typeface="幼圆" panose="02010509060101010101" pitchFamily="49" charset="-122"/>
              </a:defRPr>
            </a:lvl1pPr>
            <a:lvl2pPr marL="742950" indent="-285750">
              <a:defRPr sz="2800" b="1">
                <a:solidFill>
                  <a:schemeClr val="tx1"/>
                </a:solidFill>
                <a:latin typeface="Arial" panose="020B0604020202020204" pitchFamily="34" charset="0"/>
                <a:ea typeface="幼圆" panose="02010509060101010101" pitchFamily="49" charset="-122"/>
              </a:defRPr>
            </a:lvl2pPr>
            <a:lvl3pPr marL="1143000" indent="-228600">
              <a:defRPr sz="2800" b="1">
                <a:solidFill>
                  <a:schemeClr val="tx1"/>
                </a:solidFill>
                <a:latin typeface="Arial" panose="020B0604020202020204" pitchFamily="34" charset="0"/>
                <a:ea typeface="幼圆" panose="02010509060101010101" pitchFamily="49" charset="-122"/>
              </a:defRPr>
            </a:lvl3pPr>
            <a:lvl4pPr marL="1600200" indent="-228600">
              <a:defRPr sz="2800" b="1">
                <a:solidFill>
                  <a:schemeClr val="tx1"/>
                </a:solidFill>
                <a:latin typeface="Arial" panose="020B0604020202020204" pitchFamily="34" charset="0"/>
                <a:ea typeface="幼圆" panose="02010509060101010101" pitchFamily="49" charset="-122"/>
              </a:defRPr>
            </a:lvl4pPr>
            <a:lvl5pPr marL="2057400" indent="-228600">
              <a:defRPr sz="2800" b="1">
                <a:solidFill>
                  <a:schemeClr val="tx1"/>
                </a:solidFill>
                <a:latin typeface="Arial" panose="020B0604020202020204" pitchFamily="34" charset="0"/>
                <a:ea typeface="幼圆" panose="02010509060101010101" pitchFamily="49" charset="-122"/>
              </a:defRPr>
            </a:lvl5pPr>
            <a:lvl6pPr marL="2514600" indent="-228600" eaLnBrk="0" fontAlgn="base" hangingPunct="0">
              <a:spcBef>
                <a:spcPct val="0"/>
              </a:spcBef>
              <a:spcAft>
                <a:spcPct val="0"/>
              </a:spcAft>
              <a:defRPr sz="2800" b="1">
                <a:solidFill>
                  <a:schemeClr val="tx1"/>
                </a:solidFill>
                <a:latin typeface="Arial" panose="020B0604020202020204" pitchFamily="34" charset="0"/>
                <a:ea typeface="幼圆" panose="02010509060101010101" pitchFamily="49" charset="-122"/>
              </a:defRPr>
            </a:lvl6pPr>
            <a:lvl7pPr marL="2971800" indent="-228600" eaLnBrk="0" fontAlgn="base" hangingPunct="0">
              <a:spcBef>
                <a:spcPct val="0"/>
              </a:spcBef>
              <a:spcAft>
                <a:spcPct val="0"/>
              </a:spcAft>
              <a:defRPr sz="2800" b="1">
                <a:solidFill>
                  <a:schemeClr val="tx1"/>
                </a:solidFill>
                <a:latin typeface="Arial" panose="020B0604020202020204" pitchFamily="34" charset="0"/>
                <a:ea typeface="幼圆" panose="02010509060101010101" pitchFamily="49" charset="-122"/>
              </a:defRPr>
            </a:lvl7pPr>
            <a:lvl8pPr marL="3429000" indent="-228600" eaLnBrk="0" fontAlgn="base" hangingPunct="0">
              <a:spcBef>
                <a:spcPct val="0"/>
              </a:spcBef>
              <a:spcAft>
                <a:spcPct val="0"/>
              </a:spcAft>
              <a:defRPr sz="2800" b="1">
                <a:solidFill>
                  <a:schemeClr val="tx1"/>
                </a:solidFill>
                <a:latin typeface="Arial" panose="020B0604020202020204" pitchFamily="34" charset="0"/>
                <a:ea typeface="幼圆" panose="02010509060101010101" pitchFamily="49" charset="-122"/>
              </a:defRPr>
            </a:lvl8pPr>
            <a:lvl9pPr marL="3886200" indent="-228600" eaLnBrk="0" fontAlgn="base" hangingPunct="0">
              <a:spcBef>
                <a:spcPct val="0"/>
              </a:spcBef>
              <a:spcAft>
                <a:spcPct val="0"/>
              </a:spcAft>
              <a:defRPr sz="2800" b="1">
                <a:solidFill>
                  <a:schemeClr val="tx1"/>
                </a:solidFill>
                <a:latin typeface="Arial" panose="020B0604020202020204" pitchFamily="34" charset="0"/>
                <a:ea typeface="幼圆" panose="02010509060101010101" pitchFamily="49" charset="-122"/>
              </a:defRPr>
            </a:lvl9pPr>
          </a:lstStyle>
          <a:p>
            <a:pPr indent="0" eaLnBrk="1" hangingPunct="1">
              <a:buNone/>
            </a:pPr>
            <a:r>
              <a:rPr lang="zh-CN" altLang="en-US" sz="2200" b="0">
                <a:latin typeface="黑体" panose="02010609060101010101" pitchFamily="49" charset="-122"/>
                <a:ea typeface="黑体" panose="02010609060101010101" pitchFamily="49" charset="-122"/>
                <a:cs typeface="黑体" panose="02010609060101010101" pitchFamily="49" charset="-122"/>
              </a:rPr>
              <a:t>两轴承为</a:t>
            </a:r>
            <a:r>
              <a:rPr lang="zh-CN" altLang="en-US" sz="2200" b="0">
                <a:latin typeface="黑体" panose="02010609060101010101" pitchFamily="49" charset="-122"/>
                <a:ea typeface="黑体" panose="02010609060101010101" pitchFamily="49" charset="-122"/>
                <a:cs typeface="黑体" panose="02010609060101010101" pitchFamily="49" charset="-122"/>
              </a:rPr>
              <a:t>反安装，故轴承</a:t>
            </a:r>
            <a:r>
              <a:rPr lang="en-US" altLang="zh-CN" sz="2200" b="0">
                <a:latin typeface="黑体" panose="02010609060101010101" pitchFamily="49" charset="-122"/>
                <a:ea typeface="黑体" panose="02010609060101010101" pitchFamily="49" charset="-122"/>
                <a:cs typeface="黑体" panose="02010609060101010101" pitchFamily="49" charset="-122"/>
              </a:rPr>
              <a:t>1</a:t>
            </a:r>
            <a:r>
              <a:rPr lang="zh-CN" altLang="en-US" sz="2200" b="0">
                <a:latin typeface="黑体" panose="02010609060101010101" pitchFamily="49" charset="-122"/>
                <a:ea typeface="黑体" panose="02010609060101010101" pitchFamily="49" charset="-122"/>
                <a:cs typeface="黑体" panose="02010609060101010101" pitchFamily="49" charset="-122"/>
              </a:rPr>
              <a:t>被压紧。</a:t>
            </a:r>
            <a:endParaRPr lang="zh-CN" altLang="en-US" sz="2200" b="0">
              <a:latin typeface="黑体" panose="02010609060101010101" pitchFamily="49" charset="-122"/>
              <a:ea typeface="黑体" panose="02010609060101010101" pitchFamily="49" charset="-122"/>
              <a:cs typeface="黑体" panose="02010609060101010101" pitchFamily="49" charset="-122"/>
            </a:endParaRPr>
          </a:p>
        </p:txBody>
      </p:sp>
      <p:sp>
        <p:nvSpPr>
          <p:cNvPr id="138253" name="Text Box 13"/>
          <p:cNvSpPr txBox="1">
            <a:spLocks noChangeArrowheads="1"/>
          </p:cNvSpPr>
          <p:nvPr/>
        </p:nvSpPr>
        <p:spPr bwMode="auto">
          <a:xfrm>
            <a:off x="2195830" y="5077778"/>
            <a:ext cx="3603625" cy="4972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800" b="1">
                <a:solidFill>
                  <a:schemeClr val="tx1"/>
                </a:solidFill>
                <a:latin typeface="Arial" panose="020B0604020202020204" pitchFamily="34" charset="0"/>
                <a:ea typeface="幼圆" panose="02010509060101010101" pitchFamily="49" charset="-122"/>
              </a:defRPr>
            </a:lvl1pPr>
            <a:lvl2pPr marL="742950" indent="-285750">
              <a:defRPr sz="2800" b="1">
                <a:solidFill>
                  <a:schemeClr val="tx1"/>
                </a:solidFill>
                <a:latin typeface="Arial" panose="020B0604020202020204" pitchFamily="34" charset="0"/>
                <a:ea typeface="幼圆" panose="02010509060101010101" pitchFamily="49" charset="-122"/>
              </a:defRPr>
            </a:lvl2pPr>
            <a:lvl3pPr marL="1143000" indent="-228600">
              <a:defRPr sz="2800" b="1">
                <a:solidFill>
                  <a:schemeClr val="tx1"/>
                </a:solidFill>
                <a:latin typeface="Arial" panose="020B0604020202020204" pitchFamily="34" charset="0"/>
                <a:ea typeface="幼圆" panose="02010509060101010101" pitchFamily="49" charset="-122"/>
              </a:defRPr>
            </a:lvl3pPr>
            <a:lvl4pPr marL="1600200" indent="-228600">
              <a:defRPr sz="2800" b="1">
                <a:solidFill>
                  <a:schemeClr val="tx1"/>
                </a:solidFill>
                <a:latin typeface="Arial" panose="020B0604020202020204" pitchFamily="34" charset="0"/>
                <a:ea typeface="幼圆" panose="02010509060101010101" pitchFamily="49" charset="-122"/>
              </a:defRPr>
            </a:lvl4pPr>
            <a:lvl5pPr marL="2057400" indent="-228600">
              <a:defRPr sz="2800" b="1">
                <a:solidFill>
                  <a:schemeClr val="tx1"/>
                </a:solidFill>
                <a:latin typeface="Arial" panose="020B0604020202020204" pitchFamily="34" charset="0"/>
                <a:ea typeface="幼圆" panose="02010509060101010101" pitchFamily="49" charset="-122"/>
              </a:defRPr>
            </a:lvl5pPr>
            <a:lvl6pPr marL="2514600" indent="-228600" eaLnBrk="0" fontAlgn="base" hangingPunct="0">
              <a:spcBef>
                <a:spcPct val="0"/>
              </a:spcBef>
              <a:spcAft>
                <a:spcPct val="0"/>
              </a:spcAft>
              <a:defRPr sz="2800" b="1">
                <a:solidFill>
                  <a:schemeClr val="tx1"/>
                </a:solidFill>
                <a:latin typeface="Arial" panose="020B0604020202020204" pitchFamily="34" charset="0"/>
                <a:ea typeface="幼圆" panose="02010509060101010101" pitchFamily="49" charset="-122"/>
              </a:defRPr>
            </a:lvl6pPr>
            <a:lvl7pPr marL="2971800" indent="-228600" eaLnBrk="0" fontAlgn="base" hangingPunct="0">
              <a:spcBef>
                <a:spcPct val="0"/>
              </a:spcBef>
              <a:spcAft>
                <a:spcPct val="0"/>
              </a:spcAft>
              <a:defRPr sz="2800" b="1">
                <a:solidFill>
                  <a:schemeClr val="tx1"/>
                </a:solidFill>
                <a:latin typeface="Arial" panose="020B0604020202020204" pitchFamily="34" charset="0"/>
                <a:ea typeface="幼圆" panose="02010509060101010101" pitchFamily="49" charset="-122"/>
              </a:defRPr>
            </a:lvl7pPr>
            <a:lvl8pPr marL="3429000" indent="-228600" eaLnBrk="0" fontAlgn="base" hangingPunct="0">
              <a:spcBef>
                <a:spcPct val="0"/>
              </a:spcBef>
              <a:spcAft>
                <a:spcPct val="0"/>
              </a:spcAft>
              <a:defRPr sz="2800" b="1">
                <a:solidFill>
                  <a:schemeClr val="tx1"/>
                </a:solidFill>
                <a:latin typeface="Arial" panose="020B0604020202020204" pitchFamily="34" charset="0"/>
                <a:ea typeface="幼圆" panose="02010509060101010101" pitchFamily="49" charset="-122"/>
              </a:defRPr>
            </a:lvl8pPr>
            <a:lvl9pPr marL="3886200" indent="-228600" eaLnBrk="0" fontAlgn="base" hangingPunct="0">
              <a:spcBef>
                <a:spcPct val="0"/>
              </a:spcBef>
              <a:spcAft>
                <a:spcPct val="0"/>
              </a:spcAft>
              <a:defRPr sz="2800" b="1">
                <a:solidFill>
                  <a:schemeClr val="tx1"/>
                </a:solidFill>
                <a:latin typeface="Arial" panose="020B0604020202020204" pitchFamily="34" charset="0"/>
                <a:ea typeface="幼圆" panose="02010509060101010101" pitchFamily="49" charset="-122"/>
              </a:defRPr>
            </a:lvl9pPr>
          </a:lstStyle>
          <a:p>
            <a:pPr indent="0" eaLnBrk="1" hangingPunct="1">
              <a:buNone/>
            </a:pPr>
            <a:r>
              <a:rPr lang="en-US" altLang="zh-CN" sz="2200">
                <a:latin typeface="幼圆" panose="02010509060101010101" pitchFamily="49" charset="-122"/>
              </a:rPr>
              <a:t>F</a:t>
            </a:r>
            <a:r>
              <a:rPr lang="en-US" altLang="zh-CN" sz="2200" baseline="-25000">
                <a:latin typeface="幼圆" panose="02010509060101010101" pitchFamily="49" charset="-122"/>
              </a:rPr>
              <a:t>a1</a:t>
            </a:r>
            <a:r>
              <a:rPr lang="en-US" altLang="zh-CN" sz="2200">
                <a:latin typeface="幼圆" panose="02010509060101010101" pitchFamily="49" charset="-122"/>
              </a:rPr>
              <a:t>=F</a:t>
            </a:r>
            <a:r>
              <a:rPr lang="en-US" altLang="zh-CN" sz="2200" baseline="-25000">
                <a:latin typeface="幼圆" panose="02010509060101010101" pitchFamily="49" charset="-122"/>
              </a:rPr>
              <a:t>S1</a:t>
            </a:r>
            <a:r>
              <a:rPr lang="en-US" altLang="zh-CN" sz="2200">
                <a:latin typeface="幼圆" panose="02010509060101010101" pitchFamily="49" charset="-122"/>
              </a:rPr>
              <a:t>-</a:t>
            </a:r>
            <a:r>
              <a:rPr lang="en-US" altLang="zh-CN" sz="2200">
                <a:latin typeface="幼圆" panose="02010509060101010101" pitchFamily="49" charset="-122"/>
              </a:rPr>
              <a:t>F</a:t>
            </a:r>
            <a:r>
              <a:rPr lang="en-US" altLang="zh-CN" sz="2200" baseline="-25000">
                <a:latin typeface="幼圆" panose="02010509060101010101" pitchFamily="49" charset="-122"/>
              </a:rPr>
              <a:t>a</a:t>
            </a:r>
            <a:r>
              <a:rPr lang="en-US" altLang="zh-CN" sz="2200">
                <a:latin typeface="幼圆" panose="02010509060101010101" pitchFamily="49" charset="-122"/>
              </a:rPr>
              <a:t>=9520-2000=7520N</a:t>
            </a:r>
            <a:endParaRPr lang="en-US" altLang="zh-CN" sz="2200" baseline="-25000">
              <a:latin typeface="幼圆" panose="02010509060101010101" pitchFamily="49" charset="-122"/>
            </a:endParaRPr>
          </a:p>
        </p:txBody>
      </p:sp>
      <p:sp>
        <p:nvSpPr>
          <p:cNvPr id="138254" name="Text Box 14"/>
          <p:cNvSpPr txBox="1">
            <a:spLocks noChangeArrowheads="1"/>
          </p:cNvSpPr>
          <p:nvPr/>
        </p:nvSpPr>
        <p:spPr bwMode="auto">
          <a:xfrm>
            <a:off x="2181225" y="5672138"/>
            <a:ext cx="1819910" cy="4972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800" b="1">
                <a:solidFill>
                  <a:schemeClr val="tx1"/>
                </a:solidFill>
                <a:latin typeface="Arial" panose="020B0604020202020204" pitchFamily="34" charset="0"/>
                <a:ea typeface="幼圆" panose="02010509060101010101" pitchFamily="49" charset="-122"/>
              </a:defRPr>
            </a:lvl1pPr>
            <a:lvl2pPr marL="742950" indent="-285750">
              <a:defRPr sz="2800" b="1">
                <a:solidFill>
                  <a:schemeClr val="tx1"/>
                </a:solidFill>
                <a:latin typeface="Arial" panose="020B0604020202020204" pitchFamily="34" charset="0"/>
                <a:ea typeface="幼圆" panose="02010509060101010101" pitchFamily="49" charset="-122"/>
              </a:defRPr>
            </a:lvl2pPr>
            <a:lvl3pPr marL="1143000" indent="-228600">
              <a:defRPr sz="2800" b="1">
                <a:solidFill>
                  <a:schemeClr val="tx1"/>
                </a:solidFill>
                <a:latin typeface="Arial" panose="020B0604020202020204" pitchFamily="34" charset="0"/>
                <a:ea typeface="幼圆" panose="02010509060101010101" pitchFamily="49" charset="-122"/>
              </a:defRPr>
            </a:lvl3pPr>
            <a:lvl4pPr marL="1600200" indent="-228600">
              <a:defRPr sz="2800" b="1">
                <a:solidFill>
                  <a:schemeClr val="tx1"/>
                </a:solidFill>
                <a:latin typeface="Arial" panose="020B0604020202020204" pitchFamily="34" charset="0"/>
                <a:ea typeface="幼圆" panose="02010509060101010101" pitchFamily="49" charset="-122"/>
              </a:defRPr>
            </a:lvl4pPr>
            <a:lvl5pPr marL="2057400" indent="-228600">
              <a:defRPr sz="2800" b="1">
                <a:solidFill>
                  <a:schemeClr val="tx1"/>
                </a:solidFill>
                <a:latin typeface="Arial" panose="020B0604020202020204" pitchFamily="34" charset="0"/>
                <a:ea typeface="幼圆" panose="02010509060101010101" pitchFamily="49" charset="-122"/>
              </a:defRPr>
            </a:lvl5pPr>
            <a:lvl6pPr marL="2514600" indent="-228600" eaLnBrk="0" fontAlgn="base" hangingPunct="0">
              <a:spcBef>
                <a:spcPct val="0"/>
              </a:spcBef>
              <a:spcAft>
                <a:spcPct val="0"/>
              </a:spcAft>
              <a:defRPr sz="2800" b="1">
                <a:solidFill>
                  <a:schemeClr val="tx1"/>
                </a:solidFill>
                <a:latin typeface="Arial" panose="020B0604020202020204" pitchFamily="34" charset="0"/>
                <a:ea typeface="幼圆" panose="02010509060101010101" pitchFamily="49" charset="-122"/>
              </a:defRPr>
            </a:lvl6pPr>
            <a:lvl7pPr marL="2971800" indent="-228600" eaLnBrk="0" fontAlgn="base" hangingPunct="0">
              <a:spcBef>
                <a:spcPct val="0"/>
              </a:spcBef>
              <a:spcAft>
                <a:spcPct val="0"/>
              </a:spcAft>
              <a:defRPr sz="2800" b="1">
                <a:solidFill>
                  <a:schemeClr val="tx1"/>
                </a:solidFill>
                <a:latin typeface="Arial" panose="020B0604020202020204" pitchFamily="34" charset="0"/>
                <a:ea typeface="幼圆" panose="02010509060101010101" pitchFamily="49" charset="-122"/>
              </a:defRPr>
            </a:lvl7pPr>
            <a:lvl8pPr marL="3429000" indent="-228600" eaLnBrk="0" fontAlgn="base" hangingPunct="0">
              <a:spcBef>
                <a:spcPct val="0"/>
              </a:spcBef>
              <a:spcAft>
                <a:spcPct val="0"/>
              </a:spcAft>
              <a:defRPr sz="2800" b="1">
                <a:solidFill>
                  <a:schemeClr val="tx1"/>
                </a:solidFill>
                <a:latin typeface="Arial" panose="020B0604020202020204" pitchFamily="34" charset="0"/>
                <a:ea typeface="幼圆" panose="02010509060101010101" pitchFamily="49" charset="-122"/>
              </a:defRPr>
            </a:lvl8pPr>
            <a:lvl9pPr marL="3886200" indent="-228600" eaLnBrk="0" fontAlgn="base" hangingPunct="0">
              <a:spcBef>
                <a:spcPct val="0"/>
              </a:spcBef>
              <a:spcAft>
                <a:spcPct val="0"/>
              </a:spcAft>
              <a:defRPr sz="2800" b="1">
                <a:solidFill>
                  <a:schemeClr val="tx1"/>
                </a:solidFill>
                <a:latin typeface="Arial" panose="020B0604020202020204" pitchFamily="34" charset="0"/>
                <a:ea typeface="幼圆" panose="02010509060101010101" pitchFamily="49" charset="-122"/>
              </a:defRPr>
            </a:lvl9pPr>
          </a:lstStyle>
          <a:p>
            <a:pPr indent="0" eaLnBrk="1" hangingPunct="1">
              <a:buNone/>
            </a:pPr>
            <a:r>
              <a:rPr lang="en-US" altLang="zh-CN" sz="2200">
                <a:latin typeface="幼圆" panose="02010509060101010101" pitchFamily="49" charset="-122"/>
              </a:rPr>
              <a:t>F</a:t>
            </a:r>
            <a:r>
              <a:rPr lang="en-US" altLang="zh-CN" sz="2200" baseline="-25000">
                <a:latin typeface="幼圆" panose="02010509060101010101" pitchFamily="49" charset="-122"/>
              </a:rPr>
              <a:t>a2</a:t>
            </a:r>
            <a:r>
              <a:rPr lang="en-US" altLang="zh-CN" sz="2200">
                <a:latin typeface="幼圆" panose="02010509060101010101" pitchFamily="49" charset="-122"/>
              </a:rPr>
              <a:t>=F</a:t>
            </a:r>
            <a:r>
              <a:rPr lang="en-US" altLang="zh-CN" sz="2200" baseline="-25000">
                <a:latin typeface="幼圆" panose="02010509060101010101" pitchFamily="49" charset="-122"/>
              </a:rPr>
              <a:t>S2</a:t>
            </a:r>
            <a:r>
              <a:rPr lang="en-US" altLang="zh-CN" sz="2200">
                <a:latin typeface="幼圆" panose="02010509060101010101" pitchFamily="49" charset="-122"/>
              </a:rPr>
              <a:t>=9520N</a:t>
            </a:r>
            <a:endParaRPr lang="en-US" altLang="zh-CN" sz="2200" baseline="-25000">
              <a:latin typeface="幼圆" panose="02010509060101010101" pitchFamily="49" charset="-122"/>
            </a:endParaRPr>
          </a:p>
        </p:txBody>
      </p:sp>
    </p:spTree>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138244"/>
                                        </p:tgtEl>
                                        <p:attrNameLst>
                                          <p:attrName>style.visibility</p:attrName>
                                        </p:attrNameLst>
                                      </p:cBhvr>
                                      <p:to>
                                        <p:strVal val="visible"/>
                                      </p:to>
                                    </p:set>
                                    <p:animEffect transition="in" filter="wipe(left)">
                                      <p:cBhvr>
                                        <p:cTn id="7" dur="500"/>
                                        <p:tgtEl>
                                          <p:spTgt spid="13824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38245"/>
                                        </p:tgtEl>
                                        <p:attrNameLst>
                                          <p:attrName>style.visibility</p:attrName>
                                        </p:attrNameLst>
                                      </p:cBhvr>
                                      <p:to>
                                        <p:strVal val="visible"/>
                                      </p:to>
                                    </p:set>
                                    <p:animEffect transition="in" filter="wipe(left)">
                                      <p:cBhvr>
                                        <p:cTn id="12" dur="500"/>
                                        <p:tgtEl>
                                          <p:spTgt spid="138245"/>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138247"/>
                                        </p:tgtEl>
                                        <p:attrNameLst>
                                          <p:attrName>style.visibility</p:attrName>
                                        </p:attrNameLst>
                                      </p:cBhvr>
                                      <p:to>
                                        <p:strVal val="visible"/>
                                      </p:to>
                                    </p:set>
                                    <p:animEffect transition="in" filter="wipe(left)">
                                      <p:cBhvr>
                                        <p:cTn id="17" dur="500"/>
                                        <p:tgtEl>
                                          <p:spTgt spid="138247"/>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138248"/>
                                        </p:tgtEl>
                                        <p:attrNameLst>
                                          <p:attrName>style.visibility</p:attrName>
                                        </p:attrNameLst>
                                      </p:cBhvr>
                                      <p:to>
                                        <p:strVal val="visible"/>
                                      </p:to>
                                    </p:set>
                                    <p:animEffect transition="in" filter="wipe(left)">
                                      <p:cBhvr>
                                        <p:cTn id="22" dur="500"/>
                                        <p:tgtEl>
                                          <p:spTgt spid="138248"/>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138249"/>
                                        </p:tgtEl>
                                        <p:attrNameLst>
                                          <p:attrName>style.visibility</p:attrName>
                                        </p:attrNameLst>
                                      </p:cBhvr>
                                      <p:to>
                                        <p:strVal val="visible"/>
                                      </p:to>
                                    </p:set>
                                    <p:animEffect transition="in" filter="wipe(left)">
                                      <p:cBhvr>
                                        <p:cTn id="27" dur="500"/>
                                        <p:tgtEl>
                                          <p:spTgt spid="138249"/>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138251"/>
                                        </p:tgtEl>
                                        <p:attrNameLst>
                                          <p:attrName>style.visibility</p:attrName>
                                        </p:attrNameLst>
                                      </p:cBhvr>
                                      <p:to>
                                        <p:strVal val="visible"/>
                                      </p:to>
                                    </p:set>
                                    <p:animEffect transition="in" filter="wipe(left)">
                                      <p:cBhvr>
                                        <p:cTn id="32" dur="500"/>
                                        <p:tgtEl>
                                          <p:spTgt spid="138251"/>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138252"/>
                                        </p:tgtEl>
                                        <p:attrNameLst>
                                          <p:attrName>style.visibility</p:attrName>
                                        </p:attrNameLst>
                                      </p:cBhvr>
                                      <p:to>
                                        <p:strVal val="visible"/>
                                      </p:to>
                                    </p:set>
                                    <p:animEffect transition="in" filter="wipe(left)">
                                      <p:cBhvr>
                                        <p:cTn id="37" dur="500"/>
                                        <p:tgtEl>
                                          <p:spTgt spid="138252"/>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138253"/>
                                        </p:tgtEl>
                                        <p:attrNameLst>
                                          <p:attrName>style.visibility</p:attrName>
                                        </p:attrNameLst>
                                      </p:cBhvr>
                                      <p:to>
                                        <p:strVal val="visible"/>
                                      </p:to>
                                    </p:set>
                                    <p:animEffect transition="in" filter="wipe(left)">
                                      <p:cBhvr>
                                        <p:cTn id="42" dur="500"/>
                                        <p:tgtEl>
                                          <p:spTgt spid="138253"/>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grpId="0" nodeType="clickEffect">
                                  <p:stCondLst>
                                    <p:cond delay="0"/>
                                  </p:stCondLst>
                                  <p:childTnLst>
                                    <p:set>
                                      <p:cBhvr>
                                        <p:cTn id="46" dur="1" fill="hold">
                                          <p:stCondLst>
                                            <p:cond delay="0"/>
                                          </p:stCondLst>
                                        </p:cTn>
                                        <p:tgtEl>
                                          <p:spTgt spid="138254"/>
                                        </p:tgtEl>
                                        <p:attrNameLst>
                                          <p:attrName>style.visibility</p:attrName>
                                        </p:attrNameLst>
                                      </p:cBhvr>
                                      <p:to>
                                        <p:strVal val="visible"/>
                                      </p:to>
                                    </p:set>
                                    <p:animEffect transition="in" filter="wipe(left)">
                                      <p:cBhvr>
                                        <p:cTn id="47" dur="500"/>
                                        <p:tgtEl>
                                          <p:spTgt spid="13825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8244" grpId="0" bldLvl="0" animBg="1"/>
      <p:bldP spid="138245" grpId="0" bldLvl="0" animBg="1"/>
      <p:bldP spid="138249" grpId="0" bldLvl="0" animBg="1"/>
      <p:bldP spid="138251" grpId="0" bldLvl="0" animBg="1"/>
      <p:bldP spid="138252" grpId="0" bldLvl="0" animBg="1"/>
      <p:bldP spid="138253" grpId="0" bldLvl="0" animBg="1"/>
      <p:bldP spid="138254" grpId="0" bldLvl="0" animBg="1"/>
    </p:bldLst>
  </p:timing>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268" name="Text Box 4"/>
          <p:cNvSpPr txBox="1">
            <a:spLocks noChangeArrowheads="1"/>
          </p:cNvSpPr>
          <p:nvPr/>
        </p:nvSpPr>
        <p:spPr bwMode="auto">
          <a:xfrm>
            <a:off x="554038" y="396875"/>
            <a:ext cx="2289810" cy="4972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800" b="1">
                <a:solidFill>
                  <a:schemeClr val="tx1"/>
                </a:solidFill>
                <a:latin typeface="Arial" panose="020B0604020202020204" pitchFamily="34" charset="0"/>
                <a:ea typeface="幼圆" panose="02010509060101010101" pitchFamily="49" charset="-122"/>
              </a:defRPr>
            </a:lvl1pPr>
            <a:lvl2pPr marL="742950" indent="-285750">
              <a:defRPr sz="2800" b="1">
                <a:solidFill>
                  <a:schemeClr val="tx1"/>
                </a:solidFill>
                <a:latin typeface="Arial" panose="020B0604020202020204" pitchFamily="34" charset="0"/>
                <a:ea typeface="幼圆" panose="02010509060101010101" pitchFamily="49" charset="-122"/>
              </a:defRPr>
            </a:lvl2pPr>
            <a:lvl3pPr marL="1143000" indent="-228600">
              <a:defRPr sz="2800" b="1">
                <a:solidFill>
                  <a:schemeClr val="tx1"/>
                </a:solidFill>
                <a:latin typeface="Arial" panose="020B0604020202020204" pitchFamily="34" charset="0"/>
                <a:ea typeface="幼圆" panose="02010509060101010101" pitchFamily="49" charset="-122"/>
              </a:defRPr>
            </a:lvl3pPr>
            <a:lvl4pPr marL="1600200" indent="-228600">
              <a:defRPr sz="2800" b="1">
                <a:solidFill>
                  <a:schemeClr val="tx1"/>
                </a:solidFill>
                <a:latin typeface="Arial" panose="020B0604020202020204" pitchFamily="34" charset="0"/>
                <a:ea typeface="幼圆" panose="02010509060101010101" pitchFamily="49" charset="-122"/>
              </a:defRPr>
            </a:lvl4pPr>
            <a:lvl5pPr marL="2057400" indent="-228600">
              <a:defRPr sz="2800" b="1">
                <a:solidFill>
                  <a:schemeClr val="tx1"/>
                </a:solidFill>
                <a:latin typeface="Arial" panose="020B0604020202020204" pitchFamily="34" charset="0"/>
                <a:ea typeface="幼圆" panose="02010509060101010101" pitchFamily="49" charset="-122"/>
              </a:defRPr>
            </a:lvl5pPr>
            <a:lvl6pPr marL="2514600" indent="-228600" eaLnBrk="0" fontAlgn="base" hangingPunct="0">
              <a:spcBef>
                <a:spcPct val="0"/>
              </a:spcBef>
              <a:spcAft>
                <a:spcPct val="0"/>
              </a:spcAft>
              <a:defRPr sz="2800" b="1">
                <a:solidFill>
                  <a:schemeClr val="tx1"/>
                </a:solidFill>
                <a:latin typeface="Arial" panose="020B0604020202020204" pitchFamily="34" charset="0"/>
                <a:ea typeface="幼圆" panose="02010509060101010101" pitchFamily="49" charset="-122"/>
              </a:defRPr>
            </a:lvl6pPr>
            <a:lvl7pPr marL="2971800" indent="-228600" eaLnBrk="0" fontAlgn="base" hangingPunct="0">
              <a:spcBef>
                <a:spcPct val="0"/>
              </a:spcBef>
              <a:spcAft>
                <a:spcPct val="0"/>
              </a:spcAft>
              <a:defRPr sz="2800" b="1">
                <a:solidFill>
                  <a:schemeClr val="tx1"/>
                </a:solidFill>
                <a:latin typeface="Arial" panose="020B0604020202020204" pitchFamily="34" charset="0"/>
                <a:ea typeface="幼圆" panose="02010509060101010101" pitchFamily="49" charset="-122"/>
              </a:defRPr>
            </a:lvl7pPr>
            <a:lvl8pPr marL="3429000" indent="-228600" eaLnBrk="0" fontAlgn="base" hangingPunct="0">
              <a:spcBef>
                <a:spcPct val="0"/>
              </a:spcBef>
              <a:spcAft>
                <a:spcPct val="0"/>
              </a:spcAft>
              <a:defRPr sz="2800" b="1">
                <a:solidFill>
                  <a:schemeClr val="tx1"/>
                </a:solidFill>
                <a:latin typeface="Arial" panose="020B0604020202020204" pitchFamily="34" charset="0"/>
                <a:ea typeface="幼圆" panose="02010509060101010101" pitchFamily="49" charset="-122"/>
              </a:defRPr>
            </a:lvl8pPr>
            <a:lvl9pPr marL="3886200" indent="-228600" eaLnBrk="0" fontAlgn="base" hangingPunct="0">
              <a:spcBef>
                <a:spcPct val="0"/>
              </a:spcBef>
              <a:spcAft>
                <a:spcPct val="0"/>
              </a:spcAft>
              <a:defRPr sz="2800" b="1">
                <a:solidFill>
                  <a:schemeClr val="tx1"/>
                </a:solidFill>
                <a:latin typeface="Arial" panose="020B0604020202020204" pitchFamily="34" charset="0"/>
                <a:ea typeface="幼圆" panose="02010509060101010101" pitchFamily="49" charset="-122"/>
              </a:defRPr>
            </a:lvl9pPr>
          </a:lstStyle>
          <a:p>
            <a:pPr indent="0" eaLnBrk="1" hangingPunct="1">
              <a:buNone/>
            </a:pPr>
            <a:r>
              <a:rPr lang="en-US" altLang="zh-CN" sz="2200">
                <a:solidFill>
                  <a:srgbClr val="FF0000"/>
                </a:solidFill>
                <a:latin typeface="幼圆" panose="02010509060101010101" pitchFamily="49" charset="-122"/>
              </a:rPr>
              <a:t>3</a:t>
            </a:r>
            <a:r>
              <a:rPr lang="zh-CN" altLang="en-US" sz="2200">
                <a:solidFill>
                  <a:srgbClr val="FF0000"/>
                </a:solidFill>
                <a:latin typeface="幼圆" panose="02010509060101010101" pitchFamily="49" charset="-122"/>
              </a:rPr>
              <a:t>）当量动载荷</a:t>
            </a:r>
            <a:r>
              <a:rPr lang="en-US" altLang="zh-CN" sz="2200">
                <a:solidFill>
                  <a:srgbClr val="FF0000"/>
                </a:solidFill>
                <a:latin typeface="幼圆" panose="02010509060101010101" pitchFamily="49" charset="-122"/>
              </a:rPr>
              <a:t>P </a:t>
            </a:r>
            <a:endParaRPr lang="en-US" altLang="zh-CN" sz="2200">
              <a:solidFill>
                <a:srgbClr val="FF0000"/>
              </a:solidFill>
              <a:latin typeface="幼圆" panose="02010509060101010101" pitchFamily="49" charset="-122"/>
            </a:endParaRPr>
          </a:p>
        </p:txBody>
      </p:sp>
      <p:sp>
        <p:nvSpPr>
          <p:cNvPr id="139269" name="Text Box 5"/>
          <p:cNvSpPr txBox="1">
            <a:spLocks noChangeArrowheads="1"/>
          </p:cNvSpPr>
          <p:nvPr/>
        </p:nvSpPr>
        <p:spPr bwMode="auto">
          <a:xfrm>
            <a:off x="1083628" y="2155190"/>
            <a:ext cx="6407150" cy="4972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800" b="1">
                <a:solidFill>
                  <a:schemeClr val="tx1"/>
                </a:solidFill>
                <a:latin typeface="Arial" panose="020B0604020202020204" pitchFamily="34" charset="0"/>
                <a:ea typeface="幼圆" panose="02010509060101010101" pitchFamily="49" charset="-122"/>
              </a:defRPr>
            </a:lvl1pPr>
            <a:lvl2pPr marL="742950" indent="-285750">
              <a:defRPr sz="2800" b="1">
                <a:solidFill>
                  <a:schemeClr val="tx1"/>
                </a:solidFill>
                <a:latin typeface="Arial" panose="020B0604020202020204" pitchFamily="34" charset="0"/>
                <a:ea typeface="幼圆" panose="02010509060101010101" pitchFamily="49" charset="-122"/>
              </a:defRPr>
            </a:lvl2pPr>
            <a:lvl3pPr marL="1143000" indent="-228600">
              <a:defRPr sz="2800" b="1">
                <a:solidFill>
                  <a:schemeClr val="tx1"/>
                </a:solidFill>
                <a:latin typeface="Arial" panose="020B0604020202020204" pitchFamily="34" charset="0"/>
                <a:ea typeface="幼圆" panose="02010509060101010101" pitchFamily="49" charset="-122"/>
              </a:defRPr>
            </a:lvl3pPr>
            <a:lvl4pPr marL="1600200" indent="-228600">
              <a:defRPr sz="2800" b="1">
                <a:solidFill>
                  <a:schemeClr val="tx1"/>
                </a:solidFill>
                <a:latin typeface="Arial" panose="020B0604020202020204" pitchFamily="34" charset="0"/>
                <a:ea typeface="幼圆" panose="02010509060101010101" pitchFamily="49" charset="-122"/>
              </a:defRPr>
            </a:lvl4pPr>
            <a:lvl5pPr marL="2057400" indent="-228600">
              <a:defRPr sz="2800" b="1">
                <a:solidFill>
                  <a:schemeClr val="tx1"/>
                </a:solidFill>
                <a:latin typeface="Arial" panose="020B0604020202020204" pitchFamily="34" charset="0"/>
                <a:ea typeface="幼圆" panose="02010509060101010101" pitchFamily="49" charset="-122"/>
              </a:defRPr>
            </a:lvl5pPr>
            <a:lvl6pPr marL="2514600" indent="-228600" eaLnBrk="0" fontAlgn="base" hangingPunct="0">
              <a:spcBef>
                <a:spcPct val="0"/>
              </a:spcBef>
              <a:spcAft>
                <a:spcPct val="0"/>
              </a:spcAft>
              <a:defRPr sz="2800" b="1">
                <a:solidFill>
                  <a:schemeClr val="tx1"/>
                </a:solidFill>
                <a:latin typeface="Arial" panose="020B0604020202020204" pitchFamily="34" charset="0"/>
                <a:ea typeface="幼圆" panose="02010509060101010101" pitchFamily="49" charset="-122"/>
              </a:defRPr>
            </a:lvl6pPr>
            <a:lvl7pPr marL="2971800" indent="-228600" eaLnBrk="0" fontAlgn="base" hangingPunct="0">
              <a:spcBef>
                <a:spcPct val="0"/>
              </a:spcBef>
              <a:spcAft>
                <a:spcPct val="0"/>
              </a:spcAft>
              <a:defRPr sz="2800" b="1">
                <a:solidFill>
                  <a:schemeClr val="tx1"/>
                </a:solidFill>
                <a:latin typeface="Arial" panose="020B0604020202020204" pitchFamily="34" charset="0"/>
                <a:ea typeface="幼圆" panose="02010509060101010101" pitchFamily="49" charset="-122"/>
              </a:defRPr>
            </a:lvl7pPr>
            <a:lvl8pPr marL="3429000" indent="-228600" eaLnBrk="0" fontAlgn="base" hangingPunct="0">
              <a:spcBef>
                <a:spcPct val="0"/>
              </a:spcBef>
              <a:spcAft>
                <a:spcPct val="0"/>
              </a:spcAft>
              <a:defRPr sz="2800" b="1">
                <a:solidFill>
                  <a:schemeClr val="tx1"/>
                </a:solidFill>
                <a:latin typeface="Arial" panose="020B0604020202020204" pitchFamily="34" charset="0"/>
                <a:ea typeface="幼圆" panose="02010509060101010101" pitchFamily="49" charset="-122"/>
              </a:defRPr>
            </a:lvl8pPr>
            <a:lvl9pPr marL="3886200" indent="-228600" eaLnBrk="0" fontAlgn="base" hangingPunct="0">
              <a:spcBef>
                <a:spcPct val="0"/>
              </a:spcBef>
              <a:spcAft>
                <a:spcPct val="0"/>
              </a:spcAft>
              <a:defRPr sz="2800" b="1">
                <a:solidFill>
                  <a:schemeClr val="tx1"/>
                </a:solidFill>
                <a:latin typeface="Arial" panose="020B0604020202020204" pitchFamily="34" charset="0"/>
                <a:ea typeface="幼圆" panose="02010509060101010101" pitchFamily="49" charset="-122"/>
              </a:defRPr>
            </a:lvl9pPr>
          </a:lstStyle>
          <a:p>
            <a:pPr indent="0" eaLnBrk="1" hangingPunct="1">
              <a:buNone/>
            </a:pPr>
            <a:r>
              <a:rPr lang="en-US" altLang="zh-CN" sz="2200" b="0">
                <a:latin typeface="Times New Roman" panose="02020603050405020304" pitchFamily="18" charset="0"/>
                <a:ea typeface="黑体" panose="02010609060101010101" pitchFamily="49" charset="-122"/>
                <a:cs typeface="Times New Roman" panose="02020603050405020304" pitchFamily="18" charset="0"/>
              </a:rPr>
              <a:t>F</a:t>
            </a:r>
            <a:r>
              <a:rPr lang="en-US" altLang="zh-CN" sz="2200" b="0" baseline="-25000">
                <a:latin typeface="Times New Roman" panose="02020603050405020304" pitchFamily="18" charset="0"/>
                <a:ea typeface="黑体" panose="02010609060101010101" pitchFamily="49" charset="-122"/>
                <a:cs typeface="Times New Roman" panose="02020603050405020304" pitchFamily="18" charset="0"/>
              </a:rPr>
              <a:t>a2</a:t>
            </a:r>
            <a:r>
              <a:rPr lang="en-US" altLang="zh-CN" sz="2200" b="0">
                <a:latin typeface="Times New Roman" panose="02020603050405020304" pitchFamily="18" charset="0"/>
                <a:ea typeface="黑体" panose="02010609060101010101" pitchFamily="49" charset="-122"/>
                <a:cs typeface="Times New Roman" panose="02020603050405020304" pitchFamily="18" charset="0"/>
              </a:rPr>
              <a:t>/F</a:t>
            </a:r>
            <a:r>
              <a:rPr lang="en-US" altLang="zh-CN" sz="2200" b="0" baseline="-25000">
                <a:latin typeface="Times New Roman" panose="02020603050405020304" pitchFamily="18" charset="0"/>
                <a:ea typeface="黑体" panose="02010609060101010101" pitchFamily="49" charset="-122"/>
                <a:cs typeface="Times New Roman" panose="02020603050405020304" pitchFamily="18" charset="0"/>
              </a:rPr>
              <a:t>r2</a:t>
            </a:r>
            <a:r>
              <a:rPr lang="en-US" altLang="zh-CN" sz="2200" b="0">
                <a:latin typeface="Times New Roman" panose="02020603050405020304" pitchFamily="18" charset="0"/>
                <a:ea typeface="黑体" panose="02010609060101010101" pitchFamily="49" charset="-122"/>
                <a:cs typeface="Times New Roman" panose="02020603050405020304" pitchFamily="18" charset="0"/>
              </a:rPr>
              <a:t>=9520/14000=0.68=e</a:t>
            </a:r>
            <a:endParaRPr lang="en-US" altLang="zh-CN" sz="2200" b="0">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39270" name="Text Box 6"/>
          <p:cNvSpPr txBox="1">
            <a:spLocks noChangeArrowheads="1"/>
          </p:cNvSpPr>
          <p:nvPr/>
        </p:nvSpPr>
        <p:spPr bwMode="auto">
          <a:xfrm>
            <a:off x="5038725" y="2204720"/>
            <a:ext cx="3184525" cy="4972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800" b="1">
                <a:solidFill>
                  <a:schemeClr val="tx1"/>
                </a:solidFill>
                <a:latin typeface="Arial" panose="020B0604020202020204" pitchFamily="34" charset="0"/>
                <a:ea typeface="幼圆" panose="02010509060101010101" pitchFamily="49" charset="-122"/>
              </a:defRPr>
            </a:lvl1pPr>
            <a:lvl2pPr marL="742950" indent="-285750">
              <a:defRPr sz="2800" b="1">
                <a:solidFill>
                  <a:schemeClr val="tx1"/>
                </a:solidFill>
                <a:latin typeface="Arial" panose="020B0604020202020204" pitchFamily="34" charset="0"/>
                <a:ea typeface="幼圆" panose="02010509060101010101" pitchFamily="49" charset="-122"/>
              </a:defRPr>
            </a:lvl2pPr>
            <a:lvl3pPr marL="1143000" indent="-228600">
              <a:defRPr sz="2800" b="1">
                <a:solidFill>
                  <a:schemeClr val="tx1"/>
                </a:solidFill>
                <a:latin typeface="Arial" panose="020B0604020202020204" pitchFamily="34" charset="0"/>
                <a:ea typeface="幼圆" panose="02010509060101010101" pitchFamily="49" charset="-122"/>
              </a:defRPr>
            </a:lvl3pPr>
            <a:lvl4pPr marL="1600200" indent="-228600">
              <a:defRPr sz="2800" b="1">
                <a:solidFill>
                  <a:schemeClr val="tx1"/>
                </a:solidFill>
                <a:latin typeface="Arial" panose="020B0604020202020204" pitchFamily="34" charset="0"/>
                <a:ea typeface="幼圆" panose="02010509060101010101" pitchFamily="49" charset="-122"/>
              </a:defRPr>
            </a:lvl4pPr>
            <a:lvl5pPr marL="2057400" indent="-228600">
              <a:defRPr sz="2800" b="1">
                <a:solidFill>
                  <a:schemeClr val="tx1"/>
                </a:solidFill>
                <a:latin typeface="Arial" panose="020B0604020202020204" pitchFamily="34" charset="0"/>
                <a:ea typeface="幼圆" panose="02010509060101010101" pitchFamily="49" charset="-122"/>
              </a:defRPr>
            </a:lvl5pPr>
            <a:lvl6pPr marL="2514600" indent="-228600" eaLnBrk="0" fontAlgn="base" hangingPunct="0">
              <a:spcBef>
                <a:spcPct val="0"/>
              </a:spcBef>
              <a:spcAft>
                <a:spcPct val="0"/>
              </a:spcAft>
              <a:defRPr sz="2800" b="1">
                <a:solidFill>
                  <a:schemeClr val="tx1"/>
                </a:solidFill>
                <a:latin typeface="Arial" panose="020B0604020202020204" pitchFamily="34" charset="0"/>
                <a:ea typeface="幼圆" panose="02010509060101010101" pitchFamily="49" charset="-122"/>
              </a:defRPr>
            </a:lvl6pPr>
            <a:lvl7pPr marL="2971800" indent="-228600" eaLnBrk="0" fontAlgn="base" hangingPunct="0">
              <a:spcBef>
                <a:spcPct val="0"/>
              </a:spcBef>
              <a:spcAft>
                <a:spcPct val="0"/>
              </a:spcAft>
              <a:defRPr sz="2800" b="1">
                <a:solidFill>
                  <a:schemeClr val="tx1"/>
                </a:solidFill>
                <a:latin typeface="Arial" panose="020B0604020202020204" pitchFamily="34" charset="0"/>
                <a:ea typeface="幼圆" panose="02010509060101010101" pitchFamily="49" charset="-122"/>
              </a:defRPr>
            </a:lvl7pPr>
            <a:lvl8pPr marL="3429000" indent="-228600" eaLnBrk="0" fontAlgn="base" hangingPunct="0">
              <a:spcBef>
                <a:spcPct val="0"/>
              </a:spcBef>
              <a:spcAft>
                <a:spcPct val="0"/>
              </a:spcAft>
              <a:defRPr sz="2800" b="1">
                <a:solidFill>
                  <a:schemeClr val="tx1"/>
                </a:solidFill>
                <a:latin typeface="Arial" panose="020B0604020202020204" pitchFamily="34" charset="0"/>
                <a:ea typeface="幼圆" panose="02010509060101010101" pitchFamily="49" charset="-122"/>
              </a:defRPr>
            </a:lvl8pPr>
            <a:lvl9pPr marL="3886200" indent="-228600" eaLnBrk="0" fontAlgn="base" hangingPunct="0">
              <a:spcBef>
                <a:spcPct val="0"/>
              </a:spcBef>
              <a:spcAft>
                <a:spcPct val="0"/>
              </a:spcAft>
              <a:defRPr sz="2800" b="1">
                <a:solidFill>
                  <a:schemeClr val="tx1"/>
                </a:solidFill>
                <a:latin typeface="Arial" panose="020B0604020202020204" pitchFamily="34" charset="0"/>
                <a:ea typeface="幼圆" panose="02010509060101010101" pitchFamily="49" charset="-122"/>
              </a:defRPr>
            </a:lvl9pPr>
          </a:lstStyle>
          <a:p>
            <a:pPr indent="0" eaLnBrk="1" hangingPunct="1">
              <a:buNone/>
            </a:pPr>
            <a:r>
              <a:rPr lang="zh-CN" altLang="en-US" sz="2200">
                <a:latin typeface="幼圆" panose="02010509060101010101" pitchFamily="49" charset="-122"/>
              </a:rPr>
              <a:t>故</a:t>
            </a:r>
            <a:r>
              <a:rPr lang="en-US" altLang="zh-CN" sz="2200">
                <a:latin typeface="幼圆" panose="02010509060101010101" pitchFamily="49" charset="-122"/>
              </a:rPr>
              <a:t>:X</a:t>
            </a:r>
            <a:r>
              <a:rPr lang="en-US" altLang="zh-CN" sz="2200" baseline="-25000">
                <a:latin typeface="幼圆" panose="02010509060101010101" pitchFamily="49" charset="-122"/>
              </a:rPr>
              <a:t>2</a:t>
            </a:r>
            <a:r>
              <a:rPr lang="en-US" altLang="zh-CN" sz="2200">
                <a:latin typeface="幼圆" panose="02010509060101010101" pitchFamily="49" charset="-122"/>
              </a:rPr>
              <a:t>=1,Y</a:t>
            </a:r>
            <a:r>
              <a:rPr lang="en-US" altLang="zh-CN" sz="2200" baseline="-25000">
                <a:latin typeface="幼圆" panose="02010509060101010101" pitchFamily="49" charset="-122"/>
              </a:rPr>
              <a:t>2</a:t>
            </a:r>
            <a:r>
              <a:rPr lang="en-US" altLang="zh-CN" sz="2200">
                <a:latin typeface="幼圆" panose="02010509060101010101" pitchFamily="49" charset="-122"/>
              </a:rPr>
              <a:t>=0</a:t>
            </a:r>
            <a:endParaRPr lang="en-US" altLang="zh-CN" sz="2200">
              <a:latin typeface="幼圆" panose="02010509060101010101" pitchFamily="49" charset="-122"/>
            </a:endParaRPr>
          </a:p>
        </p:txBody>
      </p:sp>
      <p:sp>
        <p:nvSpPr>
          <p:cNvPr id="139271" name="Text Box 7"/>
          <p:cNvSpPr txBox="1">
            <a:spLocks noChangeArrowheads="1"/>
          </p:cNvSpPr>
          <p:nvPr/>
        </p:nvSpPr>
        <p:spPr bwMode="auto">
          <a:xfrm>
            <a:off x="1162368" y="929005"/>
            <a:ext cx="6407150" cy="4972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800" b="1">
                <a:solidFill>
                  <a:schemeClr val="tx1"/>
                </a:solidFill>
                <a:latin typeface="Arial" panose="020B0604020202020204" pitchFamily="34" charset="0"/>
                <a:ea typeface="幼圆" panose="02010509060101010101" pitchFamily="49" charset="-122"/>
              </a:defRPr>
            </a:lvl1pPr>
            <a:lvl2pPr marL="742950" indent="-285750">
              <a:defRPr sz="2800" b="1">
                <a:solidFill>
                  <a:schemeClr val="tx1"/>
                </a:solidFill>
                <a:latin typeface="Arial" panose="020B0604020202020204" pitchFamily="34" charset="0"/>
                <a:ea typeface="幼圆" panose="02010509060101010101" pitchFamily="49" charset="-122"/>
              </a:defRPr>
            </a:lvl2pPr>
            <a:lvl3pPr marL="1143000" indent="-228600">
              <a:defRPr sz="2800" b="1">
                <a:solidFill>
                  <a:schemeClr val="tx1"/>
                </a:solidFill>
                <a:latin typeface="Arial" panose="020B0604020202020204" pitchFamily="34" charset="0"/>
                <a:ea typeface="幼圆" panose="02010509060101010101" pitchFamily="49" charset="-122"/>
              </a:defRPr>
            </a:lvl3pPr>
            <a:lvl4pPr marL="1600200" indent="-228600">
              <a:defRPr sz="2800" b="1">
                <a:solidFill>
                  <a:schemeClr val="tx1"/>
                </a:solidFill>
                <a:latin typeface="Arial" panose="020B0604020202020204" pitchFamily="34" charset="0"/>
                <a:ea typeface="幼圆" panose="02010509060101010101" pitchFamily="49" charset="-122"/>
              </a:defRPr>
            </a:lvl4pPr>
            <a:lvl5pPr marL="2057400" indent="-228600">
              <a:defRPr sz="2800" b="1">
                <a:solidFill>
                  <a:schemeClr val="tx1"/>
                </a:solidFill>
                <a:latin typeface="Arial" panose="020B0604020202020204" pitchFamily="34" charset="0"/>
                <a:ea typeface="幼圆" panose="02010509060101010101" pitchFamily="49" charset="-122"/>
              </a:defRPr>
            </a:lvl5pPr>
            <a:lvl6pPr marL="2514600" indent="-228600" eaLnBrk="0" fontAlgn="base" hangingPunct="0">
              <a:spcBef>
                <a:spcPct val="0"/>
              </a:spcBef>
              <a:spcAft>
                <a:spcPct val="0"/>
              </a:spcAft>
              <a:defRPr sz="2800" b="1">
                <a:solidFill>
                  <a:schemeClr val="tx1"/>
                </a:solidFill>
                <a:latin typeface="Arial" panose="020B0604020202020204" pitchFamily="34" charset="0"/>
                <a:ea typeface="幼圆" panose="02010509060101010101" pitchFamily="49" charset="-122"/>
              </a:defRPr>
            </a:lvl6pPr>
            <a:lvl7pPr marL="2971800" indent="-228600" eaLnBrk="0" fontAlgn="base" hangingPunct="0">
              <a:spcBef>
                <a:spcPct val="0"/>
              </a:spcBef>
              <a:spcAft>
                <a:spcPct val="0"/>
              </a:spcAft>
              <a:defRPr sz="2800" b="1">
                <a:solidFill>
                  <a:schemeClr val="tx1"/>
                </a:solidFill>
                <a:latin typeface="Arial" panose="020B0604020202020204" pitchFamily="34" charset="0"/>
                <a:ea typeface="幼圆" panose="02010509060101010101" pitchFamily="49" charset="-122"/>
              </a:defRPr>
            </a:lvl7pPr>
            <a:lvl8pPr marL="3429000" indent="-228600" eaLnBrk="0" fontAlgn="base" hangingPunct="0">
              <a:spcBef>
                <a:spcPct val="0"/>
              </a:spcBef>
              <a:spcAft>
                <a:spcPct val="0"/>
              </a:spcAft>
              <a:defRPr sz="2800" b="1">
                <a:solidFill>
                  <a:schemeClr val="tx1"/>
                </a:solidFill>
                <a:latin typeface="Arial" panose="020B0604020202020204" pitchFamily="34" charset="0"/>
                <a:ea typeface="幼圆" panose="02010509060101010101" pitchFamily="49" charset="-122"/>
              </a:defRPr>
            </a:lvl8pPr>
            <a:lvl9pPr marL="3886200" indent="-228600" eaLnBrk="0" fontAlgn="base" hangingPunct="0">
              <a:spcBef>
                <a:spcPct val="0"/>
              </a:spcBef>
              <a:spcAft>
                <a:spcPct val="0"/>
              </a:spcAft>
              <a:defRPr sz="2800" b="1">
                <a:solidFill>
                  <a:schemeClr val="tx1"/>
                </a:solidFill>
                <a:latin typeface="Arial" panose="020B0604020202020204" pitchFamily="34" charset="0"/>
                <a:ea typeface="幼圆" panose="02010509060101010101" pitchFamily="49" charset="-122"/>
              </a:defRPr>
            </a:lvl9pPr>
          </a:lstStyle>
          <a:p>
            <a:pPr indent="0" eaLnBrk="1" hangingPunct="1">
              <a:buNone/>
            </a:pPr>
            <a:r>
              <a:rPr lang="en-US" altLang="zh-CN" sz="2200" b="0">
                <a:latin typeface="Times New Roman" panose="02020603050405020304" pitchFamily="18" charset="0"/>
                <a:cs typeface="Times New Roman" panose="02020603050405020304" pitchFamily="18" charset="0"/>
              </a:rPr>
              <a:t>F</a:t>
            </a:r>
            <a:r>
              <a:rPr lang="en-US" altLang="zh-CN" sz="2200" b="0" baseline="-25000">
                <a:latin typeface="Times New Roman" panose="02020603050405020304" pitchFamily="18" charset="0"/>
                <a:cs typeface="Times New Roman" panose="02020603050405020304" pitchFamily="18" charset="0"/>
              </a:rPr>
              <a:t>a1</a:t>
            </a:r>
            <a:r>
              <a:rPr lang="en-US" altLang="zh-CN" sz="2200" b="0">
                <a:latin typeface="Times New Roman" panose="02020603050405020304" pitchFamily="18" charset="0"/>
                <a:cs typeface="Times New Roman" panose="02020603050405020304" pitchFamily="18" charset="0"/>
              </a:rPr>
              <a:t>/F</a:t>
            </a:r>
            <a:r>
              <a:rPr lang="en-US" altLang="zh-CN" sz="2200" b="0" baseline="-25000">
                <a:latin typeface="Times New Roman" panose="02020603050405020304" pitchFamily="18" charset="0"/>
                <a:cs typeface="Times New Roman" panose="02020603050405020304" pitchFamily="18" charset="0"/>
              </a:rPr>
              <a:t>r1</a:t>
            </a:r>
            <a:r>
              <a:rPr lang="en-US" altLang="zh-CN" sz="2200" b="0">
                <a:latin typeface="Times New Roman" panose="02020603050405020304" pitchFamily="18" charset="0"/>
                <a:cs typeface="Times New Roman" panose="02020603050405020304" pitchFamily="18" charset="0"/>
              </a:rPr>
              <a:t>=7520/8000=0.94&gt;0.68</a:t>
            </a:r>
            <a:endParaRPr lang="en-US" altLang="zh-CN" sz="2200" b="0">
              <a:latin typeface="Times New Roman" panose="02020603050405020304" pitchFamily="18" charset="0"/>
              <a:cs typeface="Times New Roman" panose="02020603050405020304" pitchFamily="18" charset="0"/>
            </a:endParaRPr>
          </a:p>
        </p:txBody>
      </p:sp>
      <p:sp>
        <p:nvSpPr>
          <p:cNvPr id="139272" name="Text Box 8"/>
          <p:cNvSpPr txBox="1">
            <a:spLocks noChangeArrowheads="1"/>
          </p:cNvSpPr>
          <p:nvPr/>
        </p:nvSpPr>
        <p:spPr bwMode="auto">
          <a:xfrm>
            <a:off x="5196840" y="891540"/>
            <a:ext cx="2772410" cy="460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sz="2800" b="1">
                <a:solidFill>
                  <a:schemeClr val="tx1"/>
                </a:solidFill>
                <a:latin typeface="Arial" panose="020B0604020202020204" pitchFamily="34" charset="0"/>
                <a:ea typeface="幼圆" panose="02010509060101010101" pitchFamily="49" charset="-122"/>
              </a:defRPr>
            </a:lvl1pPr>
            <a:lvl2pPr marL="742950" indent="-285750">
              <a:defRPr sz="2800" b="1">
                <a:solidFill>
                  <a:schemeClr val="tx1"/>
                </a:solidFill>
                <a:latin typeface="Arial" panose="020B0604020202020204" pitchFamily="34" charset="0"/>
                <a:ea typeface="幼圆" panose="02010509060101010101" pitchFamily="49" charset="-122"/>
              </a:defRPr>
            </a:lvl2pPr>
            <a:lvl3pPr marL="1143000" indent="-228600">
              <a:defRPr sz="2800" b="1">
                <a:solidFill>
                  <a:schemeClr val="tx1"/>
                </a:solidFill>
                <a:latin typeface="Arial" panose="020B0604020202020204" pitchFamily="34" charset="0"/>
                <a:ea typeface="幼圆" panose="02010509060101010101" pitchFamily="49" charset="-122"/>
              </a:defRPr>
            </a:lvl3pPr>
            <a:lvl4pPr marL="1600200" indent="-228600">
              <a:defRPr sz="2800" b="1">
                <a:solidFill>
                  <a:schemeClr val="tx1"/>
                </a:solidFill>
                <a:latin typeface="Arial" panose="020B0604020202020204" pitchFamily="34" charset="0"/>
                <a:ea typeface="幼圆" panose="02010509060101010101" pitchFamily="49" charset="-122"/>
              </a:defRPr>
            </a:lvl4pPr>
            <a:lvl5pPr marL="2057400" indent="-228600">
              <a:defRPr sz="2800" b="1">
                <a:solidFill>
                  <a:schemeClr val="tx1"/>
                </a:solidFill>
                <a:latin typeface="Arial" panose="020B0604020202020204" pitchFamily="34" charset="0"/>
                <a:ea typeface="幼圆" panose="02010509060101010101" pitchFamily="49" charset="-122"/>
              </a:defRPr>
            </a:lvl5pPr>
            <a:lvl6pPr marL="2514600" indent="-228600" eaLnBrk="0" fontAlgn="base" hangingPunct="0">
              <a:spcBef>
                <a:spcPct val="0"/>
              </a:spcBef>
              <a:spcAft>
                <a:spcPct val="0"/>
              </a:spcAft>
              <a:defRPr sz="2800" b="1">
                <a:solidFill>
                  <a:schemeClr val="tx1"/>
                </a:solidFill>
                <a:latin typeface="Arial" panose="020B0604020202020204" pitchFamily="34" charset="0"/>
                <a:ea typeface="幼圆" panose="02010509060101010101" pitchFamily="49" charset="-122"/>
              </a:defRPr>
            </a:lvl6pPr>
            <a:lvl7pPr marL="2971800" indent="-228600" eaLnBrk="0" fontAlgn="base" hangingPunct="0">
              <a:spcBef>
                <a:spcPct val="0"/>
              </a:spcBef>
              <a:spcAft>
                <a:spcPct val="0"/>
              </a:spcAft>
              <a:defRPr sz="2800" b="1">
                <a:solidFill>
                  <a:schemeClr val="tx1"/>
                </a:solidFill>
                <a:latin typeface="Arial" panose="020B0604020202020204" pitchFamily="34" charset="0"/>
                <a:ea typeface="幼圆" panose="02010509060101010101" pitchFamily="49" charset="-122"/>
              </a:defRPr>
            </a:lvl7pPr>
            <a:lvl8pPr marL="3429000" indent="-228600" eaLnBrk="0" fontAlgn="base" hangingPunct="0">
              <a:spcBef>
                <a:spcPct val="0"/>
              </a:spcBef>
              <a:spcAft>
                <a:spcPct val="0"/>
              </a:spcAft>
              <a:defRPr sz="2800" b="1">
                <a:solidFill>
                  <a:schemeClr val="tx1"/>
                </a:solidFill>
                <a:latin typeface="Arial" panose="020B0604020202020204" pitchFamily="34" charset="0"/>
                <a:ea typeface="幼圆" panose="02010509060101010101" pitchFamily="49" charset="-122"/>
              </a:defRPr>
            </a:lvl8pPr>
            <a:lvl9pPr marL="3886200" indent="-228600" eaLnBrk="0" fontAlgn="base" hangingPunct="0">
              <a:spcBef>
                <a:spcPct val="0"/>
              </a:spcBef>
              <a:spcAft>
                <a:spcPct val="0"/>
              </a:spcAft>
              <a:defRPr sz="2800" b="1">
                <a:solidFill>
                  <a:schemeClr val="tx1"/>
                </a:solidFill>
                <a:latin typeface="Arial" panose="020B0604020202020204" pitchFamily="34" charset="0"/>
                <a:ea typeface="幼圆" panose="02010509060101010101" pitchFamily="49" charset="-122"/>
              </a:defRPr>
            </a:lvl9pPr>
          </a:lstStyle>
          <a:p>
            <a:pPr indent="0" eaLnBrk="1" hangingPunct="1">
              <a:buNone/>
            </a:pPr>
            <a:r>
              <a:rPr lang="zh-CN" altLang="en-US" sz="2000">
                <a:latin typeface="幼圆" panose="02010509060101010101" pitchFamily="49" charset="-122"/>
              </a:rPr>
              <a:t>故</a:t>
            </a:r>
            <a:r>
              <a:rPr lang="en-US" altLang="zh-CN" sz="2000">
                <a:latin typeface="幼圆" panose="02010509060101010101" pitchFamily="49" charset="-122"/>
              </a:rPr>
              <a:t>:P=0.41F</a:t>
            </a:r>
            <a:r>
              <a:rPr lang="en-US" altLang="zh-CN" sz="2000" baseline="-25000">
                <a:latin typeface="幼圆" panose="02010509060101010101" pitchFamily="49" charset="-122"/>
              </a:rPr>
              <a:t>r</a:t>
            </a:r>
            <a:r>
              <a:rPr lang="en-US" altLang="zh-CN" sz="2000">
                <a:latin typeface="幼圆" panose="02010509060101010101" pitchFamily="49" charset="-122"/>
              </a:rPr>
              <a:t>+0.87F</a:t>
            </a:r>
            <a:r>
              <a:rPr lang="en-US" altLang="zh-CN" sz="2000" baseline="-25000">
                <a:latin typeface="幼圆" panose="02010509060101010101" pitchFamily="49" charset="-122"/>
              </a:rPr>
              <a:t>a</a:t>
            </a:r>
            <a:endParaRPr lang="en-US" altLang="zh-CN" sz="2000" baseline="-25000">
              <a:latin typeface="幼圆" panose="02010509060101010101" pitchFamily="49" charset="-122"/>
            </a:endParaRPr>
          </a:p>
        </p:txBody>
      </p:sp>
      <p:sp>
        <p:nvSpPr>
          <p:cNvPr id="139273" name="Text Box 9"/>
          <p:cNvSpPr txBox="1">
            <a:spLocks noChangeArrowheads="1"/>
          </p:cNvSpPr>
          <p:nvPr/>
        </p:nvSpPr>
        <p:spPr bwMode="auto">
          <a:xfrm>
            <a:off x="1083628" y="2762885"/>
            <a:ext cx="7345362" cy="4972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800" b="1">
                <a:solidFill>
                  <a:schemeClr val="tx1"/>
                </a:solidFill>
                <a:latin typeface="Arial" panose="020B0604020202020204" pitchFamily="34" charset="0"/>
                <a:ea typeface="幼圆" panose="02010509060101010101" pitchFamily="49" charset="-122"/>
              </a:defRPr>
            </a:lvl1pPr>
            <a:lvl2pPr marL="742950" indent="-285750">
              <a:defRPr sz="2800" b="1">
                <a:solidFill>
                  <a:schemeClr val="tx1"/>
                </a:solidFill>
                <a:latin typeface="Arial" panose="020B0604020202020204" pitchFamily="34" charset="0"/>
                <a:ea typeface="幼圆" panose="02010509060101010101" pitchFamily="49" charset="-122"/>
              </a:defRPr>
            </a:lvl2pPr>
            <a:lvl3pPr marL="1143000" indent="-228600">
              <a:defRPr sz="2800" b="1">
                <a:solidFill>
                  <a:schemeClr val="tx1"/>
                </a:solidFill>
                <a:latin typeface="Arial" panose="020B0604020202020204" pitchFamily="34" charset="0"/>
                <a:ea typeface="幼圆" panose="02010509060101010101" pitchFamily="49" charset="-122"/>
              </a:defRPr>
            </a:lvl3pPr>
            <a:lvl4pPr marL="1600200" indent="-228600">
              <a:defRPr sz="2800" b="1">
                <a:solidFill>
                  <a:schemeClr val="tx1"/>
                </a:solidFill>
                <a:latin typeface="Arial" panose="020B0604020202020204" pitchFamily="34" charset="0"/>
                <a:ea typeface="幼圆" panose="02010509060101010101" pitchFamily="49" charset="-122"/>
              </a:defRPr>
            </a:lvl4pPr>
            <a:lvl5pPr marL="2057400" indent="-228600">
              <a:defRPr sz="2800" b="1">
                <a:solidFill>
                  <a:schemeClr val="tx1"/>
                </a:solidFill>
                <a:latin typeface="Arial" panose="020B0604020202020204" pitchFamily="34" charset="0"/>
                <a:ea typeface="幼圆" panose="02010509060101010101" pitchFamily="49" charset="-122"/>
              </a:defRPr>
            </a:lvl5pPr>
            <a:lvl6pPr marL="2514600" indent="-228600" eaLnBrk="0" fontAlgn="base" hangingPunct="0">
              <a:spcBef>
                <a:spcPct val="0"/>
              </a:spcBef>
              <a:spcAft>
                <a:spcPct val="0"/>
              </a:spcAft>
              <a:defRPr sz="2800" b="1">
                <a:solidFill>
                  <a:schemeClr val="tx1"/>
                </a:solidFill>
                <a:latin typeface="Arial" panose="020B0604020202020204" pitchFamily="34" charset="0"/>
                <a:ea typeface="幼圆" panose="02010509060101010101" pitchFamily="49" charset="-122"/>
              </a:defRPr>
            </a:lvl6pPr>
            <a:lvl7pPr marL="2971800" indent="-228600" eaLnBrk="0" fontAlgn="base" hangingPunct="0">
              <a:spcBef>
                <a:spcPct val="0"/>
              </a:spcBef>
              <a:spcAft>
                <a:spcPct val="0"/>
              </a:spcAft>
              <a:defRPr sz="2800" b="1">
                <a:solidFill>
                  <a:schemeClr val="tx1"/>
                </a:solidFill>
                <a:latin typeface="Arial" panose="020B0604020202020204" pitchFamily="34" charset="0"/>
                <a:ea typeface="幼圆" panose="02010509060101010101" pitchFamily="49" charset="-122"/>
              </a:defRPr>
            </a:lvl7pPr>
            <a:lvl8pPr marL="3429000" indent="-228600" eaLnBrk="0" fontAlgn="base" hangingPunct="0">
              <a:spcBef>
                <a:spcPct val="0"/>
              </a:spcBef>
              <a:spcAft>
                <a:spcPct val="0"/>
              </a:spcAft>
              <a:defRPr sz="2800" b="1">
                <a:solidFill>
                  <a:schemeClr val="tx1"/>
                </a:solidFill>
                <a:latin typeface="Arial" panose="020B0604020202020204" pitchFamily="34" charset="0"/>
                <a:ea typeface="幼圆" panose="02010509060101010101" pitchFamily="49" charset="-122"/>
              </a:defRPr>
            </a:lvl8pPr>
            <a:lvl9pPr marL="3886200" indent="-228600" eaLnBrk="0" fontAlgn="base" hangingPunct="0">
              <a:spcBef>
                <a:spcPct val="0"/>
              </a:spcBef>
              <a:spcAft>
                <a:spcPct val="0"/>
              </a:spcAft>
              <a:defRPr sz="2800" b="1">
                <a:solidFill>
                  <a:schemeClr val="tx1"/>
                </a:solidFill>
                <a:latin typeface="Arial" panose="020B0604020202020204" pitchFamily="34" charset="0"/>
                <a:ea typeface="幼圆" panose="02010509060101010101" pitchFamily="49" charset="-122"/>
              </a:defRPr>
            </a:lvl9pPr>
          </a:lstStyle>
          <a:p>
            <a:pPr indent="0" eaLnBrk="1" hangingPunct="1">
              <a:buNone/>
            </a:pPr>
            <a:r>
              <a:rPr lang="en-US" altLang="zh-CN" sz="2200" b="0">
                <a:latin typeface="Times New Roman" panose="02020603050405020304" pitchFamily="18" charset="0"/>
                <a:cs typeface="Times New Roman" panose="02020603050405020304" pitchFamily="18" charset="0"/>
              </a:rPr>
              <a:t>P</a:t>
            </a:r>
            <a:r>
              <a:rPr lang="en-US" altLang="zh-CN" sz="2200" b="0" baseline="-25000">
                <a:latin typeface="Times New Roman" panose="02020603050405020304" pitchFamily="18" charset="0"/>
                <a:cs typeface="Times New Roman" panose="02020603050405020304" pitchFamily="18" charset="0"/>
              </a:rPr>
              <a:t>2</a:t>
            </a:r>
            <a:r>
              <a:rPr lang="en-US" altLang="zh-CN" sz="2200" b="0">
                <a:latin typeface="Times New Roman" panose="02020603050405020304" pitchFamily="18" charset="0"/>
                <a:cs typeface="Times New Roman" panose="02020603050405020304" pitchFamily="18" charset="0"/>
              </a:rPr>
              <a:t>=f</a:t>
            </a:r>
            <a:r>
              <a:rPr lang="en-US" altLang="zh-CN" sz="2200" b="0" baseline="-25000">
                <a:latin typeface="Times New Roman" panose="02020603050405020304" pitchFamily="18" charset="0"/>
                <a:cs typeface="Times New Roman" panose="02020603050405020304" pitchFamily="18" charset="0"/>
              </a:rPr>
              <a:t>d</a:t>
            </a:r>
            <a:r>
              <a:rPr lang="en-US" altLang="zh-CN" sz="2200" b="0">
                <a:latin typeface="Times New Roman" panose="02020603050405020304" pitchFamily="18" charset="0"/>
                <a:cs typeface="Times New Roman" panose="02020603050405020304" pitchFamily="18" charset="0"/>
              </a:rPr>
              <a:t>(XF</a:t>
            </a:r>
            <a:r>
              <a:rPr lang="en-US" altLang="zh-CN" sz="2200" b="0" baseline="-25000">
                <a:latin typeface="Times New Roman" panose="02020603050405020304" pitchFamily="18" charset="0"/>
                <a:cs typeface="Times New Roman" panose="02020603050405020304" pitchFamily="18" charset="0"/>
              </a:rPr>
              <a:t>r2</a:t>
            </a:r>
            <a:r>
              <a:rPr lang="en-US" altLang="zh-CN" sz="2200" b="0">
                <a:latin typeface="Times New Roman" panose="02020603050405020304" pitchFamily="18" charset="0"/>
                <a:cs typeface="Times New Roman" panose="02020603050405020304" pitchFamily="18" charset="0"/>
              </a:rPr>
              <a:t>+YF</a:t>
            </a:r>
            <a:r>
              <a:rPr lang="en-US" altLang="zh-CN" sz="2200" b="0" baseline="-25000">
                <a:latin typeface="Times New Roman" panose="02020603050405020304" pitchFamily="18" charset="0"/>
                <a:cs typeface="Times New Roman" panose="02020603050405020304" pitchFamily="18" charset="0"/>
              </a:rPr>
              <a:t>a1</a:t>
            </a:r>
            <a:r>
              <a:rPr lang="en-US" altLang="zh-CN" sz="2200" b="0">
                <a:latin typeface="Times New Roman" panose="02020603050405020304" pitchFamily="18" charset="0"/>
                <a:cs typeface="Times New Roman" panose="02020603050405020304" pitchFamily="18" charset="0"/>
              </a:rPr>
              <a:t>)=1.2×(1×14000+0×9520)=16800N</a:t>
            </a:r>
            <a:endParaRPr lang="en-US" altLang="zh-CN" sz="2200" b="0">
              <a:latin typeface="Times New Roman" panose="02020603050405020304" pitchFamily="18" charset="0"/>
              <a:cs typeface="Times New Roman" panose="02020603050405020304" pitchFamily="18" charset="0"/>
            </a:endParaRPr>
          </a:p>
        </p:txBody>
      </p:sp>
      <p:sp>
        <p:nvSpPr>
          <p:cNvPr id="139274" name="Text Box 10"/>
          <p:cNvSpPr txBox="1">
            <a:spLocks noChangeArrowheads="1"/>
          </p:cNvSpPr>
          <p:nvPr/>
        </p:nvSpPr>
        <p:spPr bwMode="auto">
          <a:xfrm>
            <a:off x="554355" y="1547495"/>
            <a:ext cx="8223250" cy="4972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sz="2800" b="1">
                <a:solidFill>
                  <a:schemeClr val="tx1"/>
                </a:solidFill>
                <a:latin typeface="Arial" panose="020B0604020202020204" pitchFamily="34" charset="0"/>
                <a:ea typeface="幼圆" panose="02010509060101010101" pitchFamily="49" charset="-122"/>
              </a:defRPr>
            </a:lvl1pPr>
            <a:lvl2pPr marL="742950" indent="-285750">
              <a:defRPr sz="2800" b="1">
                <a:solidFill>
                  <a:schemeClr val="tx1"/>
                </a:solidFill>
                <a:latin typeface="Arial" panose="020B0604020202020204" pitchFamily="34" charset="0"/>
                <a:ea typeface="幼圆" panose="02010509060101010101" pitchFamily="49" charset="-122"/>
              </a:defRPr>
            </a:lvl2pPr>
            <a:lvl3pPr marL="1143000" indent="-228600">
              <a:defRPr sz="2800" b="1">
                <a:solidFill>
                  <a:schemeClr val="tx1"/>
                </a:solidFill>
                <a:latin typeface="Arial" panose="020B0604020202020204" pitchFamily="34" charset="0"/>
                <a:ea typeface="幼圆" panose="02010509060101010101" pitchFamily="49" charset="-122"/>
              </a:defRPr>
            </a:lvl3pPr>
            <a:lvl4pPr marL="1600200" indent="-228600">
              <a:defRPr sz="2800" b="1">
                <a:solidFill>
                  <a:schemeClr val="tx1"/>
                </a:solidFill>
                <a:latin typeface="Arial" panose="020B0604020202020204" pitchFamily="34" charset="0"/>
                <a:ea typeface="幼圆" panose="02010509060101010101" pitchFamily="49" charset="-122"/>
              </a:defRPr>
            </a:lvl4pPr>
            <a:lvl5pPr marL="2057400" indent="-228600">
              <a:defRPr sz="2800" b="1">
                <a:solidFill>
                  <a:schemeClr val="tx1"/>
                </a:solidFill>
                <a:latin typeface="Arial" panose="020B0604020202020204" pitchFamily="34" charset="0"/>
                <a:ea typeface="幼圆" panose="02010509060101010101" pitchFamily="49" charset="-122"/>
              </a:defRPr>
            </a:lvl5pPr>
            <a:lvl6pPr marL="2514600" indent="-228600" eaLnBrk="0" fontAlgn="base" hangingPunct="0">
              <a:spcBef>
                <a:spcPct val="0"/>
              </a:spcBef>
              <a:spcAft>
                <a:spcPct val="0"/>
              </a:spcAft>
              <a:defRPr sz="2800" b="1">
                <a:solidFill>
                  <a:schemeClr val="tx1"/>
                </a:solidFill>
                <a:latin typeface="Arial" panose="020B0604020202020204" pitchFamily="34" charset="0"/>
                <a:ea typeface="幼圆" panose="02010509060101010101" pitchFamily="49" charset="-122"/>
              </a:defRPr>
            </a:lvl6pPr>
            <a:lvl7pPr marL="2971800" indent="-228600" eaLnBrk="0" fontAlgn="base" hangingPunct="0">
              <a:spcBef>
                <a:spcPct val="0"/>
              </a:spcBef>
              <a:spcAft>
                <a:spcPct val="0"/>
              </a:spcAft>
              <a:defRPr sz="2800" b="1">
                <a:solidFill>
                  <a:schemeClr val="tx1"/>
                </a:solidFill>
                <a:latin typeface="Arial" panose="020B0604020202020204" pitchFamily="34" charset="0"/>
                <a:ea typeface="幼圆" panose="02010509060101010101" pitchFamily="49" charset="-122"/>
              </a:defRPr>
            </a:lvl7pPr>
            <a:lvl8pPr marL="3429000" indent="-228600" eaLnBrk="0" fontAlgn="base" hangingPunct="0">
              <a:spcBef>
                <a:spcPct val="0"/>
              </a:spcBef>
              <a:spcAft>
                <a:spcPct val="0"/>
              </a:spcAft>
              <a:defRPr sz="2800" b="1">
                <a:solidFill>
                  <a:schemeClr val="tx1"/>
                </a:solidFill>
                <a:latin typeface="Arial" panose="020B0604020202020204" pitchFamily="34" charset="0"/>
                <a:ea typeface="幼圆" panose="02010509060101010101" pitchFamily="49" charset="-122"/>
              </a:defRPr>
            </a:lvl8pPr>
            <a:lvl9pPr marL="3886200" indent="-228600" eaLnBrk="0" fontAlgn="base" hangingPunct="0">
              <a:spcBef>
                <a:spcPct val="0"/>
              </a:spcBef>
              <a:spcAft>
                <a:spcPct val="0"/>
              </a:spcAft>
              <a:defRPr sz="2800" b="1">
                <a:solidFill>
                  <a:schemeClr val="tx1"/>
                </a:solidFill>
                <a:latin typeface="Arial" panose="020B0604020202020204" pitchFamily="34" charset="0"/>
                <a:ea typeface="幼圆" panose="02010509060101010101" pitchFamily="49" charset="-122"/>
              </a:defRPr>
            </a:lvl9pPr>
          </a:lstStyle>
          <a:p>
            <a:pPr indent="0" eaLnBrk="1" hangingPunct="1">
              <a:buNone/>
            </a:pPr>
            <a:r>
              <a:rPr lang="en-US" altLang="zh-CN" sz="2200" b="0">
                <a:latin typeface="Times New Roman" panose="02020603050405020304" pitchFamily="18" charset="0"/>
                <a:cs typeface="Times New Roman" panose="02020603050405020304" pitchFamily="18" charset="0"/>
              </a:rPr>
              <a:t>P</a:t>
            </a:r>
            <a:r>
              <a:rPr lang="en-US" altLang="zh-CN" sz="2200" b="0" baseline="-25000">
                <a:latin typeface="Times New Roman" panose="02020603050405020304" pitchFamily="18" charset="0"/>
                <a:cs typeface="Times New Roman" panose="02020603050405020304" pitchFamily="18" charset="0"/>
              </a:rPr>
              <a:t>1</a:t>
            </a:r>
            <a:r>
              <a:rPr lang="en-US" altLang="zh-CN" sz="2200" b="0">
                <a:latin typeface="Times New Roman" panose="02020603050405020304" pitchFamily="18" charset="0"/>
                <a:cs typeface="Times New Roman" panose="02020603050405020304" pitchFamily="18" charset="0"/>
              </a:rPr>
              <a:t>=</a:t>
            </a:r>
            <a:r>
              <a:rPr lang="en-US" altLang="zh-CN" sz="2200" b="0">
                <a:latin typeface="Times New Roman" panose="02020603050405020304" pitchFamily="18" charset="0"/>
                <a:cs typeface="Times New Roman" panose="02020603050405020304" pitchFamily="18" charset="0"/>
                <a:sym typeface="+mn-ea"/>
              </a:rPr>
              <a:t>f</a:t>
            </a:r>
            <a:r>
              <a:rPr lang="en-US" altLang="zh-CN" sz="2200" b="0" baseline="-25000">
                <a:latin typeface="Times New Roman" panose="02020603050405020304" pitchFamily="18" charset="0"/>
                <a:cs typeface="Times New Roman" panose="02020603050405020304" pitchFamily="18" charset="0"/>
                <a:sym typeface="+mn-ea"/>
              </a:rPr>
              <a:t>d(</a:t>
            </a:r>
            <a:r>
              <a:rPr lang="en-US" altLang="zh-CN" sz="2200">
                <a:latin typeface="幼圆" panose="02010509060101010101" pitchFamily="49" charset="-122"/>
                <a:sym typeface="+mn-ea"/>
              </a:rPr>
              <a:t>0.41F</a:t>
            </a:r>
            <a:r>
              <a:rPr lang="en-US" altLang="zh-CN" sz="2200" baseline="-25000">
                <a:latin typeface="幼圆" panose="02010509060101010101" pitchFamily="49" charset="-122"/>
                <a:sym typeface="+mn-ea"/>
              </a:rPr>
              <a:t>r1</a:t>
            </a:r>
            <a:r>
              <a:rPr lang="en-US" altLang="zh-CN" sz="2200">
                <a:latin typeface="幼圆" panose="02010509060101010101" pitchFamily="49" charset="-122"/>
                <a:sym typeface="+mn-ea"/>
              </a:rPr>
              <a:t>+0.87F</a:t>
            </a:r>
            <a:r>
              <a:rPr lang="en-US" altLang="zh-CN" sz="2200" baseline="-25000">
                <a:latin typeface="幼圆" panose="02010509060101010101" pitchFamily="49" charset="-122"/>
                <a:sym typeface="+mn-ea"/>
              </a:rPr>
              <a:t>a1</a:t>
            </a:r>
            <a:r>
              <a:rPr lang="en-US" altLang="zh-CN" sz="2200">
                <a:latin typeface="幼圆" panose="02010509060101010101" pitchFamily="49" charset="-122"/>
                <a:sym typeface="+mn-ea"/>
              </a:rPr>
              <a:t>)</a:t>
            </a:r>
            <a:r>
              <a:rPr lang="en-US" altLang="zh-CN" sz="2200" b="0">
                <a:latin typeface="Times New Roman" panose="02020603050405020304" pitchFamily="18" charset="0"/>
                <a:cs typeface="Times New Roman" panose="02020603050405020304" pitchFamily="18" charset="0"/>
              </a:rPr>
              <a:t>=1.2</a:t>
            </a:r>
            <a:r>
              <a:rPr lang="en-US" altLang="zh-CN" sz="2200" b="0">
                <a:latin typeface="Times New Roman" panose="02020603050405020304" pitchFamily="18" charset="0"/>
                <a:cs typeface="Times New Roman" panose="02020603050405020304" pitchFamily="18" charset="0"/>
                <a:sym typeface="+mn-ea"/>
              </a:rPr>
              <a:t>×(0.41</a:t>
            </a:r>
            <a:r>
              <a:rPr lang="en-US" altLang="zh-CN" sz="2200" b="0">
                <a:latin typeface="Times New Roman" panose="02020603050405020304" pitchFamily="18" charset="0"/>
                <a:cs typeface="Times New Roman" panose="02020603050405020304" pitchFamily="18" charset="0"/>
                <a:sym typeface="+mn-ea"/>
              </a:rPr>
              <a:t>×</a:t>
            </a:r>
            <a:r>
              <a:rPr lang="en-US" altLang="zh-CN" sz="2200" b="0">
                <a:latin typeface="Times New Roman" panose="02020603050405020304" pitchFamily="18" charset="0"/>
                <a:cs typeface="Times New Roman" panose="02020603050405020304" pitchFamily="18" charset="0"/>
              </a:rPr>
              <a:t>8000+0.87</a:t>
            </a:r>
            <a:r>
              <a:rPr lang="en-US" altLang="zh-CN" sz="2200" b="0">
                <a:latin typeface="Times New Roman" panose="02020603050405020304" pitchFamily="18" charset="0"/>
                <a:cs typeface="Times New Roman" panose="02020603050405020304" pitchFamily="18" charset="0"/>
                <a:sym typeface="+mn-ea"/>
              </a:rPr>
              <a:t>×7520)=11786.88N</a:t>
            </a:r>
            <a:endParaRPr lang="en-US" altLang="zh-CN" sz="2200" b="0">
              <a:latin typeface="Times New Roman" panose="02020603050405020304" pitchFamily="18" charset="0"/>
              <a:cs typeface="Times New Roman" panose="02020603050405020304" pitchFamily="18" charset="0"/>
              <a:sym typeface="+mn-ea"/>
            </a:endParaRPr>
          </a:p>
        </p:txBody>
      </p:sp>
      <p:sp>
        <p:nvSpPr>
          <p:cNvPr id="139275" name="Text Box 11"/>
          <p:cNvSpPr txBox="1">
            <a:spLocks noChangeArrowheads="1"/>
          </p:cNvSpPr>
          <p:nvPr/>
        </p:nvSpPr>
        <p:spPr bwMode="auto">
          <a:xfrm>
            <a:off x="1162368" y="3367405"/>
            <a:ext cx="4680585" cy="4972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800" b="1">
                <a:solidFill>
                  <a:schemeClr val="tx1"/>
                </a:solidFill>
                <a:latin typeface="Arial" panose="020B0604020202020204" pitchFamily="34" charset="0"/>
                <a:ea typeface="幼圆" panose="02010509060101010101" pitchFamily="49" charset="-122"/>
              </a:defRPr>
            </a:lvl1pPr>
            <a:lvl2pPr marL="742950" indent="-285750">
              <a:defRPr sz="2800" b="1">
                <a:solidFill>
                  <a:schemeClr val="tx1"/>
                </a:solidFill>
                <a:latin typeface="Arial" panose="020B0604020202020204" pitchFamily="34" charset="0"/>
                <a:ea typeface="幼圆" panose="02010509060101010101" pitchFamily="49" charset="-122"/>
              </a:defRPr>
            </a:lvl2pPr>
            <a:lvl3pPr marL="1143000" indent="-228600">
              <a:defRPr sz="2800" b="1">
                <a:solidFill>
                  <a:schemeClr val="tx1"/>
                </a:solidFill>
                <a:latin typeface="Arial" panose="020B0604020202020204" pitchFamily="34" charset="0"/>
                <a:ea typeface="幼圆" panose="02010509060101010101" pitchFamily="49" charset="-122"/>
              </a:defRPr>
            </a:lvl3pPr>
            <a:lvl4pPr marL="1600200" indent="-228600">
              <a:defRPr sz="2800" b="1">
                <a:solidFill>
                  <a:schemeClr val="tx1"/>
                </a:solidFill>
                <a:latin typeface="Arial" panose="020B0604020202020204" pitchFamily="34" charset="0"/>
                <a:ea typeface="幼圆" panose="02010509060101010101" pitchFamily="49" charset="-122"/>
              </a:defRPr>
            </a:lvl4pPr>
            <a:lvl5pPr marL="2057400" indent="-228600">
              <a:defRPr sz="2800" b="1">
                <a:solidFill>
                  <a:schemeClr val="tx1"/>
                </a:solidFill>
                <a:latin typeface="Arial" panose="020B0604020202020204" pitchFamily="34" charset="0"/>
                <a:ea typeface="幼圆" panose="02010509060101010101" pitchFamily="49" charset="-122"/>
              </a:defRPr>
            </a:lvl5pPr>
            <a:lvl6pPr marL="2514600" indent="-228600" eaLnBrk="0" fontAlgn="base" hangingPunct="0">
              <a:spcBef>
                <a:spcPct val="0"/>
              </a:spcBef>
              <a:spcAft>
                <a:spcPct val="0"/>
              </a:spcAft>
              <a:defRPr sz="2800" b="1">
                <a:solidFill>
                  <a:schemeClr val="tx1"/>
                </a:solidFill>
                <a:latin typeface="Arial" panose="020B0604020202020204" pitchFamily="34" charset="0"/>
                <a:ea typeface="幼圆" panose="02010509060101010101" pitchFamily="49" charset="-122"/>
              </a:defRPr>
            </a:lvl6pPr>
            <a:lvl7pPr marL="2971800" indent="-228600" eaLnBrk="0" fontAlgn="base" hangingPunct="0">
              <a:spcBef>
                <a:spcPct val="0"/>
              </a:spcBef>
              <a:spcAft>
                <a:spcPct val="0"/>
              </a:spcAft>
              <a:defRPr sz="2800" b="1">
                <a:solidFill>
                  <a:schemeClr val="tx1"/>
                </a:solidFill>
                <a:latin typeface="Arial" panose="020B0604020202020204" pitchFamily="34" charset="0"/>
                <a:ea typeface="幼圆" panose="02010509060101010101" pitchFamily="49" charset="-122"/>
              </a:defRPr>
            </a:lvl7pPr>
            <a:lvl8pPr marL="3429000" indent="-228600" eaLnBrk="0" fontAlgn="base" hangingPunct="0">
              <a:spcBef>
                <a:spcPct val="0"/>
              </a:spcBef>
              <a:spcAft>
                <a:spcPct val="0"/>
              </a:spcAft>
              <a:defRPr sz="2800" b="1">
                <a:solidFill>
                  <a:schemeClr val="tx1"/>
                </a:solidFill>
                <a:latin typeface="Arial" panose="020B0604020202020204" pitchFamily="34" charset="0"/>
                <a:ea typeface="幼圆" panose="02010509060101010101" pitchFamily="49" charset="-122"/>
              </a:defRPr>
            </a:lvl8pPr>
            <a:lvl9pPr marL="3886200" indent="-228600" eaLnBrk="0" fontAlgn="base" hangingPunct="0">
              <a:spcBef>
                <a:spcPct val="0"/>
              </a:spcBef>
              <a:spcAft>
                <a:spcPct val="0"/>
              </a:spcAft>
              <a:defRPr sz="2800" b="1">
                <a:solidFill>
                  <a:schemeClr val="tx1"/>
                </a:solidFill>
                <a:latin typeface="Arial" panose="020B0604020202020204" pitchFamily="34" charset="0"/>
                <a:ea typeface="幼圆" panose="02010509060101010101" pitchFamily="49" charset="-122"/>
              </a:defRPr>
            </a:lvl9pPr>
          </a:lstStyle>
          <a:p>
            <a:pPr indent="0" eaLnBrk="1" hangingPunct="1">
              <a:buNone/>
            </a:pPr>
            <a:r>
              <a:rPr lang="en-US" altLang="zh-CN" sz="2200">
                <a:latin typeface="幼圆" panose="02010509060101010101" pitchFamily="49" charset="-122"/>
              </a:rPr>
              <a:t>P</a:t>
            </a:r>
            <a:r>
              <a:rPr lang="en-US" altLang="zh-CN" sz="2200" baseline="-25000">
                <a:latin typeface="幼圆" panose="02010509060101010101" pitchFamily="49" charset="-122"/>
              </a:rPr>
              <a:t>1</a:t>
            </a:r>
            <a:r>
              <a:rPr lang="en-US" altLang="zh-CN" sz="2200">
                <a:latin typeface="幼圆" panose="02010509060101010101" pitchFamily="49" charset="-122"/>
              </a:rPr>
              <a:t>&lt;</a:t>
            </a:r>
            <a:r>
              <a:rPr lang="en-US" altLang="zh-CN" sz="2200">
                <a:latin typeface="幼圆" panose="02010509060101010101" pitchFamily="49" charset="-122"/>
              </a:rPr>
              <a:t>P</a:t>
            </a:r>
            <a:r>
              <a:rPr lang="en-US" altLang="zh-CN" sz="2200" baseline="-25000">
                <a:latin typeface="幼圆" panose="02010509060101010101" pitchFamily="49" charset="-122"/>
              </a:rPr>
              <a:t>2</a:t>
            </a:r>
            <a:r>
              <a:rPr lang="en-US" altLang="zh-CN" sz="2200">
                <a:latin typeface="幼圆" panose="02010509060101010101" pitchFamily="49" charset="-122"/>
              </a:rPr>
              <a:t>, </a:t>
            </a:r>
            <a:r>
              <a:rPr lang="zh-CN" altLang="en-US" sz="2200">
                <a:latin typeface="幼圆" panose="02010509060101010101" pitchFamily="49" charset="-122"/>
              </a:rPr>
              <a:t>验算轴承</a:t>
            </a:r>
            <a:r>
              <a:rPr lang="en-US" altLang="zh-CN" sz="2200">
                <a:latin typeface="幼圆" panose="02010509060101010101" pitchFamily="49" charset="-122"/>
              </a:rPr>
              <a:t>2</a:t>
            </a:r>
            <a:r>
              <a:rPr lang="zh-CN" altLang="en-US" sz="2200">
                <a:latin typeface="幼圆" panose="02010509060101010101" pitchFamily="49" charset="-122"/>
              </a:rPr>
              <a:t>，</a:t>
            </a:r>
            <a:r>
              <a:rPr lang="en-US" altLang="zh-CN" sz="2200">
                <a:latin typeface="幼圆" panose="02010509060101010101" pitchFamily="49" charset="-122"/>
              </a:rPr>
              <a:t>∴ P=P</a:t>
            </a:r>
            <a:r>
              <a:rPr lang="en-US" altLang="zh-CN" sz="2200" baseline="-25000">
                <a:latin typeface="幼圆" panose="02010509060101010101" pitchFamily="49" charset="-122"/>
              </a:rPr>
              <a:t>2</a:t>
            </a:r>
            <a:r>
              <a:rPr lang="en-US" altLang="zh-CN" sz="2200">
                <a:latin typeface="幼圆" panose="02010509060101010101" pitchFamily="49" charset="-122"/>
              </a:rPr>
              <a:t>= 16800N</a:t>
            </a:r>
            <a:endParaRPr lang="en-US" altLang="zh-CN" sz="2200">
              <a:latin typeface="幼圆" panose="02010509060101010101" pitchFamily="49" charset="-122"/>
            </a:endParaRPr>
          </a:p>
        </p:txBody>
      </p:sp>
      <p:sp>
        <p:nvSpPr>
          <p:cNvPr id="139276" name="Text Box 12"/>
          <p:cNvSpPr txBox="1">
            <a:spLocks noChangeArrowheads="1"/>
          </p:cNvSpPr>
          <p:nvPr/>
        </p:nvSpPr>
        <p:spPr bwMode="auto">
          <a:xfrm>
            <a:off x="554038" y="3933825"/>
            <a:ext cx="2101215" cy="4972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800" b="1">
                <a:solidFill>
                  <a:schemeClr val="tx1"/>
                </a:solidFill>
                <a:latin typeface="Arial" panose="020B0604020202020204" pitchFamily="34" charset="0"/>
                <a:ea typeface="幼圆" panose="02010509060101010101" pitchFamily="49" charset="-122"/>
              </a:defRPr>
            </a:lvl1pPr>
            <a:lvl2pPr marL="742950" indent="-285750">
              <a:defRPr sz="2800" b="1">
                <a:solidFill>
                  <a:schemeClr val="tx1"/>
                </a:solidFill>
                <a:latin typeface="Arial" panose="020B0604020202020204" pitchFamily="34" charset="0"/>
                <a:ea typeface="幼圆" panose="02010509060101010101" pitchFamily="49" charset="-122"/>
              </a:defRPr>
            </a:lvl2pPr>
            <a:lvl3pPr marL="1143000" indent="-228600">
              <a:defRPr sz="2800" b="1">
                <a:solidFill>
                  <a:schemeClr val="tx1"/>
                </a:solidFill>
                <a:latin typeface="Arial" panose="020B0604020202020204" pitchFamily="34" charset="0"/>
                <a:ea typeface="幼圆" panose="02010509060101010101" pitchFamily="49" charset="-122"/>
              </a:defRPr>
            </a:lvl3pPr>
            <a:lvl4pPr marL="1600200" indent="-228600">
              <a:defRPr sz="2800" b="1">
                <a:solidFill>
                  <a:schemeClr val="tx1"/>
                </a:solidFill>
                <a:latin typeface="Arial" panose="020B0604020202020204" pitchFamily="34" charset="0"/>
                <a:ea typeface="幼圆" panose="02010509060101010101" pitchFamily="49" charset="-122"/>
              </a:defRPr>
            </a:lvl4pPr>
            <a:lvl5pPr marL="2057400" indent="-228600">
              <a:defRPr sz="2800" b="1">
                <a:solidFill>
                  <a:schemeClr val="tx1"/>
                </a:solidFill>
                <a:latin typeface="Arial" panose="020B0604020202020204" pitchFamily="34" charset="0"/>
                <a:ea typeface="幼圆" panose="02010509060101010101" pitchFamily="49" charset="-122"/>
              </a:defRPr>
            </a:lvl5pPr>
            <a:lvl6pPr marL="2514600" indent="-228600" eaLnBrk="0" fontAlgn="base" hangingPunct="0">
              <a:spcBef>
                <a:spcPct val="0"/>
              </a:spcBef>
              <a:spcAft>
                <a:spcPct val="0"/>
              </a:spcAft>
              <a:defRPr sz="2800" b="1">
                <a:solidFill>
                  <a:schemeClr val="tx1"/>
                </a:solidFill>
                <a:latin typeface="Arial" panose="020B0604020202020204" pitchFamily="34" charset="0"/>
                <a:ea typeface="幼圆" panose="02010509060101010101" pitchFamily="49" charset="-122"/>
              </a:defRPr>
            </a:lvl6pPr>
            <a:lvl7pPr marL="2971800" indent="-228600" eaLnBrk="0" fontAlgn="base" hangingPunct="0">
              <a:spcBef>
                <a:spcPct val="0"/>
              </a:spcBef>
              <a:spcAft>
                <a:spcPct val="0"/>
              </a:spcAft>
              <a:defRPr sz="2800" b="1">
                <a:solidFill>
                  <a:schemeClr val="tx1"/>
                </a:solidFill>
                <a:latin typeface="Arial" panose="020B0604020202020204" pitchFamily="34" charset="0"/>
                <a:ea typeface="幼圆" panose="02010509060101010101" pitchFamily="49" charset="-122"/>
              </a:defRPr>
            </a:lvl7pPr>
            <a:lvl8pPr marL="3429000" indent="-228600" eaLnBrk="0" fontAlgn="base" hangingPunct="0">
              <a:spcBef>
                <a:spcPct val="0"/>
              </a:spcBef>
              <a:spcAft>
                <a:spcPct val="0"/>
              </a:spcAft>
              <a:defRPr sz="2800" b="1">
                <a:solidFill>
                  <a:schemeClr val="tx1"/>
                </a:solidFill>
                <a:latin typeface="Arial" panose="020B0604020202020204" pitchFamily="34" charset="0"/>
                <a:ea typeface="幼圆" panose="02010509060101010101" pitchFamily="49" charset="-122"/>
              </a:defRPr>
            </a:lvl8pPr>
            <a:lvl9pPr marL="3886200" indent="-228600" eaLnBrk="0" fontAlgn="base" hangingPunct="0">
              <a:spcBef>
                <a:spcPct val="0"/>
              </a:spcBef>
              <a:spcAft>
                <a:spcPct val="0"/>
              </a:spcAft>
              <a:defRPr sz="2800" b="1">
                <a:solidFill>
                  <a:schemeClr val="tx1"/>
                </a:solidFill>
                <a:latin typeface="Arial" panose="020B0604020202020204" pitchFamily="34" charset="0"/>
                <a:ea typeface="幼圆" panose="02010509060101010101" pitchFamily="49" charset="-122"/>
              </a:defRPr>
            </a:lvl9pPr>
          </a:lstStyle>
          <a:p>
            <a:pPr indent="0" eaLnBrk="1" hangingPunct="1">
              <a:buNone/>
            </a:pPr>
            <a:r>
              <a:rPr lang="en-US" altLang="zh-CN" sz="2200">
                <a:solidFill>
                  <a:srgbClr val="FF0000"/>
                </a:solidFill>
                <a:latin typeface="幼圆" panose="02010509060101010101" pitchFamily="49" charset="-122"/>
              </a:rPr>
              <a:t>4</a:t>
            </a:r>
            <a:r>
              <a:rPr lang="zh-CN" altLang="en-US" sz="2200">
                <a:solidFill>
                  <a:srgbClr val="FF0000"/>
                </a:solidFill>
                <a:latin typeface="幼圆" panose="02010509060101010101" pitchFamily="49" charset="-122"/>
              </a:rPr>
              <a:t>）轴承寿命</a:t>
            </a:r>
            <a:r>
              <a:rPr lang="en-US" altLang="zh-CN" sz="2200">
                <a:solidFill>
                  <a:srgbClr val="FF0000"/>
                </a:solidFill>
                <a:latin typeface="幼圆" panose="02010509060101010101" pitchFamily="49" charset="-122"/>
              </a:rPr>
              <a:t>L</a:t>
            </a:r>
            <a:r>
              <a:rPr lang="en-US" altLang="zh-CN" sz="2200" baseline="-25000">
                <a:solidFill>
                  <a:srgbClr val="FF0000"/>
                </a:solidFill>
                <a:latin typeface="幼圆" panose="02010509060101010101" pitchFamily="49" charset="-122"/>
              </a:rPr>
              <a:t>h</a:t>
            </a:r>
            <a:r>
              <a:rPr lang="en-US" altLang="zh-CN" sz="2200">
                <a:solidFill>
                  <a:srgbClr val="FF0000"/>
                </a:solidFill>
                <a:latin typeface="幼圆" panose="02010509060101010101" pitchFamily="49" charset="-122"/>
              </a:rPr>
              <a:t> </a:t>
            </a:r>
            <a:endParaRPr lang="en-US" altLang="zh-CN" sz="2200">
              <a:solidFill>
                <a:srgbClr val="FF0000"/>
              </a:solidFill>
              <a:latin typeface="幼圆" panose="02010509060101010101" pitchFamily="49" charset="-122"/>
            </a:endParaRPr>
          </a:p>
        </p:txBody>
      </p:sp>
      <p:graphicFrame>
        <p:nvGraphicFramePr>
          <p:cNvPr id="139279" name="Object 15"/>
          <p:cNvGraphicFramePr>
            <a:graphicFrameLocks noChangeAspect="1"/>
          </p:cNvGraphicFramePr>
          <p:nvPr/>
        </p:nvGraphicFramePr>
        <p:xfrm>
          <a:off x="1135380" y="4452462"/>
          <a:ext cx="6981190" cy="1034415"/>
        </p:xfrm>
        <a:graphic>
          <a:graphicData uri="http://schemas.openxmlformats.org/presentationml/2006/ole">
            <mc:AlternateContent xmlns:mc="http://schemas.openxmlformats.org/markup-compatibility/2006">
              <mc:Choice xmlns:v="urn:schemas-microsoft-com:vml" Requires="v">
                <p:oleObj spid="_x0000_s2050" name="公式" r:id="rId1" imgW="2908300" imgH="469900" progId="Equation.3">
                  <p:embed/>
                </p:oleObj>
              </mc:Choice>
              <mc:Fallback>
                <p:oleObj name="公式" r:id="rId1" imgW="2908300" imgH="469900" progId="Equation.3">
                  <p:embed/>
                  <p:pic>
                    <p:nvPicPr>
                      <p:cNvPr id="0" name="图片 2049"/>
                      <p:cNvPicPr>
                        <a:picLocks noChangeAspect="1" noChangeArrowheads="1"/>
                      </p:cNvPicPr>
                      <p:nvPr/>
                    </p:nvPicPr>
                    <p:blipFill>
                      <a:blip r:embed="rId2"/>
                      <a:srcRect/>
                      <a:stretch>
                        <a:fillRect/>
                      </a:stretch>
                    </p:blipFill>
                    <p:spPr bwMode="auto">
                      <a:xfrm>
                        <a:off x="1135380" y="4452462"/>
                        <a:ext cx="6981190" cy="10344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39280" name="Rectangle 16"/>
          <p:cNvSpPr>
            <a:spLocks noChangeArrowheads="1"/>
          </p:cNvSpPr>
          <p:nvPr/>
        </p:nvSpPr>
        <p:spPr bwMode="auto">
          <a:xfrm>
            <a:off x="1064578" y="5805170"/>
            <a:ext cx="4652010" cy="4972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800" b="1">
                <a:solidFill>
                  <a:schemeClr val="tx1"/>
                </a:solidFill>
                <a:latin typeface="Arial" panose="020B0604020202020204" pitchFamily="34" charset="0"/>
                <a:ea typeface="幼圆" panose="02010509060101010101" pitchFamily="49" charset="-122"/>
              </a:defRPr>
            </a:lvl1pPr>
            <a:lvl2pPr marL="742950" indent="-285750">
              <a:defRPr sz="2800" b="1">
                <a:solidFill>
                  <a:schemeClr val="tx1"/>
                </a:solidFill>
                <a:latin typeface="Arial" panose="020B0604020202020204" pitchFamily="34" charset="0"/>
                <a:ea typeface="幼圆" panose="02010509060101010101" pitchFamily="49" charset="-122"/>
              </a:defRPr>
            </a:lvl2pPr>
            <a:lvl3pPr marL="1143000" indent="-228600">
              <a:defRPr sz="2800" b="1">
                <a:solidFill>
                  <a:schemeClr val="tx1"/>
                </a:solidFill>
                <a:latin typeface="Arial" panose="020B0604020202020204" pitchFamily="34" charset="0"/>
                <a:ea typeface="幼圆" panose="02010509060101010101" pitchFamily="49" charset="-122"/>
              </a:defRPr>
            </a:lvl3pPr>
            <a:lvl4pPr marL="1600200" indent="-228600">
              <a:defRPr sz="2800" b="1">
                <a:solidFill>
                  <a:schemeClr val="tx1"/>
                </a:solidFill>
                <a:latin typeface="Arial" panose="020B0604020202020204" pitchFamily="34" charset="0"/>
                <a:ea typeface="幼圆" panose="02010509060101010101" pitchFamily="49" charset="-122"/>
              </a:defRPr>
            </a:lvl4pPr>
            <a:lvl5pPr marL="2057400" indent="-228600">
              <a:defRPr sz="2800" b="1">
                <a:solidFill>
                  <a:schemeClr val="tx1"/>
                </a:solidFill>
                <a:latin typeface="Arial" panose="020B0604020202020204" pitchFamily="34" charset="0"/>
                <a:ea typeface="幼圆" panose="02010509060101010101" pitchFamily="49" charset="-122"/>
              </a:defRPr>
            </a:lvl5pPr>
            <a:lvl6pPr marL="2514600" indent="-228600" eaLnBrk="0" fontAlgn="base" hangingPunct="0">
              <a:spcBef>
                <a:spcPct val="0"/>
              </a:spcBef>
              <a:spcAft>
                <a:spcPct val="0"/>
              </a:spcAft>
              <a:defRPr sz="2800" b="1">
                <a:solidFill>
                  <a:schemeClr val="tx1"/>
                </a:solidFill>
                <a:latin typeface="Arial" panose="020B0604020202020204" pitchFamily="34" charset="0"/>
                <a:ea typeface="幼圆" panose="02010509060101010101" pitchFamily="49" charset="-122"/>
              </a:defRPr>
            </a:lvl6pPr>
            <a:lvl7pPr marL="2971800" indent="-228600" eaLnBrk="0" fontAlgn="base" hangingPunct="0">
              <a:spcBef>
                <a:spcPct val="0"/>
              </a:spcBef>
              <a:spcAft>
                <a:spcPct val="0"/>
              </a:spcAft>
              <a:defRPr sz="2800" b="1">
                <a:solidFill>
                  <a:schemeClr val="tx1"/>
                </a:solidFill>
                <a:latin typeface="Arial" panose="020B0604020202020204" pitchFamily="34" charset="0"/>
                <a:ea typeface="幼圆" panose="02010509060101010101" pitchFamily="49" charset="-122"/>
              </a:defRPr>
            </a:lvl7pPr>
            <a:lvl8pPr marL="3429000" indent="-228600" eaLnBrk="0" fontAlgn="base" hangingPunct="0">
              <a:spcBef>
                <a:spcPct val="0"/>
              </a:spcBef>
              <a:spcAft>
                <a:spcPct val="0"/>
              </a:spcAft>
              <a:defRPr sz="2800" b="1">
                <a:solidFill>
                  <a:schemeClr val="tx1"/>
                </a:solidFill>
                <a:latin typeface="Arial" panose="020B0604020202020204" pitchFamily="34" charset="0"/>
                <a:ea typeface="幼圆" panose="02010509060101010101" pitchFamily="49" charset="-122"/>
              </a:defRPr>
            </a:lvl8pPr>
            <a:lvl9pPr marL="3886200" indent="-228600" eaLnBrk="0" fontAlgn="base" hangingPunct="0">
              <a:spcBef>
                <a:spcPct val="0"/>
              </a:spcBef>
              <a:spcAft>
                <a:spcPct val="0"/>
              </a:spcAft>
              <a:defRPr sz="2800" b="1">
                <a:solidFill>
                  <a:schemeClr val="tx1"/>
                </a:solidFill>
                <a:latin typeface="Arial" panose="020B0604020202020204" pitchFamily="34" charset="0"/>
                <a:ea typeface="幼圆" panose="02010509060101010101" pitchFamily="49" charset="-122"/>
              </a:defRPr>
            </a:lvl9pPr>
          </a:lstStyle>
          <a:p>
            <a:pPr indent="0" eaLnBrk="1" hangingPunct="1">
              <a:buNone/>
            </a:pPr>
            <a:r>
              <a:rPr lang="en-US" altLang="zh-CN" sz="2200">
                <a:latin typeface="幼圆" panose="02010509060101010101" pitchFamily="49" charset="-122"/>
              </a:rPr>
              <a:t>L</a:t>
            </a:r>
            <a:r>
              <a:rPr lang="en-US" altLang="zh-CN" sz="2200" baseline="-25000">
                <a:latin typeface="幼圆" panose="02010509060101010101" pitchFamily="49" charset="-122"/>
              </a:rPr>
              <a:t>h</a:t>
            </a:r>
            <a:r>
              <a:rPr lang="en-US" altLang="zh-CN" sz="2200"/>
              <a:t>&lt;</a:t>
            </a:r>
            <a:r>
              <a:rPr lang="en-US" altLang="zh-CN" sz="2200">
                <a:latin typeface="幼圆" panose="02010509060101010101" pitchFamily="49" charset="-122"/>
              </a:rPr>
              <a:t>5000h</a:t>
            </a:r>
            <a:r>
              <a:rPr lang="zh-CN" altLang="en-US" sz="2200">
                <a:latin typeface="幼圆" panose="02010509060101010101" pitchFamily="49" charset="-122"/>
              </a:rPr>
              <a:t>，故轴承寿命</a:t>
            </a:r>
            <a:r>
              <a:rPr lang="zh-CN" altLang="en-US" sz="2200">
                <a:latin typeface="幼圆" panose="02010509060101010101" pitchFamily="49" charset="-122"/>
              </a:rPr>
              <a:t>不满足要求。</a:t>
            </a:r>
            <a:endParaRPr lang="zh-CN" altLang="en-US" sz="2200">
              <a:latin typeface="幼圆" panose="02010509060101010101" pitchFamily="49" charset="-122"/>
            </a:endParaRPr>
          </a:p>
        </p:txBody>
      </p:sp>
    </p:spTree>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139268"/>
                                        </p:tgtEl>
                                        <p:attrNameLst>
                                          <p:attrName>style.visibility</p:attrName>
                                        </p:attrNameLst>
                                      </p:cBhvr>
                                      <p:to>
                                        <p:strVal val="visible"/>
                                      </p:to>
                                    </p:set>
                                    <p:animEffect transition="in" filter="wipe(left)">
                                      <p:cBhvr>
                                        <p:cTn id="7" dur="500"/>
                                        <p:tgtEl>
                                          <p:spTgt spid="139268"/>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39271"/>
                                        </p:tgtEl>
                                        <p:attrNameLst>
                                          <p:attrName>style.visibility</p:attrName>
                                        </p:attrNameLst>
                                      </p:cBhvr>
                                      <p:to>
                                        <p:strVal val="visible"/>
                                      </p:to>
                                    </p:set>
                                    <p:animEffect transition="in" filter="wipe(left)">
                                      <p:cBhvr>
                                        <p:cTn id="12" dur="500"/>
                                        <p:tgtEl>
                                          <p:spTgt spid="139271"/>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39272"/>
                                        </p:tgtEl>
                                        <p:attrNameLst>
                                          <p:attrName>style.visibility</p:attrName>
                                        </p:attrNameLst>
                                      </p:cBhvr>
                                      <p:to>
                                        <p:strVal val="visible"/>
                                      </p:to>
                                    </p:set>
                                    <p:animEffect transition="in" filter="wipe(left)">
                                      <p:cBhvr>
                                        <p:cTn id="17" dur="500"/>
                                        <p:tgtEl>
                                          <p:spTgt spid="139272"/>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139274"/>
                                        </p:tgtEl>
                                        <p:attrNameLst>
                                          <p:attrName>style.visibility</p:attrName>
                                        </p:attrNameLst>
                                      </p:cBhvr>
                                      <p:to>
                                        <p:strVal val="visible"/>
                                      </p:to>
                                    </p:set>
                                    <p:animEffect transition="in" filter="wipe(left)">
                                      <p:cBhvr>
                                        <p:cTn id="22" dur="500"/>
                                        <p:tgtEl>
                                          <p:spTgt spid="139274"/>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139269"/>
                                        </p:tgtEl>
                                        <p:attrNameLst>
                                          <p:attrName>style.visibility</p:attrName>
                                        </p:attrNameLst>
                                      </p:cBhvr>
                                      <p:to>
                                        <p:strVal val="visible"/>
                                      </p:to>
                                    </p:set>
                                    <p:animEffect transition="in" filter="wipe(left)">
                                      <p:cBhvr>
                                        <p:cTn id="27" dur="500"/>
                                        <p:tgtEl>
                                          <p:spTgt spid="139269"/>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139270"/>
                                        </p:tgtEl>
                                        <p:attrNameLst>
                                          <p:attrName>style.visibility</p:attrName>
                                        </p:attrNameLst>
                                      </p:cBhvr>
                                      <p:to>
                                        <p:strVal val="visible"/>
                                      </p:to>
                                    </p:set>
                                    <p:animEffect transition="in" filter="wipe(left)">
                                      <p:cBhvr>
                                        <p:cTn id="32" dur="500"/>
                                        <p:tgtEl>
                                          <p:spTgt spid="139270"/>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139273"/>
                                        </p:tgtEl>
                                        <p:attrNameLst>
                                          <p:attrName>style.visibility</p:attrName>
                                        </p:attrNameLst>
                                      </p:cBhvr>
                                      <p:to>
                                        <p:strVal val="visible"/>
                                      </p:to>
                                    </p:set>
                                    <p:animEffect transition="in" filter="wipe(left)">
                                      <p:cBhvr>
                                        <p:cTn id="37" dur="500"/>
                                        <p:tgtEl>
                                          <p:spTgt spid="139273"/>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139275"/>
                                        </p:tgtEl>
                                        <p:attrNameLst>
                                          <p:attrName>style.visibility</p:attrName>
                                        </p:attrNameLst>
                                      </p:cBhvr>
                                      <p:to>
                                        <p:strVal val="visible"/>
                                      </p:to>
                                    </p:set>
                                    <p:animEffect transition="in" filter="wipe(left)">
                                      <p:cBhvr>
                                        <p:cTn id="42" dur="500"/>
                                        <p:tgtEl>
                                          <p:spTgt spid="139275"/>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grpId="0" nodeType="clickEffect">
                                  <p:stCondLst>
                                    <p:cond delay="0"/>
                                  </p:stCondLst>
                                  <p:childTnLst>
                                    <p:set>
                                      <p:cBhvr>
                                        <p:cTn id="46" dur="1" fill="hold">
                                          <p:stCondLst>
                                            <p:cond delay="0"/>
                                          </p:stCondLst>
                                        </p:cTn>
                                        <p:tgtEl>
                                          <p:spTgt spid="139276"/>
                                        </p:tgtEl>
                                        <p:attrNameLst>
                                          <p:attrName>style.visibility</p:attrName>
                                        </p:attrNameLst>
                                      </p:cBhvr>
                                      <p:to>
                                        <p:strVal val="visible"/>
                                      </p:to>
                                    </p:set>
                                    <p:animEffect transition="in" filter="wipe(left)">
                                      <p:cBhvr>
                                        <p:cTn id="47" dur="500"/>
                                        <p:tgtEl>
                                          <p:spTgt spid="139276"/>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8" fill="hold" nodeType="clickEffect">
                                  <p:stCondLst>
                                    <p:cond delay="0"/>
                                  </p:stCondLst>
                                  <p:childTnLst>
                                    <p:set>
                                      <p:cBhvr>
                                        <p:cTn id="51" dur="1" fill="hold">
                                          <p:stCondLst>
                                            <p:cond delay="0"/>
                                          </p:stCondLst>
                                        </p:cTn>
                                        <p:tgtEl>
                                          <p:spTgt spid="139279"/>
                                        </p:tgtEl>
                                        <p:attrNameLst>
                                          <p:attrName>style.visibility</p:attrName>
                                        </p:attrNameLst>
                                      </p:cBhvr>
                                      <p:to>
                                        <p:strVal val="visible"/>
                                      </p:to>
                                    </p:set>
                                    <p:animEffect transition="in" filter="wipe(left)">
                                      <p:cBhvr>
                                        <p:cTn id="52" dur="500"/>
                                        <p:tgtEl>
                                          <p:spTgt spid="139279"/>
                                        </p:tgtEl>
                                      </p:cBhvr>
                                    </p:animEffect>
                                  </p:childTnLst>
                                </p:cTn>
                              </p:par>
                            </p:childTnLst>
                          </p:cTn>
                        </p:par>
                      </p:childTnLst>
                    </p:cTn>
                  </p:par>
                  <p:par>
                    <p:cTn id="53" fill="hold">
                      <p:stCondLst>
                        <p:cond delay="indefinite"/>
                      </p:stCondLst>
                      <p:childTnLst>
                        <p:par>
                          <p:cTn id="54" fill="hold">
                            <p:stCondLst>
                              <p:cond delay="0"/>
                            </p:stCondLst>
                            <p:childTnLst>
                              <p:par>
                                <p:cTn id="55" presetID="22" presetClass="entr" presetSubtype="8" fill="hold" grpId="0" nodeType="clickEffect">
                                  <p:stCondLst>
                                    <p:cond delay="0"/>
                                  </p:stCondLst>
                                  <p:childTnLst>
                                    <p:set>
                                      <p:cBhvr>
                                        <p:cTn id="56" dur="1" fill="hold">
                                          <p:stCondLst>
                                            <p:cond delay="0"/>
                                          </p:stCondLst>
                                        </p:cTn>
                                        <p:tgtEl>
                                          <p:spTgt spid="139280"/>
                                        </p:tgtEl>
                                        <p:attrNameLst>
                                          <p:attrName>style.visibility</p:attrName>
                                        </p:attrNameLst>
                                      </p:cBhvr>
                                      <p:to>
                                        <p:strVal val="visible"/>
                                      </p:to>
                                    </p:set>
                                    <p:animEffect transition="in" filter="wipe(left)">
                                      <p:cBhvr>
                                        <p:cTn id="57" dur="500"/>
                                        <p:tgtEl>
                                          <p:spTgt spid="13928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9268" grpId="0" bldLvl="0" animBg="1"/>
      <p:bldP spid="139269" grpId="0" bldLvl="0" animBg="1"/>
      <p:bldP spid="139270" grpId="0" bldLvl="0" animBg="1"/>
      <p:bldP spid="139271" grpId="0" bldLvl="0" animBg="1"/>
      <p:bldP spid="139272" grpId="0" bldLvl="0" animBg="1"/>
      <p:bldP spid="139273" grpId="0" bldLvl="0" animBg="1"/>
      <p:bldP spid="139274" grpId="0" bldLvl="0" animBg="1"/>
      <p:bldP spid="139275" grpId="0" bldLvl="0" animBg="1"/>
      <p:bldP spid="139276" grpId="0" bldLvl="0" animBg="1"/>
      <p:bldP spid="139280" grpId="0" bldLvl="0" animBg="1"/>
    </p:bldLst>
  </p:timing>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Text Box 2"/>
          <p:cNvSpPr txBox="1">
            <a:spLocks noChangeArrowheads="1"/>
          </p:cNvSpPr>
          <p:nvPr/>
        </p:nvSpPr>
        <p:spPr bwMode="auto">
          <a:xfrm>
            <a:off x="604823" y="875624"/>
            <a:ext cx="6083300" cy="4985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buNone/>
            </a:pPr>
            <a:r>
              <a:rPr lang="zh-CN" altLang="en-US" sz="2200" dirty="0" smtClean="0">
                <a:solidFill>
                  <a:srgbClr val="C00000"/>
                </a:solidFill>
                <a:latin typeface="黑体" panose="02010609060101010101" pitchFamily="49" charset="-122"/>
                <a:ea typeface="黑体" panose="02010609060101010101" pitchFamily="49" charset="-122"/>
              </a:rPr>
              <a:t>三、</a:t>
            </a:r>
            <a:r>
              <a:rPr lang="zh-CN" altLang="en-US" sz="2200" dirty="0">
                <a:solidFill>
                  <a:srgbClr val="C00000"/>
                </a:solidFill>
                <a:latin typeface="黑体" panose="02010609060101010101" pitchFamily="49" charset="-122"/>
                <a:ea typeface="黑体" panose="02010609060101010101" pitchFamily="49" charset="-122"/>
              </a:rPr>
              <a:t>滚动轴承的安装方式及调整</a:t>
            </a:r>
            <a:endParaRPr lang="zh-CN" altLang="en-US" sz="2200" dirty="0">
              <a:solidFill>
                <a:srgbClr val="C00000"/>
              </a:solidFill>
              <a:latin typeface="黑体" panose="02010609060101010101" pitchFamily="49" charset="-122"/>
              <a:ea typeface="黑体" panose="02010609060101010101" pitchFamily="49" charset="-122"/>
            </a:endParaRPr>
          </a:p>
        </p:txBody>
      </p:sp>
      <p:sp>
        <p:nvSpPr>
          <p:cNvPr id="86019" name="Text Box 3"/>
          <p:cNvSpPr txBox="1">
            <a:spLocks noChangeArrowheads="1"/>
          </p:cNvSpPr>
          <p:nvPr/>
        </p:nvSpPr>
        <p:spPr bwMode="auto">
          <a:xfrm>
            <a:off x="1584325" y="1489075"/>
            <a:ext cx="1625766" cy="4302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buNone/>
            </a:pPr>
            <a:r>
              <a:rPr lang="en-US" altLang="zh-CN" b="1" dirty="0">
                <a:latin typeface="华文中宋" panose="02010600040101010101" pitchFamily="2" charset="-122"/>
              </a:rPr>
              <a:t>1</a:t>
            </a:r>
            <a:r>
              <a:rPr lang="zh-CN" altLang="en-US" b="1" dirty="0">
                <a:latin typeface="华文中宋" panose="02010600040101010101" pitchFamily="2" charset="-122"/>
              </a:rPr>
              <a:t>、安装方式</a:t>
            </a:r>
            <a:endParaRPr lang="zh-CN" altLang="en-US" b="1" dirty="0">
              <a:latin typeface="华文中宋" panose="02010600040101010101" pitchFamily="2" charset="-122"/>
            </a:endParaRPr>
          </a:p>
        </p:txBody>
      </p:sp>
      <p:sp>
        <p:nvSpPr>
          <p:cNvPr id="86020" name="Text Box 4"/>
          <p:cNvSpPr txBox="1">
            <a:spLocks noChangeArrowheads="1"/>
          </p:cNvSpPr>
          <p:nvPr/>
        </p:nvSpPr>
        <p:spPr bwMode="auto">
          <a:xfrm>
            <a:off x="1811854" y="5486995"/>
            <a:ext cx="3518912"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buNone/>
            </a:pPr>
            <a:r>
              <a:rPr lang="zh-CN" altLang="en-US" b="1" dirty="0">
                <a:latin typeface="华文中宋" panose="02010600040101010101" pitchFamily="2" charset="-122"/>
              </a:rPr>
              <a:t>正、反安装将影响轴系刚度。</a:t>
            </a:r>
            <a:endParaRPr lang="zh-CN" altLang="en-US" b="1" dirty="0">
              <a:latin typeface="华文中宋" panose="02010600040101010101" pitchFamily="2" charset="-122"/>
            </a:endParaRPr>
          </a:p>
        </p:txBody>
      </p:sp>
      <p:grpSp>
        <p:nvGrpSpPr>
          <p:cNvPr id="86021" name="Group 5"/>
          <p:cNvGrpSpPr/>
          <p:nvPr/>
        </p:nvGrpSpPr>
        <p:grpSpPr bwMode="auto">
          <a:xfrm>
            <a:off x="1830388" y="2289175"/>
            <a:ext cx="6276975" cy="2670175"/>
            <a:chOff x="1153" y="1442"/>
            <a:chExt cx="3954" cy="1682"/>
          </a:xfrm>
        </p:grpSpPr>
        <p:sp>
          <p:nvSpPr>
            <p:cNvPr id="86022" name="Text Box 6"/>
            <p:cNvSpPr txBox="1">
              <a:spLocks noChangeArrowheads="1"/>
            </p:cNvSpPr>
            <p:nvPr/>
          </p:nvSpPr>
          <p:spPr bwMode="auto">
            <a:xfrm>
              <a:off x="1236" y="1442"/>
              <a:ext cx="3871" cy="27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buNone/>
              </a:pPr>
              <a:r>
                <a:rPr lang="zh-CN" altLang="en-US" b="1">
                  <a:solidFill>
                    <a:srgbClr val="CC3300"/>
                  </a:solidFill>
                  <a:effectLst>
                    <a:outerShdw blurRad="38100" dist="38100" dir="2700000" algn="tl">
                      <a:srgbClr val="C0C0C0"/>
                    </a:outerShdw>
                  </a:effectLst>
                  <a:latin typeface="华文中宋" panose="02010600040101010101" pitchFamily="2" charset="-122"/>
                </a:rPr>
                <a:t>正安装</a:t>
              </a:r>
              <a:r>
                <a:rPr lang="zh-CN" altLang="en-US" b="1">
                  <a:latin typeface="华文中宋" panose="02010600040101010101" pitchFamily="2" charset="-122"/>
                </a:rPr>
                <a:t>：</a:t>
              </a:r>
              <a:r>
                <a:rPr lang="zh-CN" altLang="en-US" b="1">
                  <a:solidFill>
                    <a:srgbClr val="CC3300"/>
                  </a:solidFill>
                  <a:effectLst>
                    <a:outerShdw blurRad="38100" dist="38100" dir="2700000" algn="tl">
                      <a:srgbClr val="C0C0C0"/>
                    </a:outerShdw>
                  </a:effectLst>
                  <a:latin typeface="华文中宋" panose="02010600040101010101" pitchFamily="2" charset="-122"/>
                </a:rPr>
                <a:t>面对面</a:t>
              </a:r>
              <a:r>
                <a:rPr lang="zh-CN" altLang="en-US" b="1">
                  <a:latin typeface="华文中宋" panose="02010600040101010101" pitchFamily="2" charset="-122"/>
                </a:rPr>
                <a:t>安装</a:t>
              </a:r>
              <a:r>
                <a:rPr lang="en-US" altLang="zh-CN" b="1">
                  <a:latin typeface="华文中宋" panose="02010600040101010101" pitchFamily="2" charset="-122"/>
                </a:rPr>
                <a:t>(</a:t>
              </a:r>
              <a:r>
                <a:rPr lang="en-US" altLang="zh-CN" b="1"/>
                <a:t>“</a:t>
              </a:r>
              <a:r>
                <a:rPr lang="en-US" altLang="zh-CN" b="1">
                  <a:solidFill>
                    <a:srgbClr val="CC3300"/>
                  </a:solidFill>
                  <a:effectLst>
                    <a:outerShdw blurRad="38100" dist="38100" dir="2700000" algn="tl">
                      <a:srgbClr val="C0C0C0"/>
                    </a:outerShdw>
                  </a:effectLst>
                  <a:latin typeface="华文中宋" panose="02010600040101010101" pitchFamily="2" charset="-122"/>
                </a:rPr>
                <a:t>×</a:t>
              </a:r>
              <a:r>
                <a:rPr lang="en-US" altLang="zh-CN" b="1"/>
                <a:t>”</a:t>
              </a:r>
              <a:r>
                <a:rPr lang="en-US" altLang="zh-CN" b="1">
                  <a:latin typeface="华文中宋" panose="02010600040101010101" pitchFamily="2" charset="-122"/>
                </a:rPr>
                <a:t>),</a:t>
              </a:r>
              <a:r>
                <a:rPr lang="zh-CN" altLang="en-US" b="1">
                  <a:latin typeface="华文中宋" panose="02010600040101010101" pitchFamily="2" charset="-122"/>
                </a:rPr>
                <a:t>安装调整方便</a:t>
              </a:r>
              <a:r>
                <a:rPr lang="en-US" altLang="zh-CN" b="1">
                  <a:latin typeface="华文中宋" panose="02010600040101010101" pitchFamily="2" charset="-122"/>
                </a:rPr>
                <a:t>,</a:t>
              </a:r>
              <a:r>
                <a:rPr lang="zh-CN" altLang="en-US" b="1">
                  <a:latin typeface="华文中宋" panose="02010600040101010101" pitchFamily="2" charset="-122"/>
                </a:rPr>
                <a:t>用得较多。</a:t>
              </a:r>
              <a:endParaRPr lang="zh-CN" altLang="en-US" b="1">
                <a:latin typeface="华文中宋" panose="02010600040101010101" pitchFamily="2" charset="-122"/>
              </a:endParaRPr>
            </a:p>
          </p:txBody>
        </p:sp>
        <p:sp>
          <p:nvSpPr>
            <p:cNvPr id="86023" name="AutoShape 7"/>
            <p:cNvSpPr/>
            <p:nvPr/>
          </p:nvSpPr>
          <p:spPr bwMode="auto">
            <a:xfrm>
              <a:off x="1153" y="1548"/>
              <a:ext cx="108" cy="617"/>
            </a:xfrm>
            <a:prstGeom prst="leftBrace">
              <a:avLst>
                <a:gd name="adj1" fmla="val 47608"/>
                <a:gd name="adj2" fmla="val 50000"/>
              </a:avLst>
            </a:prstGeom>
            <a:noFill/>
            <a:ln w="952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None/>
              </a:pPr>
              <a:endParaRPr lang="zh-CN" altLang="en-US"/>
            </a:p>
          </p:txBody>
        </p:sp>
        <p:grpSp>
          <p:nvGrpSpPr>
            <p:cNvPr id="86024" name="Group 8"/>
            <p:cNvGrpSpPr/>
            <p:nvPr/>
          </p:nvGrpSpPr>
          <p:grpSpPr bwMode="auto">
            <a:xfrm>
              <a:off x="1173" y="2585"/>
              <a:ext cx="2059" cy="539"/>
              <a:chOff x="3219" y="560"/>
              <a:chExt cx="2059" cy="539"/>
            </a:xfrm>
          </p:grpSpPr>
          <p:grpSp>
            <p:nvGrpSpPr>
              <p:cNvPr id="86025" name="Group 9"/>
              <p:cNvGrpSpPr/>
              <p:nvPr/>
            </p:nvGrpSpPr>
            <p:grpSpPr bwMode="auto">
              <a:xfrm>
                <a:off x="3331" y="560"/>
                <a:ext cx="266" cy="539"/>
                <a:chOff x="1843" y="1916"/>
                <a:chExt cx="266" cy="539"/>
              </a:xfrm>
            </p:grpSpPr>
            <p:grpSp>
              <p:nvGrpSpPr>
                <p:cNvPr id="86026" name="Group 10"/>
                <p:cNvGrpSpPr/>
                <p:nvPr/>
              </p:nvGrpSpPr>
              <p:grpSpPr bwMode="auto">
                <a:xfrm>
                  <a:off x="1843" y="1916"/>
                  <a:ext cx="173" cy="173"/>
                  <a:chOff x="3505" y="3681"/>
                  <a:chExt cx="173" cy="173"/>
                </a:xfrm>
              </p:grpSpPr>
              <p:sp>
                <p:nvSpPr>
                  <p:cNvPr id="86027" name="Line 11"/>
                  <p:cNvSpPr>
                    <a:spLocks noChangeShapeType="1"/>
                  </p:cNvSpPr>
                  <p:nvPr/>
                </p:nvSpPr>
                <p:spPr bwMode="auto">
                  <a:xfrm>
                    <a:off x="3505" y="3685"/>
                    <a:ext cx="170" cy="0"/>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buNone/>
                    </a:pPr>
                    <a:endParaRPr lang="zh-CN" altLang="en-US"/>
                  </a:p>
                </p:txBody>
              </p:sp>
              <p:sp>
                <p:nvSpPr>
                  <p:cNvPr id="86028" name="Oval 12"/>
                  <p:cNvSpPr>
                    <a:spLocks noChangeArrowheads="1"/>
                  </p:cNvSpPr>
                  <p:nvPr/>
                </p:nvSpPr>
                <p:spPr bwMode="auto">
                  <a:xfrm>
                    <a:off x="3513" y="3689"/>
                    <a:ext cx="165" cy="165"/>
                  </a:xfrm>
                  <a:prstGeom prst="ellipse">
                    <a:avLst/>
                  </a:prstGeom>
                  <a:noFill/>
                  <a:ln w="19050">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None/>
                    </a:pPr>
                    <a:endParaRPr lang="zh-CN" altLang="en-US"/>
                  </a:p>
                </p:txBody>
              </p:sp>
              <p:sp>
                <p:nvSpPr>
                  <p:cNvPr id="86029" name="Line 13"/>
                  <p:cNvSpPr>
                    <a:spLocks noChangeShapeType="1"/>
                  </p:cNvSpPr>
                  <p:nvPr/>
                </p:nvSpPr>
                <p:spPr bwMode="auto">
                  <a:xfrm>
                    <a:off x="3508" y="3681"/>
                    <a:ext cx="0" cy="160"/>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buNone/>
                    </a:pPr>
                    <a:endParaRPr lang="zh-CN" altLang="en-US"/>
                  </a:p>
                </p:txBody>
              </p:sp>
            </p:grpSp>
            <p:grpSp>
              <p:nvGrpSpPr>
                <p:cNvPr id="86030" name="Group 14"/>
                <p:cNvGrpSpPr/>
                <p:nvPr/>
              </p:nvGrpSpPr>
              <p:grpSpPr bwMode="auto">
                <a:xfrm flipV="1">
                  <a:off x="1843" y="2282"/>
                  <a:ext cx="173" cy="173"/>
                  <a:chOff x="3505" y="3681"/>
                  <a:chExt cx="173" cy="173"/>
                </a:xfrm>
              </p:grpSpPr>
              <p:sp>
                <p:nvSpPr>
                  <p:cNvPr id="86031" name="Line 15"/>
                  <p:cNvSpPr>
                    <a:spLocks noChangeShapeType="1"/>
                  </p:cNvSpPr>
                  <p:nvPr/>
                </p:nvSpPr>
                <p:spPr bwMode="auto">
                  <a:xfrm>
                    <a:off x="3505" y="3685"/>
                    <a:ext cx="170" cy="0"/>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buNone/>
                    </a:pPr>
                    <a:endParaRPr lang="zh-CN" altLang="en-US"/>
                  </a:p>
                </p:txBody>
              </p:sp>
              <p:sp>
                <p:nvSpPr>
                  <p:cNvPr id="86032" name="Oval 16"/>
                  <p:cNvSpPr>
                    <a:spLocks noChangeArrowheads="1"/>
                  </p:cNvSpPr>
                  <p:nvPr/>
                </p:nvSpPr>
                <p:spPr bwMode="auto">
                  <a:xfrm>
                    <a:off x="3513" y="3689"/>
                    <a:ext cx="165" cy="165"/>
                  </a:xfrm>
                  <a:prstGeom prst="ellipse">
                    <a:avLst/>
                  </a:prstGeom>
                  <a:noFill/>
                  <a:ln w="19050">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None/>
                    </a:pPr>
                    <a:endParaRPr lang="zh-CN" altLang="en-US"/>
                  </a:p>
                </p:txBody>
              </p:sp>
              <p:sp>
                <p:nvSpPr>
                  <p:cNvPr id="86033" name="Line 17"/>
                  <p:cNvSpPr>
                    <a:spLocks noChangeShapeType="1"/>
                  </p:cNvSpPr>
                  <p:nvPr/>
                </p:nvSpPr>
                <p:spPr bwMode="auto">
                  <a:xfrm>
                    <a:off x="3508" y="3681"/>
                    <a:ext cx="0" cy="160"/>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buNone/>
                    </a:pPr>
                    <a:endParaRPr lang="zh-CN" altLang="en-US"/>
                  </a:p>
                </p:txBody>
              </p:sp>
            </p:grpSp>
            <p:sp>
              <p:nvSpPr>
                <p:cNvPr id="86034" name="Line 18"/>
                <p:cNvSpPr>
                  <a:spLocks noChangeShapeType="1"/>
                </p:cNvSpPr>
                <p:nvPr/>
              </p:nvSpPr>
              <p:spPr bwMode="auto">
                <a:xfrm>
                  <a:off x="1851" y="1922"/>
                  <a:ext cx="258" cy="258"/>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buNone/>
                  </a:pPr>
                  <a:endParaRPr lang="zh-CN" altLang="en-US"/>
                </a:p>
              </p:txBody>
            </p:sp>
            <p:sp>
              <p:nvSpPr>
                <p:cNvPr id="86035" name="Line 19"/>
                <p:cNvSpPr>
                  <a:spLocks noChangeShapeType="1"/>
                </p:cNvSpPr>
                <p:nvPr/>
              </p:nvSpPr>
              <p:spPr bwMode="auto">
                <a:xfrm flipH="1">
                  <a:off x="1848" y="2189"/>
                  <a:ext cx="258" cy="258"/>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buNone/>
                  </a:pPr>
                  <a:endParaRPr lang="zh-CN" altLang="en-US"/>
                </a:p>
              </p:txBody>
            </p:sp>
          </p:grpSp>
          <p:sp>
            <p:nvSpPr>
              <p:cNvPr id="86036" name="Line 20"/>
              <p:cNvSpPr>
                <a:spLocks noChangeShapeType="1"/>
              </p:cNvSpPr>
              <p:nvPr/>
            </p:nvSpPr>
            <p:spPr bwMode="auto">
              <a:xfrm>
                <a:off x="3219" y="830"/>
                <a:ext cx="2059" cy="0"/>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buNone/>
                </a:pPr>
                <a:endParaRPr lang="zh-CN" altLang="en-US"/>
              </a:p>
            </p:txBody>
          </p:sp>
          <p:grpSp>
            <p:nvGrpSpPr>
              <p:cNvPr id="86037" name="Group 21"/>
              <p:cNvGrpSpPr/>
              <p:nvPr/>
            </p:nvGrpSpPr>
            <p:grpSpPr bwMode="auto">
              <a:xfrm flipH="1">
                <a:off x="4908" y="560"/>
                <a:ext cx="266" cy="539"/>
                <a:chOff x="1843" y="1916"/>
                <a:chExt cx="266" cy="539"/>
              </a:xfrm>
            </p:grpSpPr>
            <p:grpSp>
              <p:nvGrpSpPr>
                <p:cNvPr id="86038" name="Group 22"/>
                <p:cNvGrpSpPr/>
                <p:nvPr/>
              </p:nvGrpSpPr>
              <p:grpSpPr bwMode="auto">
                <a:xfrm>
                  <a:off x="1843" y="1916"/>
                  <a:ext cx="173" cy="173"/>
                  <a:chOff x="3505" y="3681"/>
                  <a:chExt cx="173" cy="173"/>
                </a:xfrm>
              </p:grpSpPr>
              <p:sp>
                <p:nvSpPr>
                  <p:cNvPr id="86039" name="Line 23"/>
                  <p:cNvSpPr>
                    <a:spLocks noChangeShapeType="1"/>
                  </p:cNvSpPr>
                  <p:nvPr/>
                </p:nvSpPr>
                <p:spPr bwMode="auto">
                  <a:xfrm>
                    <a:off x="3505" y="3685"/>
                    <a:ext cx="170" cy="0"/>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buNone/>
                    </a:pPr>
                    <a:endParaRPr lang="zh-CN" altLang="en-US"/>
                  </a:p>
                </p:txBody>
              </p:sp>
              <p:sp>
                <p:nvSpPr>
                  <p:cNvPr id="86040" name="Oval 24"/>
                  <p:cNvSpPr>
                    <a:spLocks noChangeArrowheads="1"/>
                  </p:cNvSpPr>
                  <p:nvPr/>
                </p:nvSpPr>
                <p:spPr bwMode="auto">
                  <a:xfrm>
                    <a:off x="3513" y="3689"/>
                    <a:ext cx="165" cy="165"/>
                  </a:xfrm>
                  <a:prstGeom prst="ellipse">
                    <a:avLst/>
                  </a:prstGeom>
                  <a:noFill/>
                  <a:ln w="19050">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None/>
                    </a:pPr>
                    <a:endParaRPr lang="zh-CN" altLang="en-US"/>
                  </a:p>
                </p:txBody>
              </p:sp>
              <p:sp>
                <p:nvSpPr>
                  <p:cNvPr id="86041" name="Line 25"/>
                  <p:cNvSpPr>
                    <a:spLocks noChangeShapeType="1"/>
                  </p:cNvSpPr>
                  <p:nvPr/>
                </p:nvSpPr>
                <p:spPr bwMode="auto">
                  <a:xfrm>
                    <a:off x="3508" y="3681"/>
                    <a:ext cx="0" cy="160"/>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buNone/>
                    </a:pPr>
                    <a:endParaRPr lang="zh-CN" altLang="en-US"/>
                  </a:p>
                </p:txBody>
              </p:sp>
            </p:grpSp>
            <p:grpSp>
              <p:nvGrpSpPr>
                <p:cNvPr id="86042" name="Group 26"/>
                <p:cNvGrpSpPr/>
                <p:nvPr/>
              </p:nvGrpSpPr>
              <p:grpSpPr bwMode="auto">
                <a:xfrm flipV="1">
                  <a:off x="1843" y="2282"/>
                  <a:ext cx="173" cy="173"/>
                  <a:chOff x="3505" y="3681"/>
                  <a:chExt cx="173" cy="173"/>
                </a:xfrm>
              </p:grpSpPr>
              <p:sp>
                <p:nvSpPr>
                  <p:cNvPr id="86043" name="Line 27"/>
                  <p:cNvSpPr>
                    <a:spLocks noChangeShapeType="1"/>
                  </p:cNvSpPr>
                  <p:nvPr/>
                </p:nvSpPr>
                <p:spPr bwMode="auto">
                  <a:xfrm>
                    <a:off x="3505" y="3685"/>
                    <a:ext cx="170" cy="0"/>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buNone/>
                    </a:pPr>
                    <a:endParaRPr lang="zh-CN" altLang="en-US"/>
                  </a:p>
                </p:txBody>
              </p:sp>
              <p:sp>
                <p:nvSpPr>
                  <p:cNvPr id="86044" name="Oval 28"/>
                  <p:cNvSpPr>
                    <a:spLocks noChangeArrowheads="1"/>
                  </p:cNvSpPr>
                  <p:nvPr/>
                </p:nvSpPr>
                <p:spPr bwMode="auto">
                  <a:xfrm>
                    <a:off x="3513" y="3689"/>
                    <a:ext cx="165" cy="165"/>
                  </a:xfrm>
                  <a:prstGeom prst="ellipse">
                    <a:avLst/>
                  </a:prstGeom>
                  <a:noFill/>
                  <a:ln w="19050">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None/>
                    </a:pPr>
                    <a:endParaRPr lang="zh-CN" altLang="en-US"/>
                  </a:p>
                </p:txBody>
              </p:sp>
              <p:sp>
                <p:nvSpPr>
                  <p:cNvPr id="86045" name="Line 29"/>
                  <p:cNvSpPr>
                    <a:spLocks noChangeShapeType="1"/>
                  </p:cNvSpPr>
                  <p:nvPr/>
                </p:nvSpPr>
                <p:spPr bwMode="auto">
                  <a:xfrm>
                    <a:off x="3508" y="3681"/>
                    <a:ext cx="0" cy="160"/>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buNone/>
                    </a:pPr>
                    <a:endParaRPr lang="zh-CN" altLang="en-US"/>
                  </a:p>
                </p:txBody>
              </p:sp>
            </p:grpSp>
            <p:sp>
              <p:nvSpPr>
                <p:cNvPr id="86046" name="Line 30"/>
                <p:cNvSpPr>
                  <a:spLocks noChangeShapeType="1"/>
                </p:cNvSpPr>
                <p:nvPr/>
              </p:nvSpPr>
              <p:spPr bwMode="auto">
                <a:xfrm>
                  <a:off x="1851" y="1922"/>
                  <a:ext cx="258" cy="258"/>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buNone/>
                  </a:pPr>
                  <a:endParaRPr lang="zh-CN" altLang="en-US"/>
                </a:p>
              </p:txBody>
            </p:sp>
            <p:sp>
              <p:nvSpPr>
                <p:cNvPr id="86047" name="Line 31"/>
                <p:cNvSpPr>
                  <a:spLocks noChangeShapeType="1"/>
                </p:cNvSpPr>
                <p:nvPr/>
              </p:nvSpPr>
              <p:spPr bwMode="auto">
                <a:xfrm flipH="1">
                  <a:off x="1848" y="2189"/>
                  <a:ext cx="258" cy="258"/>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buNone/>
                  </a:pPr>
                  <a:endParaRPr lang="zh-CN" altLang="en-US"/>
                </a:p>
              </p:txBody>
            </p:sp>
          </p:grpSp>
        </p:grpSp>
      </p:grpSp>
      <p:grpSp>
        <p:nvGrpSpPr>
          <p:cNvPr id="86048" name="Group 32"/>
          <p:cNvGrpSpPr/>
          <p:nvPr/>
        </p:nvGrpSpPr>
        <p:grpSpPr bwMode="auto">
          <a:xfrm>
            <a:off x="1962150" y="3222625"/>
            <a:ext cx="6773863" cy="1739900"/>
            <a:chOff x="1236" y="2030"/>
            <a:chExt cx="4267" cy="1096"/>
          </a:xfrm>
        </p:grpSpPr>
        <p:sp>
          <p:nvSpPr>
            <p:cNvPr id="86049" name="Text Box 33"/>
            <p:cNvSpPr txBox="1">
              <a:spLocks noChangeArrowheads="1"/>
            </p:cNvSpPr>
            <p:nvPr/>
          </p:nvSpPr>
          <p:spPr bwMode="auto">
            <a:xfrm>
              <a:off x="1236" y="2030"/>
              <a:ext cx="1990"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buNone/>
              </a:pPr>
              <a:r>
                <a:rPr lang="zh-CN" altLang="en-US" b="1">
                  <a:solidFill>
                    <a:srgbClr val="CC3300"/>
                  </a:solidFill>
                  <a:effectLst>
                    <a:outerShdw blurRad="38100" dist="38100" dir="2700000" algn="tl">
                      <a:srgbClr val="C0C0C0"/>
                    </a:outerShdw>
                  </a:effectLst>
                  <a:latin typeface="华文中宋" panose="02010600040101010101" pitchFamily="2" charset="-122"/>
                </a:rPr>
                <a:t>反安装</a:t>
              </a:r>
              <a:r>
                <a:rPr lang="zh-CN" altLang="en-US" b="1">
                  <a:latin typeface="华文中宋" panose="02010600040101010101" pitchFamily="2" charset="-122"/>
                </a:rPr>
                <a:t>：</a:t>
              </a:r>
              <a:r>
                <a:rPr lang="zh-CN" altLang="en-US" b="1">
                  <a:solidFill>
                    <a:srgbClr val="CC3300"/>
                  </a:solidFill>
                  <a:effectLst>
                    <a:outerShdw blurRad="38100" dist="38100" dir="2700000" algn="tl">
                      <a:srgbClr val="C0C0C0"/>
                    </a:outerShdw>
                  </a:effectLst>
                  <a:latin typeface="华文中宋" panose="02010600040101010101" pitchFamily="2" charset="-122"/>
                </a:rPr>
                <a:t>背对背</a:t>
              </a:r>
              <a:r>
                <a:rPr lang="zh-CN" altLang="en-US" b="1">
                  <a:latin typeface="华文中宋" panose="02010600040101010101" pitchFamily="2" charset="-122"/>
                </a:rPr>
                <a:t>安装</a:t>
              </a:r>
              <a:r>
                <a:rPr lang="en-US" altLang="zh-CN" b="1">
                  <a:latin typeface="华文中宋" panose="02010600040101010101" pitchFamily="2" charset="-122"/>
                </a:rPr>
                <a:t>(</a:t>
              </a:r>
              <a:r>
                <a:rPr lang="en-US" altLang="zh-CN" b="1"/>
                <a:t>“</a:t>
              </a:r>
              <a:r>
                <a:rPr lang="en-US" altLang="zh-CN" b="1">
                  <a:solidFill>
                    <a:srgbClr val="CC3300"/>
                  </a:solidFill>
                  <a:effectLst>
                    <a:outerShdw blurRad="38100" dist="38100" dir="2700000" algn="tl">
                      <a:srgbClr val="C0C0C0"/>
                    </a:outerShdw>
                  </a:effectLst>
                  <a:latin typeface="华文中宋" panose="02010600040101010101" pitchFamily="2" charset="-122"/>
                </a:rPr>
                <a:t>○</a:t>
              </a:r>
              <a:r>
                <a:rPr lang="en-US" altLang="zh-CN" b="1"/>
                <a:t>”</a:t>
              </a:r>
              <a:r>
                <a:rPr lang="en-US" altLang="zh-CN" b="1">
                  <a:latin typeface="华文中宋" panose="02010600040101010101" pitchFamily="2" charset="-122"/>
                </a:rPr>
                <a:t>)</a:t>
              </a:r>
              <a:endParaRPr lang="en-US" altLang="zh-CN" b="1">
                <a:latin typeface="华文中宋" panose="02010600040101010101" pitchFamily="2" charset="-122"/>
              </a:endParaRPr>
            </a:p>
          </p:txBody>
        </p:sp>
        <p:grpSp>
          <p:nvGrpSpPr>
            <p:cNvPr id="86050" name="Group 34"/>
            <p:cNvGrpSpPr/>
            <p:nvPr/>
          </p:nvGrpSpPr>
          <p:grpSpPr bwMode="auto">
            <a:xfrm>
              <a:off x="3444" y="2587"/>
              <a:ext cx="2059" cy="539"/>
              <a:chOff x="3111" y="440"/>
              <a:chExt cx="2059" cy="539"/>
            </a:xfrm>
          </p:grpSpPr>
          <p:grpSp>
            <p:nvGrpSpPr>
              <p:cNvPr id="86051" name="Group 35"/>
              <p:cNvGrpSpPr/>
              <p:nvPr/>
            </p:nvGrpSpPr>
            <p:grpSpPr bwMode="auto">
              <a:xfrm flipH="1">
                <a:off x="3235" y="440"/>
                <a:ext cx="266" cy="539"/>
                <a:chOff x="1843" y="1916"/>
                <a:chExt cx="266" cy="539"/>
              </a:xfrm>
            </p:grpSpPr>
            <p:grpSp>
              <p:nvGrpSpPr>
                <p:cNvPr id="86052" name="Group 36"/>
                <p:cNvGrpSpPr/>
                <p:nvPr/>
              </p:nvGrpSpPr>
              <p:grpSpPr bwMode="auto">
                <a:xfrm>
                  <a:off x="1843" y="1916"/>
                  <a:ext cx="173" cy="173"/>
                  <a:chOff x="3505" y="3681"/>
                  <a:chExt cx="173" cy="173"/>
                </a:xfrm>
              </p:grpSpPr>
              <p:sp>
                <p:nvSpPr>
                  <p:cNvPr id="86053" name="Line 37"/>
                  <p:cNvSpPr>
                    <a:spLocks noChangeShapeType="1"/>
                  </p:cNvSpPr>
                  <p:nvPr/>
                </p:nvSpPr>
                <p:spPr bwMode="auto">
                  <a:xfrm>
                    <a:off x="3505" y="3685"/>
                    <a:ext cx="170" cy="0"/>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buNone/>
                    </a:pPr>
                    <a:endParaRPr lang="zh-CN" altLang="en-US"/>
                  </a:p>
                </p:txBody>
              </p:sp>
              <p:sp>
                <p:nvSpPr>
                  <p:cNvPr id="86054" name="Oval 38"/>
                  <p:cNvSpPr>
                    <a:spLocks noChangeArrowheads="1"/>
                  </p:cNvSpPr>
                  <p:nvPr/>
                </p:nvSpPr>
                <p:spPr bwMode="auto">
                  <a:xfrm>
                    <a:off x="3513" y="3689"/>
                    <a:ext cx="165" cy="165"/>
                  </a:xfrm>
                  <a:prstGeom prst="ellipse">
                    <a:avLst/>
                  </a:prstGeom>
                  <a:noFill/>
                  <a:ln w="19050">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None/>
                    </a:pPr>
                    <a:endParaRPr lang="zh-CN" altLang="en-US"/>
                  </a:p>
                </p:txBody>
              </p:sp>
              <p:sp>
                <p:nvSpPr>
                  <p:cNvPr id="86055" name="Line 39"/>
                  <p:cNvSpPr>
                    <a:spLocks noChangeShapeType="1"/>
                  </p:cNvSpPr>
                  <p:nvPr/>
                </p:nvSpPr>
                <p:spPr bwMode="auto">
                  <a:xfrm>
                    <a:off x="3508" y="3681"/>
                    <a:ext cx="0" cy="160"/>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buNone/>
                    </a:pPr>
                    <a:endParaRPr lang="zh-CN" altLang="en-US"/>
                  </a:p>
                </p:txBody>
              </p:sp>
            </p:grpSp>
            <p:grpSp>
              <p:nvGrpSpPr>
                <p:cNvPr id="86056" name="Group 40"/>
                <p:cNvGrpSpPr/>
                <p:nvPr/>
              </p:nvGrpSpPr>
              <p:grpSpPr bwMode="auto">
                <a:xfrm flipV="1">
                  <a:off x="1843" y="2282"/>
                  <a:ext cx="173" cy="173"/>
                  <a:chOff x="3505" y="3681"/>
                  <a:chExt cx="173" cy="173"/>
                </a:xfrm>
              </p:grpSpPr>
              <p:sp>
                <p:nvSpPr>
                  <p:cNvPr id="86057" name="Line 41"/>
                  <p:cNvSpPr>
                    <a:spLocks noChangeShapeType="1"/>
                  </p:cNvSpPr>
                  <p:nvPr/>
                </p:nvSpPr>
                <p:spPr bwMode="auto">
                  <a:xfrm>
                    <a:off x="3505" y="3685"/>
                    <a:ext cx="170" cy="0"/>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buNone/>
                    </a:pPr>
                    <a:endParaRPr lang="zh-CN" altLang="en-US"/>
                  </a:p>
                </p:txBody>
              </p:sp>
              <p:sp>
                <p:nvSpPr>
                  <p:cNvPr id="86058" name="Oval 42"/>
                  <p:cNvSpPr>
                    <a:spLocks noChangeArrowheads="1"/>
                  </p:cNvSpPr>
                  <p:nvPr/>
                </p:nvSpPr>
                <p:spPr bwMode="auto">
                  <a:xfrm>
                    <a:off x="3513" y="3689"/>
                    <a:ext cx="165" cy="165"/>
                  </a:xfrm>
                  <a:prstGeom prst="ellipse">
                    <a:avLst/>
                  </a:prstGeom>
                  <a:noFill/>
                  <a:ln w="19050">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None/>
                    </a:pPr>
                    <a:endParaRPr lang="zh-CN" altLang="en-US"/>
                  </a:p>
                </p:txBody>
              </p:sp>
              <p:sp>
                <p:nvSpPr>
                  <p:cNvPr id="86059" name="Line 43"/>
                  <p:cNvSpPr>
                    <a:spLocks noChangeShapeType="1"/>
                  </p:cNvSpPr>
                  <p:nvPr/>
                </p:nvSpPr>
                <p:spPr bwMode="auto">
                  <a:xfrm>
                    <a:off x="3508" y="3681"/>
                    <a:ext cx="0" cy="160"/>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buNone/>
                    </a:pPr>
                    <a:endParaRPr lang="zh-CN" altLang="en-US"/>
                  </a:p>
                </p:txBody>
              </p:sp>
            </p:grpSp>
            <p:sp>
              <p:nvSpPr>
                <p:cNvPr id="86060" name="Line 44"/>
                <p:cNvSpPr>
                  <a:spLocks noChangeShapeType="1"/>
                </p:cNvSpPr>
                <p:nvPr/>
              </p:nvSpPr>
              <p:spPr bwMode="auto">
                <a:xfrm>
                  <a:off x="1851" y="1922"/>
                  <a:ext cx="258" cy="258"/>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buNone/>
                  </a:pPr>
                  <a:endParaRPr lang="zh-CN" altLang="en-US"/>
                </a:p>
              </p:txBody>
            </p:sp>
            <p:sp>
              <p:nvSpPr>
                <p:cNvPr id="86061" name="Line 45"/>
                <p:cNvSpPr>
                  <a:spLocks noChangeShapeType="1"/>
                </p:cNvSpPr>
                <p:nvPr/>
              </p:nvSpPr>
              <p:spPr bwMode="auto">
                <a:xfrm flipH="1">
                  <a:off x="1848" y="2189"/>
                  <a:ext cx="258" cy="258"/>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buNone/>
                  </a:pPr>
                  <a:endParaRPr lang="zh-CN" altLang="en-US"/>
                </a:p>
              </p:txBody>
            </p:sp>
          </p:grpSp>
          <p:sp>
            <p:nvSpPr>
              <p:cNvPr id="86062" name="Line 46"/>
              <p:cNvSpPr>
                <a:spLocks noChangeShapeType="1"/>
              </p:cNvSpPr>
              <p:nvPr/>
            </p:nvSpPr>
            <p:spPr bwMode="auto">
              <a:xfrm>
                <a:off x="3111" y="710"/>
                <a:ext cx="2059" cy="0"/>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buNone/>
                </a:pPr>
                <a:endParaRPr lang="zh-CN" altLang="en-US"/>
              </a:p>
            </p:txBody>
          </p:sp>
          <p:grpSp>
            <p:nvGrpSpPr>
              <p:cNvPr id="86063" name="Group 47"/>
              <p:cNvGrpSpPr/>
              <p:nvPr/>
            </p:nvGrpSpPr>
            <p:grpSpPr bwMode="auto">
              <a:xfrm>
                <a:off x="4788" y="440"/>
                <a:ext cx="266" cy="539"/>
                <a:chOff x="1843" y="1916"/>
                <a:chExt cx="266" cy="539"/>
              </a:xfrm>
            </p:grpSpPr>
            <p:grpSp>
              <p:nvGrpSpPr>
                <p:cNvPr id="86064" name="Group 48"/>
                <p:cNvGrpSpPr/>
                <p:nvPr/>
              </p:nvGrpSpPr>
              <p:grpSpPr bwMode="auto">
                <a:xfrm>
                  <a:off x="1843" y="1916"/>
                  <a:ext cx="173" cy="173"/>
                  <a:chOff x="3505" y="3681"/>
                  <a:chExt cx="173" cy="173"/>
                </a:xfrm>
              </p:grpSpPr>
              <p:sp>
                <p:nvSpPr>
                  <p:cNvPr id="86065" name="Line 49"/>
                  <p:cNvSpPr>
                    <a:spLocks noChangeShapeType="1"/>
                  </p:cNvSpPr>
                  <p:nvPr/>
                </p:nvSpPr>
                <p:spPr bwMode="auto">
                  <a:xfrm>
                    <a:off x="3505" y="3685"/>
                    <a:ext cx="170" cy="0"/>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buNone/>
                    </a:pPr>
                    <a:endParaRPr lang="zh-CN" altLang="en-US"/>
                  </a:p>
                </p:txBody>
              </p:sp>
              <p:sp>
                <p:nvSpPr>
                  <p:cNvPr id="86066" name="Oval 50"/>
                  <p:cNvSpPr>
                    <a:spLocks noChangeArrowheads="1"/>
                  </p:cNvSpPr>
                  <p:nvPr/>
                </p:nvSpPr>
                <p:spPr bwMode="auto">
                  <a:xfrm>
                    <a:off x="3513" y="3689"/>
                    <a:ext cx="165" cy="165"/>
                  </a:xfrm>
                  <a:prstGeom prst="ellipse">
                    <a:avLst/>
                  </a:prstGeom>
                  <a:noFill/>
                  <a:ln w="19050">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None/>
                    </a:pPr>
                    <a:endParaRPr lang="zh-CN" altLang="en-US"/>
                  </a:p>
                </p:txBody>
              </p:sp>
              <p:sp>
                <p:nvSpPr>
                  <p:cNvPr id="86067" name="Line 51"/>
                  <p:cNvSpPr>
                    <a:spLocks noChangeShapeType="1"/>
                  </p:cNvSpPr>
                  <p:nvPr/>
                </p:nvSpPr>
                <p:spPr bwMode="auto">
                  <a:xfrm>
                    <a:off x="3508" y="3681"/>
                    <a:ext cx="0" cy="160"/>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buNone/>
                    </a:pPr>
                    <a:endParaRPr lang="zh-CN" altLang="en-US"/>
                  </a:p>
                </p:txBody>
              </p:sp>
            </p:grpSp>
            <p:grpSp>
              <p:nvGrpSpPr>
                <p:cNvPr id="86068" name="Group 52"/>
                <p:cNvGrpSpPr/>
                <p:nvPr/>
              </p:nvGrpSpPr>
              <p:grpSpPr bwMode="auto">
                <a:xfrm flipV="1">
                  <a:off x="1843" y="2282"/>
                  <a:ext cx="173" cy="173"/>
                  <a:chOff x="3505" y="3681"/>
                  <a:chExt cx="173" cy="173"/>
                </a:xfrm>
              </p:grpSpPr>
              <p:sp>
                <p:nvSpPr>
                  <p:cNvPr id="86069" name="Line 53"/>
                  <p:cNvSpPr>
                    <a:spLocks noChangeShapeType="1"/>
                  </p:cNvSpPr>
                  <p:nvPr/>
                </p:nvSpPr>
                <p:spPr bwMode="auto">
                  <a:xfrm>
                    <a:off x="3505" y="3685"/>
                    <a:ext cx="170" cy="0"/>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buNone/>
                    </a:pPr>
                    <a:endParaRPr lang="zh-CN" altLang="en-US"/>
                  </a:p>
                </p:txBody>
              </p:sp>
              <p:sp>
                <p:nvSpPr>
                  <p:cNvPr id="86070" name="Oval 54"/>
                  <p:cNvSpPr>
                    <a:spLocks noChangeArrowheads="1"/>
                  </p:cNvSpPr>
                  <p:nvPr/>
                </p:nvSpPr>
                <p:spPr bwMode="auto">
                  <a:xfrm>
                    <a:off x="3513" y="3689"/>
                    <a:ext cx="165" cy="165"/>
                  </a:xfrm>
                  <a:prstGeom prst="ellipse">
                    <a:avLst/>
                  </a:prstGeom>
                  <a:noFill/>
                  <a:ln w="19050">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None/>
                    </a:pPr>
                    <a:endParaRPr lang="zh-CN" altLang="en-US"/>
                  </a:p>
                </p:txBody>
              </p:sp>
              <p:sp>
                <p:nvSpPr>
                  <p:cNvPr id="86071" name="Line 55"/>
                  <p:cNvSpPr>
                    <a:spLocks noChangeShapeType="1"/>
                  </p:cNvSpPr>
                  <p:nvPr/>
                </p:nvSpPr>
                <p:spPr bwMode="auto">
                  <a:xfrm>
                    <a:off x="3508" y="3681"/>
                    <a:ext cx="0" cy="160"/>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buNone/>
                    </a:pPr>
                    <a:endParaRPr lang="zh-CN" altLang="en-US"/>
                  </a:p>
                </p:txBody>
              </p:sp>
            </p:grpSp>
            <p:sp>
              <p:nvSpPr>
                <p:cNvPr id="86072" name="Line 56"/>
                <p:cNvSpPr>
                  <a:spLocks noChangeShapeType="1"/>
                </p:cNvSpPr>
                <p:nvPr/>
              </p:nvSpPr>
              <p:spPr bwMode="auto">
                <a:xfrm>
                  <a:off x="1851" y="1922"/>
                  <a:ext cx="258" cy="258"/>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buNone/>
                  </a:pPr>
                  <a:endParaRPr lang="zh-CN" altLang="en-US"/>
                </a:p>
              </p:txBody>
            </p:sp>
            <p:sp>
              <p:nvSpPr>
                <p:cNvPr id="86073" name="Line 57"/>
                <p:cNvSpPr>
                  <a:spLocks noChangeShapeType="1"/>
                </p:cNvSpPr>
                <p:nvPr/>
              </p:nvSpPr>
              <p:spPr bwMode="auto">
                <a:xfrm flipH="1">
                  <a:off x="1848" y="2189"/>
                  <a:ext cx="258" cy="258"/>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buNone/>
                  </a:pPr>
                  <a:endParaRPr lang="zh-CN" altLang="en-US"/>
                </a:p>
              </p:txBody>
            </p:sp>
          </p:grpSp>
        </p:grpSp>
      </p:grpSp>
      <p:sp>
        <p:nvSpPr>
          <p:cNvPr id="59" name="直接连接符 6"/>
          <p:cNvSpPr>
            <a:spLocks noChangeShapeType="1"/>
          </p:cNvSpPr>
          <p:nvPr/>
        </p:nvSpPr>
        <p:spPr bwMode="auto">
          <a:xfrm>
            <a:off x="0" y="765175"/>
            <a:ext cx="9144000" cy="0"/>
          </a:xfrm>
          <a:prstGeom prst="line">
            <a:avLst/>
          </a:prstGeom>
          <a:noFill/>
          <a:ln w="28575">
            <a:solidFill>
              <a:srgbClr val="CC3300"/>
            </a:solidFill>
            <a:miter lim="800000"/>
          </a:ln>
          <a:extLst>
            <a:ext uri="{909E8E84-426E-40DD-AFC4-6F175D3DCCD1}">
              <a14:hiddenFill xmlns:a14="http://schemas.microsoft.com/office/drawing/2010/main">
                <a:noFill/>
              </a14:hiddenFill>
            </a:ext>
          </a:extLst>
        </p:spPr>
        <p:txBody>
          <a:bodyPr/>
          <a:lstStyle/>
          <a:p>
            <a:endParaRPr lang="zh-CN" altLang="en-US" dirty="0"/>
          </a:p>
        </p:txBody>
      </p:sp>
      <p:sp>
        <p:nvSpPr>
          <p:cNvPr id="8206" name="Rectangle 67"/>
          <p:cNvSpPr>
            <a:spLocks noChangeArrowheads="1"/>
          </p:cNvSpPr>
          <p:nvPr/>
        </p:nvSpPr>
        <p:spPr bwMode="auto">
          <a:xfrm>
            <a:off x="3162300" y="10637"/>
            <a:ext cx="4945380" cy="5530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kumimoji="1" sz="2000">
                <a:solidFill>
                  <a:srgbClr val="000099"/>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rgbClr val="000099"/>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rgbClr val="000099"/>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rgbClr val="000099"/>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lnSpc>
                <a:spcPct val="100000"/>
              </a:lnSpc>
              <a:buFontTx/>
              <a:buNone/>
            </a:pPr>
            <a:r>
              <a:rPr lang="en-US" altLang="zh-CN" sz="3000" dirty="0" smtClean="0">
                <a:solidFill>
                  <a:srgbClr val="CC3300"/>
                </a:solidFill>
                <a:latin typeface="黑体" panose="02010609060101010101" pitchFamily="49" charset="-122"/>
                <a:ea typeface="黑体" panose="02010609060101010101" pitchFamily="49" charset="-122"/>
              </a:rPr>
              <a:t>3.6-6  </a:t>
            </a:r>
            <a:r>
              <a:rPr lang="zh-CN" altLang="en-US" sz="3000" dirty="0">
                <a:solidFill>
                  <a:srgbClr val="CC3300"/>
                </a:solidFill>
                <a:latin typeface="黑体" panose="02010609060101010101" pitchFamily="49" charset="-122"/>
                <a:ea typeface="黑体" panose="02010609060101010101" pitchFamily="49" charset="-122"/>
              </a:rPr>
              <a:t>滚动轴承装置的设计</a:t>
            </a:r>
            <a:endParaRPr lang="zh-CN" altLang="en-US" sz="3000" dirty="0">
              <a:solidFill>
                <a:srgbClr val="CC3300"/>
              </a:solidFill>
              <a:latin typeface="黑体" panose="02010609060101010101" pitchFamily="49" charset="-122"/>
              <a:ea typeface="黑体" panose="02010609060101010101" pitchFamily="49" charset="-122"/>
            </a:endParaRPr>
          </a:p>
        </p:txBody>
      </p:sp>
    </p:spTree>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86018"/>
                                        </p:tgtEl>
                                        <p:attrNameLst>
                                          <p:attrName>style.visibility</p:attrName>
                                        </p:attrNameLst>
                                      </p:cBhvr>
                                      <p:to>
                                        <p:strVal val="visible"/>
                                      </p:to>
                                    </p:set>
                                    <p:animEffect transition="in" filter="wipe(left)">
                                      <p:cBhvr>
                                        <p:cTn id="7" dur="500"/>
                                        <p:tgtEl>
                                          <p:spTgt spid="86018"/>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86019"/>
                                        </p:tgtEl>
                                        <p:attrNameLst>
                                          <p:attrName>style.visibility</p:attrName>
                                        </p:attrNameLst>
                                      </p:cBhvr>
                                      <p:to>
                                        <p:strVal val="visible"/>
                                      </p:to>
                                    </p:set>
                                    <p:animEffect transition="in" filter="wipe(left)">
                                      <p:cBhvr>
                                        <p:cTn id="12" dur="500"/>
                                        <p:tgtEl>
                                          <p:spTgt spid="86019"/>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86021"/>
                                        </p:tgtEl>
                                        <p:attrNameLst>
                                          <p:attrName>style.visibility</p:attrName>
                                        </p:attrNameLst>
                                      </p:cBhvr>
                                      <p:to>
                                        <p:strVal val="visible"/>
                                      </p:to>
                                    </p:set>
                                    <p:animEffect transition="in" filter="wipe(left)">
                                      <p:cBhvr>
                                        <p:cTn id="17" dur="500"/>
                                        <p:tgtEl>
                                          <p:spTgt spid="86021"/>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86048"/>
                                        </p:tgtEl>
                                        <p:attrNameLst>
                                          <p:attrName>style.visibility</p:attrName>
                                        </p:attrNameLst>
                                      </p:cBhvr>
                                      <p:to>
                                        <p:strVal val="visible"/>
                                      </p:to>
                                    </p:set>
                                    <p:animEffect transition="in" filter="wipe(left)">
                                      <p:cBhvr>
                                        <p:cTn id="22" dur="500"/>
                                        <p:tgtEl>
                                          <p:spTgt spid="86048"/>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86020"/>
                                        </p:tgtEl>
                                        <p:attrNameLst>
                                          <p:attrName>style.visibility</p:attrName>
                                        </p:attrNameLst>
                                      </p:cBhvr>
                                      <p:to>
                                        <p:strVal val="visible"/>
                                      </p:to>
                                    </p:set>
                                    <p:animEffect transition="in" filter="wipe(left)">
                                      <p:cBhvr>
                                        <p:cTn id="27" dur="500"/>
                                        <p:tgtEl>
                                          <p:spTgt spid="860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6018" grpId="0" bldLvl="0" animBg="1" autoUpdateAnimBg="0"/>
      <p:bldP spid="86019" grpId="0" autoUpdateAnimBg="0"/>
      <p:bldP spid="86020" grpId="0" autoUpdateAnimBg="0"/>
    </p:bldLst>
  </p:timing>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9334" name="Picture 6" descr="未标题-1"/>
          <p:cNvPicPr>
            <a:picLocks noChangeAspect="1" noChangeArrowheads="1"/>
          </p:cNvPicPr>
          <p:nvPr/>
        </p:nvPicPr>
        <p:blipFill>
          <a:blip r:embed="rId1" cstate="print">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4447968" y="3417887"/>
            <a:ext cx="4805362" cy="3440113"/>
          </a:xfrm>
          <a:prstGeom prst="rect">
            <a:avLst/>
          </a:prstGeom>
          <a:noFill/>
          <a:extLst>
            <a:ext uri="{909E8E84-426E-40DD-AFC4-6F175D3DCCD1}">
              <a14:hiddenFill xmlns:a14="http://schemas.microsoft.com/office/drawing/2010/main">
                <a:solidFill>
                  <a:srgbClr val="FFFFFF"/>
                </a:solidFill>
              </a14:hiddenFill>
            </a:ext>
          </a:extLst>
        </p:spPr>
      </p:pic>
      <p:pic>
        <p:nvPicPr>
          <p:cNvPr id="99333" name="Picture 5" descr="未标题-1"/>
          <p:cNvPicPr>
            <a:picLocks noChangeAspect="1" noChangeArrowheads="1"/>
          </p:cNvPicPr>
          <p:nvPr/>
        </p:nvPicPr>
        <p:blipFill>
          <a:blip r:embed="rId2" cstate="print">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611809" y="997710"/>
            <a:ext cx="5376863" cy="3324225"/>
          </a:xfrm>
          <a:prstGeom prst="rect">
            <a:avLst/>
          </a:prstGeom>
          <a:noFill/>
          <a:extLst>
            <a:ext uri="{909E8E84-426E-40DD-AFC4-6F175D3DCCD1}">
              <a14:hiddenFill xmlns:a14="http://schemas.microsoft.com/office/drawing/2010/main">
                <a:solidFill>
                  <a:srgbClr val="FFFFFF"/>
                </a:solidFill>
              </a14:hiddenFill>
            </a:ext>
          </a:extLst>
        </p:spPr>
      </p:pic>
      <p:sp>
        <p:nvSpPr>
          <p:cNvPr id="5" name="直接连接符 6"/>
          <p:cNvSpPr>
            <a:spLocks noChangeShapeType="1"/>
          </p:cNvSpPr>
          <p:nvPr/>
        </p:nvSpPr>
        <p:spPr bwMode="auto">
          <a:xfrm>
            <a:off x="0" y="765175"/>
            <a:ext cx="9144000" cy="0"/>
          </a:xfrm>
          <a:prstGeom prst="line">
            <a:avLst/>
          </a:prstGeom>
          <a:noFill/>
          <a:ln w="28575">
            <a:solidFill>
              <a:srgbClr val="CC3300"/>
            </a:solidFill>
            <a:miter lim="800000"/>
          </a:ln>
          <a:extLst>
            <a:ext uri="{909E8E84-426E-40DD-AFC4-6F175D3DCCD1}">
              <a14:hiddenFill xmlns:a14="http://schemas.microsoft.com/office/drawing/2010/main">
                <a:noFill/>
              </a14:hiddenFill>
            </a:ext>
          </a:extLst>
        </p:spPr>
        <p:txBody>
          <a:bodyPr/>
          <a:lstStyle/>
          <a:p>
            <a:endParaRPr lang="zh-CN" altLang="en-US" dirty="0"/>
          </a:p>
        </p:txBody>
      </p:sp>
      <p:sp>
        <p:nvSpPr>
          <p:cNvPr id="8206" name="Rectangle 67"/>
          <p:cNvSpPr>
            <a:spLocks noChangeArrowheads="1"/>
          </p:cNvSpPr>
          <p:nvPr/>
        </p:nvSpPr>
        <p:spPr bwMode="auto">
          <a:xfrm>
            <a:off x="3162300" y="10637"/>
            <a:ext cx="4945380" cy="5530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kumimoji="1" sz="2000">
                <a:solidFill>
                  <a:srgbClr val="000099"/>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rgbClr val="000099"/>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rgbClr val="000099"/>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rgbClr val="000099"/>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lnSpc>
                <a:spcPct val="100000"/>
              </a:lnSpc>
              <a:buFontTx/>
              <a:buNone/>
            </a:pPr>
            <a:r>
              <a:rPr lang="en-US" altLang="zh-CN" sz="3000" dirty="0" smtClean="0">
                <a:solidFill>
                  <a:srgbClr val="CC3300"/>
                </a:solidFill>
                <a:latin typeface="黑体" panose="02010609060101010101" pitchFamily="49" charset="-122"/>
                <a:ea typeface="黑体" panose="02010609060101010101" pitchFamily="49" charset="-122"/>
              </a:rPr>
              <a:t>3.6-6  </a:t>
            </a:r>
            <a:r>
              <a:rPr lang="zh-CN" altLang="en-US" sz="3000" dirty="0">
                <a:solidFill>
                  <a:srgbClr val="CC3300"/>
                </a:solidFill>
                <a:latin typeface="黑体" panose="02010609060101010101" pitchFamily="49" charset="-122"/>
                <a:ea typeface="黑体" panose="02010609060101010101" pitchFamily="49" charset="-122"/>
              </a:rPr>
              <a:t>滚动轴承装置的设计</a:t>
            </a:r>
            <a:endParaRPr lang="zh-CN" altLang="en-US" sz="3000" dirty="0">
              <a:solidFill>
                <a:srgbClr val="CC3300"/>
              </a:solidFill>
              <a:latin typeface="黑体" panose="02010609060101010101" pitchFamily="49" charset="-122"/>
              <a:ea typeface="黑体" panose="02010609060101010101" pitchFamily="49" charset="-122"/>
            </a:endParaRPr>
          </a:p>
        </p:txBody>
      </p:sp>
    </p:spTree>
  </p:cSld>
  <p:clrMapOvr>
    <a:masterClrMapping/>
  </p:clrMapOvr>
  <p:transition>
    <p:wipe dir="r"/>
  </p:transition>
  <p:timing>
    <p:tnLst>
      <p:par>
        <p:cTn id="1" dur="indefinite" restart="never" nodeType="tmRoot"/>
      </p:par>
    </p:tnLst>
  </p:timing>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4"/>
          <p:cNvSpPr>
            <a:spLocks noGrp="1" noChangeArrowheads="1"/>
          </p:cNvSpPr>
          <p:nvPr>
            <p:ph type="title"/>
          </p:nvPr>
        </p:nvSpPr>
        <p:spPr bwMode="auto">
          <a:xfrm>
            <a:off x="5689600" y="711200"/>
            <a:ext cx="1854200" cy="177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eaLnBrk="1" hangingPunct="1"/>
            <a:r>
              <a:rPr lang="zh-CN" altLang="en-US" sz="800" smtClean="0">
                <a:solidFill>
                  <a:schemeClr val="bg1"/>
                </a:solidFill>
                <a:latin typeface="华文中宋" panose="02010600040101010101" pitchFamily="2" charset="-122"/>
                <a:ea typeface="华文中宋" panose="02010600040101010101" pitchFamily="2" charset="-122"/>
              </a:rPr>
              <a:t>轴承装置的设计</a:t>
            </a:r>
            <a:r>
              <a:rPr lang="en-US" altLang="zh-CN" sz="800" smtClean="0">
                <a:solidFill>
                  <a:schemeClr val="bg1"/>
                </a:solidFill>
                <a:latin typeface="华文中宋" panose="02010600040101010101" pitchFamily="2" charset="-122"/>
                <a:ea typeface="华文中宋" panose="02010600040101010101" pitchFamily="2" charset="-122"/>
              </a:rPr>
              <a:t>2</a:t>
            </a:r>
            <a:endParaRPr lang="en-US" altLang="zh-CN" sz="800" smtClean="0">
              <a:solidFill>
                <a:schemeClr val="bg1"/>
              </a:solidFill>
              <a:latin typeface="华文中宋" panose="02010600040101010101" pitchFamily="2" charset="-122"/>
              <a:ea typeface="华文中宋" panose="02010600040101010101" pitchFamily="2" charset="-122"/>
            </a:endParaRPr>
          </a:p>
        </p:txBody>
      </p:sp>
      <p:sp>
        <p:nvSpPr>
          <p:cNvPr id="40963" name="Text Box 31"/>
          <p:cNvSpPr txBox="1">
            <a:spLocks noChangeArrowheads="1"/>
          </p:cNvSpPr>
          <p:nvPr/>
        </p:nvSpPr>
        <p:spPr bwMode="auto">
          <a:xfrm>
            <a:off x="158750" y="714375"/>
            <a:ext cx="5545108"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57150">
                <a:solidFill>
                  <a:srgbClr val="000000"/>
                </a:solidFill>
                <a:miter lim="800000"/>
                <a:headEnd/>
                <a:tailEnd/>
              </a14:hiddenLine>
            </a:ext>
          </a:extLst>
        </p:spPr>
        <p:txBody>
          <a:bodyPr wrap="none">
            <a:spAutoFit/>
          </a:bodyPr>
          <a:lstStyle>
            <a:lvl1pPr eaLnBrk="0" hangingPunct="0">
              <a:defRPr kumimoji="1" sz="2000">
                <a:solidFill>
                  <a:srgbClr val="000099"/>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rgbClr val="000099"/>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rgbClr val="000099"/>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rgbClr val="000099"/>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lnSpc>
                <a:spcPct val="100000"/>
              </a:lnSpc>
              <a:buNone/>
            </a:pPr>
            <a:r>
              <a:rPr lang="en-US" altLang="zh-CN" sz="2200" dirty="0" smtClean="0">
                <a:solidFill>
                  <a:srgbClr val="FF0000"/>
                </a:solidFill>
                <a:latin typeface="黑体" panose="02010609060101010101" pitchFamily="49" charset="-122"/>
                <a:ea typeface="黑体" panose="02010609060101010101" pitchFamily="49" charset="-122"/>
              </a:rPr>
              <a:t>2</a:t>
            </a:r>
            <a:r>
              <a:rPr lang="zh-CN" altLang="en-US" sz="2200" dirty="0" smtClean="0">
                <a:solidFill>
                  <a:srgbClr val="FF0000"/>
                </a:solidFill>
                <a:latin typeface="黑体" panose="02010609060101010101" pitchFamily="49" charset="-122"/>
                <a:ea typeface="黑体" panose="02010609060101010101" pitchFamily="49" charset="-122"/>
              </a:rPr>
              <a:t>、</a:t>
            </a:r>
            <a:r>
              <a:rPr lang="zh-CN" altLang="en-US" sz="2200" dirty="0">
                <a:solidFill>
                  <a:srgbClr val="FF0000"/>
                </a:solidFill>
                <a:latin typeface="黑体" panose="02010609060101010101" pitchFamily="49" charset="-122"/>
                <a:ea typeface="黑体" panose="02010609060101010101" pitchFamily="49" charset="-122"/>
              </a:rPr>
              <a:t>滚动轴承的游隙及轴上零件位置的调整</a:t>
            </a:r>
            <a:endParaRPr lang="zh-CN" altLang="en-US" sz="2200" dirty="0">
              <a:solidFill>
                <a:srgbClr val="FF0000"/>
              </a:solidFill>
              <a:latin typeface="黑体" panose="02010609060101010101" pitchFamily="49" charset="-122"/>
              <a:ea typeface="黑体" panose="02010609060101010101" pitchFamily="49" charset="-122"/>
            </a:endParaRPr>
          </a:p>
        </p:txBody>
      </p:sp>
      <p:sp>
        <p:nvSpPr>
          <p:cNvPr id="40964" name="Text Box 32"/>
          <p:cNvSpPr txBox="1">
            <a:spLocks noChangeArrowheads="1"/>
          </p:cNvSpPr>
          <p:nvPr/>
        </p:nvSpPr>
        <p:spPr bwMode="auto">
          <a:xfrm>
            <a:off x="96079" y="1125538"/>
            <a:ext cx="8826500" cy="830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57150">
                <a:solidFill>
                  <a:srgbClr val="000000"/>
                </a:solidFill>
                <a:miter lim="800000"/>
                <a:headEnd/>
                <a:tailEnd/>
              </a14:hiddenLine>
            </a:ext>
          </a:extLst>
        </p:spPr>
        <p:txBody>
          <a:bodyPr>
            <a:spAutoFit/>
          </a:bodyPr>
          <a:lstStyle>
            <a:lvl1pPr eaLnBrk="0" hangingPunct="0">
              <a:defRPr kumimoji="1" sz="2000">
                <a:solidFill>
                  <a:srgbClr val="000099"/>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rgbClr val="000099"/>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rgbClr val="000099"/>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rgbClr val="000099"/>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buFontTx/>
              <a:buNone/>
            </a:pPr>
            <a:r>
              <a:rPr lang="zh-CN" altLang="en-US" dirty="0">
                <a:latin typeface="华文中宋" panose="02010600040101010101" pitchFamily="2" charset="-122"/>
              </a:rPr>
              <a:t>　</a:t>
            </a:r>
            <a:r>
              <a:rPr lang="zh-CN" altLang="en-US" dirty="0" smtClean="0"/>
              <a:t>如将一个套圈（内圈或外圈）固定，另一个套圈沿径向或轴向的最大活动量的算术平均值称作</a:t>
            </a:r>
            <a:r>
              <a:rPr lang="zh-CN" altLang="en-US" dirty="0" smtClean="0">
                <a:solidFill>
                  <a:srgbClr val="C00000"/>
                </a:solidFill>
              </a:rPr>
              <a:t>径向游隙或轴向游隙</a:t>
            </a:r>
            <a:r>
              <a:rPr lang="zh-CN" altLang="en-US" dirty="0" smtClean="0"/>
              <a:t>。</a:t>
            </a:r>
            <a:endParaRPr lang="zh-CN" altLang="en-US" dirty="0">
              <a:latin typeface="华文中宋" panose="02010600040101010101" pitchFamily="2" charset="-122"/>
            </a:endParaRPr>
          </a:p>
        </p:txBody>
      </p:sp>
      <p:pic>
        <p:nvPicPr>
          <p:cNvPr id="40969" name="图片 10"/>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1436066" y="3543218"/>
            <a:ext cx="6000906" cy="31138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0970" name="矩形 11"/>
          <p:cNvSpPr>
            <a:spLocks noChangeArrowheads="1"/>
          </p:cNvSpPr>
          <p:nvPr/>
        </p:nvSpPr>
        <p:spPr bwMode="auto">
          <a:xfrm>
            <a:off x="238539" y="1902929"/>
            <a:ext cx="8617226" cy="8299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2000">
                <a:solidFill>
                  <a:srgbClr val="000099"/>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rgbClr val="000099"/>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rgbClr val="000099"/>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rgbClr val="000099"/>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buFontTx/>
              <a:buNone/>
            </a:pPr>
            <a:r>
              <a:rPr lang="zh-CN" altLang="en-US" dirty="0"/>
              <a:t>    在上图中的右支点，轴承的游隙和预紧是靠端盖</a:t>
            </a:r>
            <a:r>
              <a:rPr lang="zh-CN" altLang="en-US" dirty="0"/>
              <a:t>内的垫片来调整的，这样比较方便。</a:t>
            </a:r>
            <a:endParaRPr lang="zh-CN" altLang="en-US" dirty="0"/>
          </a:p>
        </p:txBody>
      </p:sp>
      <p:sp>
        <p:nvSpPr>
          <p:cNvPr id="40972" name="矩形 13"/>
          <p:cNvSpPr>
            <a:spLocks noChangeArrowheads="1"/>
          </p:cNvSpPr>
          <p:nvPr/>
        </p:nvSpPr>
        <p:spPr bwMode="auto">
          <a:xfrm>
            <a:off x="89454" y="2713246"/>
            <a:ext cx="8915400" cy="8299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2000">
                <a:solidFill>
                  <a:srgbClr val="000099"/>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rgbClr val="000099"/>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rgbClr val="000099"/>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rgbClr val="000099"/>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buFontTx/>
              <a:buNone/>
            </a:pPr>
            <a:r>
              <a:rPr lang="zh-CN" altLang="en-US" dirty="0"/>
              <a:t>    在下图中的右支承结构，轴承的游隙是靠轴上的圆螺母来调整的，操作不太方便；更为不利的是必须在轴上制出应力集中严重的螺纹，削弱了轴的强度。</a:t>
            </a:r>
            <a:endParaRPr lang="zh-CN" altLang="en-US" dirty="0"/>
          </a:p>
        </p:txBody>
      </p:sp>
      <p:sp>
        <p:nvSpPr>
          <p:cNvPr id="15" name="直接连接符 6"/>
          <p:cNvSpPr>
            <a:spLocks noChangeShapeType="1"/>
          </p:cNvSpPr>
          <p:nvPr/>
        </p:nvSpPr>
        <p:spPr bwMode="auto">
          <a:xfrm>
            <a:off x="0" y="675723"/>
            <a:ext cx="9144000" cy="0"/>
          </a:xfrm>
          <a:prstGeom prst="line">
            <a:avLst/>
          </a:prstGeom>
          <a:noFill/>
          <a:ln w="28575">
            <a:solidFill>
              <a:srgbClr val="CC3300"/>
            </a:solidFill>
            <a:miter lim="800000"/>
          </a:ln>
          <a:extLst>
            <a:ext uri="{909E8E84-426E-40DD-AFC4-6F175D3DCCD1}">
              <a14:hiddenFill xmlns:a14="http://schemas.microsoft.com/office/drawing/2010/main">
                <a:noFill/>
              </a14:hiddenFill>
            </a:ext>
          </a:extLst>
        </p:spPr>
        <p:txBody>
          <a:bodyPr/>
          <a:lstStyle/>
          <a:p>
            <a:endParaRPr lang="zh-CN" altLang="en-US"/>
          </a:p>
        </p:txBody>
      </p:sp>
      <p:sp>
        <p:nvSpPr>
          <p:cNvPr id="8206" name="Rectangle 67"/>
          <p:cNvSpPr>
            <a:spLocks noChangeArrowheads="1"/>
          </p:cNvSpPr>
          <p:nvPr/>
        </p:nvSpPr>
        <p:spPr bwMode="auto">
          <a:xfrm>
            <a:off x="3162300" y="10637"/>
            <a:ext cx="4945380" cy="5530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kumimoji="1" sz="2000">
                <a:solidFill>
                  <a:srgbClr val="000099"/>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rgbClr val="000099"/>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rgbClr val="000099"/>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rgbClr val="000099"/>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lnSpc>
                <a:spcPct val="100000"/>
              </a:lnSpc>
              <a:buFontTx/>
              <a:buNone/>
            </a:pPr>
            <a:r>
              <a:rPr lang="en-US" altLang="zh-CN" sz="3000" dirty="0" smtClean="0">
                <a:solidFill>
                  <a:srgbClr val="CC3300"/>
                </a:solidFill>
                <a:latin typeface="黑体" panose="02010609060101010101" pitchFamily="49" charset="-122"/>
                <a:ea typeface="黑体" panose="02010609060101010101" pitchFamily="49" charset="-122"/>
              </a:rPr>
              <a:t>3.6-6  </a:t>
            </a:r>
            <a:r>
              <a:rPr lang="zh-CN" altLang="en-US" sz="3000" dirty="0">
                <a:solidFill>
                  <a:srgbClr val="CC3300"/>
                </a:solidFill>
                <a:latin typeface="黑体" panose="02010609060101010101" pitchFamily="49" charset="-122"/>
                <a:ea typeface="黑体" panose="02010609060101010101" pitchFamily="49" charset="-122"/>
              </a:rPr>
              <a:t>滚动轴承装置的设计</a:t>
            </a:r>
            <a:endParaRPr lang="zh-CN" altLang="en-US" sz="3000" dirty="0">
              <a:solidFill>
                <a:srgbClr val="CC3300"/>
              </a:solidFill>
              <a:latin typeface="黑体" panose="02010609060101010101" pitchFamily="49" charset="-122"/>
              <a:ea typeface="黑体" panose="02010609060101010101" pitchFamily="49" charset="-122"/>
            </a:endParaRPr>
          </a:p>
        </p:txBody>
      </p:sp>
    </p:spTree>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096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096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0970"/>
                                        </p:tgtEl>
                                        <p:attrNameLst>
                                          <p:attrName>style.visibility</p:attrName>
                                        </p:attrNameLst>
                                      </p:cBhvr>
                                      <p:to>
                                        <p:strVal val="visible"/>
                                      </p:to>
                                    </p:set>
                                  </p:childTnLst>
                                </p:cTn>
                              </p:par>
                            </p:childTnLst>
                          </p:cTn>
                        </p:par>
                        <p:par>
                          <p:cTn id="15" fill="hold">
                            <p:stCondLst>
                              <p:cond delay="0"/>
                            </p:stCondLst>
                            <p:childTnLst>
                              <p:par>
                                <p:cTn id="16" presetID="1" presetClass="entr" presetSubtype="0" fill="hold" nodeType="afterEffect">
                                  <p:stCondLst>
                                    <p:cond delay="0"/>
                                  </p:stCondLst>
                                  <p:childTnLst>
                                    <p:set>
                                      <p:cBhvr>
                                        <p:cTn id="17" dur="1" fill="hold">
                                          <p:stCondLst>
                                            <p:cond delay="0"/>
                                          </p:stCondLst>
                                        </p:cTn>
                                        <p:tgtEl>
                                          <p:spTgt spid="40969"/>
                                        </p:tgtEl>
                                        <p:attrNameLst>
                                          <p:attrName>style.visibility</p:attrName>
                                        </p:attrNameLst>
                                      </p:cBhvr>
                                      <p:to>
                                        <p:strVal val="visible"/>
                                      </p:to>
                                    </p:set>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grpId="0" nodeType="clickEffect">
                                  <p:stCondLst>
                                    <p:cond delay="0"/>
                                  </p:stCondLst>
                                  <p:childTnLst>
                                    <p:set>
                                      <p:cBhvr>
                                        <p:cTn id="21" dur="1" fill="hold">
                                          <p:stCondLst>
                                            <p:cond delay="0"/>
                                          </p:stCondLst>
                                        </p:cTn>
                                        <p:tgtEl>
                                          <p:spTgt spid="4097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963" grpId="0"/>
      <p:bldP spid="40964" grpId="0"/>
      <p:bldP spid="40970" grpId="0"/>
      <p:bldP spid="40972" grpId="0"/>
    </p:bldLst>
  </p:timing>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4"/>
          <p:cNvSpPr>
            <a:spLocks noGrp="1" noChangeArrowheads="1"/>
          </p:cNvSpPr>
          <p:nvPr>
            <p:ph type="title"/>
          </p:nvPr>
        </p:nvSpPr>
        <p:spPr bwMode="auto">
          <a:xfrm>
            <a:off x="5689600" y="711200"/>
            <a:ext cx="1854200" cy="177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eaLnBrk="1" hangingPunct="1"/>
            <a:r>
              <a:rPr lang="zh-CN" altLang="en-US" sz="800" smtClean="0">
                <a:solidFill>
                  <a:schemeClr val="bg1"/>
                </a:solidFill>
                <a:latin typeface="华文中宋" panose="02010600040101010101" pitchFamily="2" charset="-122"/>
                <a:ea typeface="华文中宋" panose="02010600040101010101" pitchFamily="2" charset="-122"/>
              </a:rPr>
              <a:t>轴承装置的设计</a:t>
            </a:r>
            <a:r>
              <a:rPr lang="en-US" altLang="zh-CN" sz="800" smtClean="0">
                <a:solidFill>
                  <a:schemeClr val="bg1"/>
                </a:solidFill>
                <a:latin typeface="华文中宋" panose="02010600040101010101" pitchFamily="2" charset="-122"/>
                <a:ea typeface="华文中宋" panose="02010600040101010101" pitchFamily="2" charset="-122"/>
              </a:rPr>
              <a:t>2</a:t>
            </a:r>
            <a:endParaRPr lang="en-US" altLang="zh-CN" sz="800" smtClean="0">
              <a:solidFill>
                <a:schemeClr val="bg1"/>
              </a:solidFill>
              <a:latin typeface="华文中宋" panose="02010600040101010101" pitchFamily="2" charset="-122"/>
              <a:ea typeface="华文中宋" panose="02010600040101010101" pitchFamily="2" charset="-122"/>
            </a:endParaRPr>
          </a:p>
        </p:txBody>
      </p:sp>
      <p:pic>
        <p:nvPicPr>
          <p:cNvPr id="38946" name="Picture 34" descr="back1">
            <a:hlinkClick r:id="" action="ppaction://hlinkshowjump?jump=previousslide"/>
          </p:cNvPr>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8324850" y="6489700"/>
            <a:ext cx="306388" cy="306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8947" name="Picture 35" descr="NEXT1">
            <a:hlinkClick r:id="" action="ppaction://hlinkshowjump?jump=nextslide"/>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774113" y="6489700"/>
            <a:ext cx="306387" cy="306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8948" name="Picture 36" descr="rewind1">
            <a:hlinkClick r:id="" action="ppaction://hlinkshowjump?jump=firstslide"/>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875588" y="6489700"/>
            <a:ext cx="306387" cy="306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4824" name="Text Box 37"/>
          <p:cNvSpPr txBox="1">
            <a:spLocks noChangeArrowheads="1"/>
          </p:cNvSpPr>
          <p:nvPr/>
        </p:nvSpPr>
        <p:spPr bwMode="auto">
          <a:xfrm>
            <a:off x="7505700" y="5908675"/>
            <a:ext cx="9271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57150">
                <a:solidFill>
                  <a:srgbClr val="000000"/>
                </a:solidFill>
                <a:miter lim="800000"/>
                <a:headEnd/>
                <a:tailEnd/>
              </a14:hiddenLine>
            </a:ext>
          </a:extLst>
        </p:spPr>
        <p:txBody>
          <a:bodyPr>
            <a:spAutoFit/>
          </a:bodyPr>
          <a:lstStyle>
            <a:lvl1pPr eaLnBrk="0" hangingPunct="0">
              <a:defRPr kumimoji="1" sz="2000">
                <a:solidFill>
                  <a:srgbClr val="000099"/>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rgbClr val="000099"/>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rgbClr val="000099"/>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rgbClr val="000099"/>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9pPr>
          </a:lstStyle>
          <a:p>
            <a:pPr algn="ctr" eaLnBrk="1" hangingPunct="1">
              <a:lnSpc>
                <a:spcPct val="100000"/>
              </a:lnSpc>
              <a:spcBef>
                <a:spcPct val="50000"/>
              </a:spcBef>
              <a:buFontTx/>
              <a:buNone/>
            </a:pPr>
            <a:r>
              <a:rPr lang="en-US" altLang="zh-CN" sz="1800">
                <a:latin typeface="华文中宋" panose="02010600040101010101" pitchFamily="2" charset="-122"/>
              </a:rPr>
              <a:t>  </a:t>
            </a:r>
            <a:endParaRPr lang="en-US" altLang="zh-CN" sz="1800">
              <a:latin typeface="华文中宋" panose="02010600040101010101" pitchFamily="2" charset="-122"/>
            </a:endParaRPr>
          </a:p>
        </p:txBody>
      </p:sp>
      <p:pic>
        <p:nvPicPr>
          <p:cNvPr id="40971" name="图片 1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90500" y="3037840"/>
            <a:ext cx="6033135" cy="35490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0973" name="矩形 14"/>
          <p:cNvSpPr>
            <a:spLocks noChangeArrowheads="1"/>
          </p:cNvSpPr>
          <p:nvPr/>
        </p:nvSpPr>
        <p:spPr bwMode="auto">
          <a:xfrm>
            <a:off x="605181" y="1256487"/>
            <a:ext cx="7901609" cy="1200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2000">
                <a:solidFill>
                  <a:srgbClr val="000099"/>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rgbClr val="000099"/>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rgbClr val="000099"/>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rgbClr val="000099"/>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buFontTx/>
              <a:buNone/>
            </a:pPr>
            <a:r>
              <a:rPr lang="zh-CN" altLang="en-US" dirty="0"/>
              <a:t>    为了便于锥齿轮轴向位置的调整，可将确定其轴向位置的轴承装在一个套杯中，套杯则装在外壳孔中。通过</a:t>
            </a:r>
            <a:r>
              <a:rPr lang="zh-CN" altLang="en-US" dirty="0">
                <a:solidFill>
                  <a:srgbClr val="FF0000"/>
                </a:solidFill>
              </a:rPr>
              <a:t>增减套杯端面与外壳之间垫片的厚度</a:t>
            </a:r>
            <a:r>
              <a:rPr lang="zh-CN" altLang="en-US" dirty="0"/>
              <a:t>调整其轴向位置。</a:t>
            </a:r>
            <a:endParaRPr lang="zh-CN" altLang="en-US" dirty="0"/>
          </a:p>
        </p:txBody>
      </p:sp>
      <p:sp>
        <p:nvSpPr>
          <p:cNvPr id="15" name="直接连接符 6"/>
          <p:cNvSpPr>
            <a:spLocks noChangeShapeType="1"/>
          </p:cNvSpPr>
          <p:nvPr/>
        </p:nvSpPr>
        <p:spPr bwMode="auto">
          <a:xfrm>
            <a:off x="0" y="675723"/>
            <a:ext cx="9144000" cy="0"/>
          </a:xfrm>
          <a:prstGeom prst="line">
            <a:avLst/>
          </a:prstGeom>
          <a:noFill/>
          <a:ln w="28575">
            <a:solidFill>
              <a:srgbClr val="CC3300"/>
            </a:solidFill>
            <a:miter lim="800000"/>
          </a:ln>
          <a:extLst>
            <a:ext uri="{909E8E84-426E-40DD-AFC4-6F175D3DCCD1}">
              <a14:hiddenFill xmlns:a14="http://schemas.microsoft.com/office/drawing/2010/main">
                <a:noFill/>
              </a14:hiddenFill>
            </a:ext>
          </a:extLst>
        </p:spPr>
        <p:txBody>
          <a:bodyPr/>
          <a:lstStyle/>
          <a:p>
            <a:endParaRPr lang="zh-CN" altLang="en-US"/>
          </a:p>
        </p:txBody>
      </p:sp>
      <p:sp>
        <p:nvSpPr>
          <p:cNvPr id="8206" name="Rectangle 67"/>
          <p:cNvSpPr>
            <a:spLocks noChangeArrowheads="1"/>
          </p:cNvSpPr>
          <p:nvPr/>
        </p:nvSpPr>
        <p:spPr bwMode="auto">
          <a:xfrm>
            <a:off x="3162300" y="10637"/>
            <a:ext cx="4945380" cy="5530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kumimoji="1" sz="2000">
                <a:solidFill>
                  <a:srgbClr val="000099"/>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rgbClr val="000099"/>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rgbClr val="000099"/>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rgbClr val="000099"/>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lnSpc>
                <a:spcPct val="100000"/>
              </a:lnSpc>
              <a:buFontTx/>
              <a:buNone/>
            </a:pPr>
            <a:r>
              <a:rPr lang="en-US" altLang="zh-CN" sz="3000" dirty="0" smtClean="0">
                <a:solidFill>
                  <a:srgbClr val="CC3300"/>
                </a:solidFill>
                <a:latin typeface="黑体" panose="02010609060101010101" pitchFamily="49" charset="-122"/>
                <a:ea typeface="黑体" panose="02010609060101010101" pitchFamily="49" charset="-122"/>
              </a:rPr>
              <a:t>3.6-6  </a:t>
            </a:r>
            <a:r>
              <a:rPr lang="zh-CN" altLang="en-US" sz="3000" dirty="0">
                <a:solidFill>
                  <a:srgbClr val="CC3300"/>
                </a:solidFill>
                <a:latin typeface="黑体" panose="02010609060101010101" pitchFamily="49" charset="-122"/>
                <a:ea typeface="黑体" panose="02010609060101010101" pitchFamily="49" charset="-122"/>
              </a:rPr>
              <a:t>滚动轴承装置的设计</a:t>
            </a:r>
            <a:endParaRPr lang="zh-CN" altLang="en-US" sz="3000" dirty="0">
              <a:solidFill>
                <a:srgbClr val="CC3300"/>
              </a:solidFill>
              <a:latin typeface="黑体" panose="02010609060101010101" pitchFamily="49" charset="-122"/>
              <a:ea typeface="黑体" panose="02010609060101010101" pitchFamily="49" charset="-122"/>
            </a:endParaRPr>
          </a:p>
        </p:txBody>
      </p:sp>
      <p:grpSp>
        <p:nvGrpSpPr>
          <p:cNvPr id="87054" name="Group 14"/>
          <p:cNvGrpSpPr/>
          <p:nvPr/>
        </p:nvGrpSpPr>
        <p:grpSpPr bwMode="auto">
          <a:xfrm>
            <a:off x="6126798" y="2115503"/>
            <a:ext cx="2747963" cy="2138363"/>
            <a:chOff x="3345" y="505"/>
            <a:chExt cx="1731" cy="1347"/>
          </a:xfrm>
        </p:grpSpPr>
        <p:sp>
          <p:nvSpPr>
            <p:cNvPr id="87048" name="Text Box 8"/>
            <p:cNvSpPr txBox="1">
              <a:spLocks noChangeArrowheads="1"/>
            </p:cNvSpPr>
            <p:nvPr/>
          </p:nvSpPr>
          <p:spPr bwMode="auto">
            <a:xfrm>
              <a:off x="3345" y="1564"/>
              <a:ext cx="1279"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p>
              <a:pPr>
                <a:buNone/>
              </a:pPr>
              <a:r>
                <a:rPr lang="zh-CN" altLang="en-US" b="1">
                  <a:solidFill>
                    <a:srgbClr val="000099"/>
                  </a:solidFill>
                  <a:effectLst>
                    <a:outerShdw blurRad="38100" dist="38100" dir="2700000" algn="tl">
                      <a:srgbClr val="C0C0C0"/>
                    </a:outerShdw>
                  </a:effectLst>
                  <a:latin typeface="华文中宋" panose="02010600040101010101" pitchFamily="2" charset="-122"/>
                </a:rPr>
                <a:t>锥齿轮传动</a:t>
              </a:r>
              <a:r>
                <a:rPr lang="zh-CN" altLang="en-US" b="1">
                  <a:latin typeface="华文中宋" panose="02010600040101010101" pitchFamily="2" charset="-122"/>
                </a:rPr>
                <a:t>：</a:t>
              </a:r>
              <a:endParaRPr lang="zh-CN" altLang="en-US" b="1">
                <a:latin typeface="华文中宋" panose="02010600040101010101" pitchFamily="2" charset="-122"/>
              </a:endParaRPr>
            </a:p>
          </p:txBody>
        </p:sp>
        <p:pic>
          <p:nvPicPr>
            <p:cNvPr id="87053" name="Picture 1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406" y="505"/>
              <a:ext cx="1670" cy="1048"/>
            </a:xfrm>
            <a:prstGeom prst="rect">
              <a:avLst/>
            </a:prstGeom>
            <a:noFill/>
            <a:extLst>
              <a:ext uri="{909E8E84-426E-40DD-AFC4-6F175D3DCCD1}">
                <a14:hiddenFill xmlns:a14="http://schemas.microsoft.com/office/drawing/2010/main">
                  <a:solidFill>
                    <a:srgbClr val="FFFFFF"/>
                  </a:solidFill>
                </a14:hiddenFill>
              </a:ext>
            </a:extLst>
          </p:spPr>
        </p:pic>
      </p:grpSp>
      <p:sp>
        <p:nvSpPr>
          <p:cNvPr id="87052" name="Rectangle 12"/>
          <p:cNvSpPr>
            <a:spLocks noChangeArrowheads="1"/>
          </p:cNvSpPr>
          <p:nvPr/>
        </p:nvSpPr>
        <p:spPr bwMode="auto">
          <a:xfrm>
            <a:off x="6215698" y="4057015"/>
            <a:ext cx="274947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p>
            <a:pPr>
              <a:buNone/>
            </a:pPr>
            <a:r>
              <a:rPr lang="zh-CN" altLang="en-US" b="1" dirty="0"/>
              <a:t>要求两齿轮</a:t>
            </a:r>
            <a:r>
              <a:rPr lang="zh-CN" altLang="en-US" b="1" dirty="0">
                <a:solidFill>
                  <a:srgbClr val="CC3300"/>
                </a:solidFill>
                <a:effectLst>
                  <a:outerShdw blurRad="38100" dist="38100" dir="2700000" algn="tl">
                    <a:srgbClr val="C0C0C0"/>
                  </a:outerShdw>
                </a:effectLst>
              </a:rPr>
              <a:t>锥顶重合</a:t>
            </a:r>
            <a:r>
              <a:rPr lang="zh-CN" altLang="en-US" b="1" dirty="0"/>
              <a:t>。</a:t>
            </a:r>
            <a:endParaRPr lang="zh-CN" altLang="en-US" b="1" dirty="0"/>
          </a:p>
        </p:txBody>
      </p:sp>
      <p:sp>
        <p:nvSpPr>
          <p:cNvPr id="2" name="文本框 1"/>
          <p:cNvSpPr txBox="1"/>
          <p:nvPr/>
        </p:nvSpPr>
        <p:spPr>
          <a:xfrm>
            <a:off x="368300" y="691515"/>
            <a:ext cx="2781935" cy="534035"/>
          </a:xfrm>
          <a:prstGeom prst="rect">
            <a:avLst/>
          </a:prstGeom>
          <a:noFill/>
        </p:spPr>
        <p:txBody>
          <a:bodyPr wrap="square" rtlCol="0">
            <a:spAutoFit/>
          </a:bodyPr>
          <a:p>
            <a:pPr indent="0">
              <a:buNone/>
            </a:pPr>
            <a:r>
              <a:rPr lang="zh-CN" altLang="en-US" sz="2400">
                <a:solidFill>
                  <a:srgbClr val="C00000"/>
                </a:solidFill>
                <a:latin typeface="黑体" panose="02010609060101010101" pitchFamily="49" charset="-122"/>
                <a:ea typeface="黑体" panose="02010609060101010101" pitchFamily="49" charset="-122"/>
              </a:rPr>
              <a:t>轴系位置的调整</a:t>
            </a:r>
            <a:endParaRPr lang="zh-CN" altLang="en-US" sz="2400">
              <a:solidFill>
                <a:srgbClr val="C00000"/>
              </a:solidFill>
              <a:latin typeface="黑体" panose="02010609060101010101" pitchFamily="49" charset="-122"/>
              <a:ea typeface="黑体" panose="02010609060101010101" pitchFamily="49" charset="-122"/>
            </a:endParaRPr>
          </a:p>
        </p:txBody>
      </p:sp>
      <p:sp>
        <p:nvSpPr>
          <p:cNvPr id="3" name="文本框 2"/>
          <p:cNvSpPr txBox="1"/>
          <p:nvPr/>
        </p:nvSpPr>
        <p:spPr>
          <a:xfrm>
            <a:off x="4335145" y="2662555"/>
            <a:ext cx="1149350" cy="460375"/>
          </a:xfrm>
          <a:prstGeom prst="rect">
            <a:avLst/>
          </a:prstGeom>
          <a:noFill/>
        </p:spPr>
        <p:txBody>
          <a:bodyPr wrap="square" rtlCol="0">
            <a:spAutoFit/>
          </a:bodyPr>
          <a:p>
            <a:pPr indent="0">
              <a:buNone/>
            </a:pPr>
            <a:r>
              <a:rPr lang="zh-CN" altLang="en-US">
                <a:solidFill>
                  <a:srgbClr val="C00000"/>
                </a:solidFill>
              </a:rPr>
              <a:t>垫片</a:t>
            </a:r>
            <a:endParaRPr lang="zh-CN" altLang="en-US">
              <a:solidFill>
                <a:srgbClr val="C00000"/>
              </a:solidFill>
            </a:endParaRPr>
          </a:p>
        </p:txBody>
      </p:sp>
      <p:cxnSp>
        <p:nvCxnSpPr>
          <p:cNvPr id="4" name="直接箭头连接符 3"/>
          <p:cNvCxnSpPr/>
          <p:nvPr/>
        </p:nvCxnSpPr>
        <p:spPr>
          <a:xfrm flipV="1">
            <a:off x="3863975" y="3037840"/>
            <a:ext cx="342900" cy="443230"/>
          </a:xfrm>
          <a:prstGeom prst="straightConnector1">
            <a:avLst/>
          </a:prstGeom>
          <a:noFill/>
          <a:ln w="9525" cap="flat" cmpd="sng" algn="ctr">
            <a:solidFill>
              <a:srgbClr val="FF0000"/>
            </a:solidFill>
            <a:prstDash val="solid"/>
            <a:round/>
            <a:headEnd type="triangle" w="med" len="med"/>
            <a:tailEnd type="none" w="med" len="med"/>
          </a:ln>
        </p:spPr>
      </p:cxnSp>
    </p:spTree>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87054"/>
                                        </p:tgtEl>
                                        <p:attrNameLst>
                                          <p:attrName>style.visibility</p:attrName>
                                        </p:attrNameLst>
                                      </p:cBhvr>
                                      <p:to>
                                        <p:strVal val="visible"/>
                                      </p:to>
                                    </p:set>
                                    <p:animEffect transition="in" filter="wipe(left)">
                                      <p:cBhvr>
                                        <p:cTn id="7" dur="500"/>
                                        <p:tgtEl>
                                          <p:spTgt spid="8705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87052"/>
                                        </p:tgtEl>
                                        <p:attrNameLst>
                                          <p:attrName>style.visibility</p:attrName>
                                        </p:attrNameLst>
                                      </p:cBhvr>
                                      <p:to>
                                        <p:strVal val="visible"/>
                                      </p:to>
                                    </p:set>
                                    <p:animEffect transition="in" filter="wipe(left)">
                                      <p:cBhvr>
                                        <p:cTn id="12" dur="500"/>
                                        <p:tgtEl>
                                          <p:spTgt spid="87052"/>
                                        </p:tgtEl>
                                      </p:cBhvr>
                                    </p:animEffec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40973"/>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40971"/>
                                        </p:tgtEl>
                                        <p:attrNameLst>
                                          <p:attrName>style.visibility</p:attrName>
                                        </p:attrNameLst>
                                      </p:cBhvr>
                                      <p:to>
                                        <p:strVal val="visible"/>
                                      </p:to>
                                    </p:set>
                                  </p:childTnLst>
                                </p:cTn>
                              </p:par>
                            </p:childTnLst>
                          </p:cTn>
                        </p:par>
                        <p:par>
                          <p:cTn id="21" fill="hold">
                            <p:stCondLst>
                              <p:cond delay="0"/>
                            </p:stCondLst>
                            <p:childTnLst>
                              <p:par>
                                <p:cTn id="22" presetID="1" presetClass="entr" presetSubtype="0" fill="hold" nodeType="afterEffect">
                                  <p:stCondLst>
                                    <p:cond delay="0"/>
                                  </p:stCondLst>
                                  <p:childTnLst>
                                    <p:set>
                                      <p:cBhvr>
                                        <p:cTn id="23" dur="1" fill="hold">
                                          <p:stCondLst>
                                            <p:cond delay="499"/>
                                          </p:stCondLst>
                                        </p:cTn>
                                        <p:tgtEl>
                                          <p:spTgt spid="38947"/>
                                        </p:tgtEl>
                                        <p:attrNameLst>
                                          <p:attrName>style.visibility</p:attrName>
                                        </p:attrNameLst>
                                      </p:cBhvr>
                                      <p:to>
                                        <p:strVal val="visible"/>
                                      </p:to>
                                    </p:set>
                                  </p:childTnLst>
                                </p:cTn>
                              </p:par>
                            </p:childTnLst>
                          </p:cTn>
                        </p:par>
                        <p:par>
                          <p:cTn id="24" fill="hold">
                            <p:stCondLst>
                              <p:cond delay="500"/>
                            </p:stCondLst>
                            <p:childTnLst>
                              <p:par>
                                <p:cTn id="25" presetID="1" presetClass="entr" presetSubtype="0" fill="hold" nodeType="afterEffect">
                                  <p:stCondLst>
                                    <p:cond delay="0"/>
                                  </p:stCondLst>
                                  <p:childTnLst>
                                    <p:set>
                                      <p:cBhvr>
                                        <p:cTn id="26" dur="1" fill="hold">
                                          <p:stCondLst>
                                            <p:cond delay="499"/>
                                          </p:stCondLst>
                                        </p:cTn>
                                        <p:tgtEl>
                                          <p:spTgt spid="38946"/>
                                        </p:tgtEl>
                                        <p:attrNameLst>
                                          <p:attrName>style.visibility</p:attrName>
                                        </p:attrNameLst>
                                      </p:cBhvr>
                                      <p:to>
                                        <p:strVal val="visible"/>
                                      </p:to>
                                    </p:set>
                                  </p:childTnLst>
                                </p:cTn>
                              </p:par>
                            </p:childTnLst>
                          </p:cTn>
                        </p:par>
                        <p:par>
                          <p:cTn id="27" fill="hold">
                            <p:stCondLst>
                              <p:cond delay="1000"/>
                            </p:stCondLst>
                            <p:childTnLst>
                              <p:par>
                                <p:cTn id="28" presetID="2" presetClass="entr" presetSubtype="8" fill="hold" nodeType="afterEffect">
                                  <p:stCondLst>
                                    <p:cond delay="0"/>
                                  </p:stCondLst>
                                  <p:childTnLst>
                                    <p:set>
                                      <p:cBhvr>
                                        <p:cTn id="29" dur="1" fill="hold">
                                          <p:stCondLst>
                                            <p:cond delay="0"/>
                                          </p:stCondLst>
                                        </p:cTn>
                                        <p:tgtEl>
                                          <p:spTgt spid="38948"/>
                                        </p:tgtEl>
                                        <p:attrNameLst>
                                          <p:attrName>style.visibility</p:attrName>
                                        </p:attrNameLst>
                                      </p:cBhvr>
                                      <p:to>
                                        <p:strVal val="visible"/>
                                      </p:to>
                                    </p:set>
                                    <p:anim calcmode="lin" valueType="num">
                                      <p:cBhvr additive="base">
                                        <p:cTn id="30" dur="500" fill="hold"/>
                                        <p:tgtEl>
                                          <p:spTgt spid="38948"/>
                                        </p:tgtEl>
                                        <p:attrNameLst>
                                          <p:attrName>ppt_x</p:attrName>
                                        </p:attrNameLst>
                                      </p:cBhvr>
                                      <p:tavLst>
                                        <p:tav tm="0">
                                          <p:val>
                                            <p:strVal val="0-#ppt_w/2"/>
                                          </p:val>
                                        </p:tav>
                                        <p:tav tm="100000">
                                          <p:val>
                                            <p:strVal val="#ppt_x"/>
                                          </p:val>
                                        </p:tav>
                                      </p:tavLst>
                                    </p:anim>
                                    <p:anim calcmode="lin" valueType="num">
                                      <p:cBhvr additive="base">
                                        <p:cTn id="31" dur="500" fill="hold"/>
                                        <p:tgtEl>
                                          <p:spTgt spid="38948"/>
                                        </p:tgtEl>
                                        <p:attrNameLst>
                                          <p:attrName>ppt_y</p:attrName>
                                        </p:attrNameLst>
                                      </p:cBhvr>
                                      <p:tavLst>
                                        <p:tav tm="0">
                                          <p:val>
                                            <p:strVal val="#ppt_y"/>
                                          </p:val>
                                        </p:tav>
                                        <p:tav tm="100000">
                                          <p:val>
                                            <p:strVal val="#ppt_y"/>
                                          </p:val>
                                        </p:tav>
                                      </p:tavLst>
                                    </p:anim>
                                  </p:childTnLst>
                                </p:cTn>
                              </p:par>
                            </p:childTnLst>
                          </p:cTn>
                        </p:par>
                        <p:par>
                          <p:cTn id="32" fill="hold">
                            <p:stCondLst>
                              <p:cond delay="1500"/>
                            </p:stCondLst>
                            <p:childTnLst>
                              <p:par>
                                <p:cTn id="33" presetID="22" presetClass="entr" presetSubtype="8" fill="hold" nodeType="afterEffect">
                                  <p:stCondLst>
                                    <p:cond delay="0"/>
                                  </p:stCondLst>
                                  <p:childTnLst>
                                    <p:set>
                                      <p:cBhvr>
                                        <p:cTn id="34" dur="1" fill="hold">
                                          <p:stCondLst>
                                            <p:cond delay="0"/>
                                          </p:stCondLst>
                                        </p:cTn>
                                        <p:tgtEl>
                                          <p:spTgt spid="4"/>
                                        </p:tgtEl>
                                        <p:attrNameLst>
                                          <p:attrName>style.visibility</p:attrName>
                                        </p:attrNameLst>
                                      </p:cBhvr>
                                      <p:to>
                                        <p:strVal val="visible"/>
                                      </p:to>
                                    </p:set>
                                    <p:animEffect transition="in" filter="wipe(left)">
                                      <p:cBhvr>
                                        <p:cTn id="35" dur="500"/>
                                        <p:tgtEl>
                                          <p:spTgt spid="4"/>
                                        </p:tgtEl>
                                      </p:cBhvr>
                                    </p:animEffect>
                                  </p:childTnLst>
                                </p:cTn>
                              </p:par>
                            </p:childTnLst>
                          </p:cTn>
                        </p:par>
                        <p:par>
                          <p:cTn id="36" fill="hold">
                            <p:stCondLst>
                              <p:cond delay="2000"/>
                            </p:stCondLst>
                            <p:childTnLst>
                              <p:par>
                                <p:cTn id="37" presetID="22" presetClass="entr" presetSubtype="8" fill="hold" grpId="0" nodeType="afterEffect">
                                  <p:stCondLst>
                                    <p:cond delay="0"/>
                                  </p:stCondLst>
                                  <p:childTnLst>
                                    <p:set>
                                      <p:cBhvr>
                                        <p:cTn id="38" dur="1" fill="hold">
                                          <p:stCondLst>
                                            <p:cond delay="0"/>
                                          </p:stCondLst>
                                        </p:cTn>
                                        <p:tgtEl>
                                          <p:spTgt spid="3"/>
                                        </p:tgtEl>
                                        <p:attrNameLst>
                                          <p:attrName>style.visibility</p:attrName>
                                        </p:attrNameLst>
                                      </p:cBhvr>
                                      <p:to>
                                        <p:strVal val="visible"/>
                                      </p:to>
                                    </p:set>
                                    <p:animEffect transition="in" filter="wipe(left)">
                                      <p:cBhvr>
                                        <p:cTn id="39"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973" grpId="0"/>
      <p:bldP spid="87052" grpId="0" bldLvl="0" animBg="1"/>
      <p:bldP spid="3" grpId="0"/>
    </p:bldLst>
  </p:timing>
</p:sld>
</file>

<file path=ppt/slides/slide11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36194" name="Rectangle 2"/>
          <p:cNvSpPr>
            <a:spLocks noGrp="1" noChangeArrowheads="1"/>
          </p:cNvSpPr>
          <p:nvPr>
            <p:ph type="title"/>
          </p:nvPr>
        </p:nvSpPr>
        <p:spPr>
          <a:xfrm>
            <a:off x="800100" y="1022350"/>
            <a:ext cx="6858000" cy="609600"/>
          </a:xfrm>
        </p:spPr>
        <p:txBody>
          <a:bodyPr/>
          <a:lstStyle/>
          <a:p>
            <a:pPr>
              <a:defRPr/>
            </a:pPr>
            <a:r>
              <a:rPr lang="zh-CN" altLang="en-US" sz="2400" dirty="0">
                <a:solidFill>
                  <a:srgbClr val="C00000"/>
                </a:solidFill>
                <a:effectLst>
                  <a:outerShdw blurRad="38100" dist="38100" dir="2700000" algn="tl">
                    <a:srgbClr val="FFFFFF"/>
                  </a:outerShdw>
                </a:effectLst>
                <a:latin typeface="黑体" panose="02010609060101010101" pitchFamily="49" charset="-122"/>
                <a:ea typeface="黑体" panose="02010609060101010101" pitchFamily="49" charset="-122"/>
              </a:rPr>
              <a:t>四、滚动轴承的配合</a:t>
            </a:r>
            <a:endParaRPr lang="zh-CN" altLang="en-US" sz="2400" dirty="0">
              <a:solidFill>
                <a:srgbClr val="C00000"/>
              </a:solidFill>
              <a:effectLst>
                <a:outerShdw blurRad="38100" dist="38100" dir="2700000" algn="tl">
                  <a:srgbClr val="FFFFFF"/>
                </a:outerShdw>
              </a:effectLst>
              <a:latin typeface="黑体" panose="02010609060101010101" pitchFamily="49" charset="-122"/>
              <a:ea typeface="黑体" panose="02010609060101010101" pitchFamily="49" charset="-122"/>
            </a:endParaRPr>
          </a:p>
        </p:txBody>
      </p:sp>
      <p:sp>
        <p:nvSpPr>
          <p:cNvPr id="136195" name="Rectangle 3"/>
          <p:cNvSpPr>
            <a:spLocks noGrp="1" noChangeArrowheads="1"/>
          </p:cNvSpPr>
          <p:nvPr>
            <p:ph type="body" idx="1"/>
          </p:nvPr>
        </p:nvSpPr>
        <p:spPr>
          <a:xfrm>
            <a:off x="647065" y="1982470"/>
            <a:ext cx="8193405" cy="3948430"/>
          </a:xfrm>
        </p:spPr>
        <p:txBody>
          <a:bodyPr/>
          <a:lstStyle/>
          <a:p>
            <a:pPr indent="0" latinLnBrk="0">
              <a:lnSpc>
                <a:spcPct val="150000"/>
              </a:lnSpc>
              <a:spcBef>
                <a:spcPts val="0"/>
              </a:spcBef>
              <a:buFontTx/>
              <a:buNone/>
              <a:defRPr/>
            </a:pPr>
            <a:r>
              <a:rPr lang="en-US" altLang="zh-CN" sz="2400" dirty="0">
                <a:solidFill>
                  <a:srgbClr val="000000"/>
                </a:solidFill>
                <a:latin typeface="楷体_GB2312"/>
                <a:ea typeface="楷体_GB2312"/>
                <a:cs typeface="楷体_GB2312"/>
              </a:rPr>
              <a:t> </a:t>
            </a:r>
            <a:r>
              <a:rPr lang="zh-CN" altLang="en-US" sz="2400" dirty="0">
                <a:solidFill>
                  <a:srgbClr val="000000"/>
                </a:solidFill>
                <a:effectLst>
                  <a:outerShdw blurRad="38100" dist="38100" dir="2700000" algn="tl">
                    <a:srgbClr val="FFFFFF"/>
                  </a:outerShdw>
                </a:effectLst>
                <a:latin typeface="黑体" panose="02010609060101010101" pitchFamily="49" charset="-122"/>
                <a:ea typeface="黑体" panose="02010609060101010101" pitchFamily="49" charset="-122"/>
                <a:cs typeface="黑体" panose="02010609060101010101" pitchFamily="49" charset="-122"/>
              </a:rPr>
              <a:t>一般内圈转，外圈固定。转动圈转速高、载荷大、温度高时，选较紧配合，内圈与轴采用过盈配合。轴承外圈与机座孔之间一般是</a:t>
            </a:r>
            <a:r>
              <a:rPr lang="zh-CN" altLang="en-US" sz="2400" dirty="0">
                <a:solidFill>
                  <a:srgbClr val="000000"/>
                </a:solidFill>
                <a:effectLst>
                  <a:outerShdw blurRad="38100" dist="38100" dir="2700000" algn="tl">
                    <a:srgbClr val="FFFFFF"/>
                  </a:outerShdw>
                </a:effectLst>
                <a:latin typeface="黑体" panose="02010609060101010101" pitchFamily="49" charset="-122"/>
                <a:ea typeface="黑体" panose="02010609060101010101" pitchFamily="49" charset="-122"/>
                <a:cs typeface="黑体" panose="02010609060101010101" pitchFamily="49" charset="-122"/>
              </a:rPr>
              <a:t>间隙配合。</a:t>
            </a:r>
            <a:endParaRPr lang="zh-CN" altLang="en-US" sz="2400" dirty="0">
              <a:solidFill>
                <a:srgbClr val="000000"/>
              </a:solidFill>
              <a:effectLst>
                <a:outerShdw blurRad="38100" dist="38100" dir="2700000" algn="tl">
                  <a:srgbClr val="FFFFFF"/>
                </a:outerShdw>
              </a:effectLst>
              <a:latin typeface="黑体" panose="02010609060101010101" pitchFamily="49" charset="-122"/>
              <a:ea typeface="黑体" panose="02010609060101010101" pitchFamily="49" charset="-122"/>
              <a:cs typeface="黑体" panose="02010609060101010101" pitchFamily="49" charset="-122"/>
            </a:endParaRPr>
          </a:p>
          <a:p>
            <a:pPr indent="0" latinLnBrk="0">
              <a:lnSpc>
                <a:spcPct val="150000"/>
              </a:lnSpc>
              <a:spcBef>
                <a:spcPts val="0"/>
              </a:spcBef>
              <a:buFontTx/>
              <a:buNone/>
              <a:defRPr/>
            </a:pPr>
            <a:r>
              <a:rPr lang="zh-CN" altLang="en-US" sz="2400" dirty="0">
                <a:solidFill>
                  <a:srgbClr val="000000"/>
                </a:solidFill>
                <a:effectLst>
                  <a:outerShdw blurRad="38100" dist="38100" dir="2700000" algn="tl">
                    <a:srgbClr val="FFFFFF"/>
                  </a:outerShdw>
                </a:effectLst>
                <a:latin typeface="黑体" panose="02010609060101010101" pitchFamily="49" charset="-122"/>
                <a:ea typeface="黑体" panose="02010609060101010101" pitchFamily="49" charset="-122"/>
                <a:cs typeface="黑体" panose="02010609060101010101" pitchFamily="49" charset="-122"/>
              </a:rPr>
              <a:t>滚动轴承是标准部件，</a:t>
            </a:r>
            <a:r>
              <a:rPr lang="zh-CN" altLang="en-US" sz="2400" dirty="0">
                <a:solidFill>
                  <a:srgbClr val="FF0000"/>
                </a:solidFill>
                <a:effectLst>
                  <a:outerShdw blurRad="38100" dist="38100" dir="2700000" algn="tl">
                    <a:srgbClr val="FFFFFF"/>
                  </a:outerShdw>
                </a:effectLst>
                <a:latin typeface="黑体" panose="02010609060101010101" pitchFamily="49" charset="-122"/>
                <a:ea typeface="黑体" panose="02010609060101010101" pitchFamily="49" charset="-122"/>
                <a:cs typeface="黑体" panose="02010609060101010101" pitchFamily="49" charset="-122"/>
              </a:rPr>
              <a:t>内圈与轴</a:t>
            </a:r>
            <a:r>
              <a:rPr lang="en-US" altLang="zh-CN" sz="2400" dirty="0">
                <a:solidFill>
                  <a:srgbClr val="000000"/>
                </a:solidFill>
                <a:effectLst>
                  <a:outerShdw blurRad="38100" dist="38100" dir="2700000" algn="tl">
                    <a:srgbClr val="FFFFFF"/>
                  </a:outerShdw>
                </a:effectLst>
                <a:latin typeface="黑体" panose="02010609060101010101" pitchFamily="49" charset="-122"/>
                <a:ea typeface="黑体" panose="02010609060101010101" pitchFamily="49" charset="-122"/>
                <a:cs typeface="黑体" panose="02010609060101010101" pitchFamily="49" charset="-122"/>
              </a:rPr>
              <a:t>——</a:t>
            </a:r>
            <a:r>
              <a:rPr lang="zh-CN" altLang="en-US" sz="2400" dirty="0">
                <a:solidFill>
                  <a:srgbClr val="FF0000"/>
                </a:solidFill>
                <a:effectLst>
                  <a:outerShdw blurRad="38100" dist="38100" dir="2700000" algn="tl">
                    <a:srgbClr val="000000"/>
                  </a:outerShdw>
                </a:effectLst>
                <a:latin typeface="黑体" panose="02010609060101010101" pitchFamily="49" charset="-122"/>
                <a:ea typeface="黑体" panose="02010609060101010101" pitchFamily="49" charset="-122"/>
                <a:cs typeface="黑体" panose="02010609060101010101" pitchFamily="49" charset="-122"/>
              </a:rPr>
              <a:t>基孔制</a:t>
            </a:r>
            <a:r>
              <a:rPr lang="zh-CN" altLang="en-US" sz="2400" dirty="0">
                <a:solidFill>
                  <a:srgbClr val="000000"/>
                </a:solidFill>
                <a:effectLst>
                  <a:outerShdw blurRad="38100" dist="38100" dir="2700000" algn="tl">
                    <a:srgbClr val="FFFFFF"/>
                  </a:outerShdw>
                </a:effectLst>
                <a:latin typeface="黑体" panose="02010609060101010101" pitchFamily="49" charset="-122"/>
                <a:ea typeface="黑体" panose="02010609060101010101" pitchFamily="49" charset="-122"/>
                <a:cs typeface="黑体" panose="02010609060101010101" pitchFamily="49" charset="-122"/>
              </a:rPr>
              <a:t>，只标注轴的公差带代号，一般可采用</a:t>
            </a:r>
            <a:r>
              <a:rPr lang="en-US" altLang="zh-CN" sz="2400" dirty="0">
                <a:solidFill>
                  <a:srgbClr val="000000"/>
                </a:solidFill>
                <a:effectLst>
                  <a:outerShdw blurRad="38100" dist="38100" dir="2700000" algn="tl">
                    <a:srgbClr val="FFFFFF"/>
                  </a:outerShdw>
                </a:effectLst>
                <a:latin typeface="黑体" panose="02010609060101010101" pitchFamily="49" charset="-122"/>
                <a:ea typeface="黑体" panose="02010609060101010101" pitchFamily="49" charset="-122"/>
                <a:cs typeface="黑体" panose="02010609060101010101" pitchFamily="49" charset="-122"/>
              </a:rPr>
              <a:t>js6,k6,m6,n6</a:t>
            </a:r>
            <a:r>
              <a:rPr lang="zh-CN" altLang="en-US" sz="2400" dirty="0">
                <a:solidFill>
                  <a:srgbClr val="000000"/>
                </a:solidFill>
                <a:effectLst>
                  <a:outerShdw blurRad="38100" dist="38100" dir="2700000" algn="tl">
                    <a:srgbClr val="FFFFFF"/>
                  </a:outerShdw>
                </a:effectLst>
                <a:latin typeface="黑体" panose="02010609060101010101" pitchFamily="49" charset="-122"/>
                <a:ea typeface="黑体" panose="02010609060101010101" pitchFamily="49" charset="-122"/>
                <a:cs typeface="黑体" panose="02010609060101010101" pitchFamily="49" charset="-122"/>
              </a:rPr>
              <a:t>等。</a:t>
            </a:r>
            <a:endParaRPr lang="zh-CN" altLang="en-US" sz="2400" dirty="0">
              <a:solidFill>
                <a:srgbClr val="000000"/>
              </a:solidFill>
              <a:effectLst>
                <a:outerShdw blurRad="38100" dist="38100" dir="2700000" algn="tl">
                  <a:srgbClr val="FFFFFF"/>
                </a:outerShdw>
              </a:effectLst>
              <a:latin typeface="黑体" panose="02010609060101010101" pitchFamily="49" charset="-122"/>
              <a:ea typeface="黑体" panose="02010609060101010101" pitchFamily="49" charset="-122"/>
              <a:cs typeface="黑体" panose="02010609060101010101" pitchFamily="49" charset="-122"/>
            </a:endParaRPr>
          </a:p>
          <a:p>
            <a:pPr marL="0" indent="0" latinLnBrk="0">
              <a:lnSpc>
                <a:spcPct val="150000"/>
              </a:lnSpc>
              <a:spcBef>
                <a:spcPts val="0"/>
              </a:spcBef>
              <a:buFontTx/>
              <a:buNone/>
              <a:defRPr/>
            </a:pPr>
            <a:r>
              <a:rPr lang="zh-CN" altLang="en-US" sz="2400" dirty="0">
                <a:solidFill>
                  <a:srgbClr val="FF0000"/>
                </a:solidFill>
                <a:effectLst>
                  <a:outerShdw blurRad="38100" dist="38100" dir="2700000" algn="tl">
                    <a:srgbClr val="FFFFFF"/>
                  </a:outerShdw>
                </a:effectLst>
                <a:latin typeface="黑体" panose="02010609060101010101" pitchFamily="49" charset="-122"/>
                <a:ea typeface="黑体" panose="02010609060101010101" pitchFamily="49" charset="-122"/>
                <a:cs typeface="黑体" panose="02010609060101010101" pitchFamily="49" charset="-122"/>
              </a:rPr>
              <a:t>  外圈与座孔</a:t>
            </a:r>
            <a:r>
              <a:rPr lang="en-US" altLang="zh-CN" sz="2400" dirty="0">
                <a:solidFill>
                  <a:srgbClr val="000000"/>
                </a:solidFill>
                <a:effectLst>
                  <a:outerShdw blurRad="38100" dist="38100" dir="2700000" algn="tl">
                    <a:srgbClr val="FFFFFF"/>
                  </a:outerShdw>
                </a:effectLst>
                <a:latin typeface="黑体" panose="02010609060101010101" pitchFamily="49" charset="-122"/>
                <a:ea typeface="黑体" panose="02010609060101010101" pitchFamily="49" charset="-122"/>
                <a:cs typeface="黑体" panose="02010609060101010101" pitchFamily="49" charset="-122"/>
              </a:rPr>
              <a:t>——</a:t>
            </a:r>
            <a:r>
              <a:rPr lang="zh-CN" altLang="en-US" sz="2400" dirty="0">
                <a:solidFill>
                  <a:srgbClr val="FF0000"/>
                </a:solidFill>
                <a:effectLst>
                  <a:outerShdw blurRad="38100" dist="38100" dir="2700000" algn="tl">
                    <a:srgbClr val="000000"/>
                  </a:outerShdw>
                </a:effectLst>
                <a:latin typeface="黑体" panose="02010609060101010101" pitchFamily="49" charset="-122"/>
                <a:ea typeface="黑体" panose="02010609060101010101" pitchFamily="49" charset="-122"/>
                <a:cs typeface="黑体" panose="02010609060101010101" pitchFamily="49" charset="-122"/>
              </a:rPr>
              <a:t>基轴制</a:t>
            </a:r>
            <a:r>
              <a:rPr lang="zh-CN" altLang="en-US" sz="2400" dirty="0">
                <a:solidFill>
                  <a:srgbClr val="000000"/>
                </a:solidFill>
                <a:effectLst>
                  <a:outerShdw blurRad="38100" dist="38100" dir="2700000" algn="tl">
                    <a:srgbClr val="FFFFFF"/>
                  </a:outerShdw>
                </a:effectLst>
                <a:latin typeface="黑体" panose="02010609060101010101" pitchFamily="49" charset="-122"/>
                <a:ea typeface="黑体" panose="02010609060101010101" pitchFamily="49" charset="-122"/>
                <a:cs typeface="黑体" panose="02010609060101010101" pitchFamily="49" charset="-122"/>
              </a:rPr>
              <a:t>，只标注孔的公差带代号，固定圈与机器不动部分的配合一般配合可采用</a:t>
            </a:r>
            <a:r>
              <a:rPr lang="en-US" altLang="zh-CN" sz="2400" dirty="0">
                <a:solidFill>
                  <a:srgbClr val="000000"/>
                </a:solidFill>
                <a:effectLst>
                  <a:outerShdw blurRad="38100" dist="38100" dir="2700000" algn="tl">
                    <a:srgbClr val="FFFFFF"/>
                  </a:outerShdw>
                </a:effectLst>
                <a:latin typeface="黑体" panose="02010609060101010101" pitchFamily="49" charset="-122"/>
                <a:ea typeface="黑体" panose="02010609060101010101" pitchFamily="49" charset="-122"/>
                <a:cs typeface="黑体" panose="02010609060101010101" pitchFamily="49" charset="-122"/>
              </a:rPr>
              <a:t>J7</a:t>
            </a:r>
            <a:r>
              <a:rPr lang="zh-CN" altLang="en-US" sz="2400" dirty="0">
                <a:solidFill>
                  <a:srgbClr val="000000"/>
                </a:solidFill>
                <a:effectLst>
                  <a:outerShdw blurRad="38100" dist="38100" dir="2700000" algn="tl">
                    <a:srgbClr val="FFFFFF"/>
                  </a:outerShdw>
                </a:effectLst>
                <a:latin typeface="黑体" panose="02010609060101010101" pitchFamily="49" charset="-122"/>
                <a:ea typeface="黑体" panose="02010609060101010101" pitchFamily="49" charset="-122"/>
                <a:cs typeface="黑体" panose="02010609060101010101" pitchFamily="49" charset="-122"/>
              </a:rPr>
              <a:t>、</a:t>
            </a:r>
            <a:r>
              <a:rPr lang="en-US" altLang="zh-CN" sz="2400" dirty="0">
                <a:solidFill>
                  <a:srgbClr val="000000"/>
                </a:solidFill>
                <a:effectLst>
                  <a:outerShdw blurRad="38100" dist="38100" dir="2700000" algn="tl">
                    <a:srgbClr val="FFFFFF"/>
                  </a:outerShdw>
                </a:effectLst>
                <a:latin typeface="黑体" panose="02010609060101010101" pitchFamily="49" charset="-122"/>
                <a:ea typeface="黑体" panose="02010609060101010101" pitchFamily="49" charset="-122"/>
                <a:cs typeface="黑体" panose="02010609060101010101" pitchFamily="49" charset="-122"/>
              </a:rPr>
              <a:t>J6</a:t>
            </a:r>
            <a:r>
              <a:rPr lang="zh-CN" altLang="en-US" sz="2400" dirty="0">
                <a:solidFill>
                  <a:srgbClr val="000000"/>
                </a:solidFill>
                <a:effectLst>
                  <a:outerShdw blurRad="38100" dist="38100" dir="2700000" algn="tl">
                    <a:srgbClr val="FFFFFF"/>
                  </a:outerShdw>
                </a:effectLst>
                <a:latin typeface="黑体" panose="02010609060101010101" pitchFamily="49" charset="-122"/>
                <a:ea typeface="黑体" panose="02010609060101010101" pitchFamily="49" charset="-122"/>
                <a:cs typeface="黑体" panose="02010609060101010101" pitchFamily="49" charset="-122"/>
              </a:rPr>
              <a:t>、</a:t>
            </a:r>
            <a:r>
              <a:rPr lang="en-US" altLang="zh-CN" sz="2400" dirty="0">
                <a:solidFill>
                  <a:srgbClr val="000000"/>
                </a:solidFill>
                <a:effectLst>
                  <a:outerShdw blurRad="38100" dist="38100" dir="2700000" algn="tl">
                    <a:srgbClr val="FFFFFF"/>
                  </a:outerShdw>
                </a:effectLst>
                <a:latin typeface="黑体" panose="02010609060101010101" pitchFamily="49" charset="-122"/>
                <a:ea typeface="黑体" panose="02010609060101010101" pitchFamily="49" charset="-122"/>
                <a:cs typeface="黑体" panose="02010609060101010101" pitchFamily="49" charset="-122"/>
              </a:rPr>
              <a:t>H7</a:t>
            </a:r>
            <a:r>
              <a:rPr lang="zh-CN" altLang="en-US" sz="2400" dirty="0">
                <a:solidFill>
                  <a:srgbClr val="000000"/>
                </a:solidFill>
                <a:effectLst>
                  <a:outerShdw blurRad="38100" dist="38100" dir="2700000" algn="tl">
                    <a:srgbClr val="FFFFFF"/>
                  </a:outerShdw>
                </a:effectLst>
                <a:latin typeface="黑体" panose="02010609060101010101" pitchFamily="49" charset="-122"/>
                <a:ea typeface="黑体" panose="02010609060101010101" pitchFamily="49" charset="-122"/>
                <a:cs typeface="黑体" panose="02010609060101010101" pitchFamily="49" charset="-122"/>
              </a:rPr>
              <a:t>，</a:t>
            </a:r>
            <a:r>
              <a:rPr lang="en-US" altLang="zh-CN" sz="2400" dirty="0">
                <a:solidFill>
                  <a:srgbClr val="000000"/>
                </a:solidFill>
                <a:effectLst>
                  <a:outerShdw blurRad="38100" dist="38100" dir="2700000" algn="tl">
                    <a:srgbClr val="FFFFFF"/>
                  </a:outerShdw>
                </a:effectLst>
                <a:latin typeface="黑体" panose="02010609060101010101" pitchFamily="49" charset="-122"/>
                <a:ea typeface="黑体" panose="02010609060101010101" pitchFamily="49" charset="-122"/>
                <a:cs typeface="黑体" panose="02010609060101010101" pitchFamily="49" charset="-122"/>
              </a:rPr>
              <a:t>G7</a:t>
            </a:r>
            <a:r>
              <a:rPr lang="zh-CN" altLang="en-US" sz="2400" dirty="0">
                <a:solidFill>
                  <a:srgbClr val="000000"/>
                </a:solidFill>
                <a:effectLst>
                  <a:outerShdw blurRad="38100" dist="38100" dir="2700000" algn="tl">
                    <a:srgbClr val="FFFFFF"/>
                  </a:outerShdw>
                </a:effectLst>
                <a:latin typeface="黑体" panose="02010609060101010101" pitchFamily="49" charset="-122"/>
                <a:ea typeface="黑体" panose="02010609060101010101" pitchFamily="49" charset="-122"/>
                <a:cs typeface="黑体" panose="02010609060101010101" pitchFamily="49" charset="-122"/>
              </a:rPr>
              <a:t>等。</a:t>
            </a:r>
            <a:endParaRPr lang="zh-CN" altLang="en-US" sz="2400" dirty="0">
              <a:solidFill>
                <a:srgbClr val="000000"/>
              </a:solidFill>
              <a:effectLst>
                <a:outerShdw blurRad="38100" dist="38100" dir="2700000" algn="tl">
                  <a:srgbClr val="FFFFFF"/>
                </a:outerShdw>
              </a:effectLst>
              <a:latin typeface="黑体" panose="02010609060101010101" pitchFamily="49" charset="-122"/>
              <a:ea typeface="黑体" panose="02010609060101010101" pitchFamily="49" charset="-122"/>
              <a:cs typeface="黑体" panose="02010609060101010101" pitchFamily="49" charset="-122"/>
            </a:endParaRPr>
          </a:p>
        </p:txBody>
      </p:sp>
      <p:pic>
        <p:nvPicPr>
          <p:cNvPr id="4" name="Picture 49" descr="back1">
            <a:hlinkClick r:id="" tooltip="上一页" action="ppaction://hlinkshowjump?jump=previousslide"/>
          </p:cNvPr>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8380413" y="6556375"/>
            <a:ext cx="306387" cy="3063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pic>
        <p:nvPicPr>
          <p:cNvPr id="5" name="Picture 50" descr="rewind1">
            <a:hlinkClick r:id="" action="ppaction://hlinkshowjump?jump=firstslide"/>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018463" y="6551613"/>
            <a:ext cx="306387" cy="306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 name="Picture 149" descr="NEXT1">
            <a:hlinkClick r:id="" action="ppaction://hlinkshowjump?jump=nextslide"/>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753475" y="6551613"/>
            <a:ext cx="306388" cy="306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 name="直接连接符 6"/>
          <p:cNvSpPr>
            <a:spLocks noChangeShapeType="1"/>
          </p:cNvSpPr>
          <p:nvPr/>
        </p:nvSpPr>
        <p:spPr bwMode="auto">
          <a:xfrm>
            <a:off x="0" y="675723"/>
            <a:ext cx="9144000" cy="0"/>
          </a:xfrm>
          <a:prstGeom prst="line">
            <a:avLst/>
          </a:prstGeom>
          <a:noFill/>
          <a:ln w="28575">
            <a:solidFill>
              <a:srgbClr val="CC3300"/>
            </a:solidFill>
            <a:miter lim="800000"/>
          </a:ln>
          <a:extLst>
            <a:ext uri="{909E8E84-426E-40DD-AFC4-6F175D3DCCD1}">
              <a14:hiddenFill xmlns:a14="http://schemas.microsoft.com/office/drawing/2010/main">
                <a:noFill/>
              </a14:hiddenFill>
            </a:ext>
          </a:extLst>
        </p:spPr>
        <p:txBody>
          <a:bodyPr/>
          <a:lstStyle/>
          <a:p>
            <a:endParaRPr lang="zh-CN" altLang="en-US"/>
          </a:p>
        </p:txBody>
      </p:sp>
      <p:sp>
        <p:nvSpPr>
          <p:cNvPr id="8206" name="Rectangle 67"/>
          <p:cNvSpPr>
            <a:spLocks noChangeArrowheads="1"/>
          </p:cNvSpPr>
          <p:nvPr/>
        </p:nvSpPr>
        <p:spPr bwMode="auto">
          <a:xfrm>
            <a:off x="3162300" y="10637"/>
            <a:ext cx="4945380" cy="5530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kumimoji="1" sz="2000">
                <a:solidFill>
                  <a:srgbClr val="000099"/>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rgbClr val="000099"/>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rgbClr val="000099"/>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rgbClr val="000099"/>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lnSpc>
                <a:spcPct val="100000"/>
              </a:lnSpc>
              <a:buFontTx/>
              <a:buNone/>
            </a:pPr>
            <a:r>
              <a:rPr lang="en-US" altLang="zh-CN" sz="3000" dirty="0" smtClean="0">
                <a:solidFill>
                  <a:srgbClr val="CC3300"/>
                </a:solidFill>
                <a:latin typeface="黑体" panose="02010609060101010101" pitchFamily="49" charset="-122"/>
                <a:ea typeface="黑体" panose="02010609060101010101" pitchFamily="49" charset="-122"/>
              </a:rPr>
              <a:t>3.6-6  </a:t>
            </a:r>
            <a:r>
              <a:rPr lang="zh-CN" altLang="en-US" sz="3000" dirty="0">
                <a:solidFill>
                  <a:srgbClr val="CC3300"/>
                </a:solidFill>
                <a:latin typeface="黑体" panose="02010609060101010101" pitchFamily="49" charset="-122"/>
                <a:ea typeface="黑体" panose="02010609060101010101" pitchFamily="49" charset="-122"/>
              </a:rPr>
              <a:t>滚动轴承装置的设计</a:t>
            </a:r>
            <a:endParaRPr lang="zh-CN" altLang="en-US" sz="3000" dirty="0">
              <a:solidFill>
                <a:srgbClr val="CC3300"/>
              </a:solidFill>
              <a:latin typeface="黑体" panose="02010609060101010101" pitchFamily="49" charset="-122"/>
              <a:ea typeface="黑体" panose="02010609060101010101" pitchFamily="49" charset="-122"/>
            </a:endParaRPr>
          </a:p>
        </p:txBody>
      </p:sp>
      <p:sp>
        <p:nvSpPr>
          <p:cNvPr id="2" name="文本框 1"/>
          <p:cNvSpPr txBox="1"/>
          <p:nvPr/>
        </p:nvSpPr>
        <p:spPr>
          <a:xfrm>
            <a:off x="1063625" y="1570990"/>
            <a:ext cx="6884035" cy="534035"/>
          </a:xfrm>
          <a:prstGeom prst="rect">
            <a:avLst/>
          </a:prstGeom>
          <a:noFill/>
        </p:spPr>
        <p:txBody>
          <a:bodyPr wrap="square" rtlCol="0">
            <a:spAutoFit/>
          </a:bodyPr>
          <a:p>
            <a:pPr indent="0">
              <a:buNone/>
            </a:pPr>
            <a:r>
              <a:rPr lang="zh-CN" altLang="en-US" sz="2400">
                <a:latin typeface="黑体" panose="02010609060101010101" pitchFamily="49" charset="-122"/>
                <a:ea typeface="黑体" panose="02010609060101010101" pitchFamily="49" charset="-122"/>
              </a:rPr>
              <a:t>指轴承内圈与轴颈、外圈与</a:t>
            </a:r>
            <a:r>
              <a:rPr lang="zh-CN" altLang="en-US" sz="2400">
                <a:latin typeface="黑体" panose="02010609060101010101" pitchFamily="49" charset="-122"/>
                <a:ea typeface="黑体" panose="02010609060101010101" pitchFamily="49" charset="-122"/>
                <a:sym typeface="+mn-ea"/>
              </a:rPr>
              <a:t>机座孔的配合。</a:t>
            </a:r>
            <a:endParaRPr lang="zh-CN" altLang="en-US" sz="2400">
              <a:latin typeface="黑体" panose="02010609060101010101" pitchFamily="49" charset="-122"/>
              <a:ea typeface="黑体" panose="02010609060101010101" pitchFamily="49" charset="-122"/>
              <a:sym typeface="+mn-ea"/>
            </a:endParaRP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wipe(left)">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iterate type="wd">
                                    <p:tmPct val="100000"/>
                                  </p:iterate>
                                  <p:childTnLst>
                                    <p:set>
                                      <p:cBhvr>
                                        <p:cTn id="11" dur="1" fill="hold">
                                          <p:stCondLst>
                                            <p:cond delay="0"/>
                                          </p:stCondLst>
                                        </p:cTn>
                                        <p:tgtEl>
                                          <p:spTgt spid="136195">
                                            <p:txEl>
                                              <p:pRg st="0" end="0"/>
                                            </p:txEl>
                                          </p:spTgt>
                                        </p:tgtEl>
                                        <p:attrNameLst>
                                          <p:attrName>style.visibility</p:attrName>
                                        </p:attrNameLst>
                                      </p:cBhvr>
                                      <p:to>
                                        <p:strVal val="visible"/>
                                      </p:to>
                                    </p:set>
                                    <p:animEffect transition="in" filter="wipe(left)">
                                      <p:cBhvr>
                                        <p:cTn id="12" dur="300"/>
                                        <p:tgtEl>
                                          <p:spTgt spid="136195">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iterate type="wd">
                                    <p:tmPct val="100000"/>
                                  </p:iterate>
                                  <p:childTnLst>
                                    <p:set>
                                      <p:cBhvr>
                                        <p:cTn id="16" dur="1" fill="hold">
                                          <p:stCondLst>
                                            <p:cond delay="0"/>
                                          </p:stCondLst>
                                        </p:cTn>
                                        <p:tgtEl>
                                          <p:spTgt spid="136195">
                                            <p:txEl>
                                              <p:pRg st="1" end="1"/>
                                            </p:txEl>
                                          </p:spTgt>
                                        </p:tgtEl>
                                        <p:attrNameLst>
                                          <p:attrName>style.visibility</p:attrName>
                                        </p:attrNameLst>
                                      </p:cBhvr>
                                      <p:to>
                                        <p:strVal val="visible"/>
                                      </p:to>
                                    </p:set>
                                    <p:animEffect transition="in" filter="wipe(left)">
                                      <p:cBhvr>
                                        <p:cTn id="17" dur="300"/>
                                        <p:tgtEl>
                                          <p:spTgt spid="136195">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iterate type="wd">
                                    <p:tmPct val="100000"/>
                                  </p:iterate>
                                  <p:childTnLst>
                                    <p:set>
                                      <p:cBhvr>
                                        <p:cTn id="21" dur="1" fill="hold">
                                          <p:stCondLst>
                                            <p:cond delay="0"/>
                                          </p:stCondLst>
                                        </p:cTn>
                                        <p:tgtEl>
                                          <p:spTgt spid="136195">
                                            <p:txEl>
                                              <p:pRg st="2" end="2"/>
                                            </p:txEl>
                                          </p:spTgt>
                                        </p:tgtEl>
                                        <p:attrNameLst>
                                          <p:attrName>style.visibility</p:attrName>
                                        </p:attrNameLst>
                                      </p:cBhvr>
                                      <p:to>
                                        <p:strVal val="visible"/>
                                      </p:to>
                                    </p:set>
                                    <p:animEffect transition="in" filter="wipe(left)">
                                      <p:cBhvr>
                                        <p:cTn id="22" dur="300"/>
                                        <p:tgtEl>
                                          <p:spTgt spid="136195">
                                            <p:txEl>
                                              <p:pRg st="2" end="2"/>
                                            </p:txEl>
                                          </p:spTgt>
                                        </p:tgtEl>
                                      </p:cBhvr>
                                    </p:animEffect>
                                  </p:childTnLst>
                                </p:cTn>
                              </p:par>
                            </p:childTnLst>
                          </p:cTn>
                        </p:par>
                        <p:par>
                          <p:cTn id="23" fill="hold">
                            <p:stCondLst>
                              <p:cond delay="17100"/>
                            </p:stCondLst>
                            <p:childTnLst>
                              <p:par>
                                <p:cTn id="24" presetID="2" presetClass="entr" presetSubtype="8" fill="hold" nodeType="afterEffect">
                                  <p:stCondLst>
                                    <p:cond delay="0"/>
                                  </p:stCondLst>
                                  <p:childTnLst>
                                    <p:set>
                                      <p:cBhvr>
                                        <p:cTn id="25" dur="1" fill="hold">
                                          <p:stCondLst>
                                            <p:cond delay="0"/>
                                          </p:stCondLst>
                                        </p:cTn>
                                        <p:tgtEl>
                                          <p:spTgt spid="4"/>
                                        </p:tgtEl>
                                        <p:attrNameLst>
                                          <p:attrName>style.visibility</p:attrName>
                                        </p:attrNameLst>
                                      </p:cBhvr>
                                      <p:to>
                                        <p:strVal val="visible"/>
                                      </p:to>
                                    </p:set>
                                    <p:anim calcmode="lin" valueType="num">
                                      <p:cBhvr additive="base">
                                        <p:cTn id="26" dur="500" fill="hold"/>
                                        <p:tgtEl>
                                          <p:spTgt spid="4"/>
                                        </p:tgtEl>
                                        <p:attrNameLst>
                                          <p:attrName>ppt_x</p:attrName>
                                        </p:attrNameLst>
                                      </p:cBhvr>
                                      <p:tavLst>
                                        <p:tav tm="0">
                                          <p:val>
                                            <p:strVal val="0-#ppt_w/2"/>
                                          </p:val>
                                        </p:tav>
                                        <p:tav tm="100000">
                                          <p:val>
                                            <p:strVal val="#ppt_x"/>
                                          </p:val>
                                        </p:tav>
                                      </p:tavLst>
                                    </p:anim>
                                    <p:anim calcmode="lin" valueType="num">
                                      <p:cBhvr additive="base">
                                        <p:cTn id="27" dur="500" fill="hold"/>
                                        <p:tgtEl>
                                          <p:spTgt spid="4"/>
                                        </p:tgtEl>
                                        <p:attrNameLst>
                                          <p:attrName>ppt_y</p:attrName>
                                        </p:attrNameLst>
                                      </p:cBhvr>
                                      <p:tavLst>
                                        <p:tav tm="0">
                                          <p:val>
                                            <p:strVal val="#ppt_y"/>
                                          </p:val>
                                        </p:tav>
                                        <p:tav tm="100000">
                                          <p:val>
                                            <p:strVal val="#ppt_y"/>
                                          </p:val>
                                        </p:tav>
                                      </p:tavLst>
                                    </p:anim>
                                  </p:childTnLst>
                                </p:cTn>
                              </p:par>
                            </p:childTnLst>
                          </p:cTn>
                        </p:par>
                        <p:par>
                          <p:cTn id="28" fill="hold">
                            <p:stCondLst>
                              <p:cond delay="17600"/>
                            </p:stCondLst>
                            <p:childTnLst>
                              <p:par>
                                <p:cTn id="29" presetID="2" presetClass="entr" presetSubtype="8" fill="hold" nodeType="afterEffect">
                                  <p:stCondLst>
                                    <p:cond delay="0"/>
                                  </p:stCondLst>
                                  <p:childTnLst>
                                    <p:set>
                                      <p:cBhvr>
                                        <p:cTn id="30" dur="1" fill="hold">
                                          <p:stCondLst>
                                            <p:cond delay="0"/>
                                          </p:stCondLst>
                                        </p:cTn>
                                        <p:tgtEl>
                                          <p:spTgt spid="5"/>
                                        </p:tgtEl>
                                        <p:attrNameLst>
                                          <p:attrName>style.visibility</p:attrName>
                                        </p:attrNameLst>
                                      </p:cBhvr>
                                      <p:to>
                                        <p:strVal val="visible"/>
                                      </p:to>
                                    </p:set>
                                    <p:anim calcmode="lin" valueType="num">
                                      <p:cBhvr additive="base">
                                        <p:cTn id="31" dur="500" fill="hold"/>
                                        <p:tgtEl>
                                          <p:spTgt spid="5"/>
                                        </p:tgtEl>
                                        <p:attrNameLst>
                                          <p:attrName>ppt_x</p:attrName>
                                        </p:attrNameLst>
                                      </p:cBhvr>
                                      <p:tavLst>
                                        <p:tav tm="0">
                                          <p:val>
                                            <p:strVal val="0-#ppt_w/2"/>
                                          </p:val>
                                        </p:tav>
                                        <p:tav tm="100000">
                                          <p:val>
                                            <p:strVal val="#ppt_x"/>
                                          </p:val>
                                        </p:tav>
                                      </p:tavLst>
                                    </p:anim>
                                    <p:anim calcmode="lin" valueType="num">
                                      <p:cBhvr additive="base">
                                        <p:cTn id="32" dur="500" fill="hold"/>
                                        <p:tgtEl>
                                          <p:spTgt spid="5"/>
                                        </p:tgtEl>
                                        <p:attrNameLst>
                                          <p:attrName>ppt_y</p:attrName>
                                        </p:attrNameLst>
                                      </p:cBhvr>
                                      <p:tavLst>
                                        <p:tav tm="0">
                                          <p:val>
                                            <p:strVal val="#ppt_y"/>
                                          </p:val>
                                        </p:tav>
                                        <p:tav tm="100000">
                                          <p:val>
                                            <p:strVal val="#ppt_y"/>
                                          </p:val>
                                        </p:tav>
                                      </p:tavLst>
                                    </p:anim>
                                  </p:childTnLst>
                                </p:cTn>
                              </p:par>
                            </p:childTnLst>
                          </p:cTn>
                        </p:par>
                        <p:par>
                          <p:cTn id="33" fill="hold">
                            <p:stCondLst>
                              <p:cond delay="18100"/>
                            </p:stCondLst>
                            <p:childTnLst>
                              <p:par>
                                <p:cTn id="34" presetID="1" presetClass="entr" presetSubtype="0" fill="hold" nodeType="afterEffect">
                                  <p:stCondLst>
                                    <p:cond delay="0"/>
                                  </p:stCondLst>
                                  <p:childTnLst>
                                    <p:set>
                                      <p:cBhvr>
                                        <p:cTn id="35" dur="1" fill="hold">
                                          <p:stCondLst>
                                            <p:cond delay="499"/>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6195" grpId="0" autoUpdateAnimBg="0" uiExpand="1" build="p"/>
    </p:bldLst>
  </p:timing>
</p:sld>
</file>

<file path=ppt/slides/slide11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pic>
        <p:nvPicPr>
          <p:cNvPr id="4" name="Picture 49" descr="back1">
            <a:hlinkClick r:id="" tooltip="上一页" action="ppaction://hlinkshowjump?jump=previousslide"/>
          </p:cNvPr>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8380413" y="6556375"/>
            <a:ext cx="306387" cy="3063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pic>
        <p:nvPicPr>
          <p:cNvPr id="5" name="Picture 50" descr="rewind1">
            <a:hlinkClick r:id="" action="ppaction://hlinkshowjump?jump=firstslide"/>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018463" y="6551613"/>
            <a:ext cx="306387" cy="306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 name="Picture 149" descr="NEXT1">
            <a:hlinkClick r:id="" action="ppaction://hlinkshowjump?jump=nextslide"/>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753475" y="6551613"/>
            <a:ext cx="306388" cy="306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2166" name="图片 9"/>
          <p:cNvPicPr>
            <a:picLocks noChangeAspect="1" noChangeArrowheads="1"/>
          </p:cNvPicPr>
          <p:nvPr/>
        </p:nvPicPr>
        <p:blipFill>
          <a:blip r:embed="rId4"/>
          <a:srcRect/>
          <a:stretch>
            <a:fillRect/>
          </a:stretch>
        </p:blipFill>
        <p:spPr bwMode="auto">
          <a:xfrm>
            <a:off x="1292225" y="1243013"/>
            <a:ext cx="6251575" cy="4386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2167" name="文本框 12"/>
          <p:cNvSpPr txBox="1">
            <a:spLocks noChangeArrowheads="1"/>
          </p:cNvSpPr>
          <p:nvPr/>
        </p:nvSpPr>
        <p:spPr bwMode="auto">
          <a:xfrm>
            <a:off x="3113088" y="5778500"/>
            <a:ext cx="334645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000">
                <a:solidFill>
                  <a:srgbClr val="000099"/>
                </a:solidFill>
                <a:latin typeface="Times New Roman" panose="02020603050405020304" pitchFamily="18" charset="0"/>
                <a:ea typeface="华文中宋" panose="02010600040101010101" pitchFamily="2" charset="-122"/>
              </a:defRPr>
            </a:lvl1pPr>
            <a:lvl2pPr marL="742950" indent="-285750">
              <a:defRPr kumimoji="1" sz="2000">
                <a:solidFill>
                  <a:srgbClr val="000099"/>
                </a:solidFill>
                <a:latin typeface="Times New Roman" panose="02020603050405020304" pitchFamily="18" charset="0"/>
                <a:ea typeface="华文中宋" panose="02010600040101010101" pitchFamily="2" charset="-122"/>
              </a:defRPr>
            </a:lvl2pPr>
            <a:lvl3pPr marL="1143000" indent="-228600">
              <a:defRPr kumimoji="1" sz="2000">
                <a:solidFill>
                  <a:srgbClr val="000099"/>
                </a:solidFill>
                <a:latin typeface="Times New Roman" panose="02020603050405020304" pitchFamily="18" charset="0"/>
                <a:ea typeface="华文中宋" panose="02010600040101010101" pitchFamily="2" charset="-122"/>
              </a:defRPr>
            </a:lvl3pPr>
            <a:lvl4pPr marL="1600200" indent="-228600">
              <a:defRPr kumimoji="1" sz="2000">
                <a:solidFill>
                  <a:srgbClr val="000099"/>
                </a:solidFill>
                <a:latin typeface="Times New Roman" panose="02020603050405020304" pitchFamily="18" charset="0"/>
                <a:ea typeface="华文中宋" panose="02010600040101010101" pitchFamily="2" charset="-122"/>
              </a:defRPr>
            </a:lvl4pPr>
            <a:lvl5pPr marL="2057400" indent="-22860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9pPr>
          </a:lstStyle>
          <a:p>
            <a:pPr indent="0">
              <a:buNone/>
            </a:pPr>
            <a:r>
              <a:rPr lang="zh-CN" altLang="zh-CN"/>
              <a:t>（</a:t>
            </a:r>
            <a:r>
              <a:rPr lang="en-US" altLang="zh-CN"/>
              <a:t>a</a:t>
            </a:r>
            <a:r>
              <a:rPr lang="zh-CN" altLang="zh-CN"/>
              <a:t>）轴承内孔与轴的配合</a:t>
            </a:r>
            <a:endParaRPr lang="zh-CN" altLang="zh-CN"/>
          </a:p>
        </p:txBody>
      </p:sp>
      <p:sp>
        <p:nvSpPr>
          <p:cNvPr id="22" name="直接连接符 6"/>
          <p:cNvSpPr>
            <a:spLocks noChangeShapeType="1"/>
          </p:cNvSpPr>
          <p:nvPr/>
        </p:nvSpPr>
        <p:spPr bwMode="auto">
          <a:xfrm>
            <a:off x="0" y="765175"/>
            <a:ext cx="9144000" cy="0"/>
          </a:xfrm>
          <a:prstGeom prst="line">
            <a:avLst/>
          </a:prstGeom>
          <a:noFill/>
          <a:ln w="28575">
            <a:solidFill>
              <a:srgbClr val="CC3300"/>
            </a:solidFill>
            <a:miter lim="800000"/>
          </a:ln>
          <a:extLst>
            <a:ext uri="{909E8E84-426E-40DD-AFC4-6F175D3DCCD1}">
              <a14:hiddenFill xmlns:a14="http://schemas.microsoft.com/office/drawing/2010/main">
                <a:noFill/>
              </a14:hiddenFill>
            </a:ext>
          </a:extLst>
        </p:spPr>
        <p:txBody>
          <a:bodyPr/>
          <a:lstStyle/>
          <a:p>
            <a:endParaRPr lang="zh-CN" altLang="en-US" dirty="0"/>
          </a:p>
        </p:txBody>
      </p:sp>
      <p:sp>
        <p:nvSpPr>
          <p:cNvPr id="8206" name="Rectangle 67"/>
          <p:cNvSpPr>
            <a:spLocks noChangeArrowheads="1"/>
          </p:cNvSpPr>
          <p:nvPr/>
        </p:nvSpPr>
        <p:spPr bwMode="auto">
          <a:xfrm>
            <a:off x="3162300" y="10637"/>
            <a:ext cx="4945380" cy="5530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kumimoji="1" sz="2000">
                <a:solidFill>
                  <a:srgbClr val="000099"/>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rgbClr val="000099"/>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rgbClr val="000099"/>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rgbClr val="000099"/>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lnSpc>
                <a:spcPct val="100000"/>
              </a:lnSpc>
              <a:buFontTx/>
              <a:buNone/>
            </a:pPr>
            <a:r>
              <a:rPr lang="en-US" altLang="zh-CN" sz="3000" dirty="0" smtClean="0">
                <a:solidFill>
                  <a:srgbClr val="CC3300"/>
                </a:solidFill>
                <a:latin typeface="黑体" panose="02010609060101010101" pitchFamily="49" charset="-122"/>
                <a:ea typeface="黑体" panose="02010609060101010101" pitchFamily="49" charset="-122"/>
              </a:rPr>
              <a:t>3.6-6  </a:t>
            </a:r>
            <a:r>
              <a:rPr lang="zh-CN" altLang="en-US" sz="3000" dirty="0">
                <a:solidFill>
                  <a:srgbClr val="CC3300"/>
                </a:solidFill>
                <a:latin typeface="黑体" panose="02010609060101010101" pitchFamily="49" charset="-122"/>
                <a:ea typeface="黑体" panose="02010609060101010101" pitchFamily="49" charset="-122"/>
              </a:rPr>
              <a:t>滚动轴承装置的设计</a:t>
            </a:r>
            <a:endParaRPr lang="zh-CN" altLang="en-US" sz="3000" dirty="0">
              <a:solidFill>
                <a:srgbClr val="CC3300"/>
              </a:solidFill>
              <a:latin typeface="黑体" panose="02010609060101010101" pitchFamily="49" charset="-122"/>
              <a:ea typeface="黑体" panose="02010609060101010101" pitchFamily="49" charset="-122"/>
            </a:endParaRPr>
          </a:p>
        </p:txBody>
      </p:sp>
      <p:sp>
        <p:nvSpPr>
          <p:cNvPr id="3" name="文本框 2"/>
          <p:cNvSpPr txBox="1"/>
          <p:nvPr/>
        </p:nvSpPr>
        <p:spPr>
          <a:xfrm>
            <a:off x="2928620" y="1394460"/>
            <a:ext cx="2011680" cy="534035"/>
          </a:xfrm>
          <a:prstGeom prst="rect">
            <a:avLst/>
          </a:prstGeom>
          <a:noFill/>
        </p:spPr>
        <p:txBody>
          <a:bodyPr wrap="none" rtlCol="0" anchor="t">
            <a:spAutoFit/>
          </a:bodyPr>
          <a:p>
            <a:pPr indent="0">
              <a:buNone/>
            </a:pPr>
            <a:r>
              <a:rPr lang="en-US" altLang="zh-CN" sz="2400" dirty="0">
                <a:solidFill>
                  <a:srgbClr val="C00000"/>
                </a:solidFill>
                <a:effectLst>
                  <a:outerShdw blurRad="38100" dist="38100" dir="2700000" algn="tl">
                    <a:srgbClr val="FFFFFF"/>
                  </a:outerShdw>
                </a:effectLst>
                <a:latin typeface="黑体" panose="02010609060101010101" pitchFamily="49" charset="-122"/>
                <a:ea typeface="黑体" panose="02010609060101010101" pitchFamily="49" charset="-122"/>
                <a:cs typeface="黑体" panose="02010609060101010101" pitchFamily="49" charset="-122"/>
                <a:sym typeface="+mn-ea"/>
              </a:rPr>
              <a:t>js6,k6,m6,n6</a:t>
            </a:r>
            <a:endParaRPr lang="en-US" altLang="zh-CN" sz="2400" dirty="0">
              <a:solidFill>
                <a:srgbClr val="C00000"/>
              </a:solidFill>
              <a:effectLst>
                <a:outerShdw blurRad="38100" dist="38100" dir="2700000" algn="tl">
                  <a:srgbClr val="FFFFFF"/>
                </a:outerShdw>
              </a:effectLst>
              <a:latin typeface="黑体" panose="02010609060101010101" pitchFamily="49" charset="-122"/>
              <a:ea typeface="黑体" panose="02010609060101010101" pitchFamily="49" charset="-122"/>
              <a:cs typeface="黑体" panose="02010609060101010101" pitchFamily="49" charset="-122"/>
              <a:sym typeface="+mn-ea"/>
            </a:endParaRP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0-#ppt_w/2"/>
                                          </p:val>
                                        </p:tav>
                                        <p:tav tm="100000">
                                          <p:val>
                                            <p:strVal val="#ppt_x"/>
                                          </p:val>
                                        </p:tav>
                                      </p:tavLst>
                                    </p:anim>
                                    <p:anim calcmode="lin" valueType="num">
                                      <p:cBhvr additive="base">
                                        <p:cTn id="8" dur="500" fill="hold"/>
                                        <p:tgtEl>
                                          <p:spTgt spid="4"/>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2" presetClass="entr" presetSubtype="8" fill="hold" nodeType="afterEffect">
                                  <p:stCondLst>
                                    <p:cond delay="0"/>
                                  </p:stCondLst>
                                  <p:childTnLst>
                                    <p:set>
                                      <p:cBhvr>
                                        <p:cTn id="11" dur="1" fill="hold">
                                          <p:stCondLst>
                                            <p:cond delay="0"/>
                                          </p:stCondLst>
                                        </p:cTn>
                                        <p:tgtEl>
                                          <p:spTgt spid="5"/>
                                        </p:tgtEl>
                                        <p:attrNameLst>
                                          <p:attrName>style.visibility</p:attrName>
                                        </p:attrNameLst>
                                      </p:cBhvr>
                                      <p:to>
                                        <p:strVal val="visible"/>
                                      </p:to>
                                    </p:set>
                                    <p:anim calcmode="lin" valueType="num">
                                      <p:cBhvr additive="base">
                                        <p:cTn id="12" dur="500" fill="hold"/>
                                        <p:tgtEl>
                                          <p:spTgt spid="5"/>
                                        </p:tgtEl>
                                        <p:attrNameLst>
                                          <p:attrName>ppt_x</p:attrName>
                                        </p:attrNameLst>
                                      </p:cBhvr>
                                      <p:tavLst>
                                        <p:tav tm="0">
                                          <p:val>
                                            <p:strVal val="0-#ppt_w/2"/>
                                          </p:val>
                                        </p:tav>
                                        <p:tav tm="100000">
                                          <p:val>
                                            <p:strVal val="#ppt_x"/>
                                          </p:val>
                                        </p:tav>
                                      </p:tavLst>
                                    </p:anim>
                                    <p:anim calcmode="lin" valueType="num">
                                      <p:cBhvr additive="base">
                                        <p:cTn id="13" dur="500" fill="hold"/>
                                        <p:tgtEl>
                                          <p:spTgt spid="5"/>
                                        </p:tgtEl>
                                        <p:attrNameLst>
                                          <p:attrName>ppt_y</p:attrName>
                                        </p:attrNameLst>
                                      </p:cBhvr>
                                      <p:tavLst>
                                        <p:tav tm="0">
                                          <p:val>
                                            <p:strVal val="#ppt_y"/>
                                          </p:val>
                                        </p:tav>
                                        <p:tav tm="100000">
                                          <p:val>
                                            <p:strVal val="#ppt_y"/>
                                          </p:val>
                                        </p:tav>
                                      </p:tavLst>
                                    </p:anim>
                                  </p:childTnLst>
                                </p:cTn>
                              </p:par>
                            </p:childTnLst>
                          </p:cTn>
                        </p:par>
                        <p:par>
                          <p:cTn id="14" fill="hold">
                            <p:stCondLst>
                              <p:cond delay="1000"/>
                            </p:stCondLst>
                            <p:childTnLst>
                              <p:par>
                                <p:cTn id="15" presetID="1" presetClass="entr" presetSubtype="0" fill="hold" nodeType="afterEffect">
                                  <p:stCondLst>
                                    <p:cond delay="0"/>
                                  </p:stCondLst>
                                  <p:childTnLst>
                                    <p:set>
                                      <p:cBhvr>
                                        <p:cTn id="16" dur="1" fill="hold">
                                          <p:stCondLst>
                                            <p:cond delay="499"/>
                                          </p:stCondLst>
                                        </p:cTn>
                                        <p:tgtEl>
                                          <p:spTgt spid="6"/>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nodeType="clickEffect">
                                  <p:stCondLst>
                                    <p:cond delay="0"/>
                                  </p:stCondLst>
                                  <p:childTnLst>
                                    <p:set>
                                      <p:cBhvr>
                                        <p:cTn id="20" dur="1" fill="hold">
                                          <p:stCondLst>
                                            <p:cond delay="0"/>
                                          </p:stCondLst>
                                        </p:cTn>
                                        <p:tgtEl>
                                          <p:spTgt spid="3">
                                            <p:txEl>
                                              <p:pRg st="0" end="0"/>
                                            </p:txEl>
                                          </p:spTgt>
                                        </p:tgtEl>
                                        <p:attrNameLst>
                                          <p:attrName>style.visibility</p:attrName>
                                        </p:attrNameLst>
                                      </p:cBhvr>
                                      <p:to>
                                        <p:strVal val="visible"/>
                                      </p:to>
                                    </p:set>
                                    <p:animEffect transition="in" filter="wipe(left)">
                                      <p:cBhvr>
                                        <p:cTn id="21" dur="5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pic>
        <p:nvPicPr>
          <p:cNvPr id="4" name="Picture 49" descr="back1">
            <a:hlinkClick r:id="" tooltip="上一页" action="ppaction://hlinkshowjump?jump=previousslide"/>
          </p:cNvPr>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8380413" y="6556375"/>
            <a:ext cx="306387" cy="3063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pic>
        <p:nvPicPr>
          <p:cNvPr id="5" name="Picture 50" descr="rewind1">
            <a:hlinkClick r:id="" action="ppaction://hlinkshowjump?jump=firstslide"/>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018463" y="6551613"/>
            <a:ext cx="306387" cy="306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 name="Picture 149" descr="NEXT1">
            <a:hlinkClick r:id="" action="ppaction://hlinkshowjump?jump=nextslide"/>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753475" y="6551613"/>
            <a:ext cx="306388" cy="306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3190" name="图片 10"/>
          <p:cNvPicPr>
            <a:picLocks noChangeAspect="1" noChangeArrowheads="1"/>
          </p:cNvPicPr>
          <p:nvPr/>
        </p:nvPicPr>
        <p:blipFill>
          <a:blip r:embed="rId4"/>
          <a:srcRect/>
          <a:stretch>
            <a:fillRect/>
          </a:stretch>
        </p:blipFill>
        <p:spPr bwMode="auto">
          <a:xfrm>
            <a:off x="1113790" y="963930"/>
            <a:ext cx="6996113" cy="4203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3191" name="文本框 12"/>
          <p:cNvSpPr txBox="1">
            <a:spLocks noChangeArrowheads="1"/>
          </p:cNvSpPr>
          <p:nvPr/>
        </p:nvSpPr>
        <p:spPr bwMode="auto">
          <a:xfrm>
            <a:off x="3213100" y="5707063"/>
            <a:ext cx="3883025"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000">
                <a:solidFill>
                  <a:srgbClr val="000099"/>
                </a:solidFill>
                <a:latin typeface="Times New Roman" panose="02020603050405020304" pitchFamily="18" charset="0"/>
                <a:ea typeface="华文中宋" panose="02010600040101010101" pitchFamily="2" charset="-122"/>
              </a:defRPr>
            </a:lvl1pPr>
            <a:lvl2pPr marL="742950" indent="-285750">
              <a:defRPr kumimoji="1" sz="2000">
                <a:solidFill>
                  <a:srgbClr val="000099"/>
                </a:solidFill>
                <a:latin typeface="Times New Roman" panose="02020603050405020304" pitchFamily="18" charset="0"/>
                <a:ea typeface="华文中宋" panose="02010600040101010101" pitchFamily="2" charset="-122"/>
              </a:defRPr>
            </a:lvl2pPr>
            <a:lvl3pPr marL="1143000" indent="-228600">
              <a:defRPr kumimoji="1" sz="2000">
                <a:solidFill>
                  <a:srgbClr val="000099"/>
                </a:solidFill>
                <a:latin typeface="Times New Roman" panose="02020603050405020304" pitchFamily="18" charset="0"/>
                <a:ea typeface="华文中宋" panose="02010600040101010101" pitchFamily="2" charset="-122"/>
              </a:defRPr>
            </a:lvl3pPr>
            <a:lvl4pPr marL="1600200" indent="-228600">
              <a:defRPr kumimoji="1" sz="2000">
                <a:solidFill>
                  <a:srgbClr val="000099"/>
                </a:solidFill>
                <a:latin typeface="Times New Roman" panose="02020603050405020304" pitchFamily="18" charset="0"/>
                <a:ea typeface="华文中宋" panose="02010600040101010101" pitchFamily="2" charset="-122"/>
              </a:defRPr>
            </a:lvl4pPr>
            <a:lvl5pPr marL="2057400" indent="-22860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9pPr>
          </a:lstStyle>
          <a:p>
            <a:pPr indent="0">
              <a:buNone/>
            </a:pPr>
            <a:r>
              <a:rPr lang="zh-CN" altLang="zh-CN"/>
              <a:t>（</a:t>
            </a:r>
            <a:r>
              <a:rPr lang="en-US" altLang="zh-CN"/>
              <a:t>b</a:t>
            </a:r>
            <a:r>
              <a:rPr lang="zh-CN" altLang="zh-CN"/>
              <a:t>）轴承外径与机座孔的配合</a:t>
            </a:r>
            <a:endParaRPr lang="zh-CN" altLang="zh-CN"/>
          </a:p>
        </p:txBody>
      </p:sp>
      <p:sp>
        <p:nvSpPr>
          <p:cNvPr id="22" name="直接连接符 6"/>
          <p:cNvSpPr>
            <a:spLocks noChangeShapeType="1"/>
          </p:cNvSpPr>
          <p:nvPr/>
        </p:nvSpPr>
        <p:spPr bwMode="auto">
          <a:xfrm>
            <a:off x="0" y="765175"/>
            <a:ext cx="9144000" cy="0"/>
          </a:xfrm>
          <a:prstGeom prst="line">
            <a:avLst/>
          </a:prstGeom>
          <a:noFill/>
          <a:ln w="28575">
            <a:solidFill>
              <a:srgbClr val="CC3300"/>
            </a:solidFill>
            <a:miter lim="800000"/>
          </a:ln>
          <a:extLst>
            <a:ext uri="{909E8E84-426E-40DD-AFC4-6F175D3DCCD1}">
              <a14:hiddenFill xmlns:a14="http://schemas.microsoft.com/office/drawing/2010/main">
                <a:noFill/>
              </a14:hiddenFill>
            </a:ext>
          </a:extLst>
        </p:spPr>
        <p:txBody>
          <a:bodyPr/>
          <a:lstStyle/>
          <a:p>
            <a:endParaRPr lang="zh-CN" altLang="en-US" dirty="0"/>
          </a:p>
        </p:txBody>
      </p:sp>
      <p:sp>
        <p:nvSpPr>
          <p:cNvPr id="8206" name="Rectangle 67"/>
          <p:cNvSpPr>
            <a:spLocks noChangeArrowheads="1"/>
          </p:cNvSpPr>
          <p:nvPr/>
        </p:nvSpPr>
        <p:spPr bwMode="auto">
          <a:xfrm>
            <a:off x="3162300" y="10637"/>
            <a:ext cx="4945380" cy="5530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kumimoji="1" sz="2000">
                <a:solidFill>
                  <a:srgbClr val="000099"/>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rgbClr val="000099"/>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rgbClr val="000099"/>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rgbClr val="000099"/>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lnSpc>
                <a:spcPct val="100000"/>
              </a:lnSpc>
              <a:buFontTx/>
              <a:buNone/>
            </a:pPr>
            <a:r>
              <a:rPr lang="en-US" altLang="zh-CN" sz="3000" dirty="0" smtClean="0">
                <a:solidFill>
                  <a:srgbClr val="CC3300"/>
                </a:solidFill>
                <a:latin typeface="黑体" panose="02010609060101010101" pitchFamily="49" charset="-122"/>
                <a:ea typeface="黑体" panose="02010609060101010101" pitchFamily="49" charset="-122"/>
              </a:rPr>
              <a:t>3.6-6  </a:t>
            </a:r>
            <a:r>
              <a:rPr lang="zh-CN" altLang="en-US" sz="3000" dirty="0">
                <a:solidFill>
                  <a:srgbClr val="CC3300"/>
                </a:solidFill>
                <a:latin typeface="黑体" panose="02010609060101010101" pitchFamily="49" charset="-122"/>
                <a:ea typeface="黑体" panose="02010609060101010101" pitchFamily="49" charset="-122"/>
              </a:rPr>
              <a:t>滚动轴承装置的设计</a:t>
            </a:r>
            <a:endParaRPr lang="zh-CN" altLang="en-US" sz="3000" dirty="0">
              <a:solidFill>
                <a:srgbClr val="CC3300"/>
              </a:solidFill>
              <a:latin typeface="黑体" panose="02010609060101010101" pitchFamily="49" charset="-122"/>
              <a:ea typeface="黑体" panose="02010609060101010101" pitchFamily="49" charset="-122"/>
            </a:endParaRPr>
          </a:p>
        </p:txBody>
      </p:sp>
      <p:sp>
        <p:nvSpPr>
          <p:cNvPr id="2" name="文本框 1"/>
          <p:cNvSpPr txBox="1"/>
          <p:nvPr/>
        </p:nvSpPr>
        <p:spPr>
          <a:xfrm>
            <a:off x="4393565" y="1232535"/>
            <a:ext cx="2316480" cy="534035"/>
          </a:xfrm>
          <a:prstGeom prst="rect">
            <a:avLst/>
          </a:prstGeom>
          <a:noFill/>
        </p:spPr>
        <p:txBody>
          <a:bodyPr wrap="none" rtlCol="0" anchor="t">
            <a:spAutoFit/>
          </a:bodyPr>
          <a:p>
            <a:pPr indent="0">
              <a:buNone/>
            </a:pPr>
            <a:r>
              <a:rPr lang="en-US" altLang="zh-CN" sz="2400" dirty="0">
                <a:solidFill>
                  <a:srgbClr val="C00000"/>
                </a:solidFill>
                <a:effectLst>
                  <a:outerShdw blurRad="38100" dist="38100" dir="2700000" algn="tl">
                    <a:srgbClr val="FFFFFF"/>
                  </a:outerShdw>
                </a:effectLst>
                <a:latin typeface="黑体" panose="02010609060101010101" pitchFamily="49" charset="-122"/>
                <a:ea typeface="黑体" panose="02010609060101010101" pitchFamily="49" charset="-122"/>
                <a:cs typeface="黑体" panose="02010609060101010101" pitchFamily="49" charset="-122"/>
                <a:sym typeface="+mn-ea"/>
              </a:rPr>
              <a:t>J7</a:t>
            </a:r>
            <a:r>
              <a:rPr lang="zh-CN" altLang="en-US" sz="2400" dirty="0">
                <a:solidFill>
                  <a:srgbClr val="C00000"/>
                </a:solidFill>
                <a:effectLst>
                  <a:outerShdw blurRad="38100" dist="38100" dir="2700000" algn="tl">
                    <a:srgbClr val="FFFFFF"/>
                  </a:outerShdw>
                </a:effectLst>
                <a:latin typeface="黑体" panose="02010609060101010101" pitchFamily="49" charset="-122"/>
                <a:ea typeface="黑体" panose="02010609060101010101" pitchFamily="49" charset="-122"/>
                <a:cs typeface="黑体" panose="02010609060101010101" pitchFamily="49" charset="-122"/>
                <a:sym typeface="+mn-ea"/>
              </a:rPr>
              <a:t>、</a:t>
            </a:r>
            <a:r>
              <a:rPr lang="en-US" altLang="zh-CN" sz="2400" dirty="0">
                <a:solidFill>
                  <a:srgbClr val="C00000"/>
                </a:solidFill>
                <a:effectLst>
                  <a:outerShdw blurRad="38100" dist="38100" dir="2700000" algn="tl">
                    <a:srgbClr val="FFFFFF"/>
                  </a:outerShdw>
                </a:effectLst>
                <a:latin typeface="黑体" panose="02010609060101010101" pitchFamily="49" charset="-122"/>
                <a:ea typeface="黑体" panose="02010609060101010101" pitchFamily="49" charset="-122"/>
                <a:cs typeface="黑体" panose="02010609060101010101" pitchFamily="49" charset="-122"/>
                <a:sym typeface="+mn-ea"/>
              </a:rPr>
              <a:t>J6</a:t>
            </a:r>
            <a:r>
              <a:rPr lang="zh-CN" altLang="en-US" sz="2400" dirty="0">
                <a:solidFill>
                  <a:srgbClr val="C00000"/>
                </a:solidFill>
                <a:effectLst>
                  <a:outerShdw blurRad="38100" dist="38100" dir="2700000" algn="tl">
                    <a:srgbClr val="FFFFFF"/>
                  </a:outerShdw>
                </a:effectLst>
                <a:latin typeface="黑体" panose="02010609060101010101" pitchFamily="49" charset="-122"/>
                <a:ea typeface="黑体" panose="02010609060101010101" pitchFamily="49" charset="-122"/>
                <a:cs typeface="黑体" panose="02010609060101010101" pitchFamily="49" charset="-122"/>
                <a:sym typeface="+mn-ea"/>
              </a:rPr>
              <a:t>、</a:t>
            </a:r>
            <a:r>
              <a:rPr lang="en-US" altLang="zh-CN" sz="2400" dirty="0">
                <a:solidFill>
                  <a:srgbClr val="C00000"/>
                </a:solidFill>
                <a:effectLst>
                  <a:outerShdw blurRad="38100" dist="38100" dir="2700000" algn="tl">
                    <a:srgbClr val="FFFFFF"/>
                  </a:outerShdw>
                </a:effectLst>
                <a:latin typeface="黑体" panose="02010609060101010101" pitchFamily="49" charset="-122"/>
                <a:ea typeface="黑体" panose="02010609060101010101" pitchFamily="49" charset="-122"/>
                <a:cs typeface="黑体" panose="02010609060101010101" pitchFamily="49" charset="-122"/>
                <a:sym typeface="+mn-ea"/>
              </a:rPr>
              <a:t>H7</a:t>
            </a:r>
            <a:r>
              <a:rPr lang="zh-CN" altLang="en-US" sz="2400" dirty="0">
                <a:solidFill>
                  <a:srgbClr val="C00000"/>
                </a:solidFill>
                <a:effectLst>
                  <a:outerShdw blurRad="38100" dist="38100" dir="2700000" algn="tl">
                    <a:srgbClr val="FFFFFF"/>
                  </a:outerShdw>
                </a:effectLst>
                <a:latin typeface="黑体" panose="02010609060101010101" pitchFamily="49" charset="-122"/>
                <a:ea typeface="黑体" panose="02010609060101010101" pitchFamily="49" charset="-122"/>
                <a:cs typeface="黑体" panose="02010609060101010101" pitchFamily="49" charset="-122"/>
                <a:sym typeface="+mn-ea"/>
              </a:rPr>
              <a:t>，</a:t>
            </a:r>
            <a:r>
              <a:rPr lang="en-US" altLang="zh-CN" sz="2400" dirty="0">
                <a:solidFill>
                  <a:srgbClr val="C00000"/>
                </a:solidFill>
                <a:effectLst>
                  <a:outerShdw blurRad="38100" dist="38100" dir="2700000" algn="tl">
                    <a:srgbClr val="FFFFFF"/>
                  </a:outerShdw>
                </a:effectLst>
                <a:latin typeface="黑体" panose="02010609060101010101" pitchFamily="49" charset="-122"/>
                <a:ea typeface="黑体" panose="02010609060101010101" pitchFamily="49" charset="-122"/>
                <a:cs typeface="黑体" panose="02010609060101010101" pitchFamily="49" charset="-122"/>
                <a:sym typeface="+mn-ea"/>
              </a:rPr>
              <a:t>G7</a:t>
            </a:r>
            <a:endParaRPr lang="en-US" altLang="zh-CN" sz="2400" dirty="0">
              <a:solidFill>
                <a:srgbClr val="C00000"/>
              </a:solidFill>
              <a:effectLst>
                <a:outerShdw blurRad="38100" dist="38100" dir="2700000" algn="tl">
                  <a:srgbClr val="FFFFFF"/>
                </a:outerShdw>
              </a:effectLst>
              <a:latin typeface="黑体" panose="02010609060101010101" pitchFamily="49" charset="-122"/>
              <a:ea typeface="黑体" panose="02010609060101010101" pitchFamily="49" charset="-122"/>
              <a:cs typeface="黑体" panose="02010609060101010101" pitchFamily="49" charset="-122"/>
              <a:sym typeface="+mn-ea"/>
            </a:endParaRP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0-#ppt_w/2"/>
                                          </p:val>
                                        </p:tav>
                                        <p:tav tm="100000">
                                          <p:val>
                                            <p:strVal val="#ppt_x"/>
                                          </p:val>
                                        </p:tav>
                                      </p:tavLst>
                                    </p:anim>
                                    <p:anim calcmode="lin" valueType="num">
                                      <p:cBhvr additive="base">
                                        <p:cTn id="8" dur="500" fill="hold"/>
                                        <p:tgtEl>
                                          <p:spTgt spid="4"/>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2" presetClass="entr" presetSubtype="8" fill="hold" nodeType="afterEffect">
                                  <p:stCondLst>
                                    <p:cond delay="0"/>
                                  </p:stCondLst>
                                  <p:childTnLst>
                                    <p:set>
                                      <p:cBhvr>
                                        <p:cTn id="11" dur="1" fill="hold">
                                          <p:stCondLst>
                                            <p:cond delay="0"/>
                                          </p:stCondLst>
                                        </p:cTn>
                                        <p:tgtEl>
                                          <p:spTgt spid="5"/>
                                        </p:tgtEl>
                                        <p:attrNameLst>
                                          <p:attrName>style.visibility</p:attrName>
                                        </p:attrNameLst>
                                      </p:cBhvr>
                                      <p:to>
                                        <p:strVal val="visible"/>
                                      </p:to>
                                    </p:set>
                                    <p:anim calcmode="lin" valueType="num">
                                      <p:cBhvr additive="base">
                                        <p:cTn id="12" dur="500" fill="hold"/>
                                        <p:tgtEl>
                                          <p:spTgt spid="5"/>
                                        </p:tgtEl>
                                        <p:attrNameLst>
                                          <p:attrName>ppt_x</p:attrName>
                                        </p:attrNameLst>
                                      </p:cBhvr>
                                      <p:tavLst>
                                        <p:tav tm="0">
                                          <p:val>
                                            <p:strVal val="0-#ppt_w/2"/>
                                          </p:val>
                                        </p:tav>
                                        <p:tav tm="100000">
                                          <p:val>
                                            <p:strVal val="#ppt_x"/>
                                          </p:val>
                                        </p:tav>
                                      </p:tavLst>
                                    </p:anim>
                                    <p:anim calcmode="lin" valueType="num">
                                      <p:cBhvr additive="base">
                                        <p:cTn id="13" dur="500" fill="hold"/>
                                        <p:tgtEl>
                                          <p:spTgt spid="5"/>
                                        </p:tgtEl>
                                        <p:attrNameLst>
                                          <p:attrName>ppt_y</p:attrName>
                                        </p:attrNameLst>
                                      </p:cBhvr>
                                      <p:tavLst>
                                        <p:tav tm="0">
                                          <p:val>
                                            <p:strVal val="#ppt_y"/>
                                          </p:val>
                                        </p:tav>
                                        <p:tav tm="100000">
                                          <p:val>
                                            <p:strVal val="#ppt_y"/>
                                          </p:val>
                                        </p:tav>
                                      </p:tavLst>
                                    </p:anim>
                                  </p:childTnLst>
                                </p:cTn>
                              </p:par>
                            </p:childTnLst>
                          </p:cTn>
                        </p:par>
                        <p:par>
                          <p:cTn id="14" fill="hold">
                            <p:stCondLst>
                              <p:cond delay="1000"/>
                            </p:stCondLst>
                            <p:childTnLst>
                              <p:par>
                                <p:cTn id="15" presetID="1" presetClass="entr" presetSubtype="0" fill="hold" nodeType="afterEffect">
                                  <p:stCondLst>
                                    <p:cond delay="0"/>
                                  </p:stCondLst>
                                  <p:childTnLst>
                                    <p:set>
                                      <p:cBhvr>
                                        <p:cTn id="16" dur="1" fill="hold">
                                          <p:stCondLst>
                                            <p:cond delay="499"/>
                                          </p:stCondLst>
                                        </p:cTn>
                                        <p:tgtEl>
                                          <p:spTgt spid="6"/>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grpId="0" nodeType="clickEffect">
                                  <p:stCondLst>
                                    <p:cond delay="0"/>
                                  </p:stCondLst>
                                  <p:childTnLst>
                                    <p:set>
                                      <p:cBhvr>
                                        <p:cTn id="20" dur="1" fill="hold">
                                          <p:stCondLst>
                                            <p:cond delay="0"/>
                                          </p:stCondLst>
                                        </p:cTn>
                                        <p:tgtEl>
                                          <p:spTgt spid="2"/>
                                        </p:tgtEl>
                                        <p:attrNameLst>
                                          <p:attrName>style.visibility</p:attrName>
                                        </p:attrNameLst>
                                      </p:cBhvr>
                                      <p:to>
                                        <p:strVal val="visible"/>
                                      </p:to>
                                    </p:set>
                                    <p:animEffect transition="in" filter="wipe(left)">
                                      <p:cBhvr>
                                        <p:cTn id="21"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4" name="图片 3"/>
          <p:cNvPicPr>
            <a:picLocks noChangeAspect="1"/>
          </p:cNvPicPr>
          <p:nvPr/>
        </p:nvPicPr>
        <p:blipFill>
          <a:blip r:embed="rId1"/>
          <a:stretch>
            <a:fillRect/>
          </a:stretch>
        </p:blipFill>
        <p:spPr>
          <a:xfrm>
            <a:off x="2157095" y="66040"/>
            <a:ext cx="6088380" cy="6662420"/>
          </a:xfrm>
          <a:prstGeom prst="rect">
            <a:avLst/>
          </a:prstGeom>
        </p:spPr>
      </p:pic>
      <p:sp>
        <p:nvSpPr>
          <p:cNvPr id="5" name="文本框 4"/>
          <p:cNvSpPr txBox="1"/>
          <p:nvPr/>
        </p:nvSpPr>
        <p:spPr>
          <a:xfrm>
            <a:off x="99695" y="478155"/>
            <a:ext cx="2057400" cy="829945"/>
          </a:xfrm>
          <a:prstGeom prst="rect">
            <a:avLst/>
          </a:prstGeom>
          <a:noFill/>
        </p:spPr>
        <p:txBody>
          <a:bodyPr wrap="square" rtlCol="0">
            <a:spAutoFit/>
          </a:bodyPr>
          <a:p>
            <a:pPr indent="0">
              <a:buNone/>
            </a:pPr>
            <a:r>
              <a:rPr lang="zh-CN" altLang="en-US"/>
              <a:t>安装向心轴承的轴</a:t>
            </a:r>
            <a:r>
              <a:rPr lang="zh-CN" altLang="en-US"/>
              <a:t>公差带</a:t>
            </a:r>
            <a:endParaRPr lang="zh-CN" altLang="en-US"/>
          </a:p>
        </p:txBody>
      </p:sp>
    </p:spTree>
  </p:cSld>
  <p:clrMapOvr>
    <a:masterClrMapping/>
  </p:clrMapOvr>
  <p:transition>
    <p:wipe dir="r"/>
  </p:transition>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图片 1"/>
          <p:cNvPicPr>
            <a:picLocks noChangeAspect="1"/>
          </p:cNvPicPr>
          <p:nvPr/>
        </p:nvPicPr>
        <p:blipFill>
          <a:blip r:embed="rId1"/>
          <a:srcRect t="13149"/>
          <a:stretch>
            <a:fillRect/>
          </a:stretch>
        </p:blipFill>
        <p:spPr>
          <a:xfrm>
            <a:off x="149860" y="1690370"/>
            <a:ext cx="8649970" cy="4097655"/>
          </a:xfrm>
          <a:prstGeom prst="rect">
            <a:avLst/>
          </a:prstGeom>
        </p:spPr>
      </p:pic>
      <p:sp>
        <p:nvSpPr>
          <p:cNvPr id="5" name="文本框 4"/>
          <p:cNvSpPr txBox="1"/>
          <p:nvPr/>
        </p:nvSpPr>
        <p:spPr>
          <a:xfrm>
            <a:off x="622300" y="1229995"/>
            <a:ext cx="7898765" cy="460375"/>
          </a:xfrm>
          <a:prstGeom prst="rect">
            <a:avLst/>
          </a:prstGeom>
          <a:noFill/>
        </p:spPr>
        <p:txBody>
          <a:bodyPr wrap="square" rtlCol="0">
            <a:spAutoFit/>
          </a:bodyPr>
          <a:p>
            <a:pPr indent="0" algn="ctr">
              <a:buNone/>
            </a:pPr>
            <a:r>
              <a:rPr lang="zh-CN" altLang="en-US"/>
              <a:t>安装向心轴承的外壳</a:t>
            </a:r>
            <a:r>
              <a:rPr lang="zh-CN" altLang="en-US"/>
              <a:t>孔公差带</a:t>
            </a:r>
            <a:endParaRPr lang="zh-CN" altLang="en-US"/>
          </a:p>
        </p:txBody>
      </p:sp>
    </p:spTree>
  </p:cSld>
  <p:clrMapOvr>
    <a:masterClrMapping/>
  </p:clrMapOvr>
  <p:transition>
    <p:wipe dir="r"/>
  </p:transition>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7218" name="Rectangle 2"/>
          <p:cNvSpPr>
            <a:spLocks noGrp="1" noChangeArrowheads="1"/>
          </p:cNvSpPr>
          <p:nvPr>
            <p:ph type="title"/>
          </p:nvPr>
        </p:nvSpPr>
        <p:spPr>
          <a:xfrm>
            <a:off x="560388" y="2462213"/>
            <a:ext cx="3617913" cy="539750"/>
          </a:xfrm>
        </p:spPr>
        <p:txBody>
          <a:bodyPr/>
          <a:lstStyle/>
          <a:p>
            <a:pPr marL="0" marR="0" lvl="0" indent="0" algn="l" defTabSz="914400" rtl="0" eaLnBrk="0" fontAlgn="base" latinLnBrk="0" hangingPunct="0">
              <a:lnSpc>
                <a:spcPct val="100000"/>
              </a:lnSpc>
              <a:spcBef>
                <a:spcPct val="0"/>
              </a:spcBef>
              <a:spcAft>
                <a:spcPct val="0"/>
              </a:spcAft>
              <a:buClrTx/>
              <a:buSzTx/>
              <a:buFontTx/>
              <a:buNone/>
              <a:defRPr/>
            </a:pPr>
            <a:r>
              <a:rPr kumimoji="1" lang="zh-CN" altLang="en-US" sz="2400" i="0" u="none" strike="noStrike" kern="1200" cap="none" spc="0" normalizeH="0" baseline="0" noProof="0">
                <a:ln>
                  <a:noFill/>
                </a:ln>
                <a:solidFill>
                  <a:schemeClr val="tx1"/>
                </a:solidFill>
                <a:effectLst/>
                <a:uLnTx/>
                <a:uFillTx/>
                <a:latin typeface="黑体" panose="02010609060101010101" pitchFamily="49" charset="-122"/>
                <a:ea typeface="黑体" panose="02010609060101010101" pitchFamily="49" charset="-122"/>
                <a:cs typeface="+mj-cs"/>
              </a:rPr>
              <a:t>滚动轴承的配合</a:t>
            </a:r>
            <a:endParaRPr kumimoji="1" lang="zh-CN" altLang="en-US" sz="2400" i="0" u="none" strike="noStrike" kern="1200" cap="none" spc="0" normalizeH="0" baseline="0" noProof="0">
              <a:ln>
                <a:noFill/>
              </a:ln>
              <a:solidFill>
                <a:schemeClr val="tx1"/>
              </a:solidFill>
              <a:effectLst/>
              <a:uLnTx/>
              <a:uFillTx/>
              <a:latin typeface="黑体" panose="02010609060101010101" pitchFamily="49" charset="-122"/>
              <a:ea typeface="黑体" panose="02010609060101010101" pitchFamily="49" charset="-122"/>
              <a:cs typeface="+mj-cs"/>
            </a:endParaRPr>
          </a:p>
        </p:txBody>
      </p:sp>
      <p:pic>
        <p:nvPicPr>
          <p:cNvPr id="137219" name="Picture 3" descr="滚动轴承组合设计1"/>
          <p:cNvPicPr>
            <a:picLocks noChangeAspect="1"/>
          </p:cNvPicPr>
          <p:nvPr/>
        </p:nvPicPr>
        <p:blipFill>
          <a:blip r:embed="rId1"/>
          <a:stretch>
            <a:fillRect/>
          </a:stretch>
        </p:blipFill>
        <p:spPr>
          <a:xfrm>
            <a:off x="4789488" y="898525"/>
            <a:ext cx="3473450" cy="5424488"/>
          </a:xfrm>
          <a:prstGeom prst="rect">
            <a:avLst/>
          </a:prstGeom>
          <a:noFill/>
          <a:ln w="9525">
            <a:noFill/>
          </a:ln>
        </p:spPr>
      </p:pic>
      <p:sp>
        <p:nvSpPr>
          <p:cNvPr id="137220" name="Line 4"/>
          <p:cNvSpPr/>
          <p:nvPr/>
        </p:nvSpPr>
        <p:spPr>
          <a:xfrm flipH="1">
            <a:off x="6516688" y="2771775"/>
            <a:ext cx="9525" cy="1677988"/>
          </a:xfrm>
          <a:prstGeom prst="line">
            <a:avLst/>
          </a:prstGeom>
          <a:ln w="9525" cap="flat" cmpd="sng">
            <a:solidFill>
              <a:srgbClr val="0000FF"/>
            </a:solidFill>
            <a:prstDash val="solid"/>
            <a:headEnd type="triangle" w="sm" len="lg"/>
            <a:tailEnd type="triangle" w="sm" len="lg"/>
          </a:ln>
        </p:spPr>
      </p:sp>
      <p:grpSp>
        <p:nvGrpSpPr>
          <p:cNvPr id="137221" name="Group 5"/>
          <p:cNvGrpSpPr/>
          <p:nvPr/>
        </p:nvGrpSpPr>
        <p:grpSpPr>
          <a:xfrm>
            <a:off x="6918325" y="1651000"/>
            <a:ext cx="835025" cy="3919538"/>
            <a:chOff x="4837" y="1345"/>
            <a:chExt cx="320" cy="1809"/>
          </a:xfrm>
        </p:grpSpPr>
        <p:sp>
          <p:nvSpPr>
            <p:cNvPr id="92172" name="Line 6"/>
            <p:cNvSpPr/>
            <p:nvPr/>
          </p:nvSpPr>
          <p:spPr>
            <a:xfrm>
              <a:off x="5102" y="1345"/>
              <a:ext cx="0" cy="1809"/>
            </a:xfrm>
            <a:prstGeom prst="line">
              <a:avLst/>
            </a:prstGeom>
            <a:ln w="9525" cap="flat" cmpd="sng">
              <a:solidFill>
                <a:srgbClr val="0000FF"/>
              </a:solidFill>
              <a:prstDash val="solid"/>
              <a:headEnd type="triangle" w="sm" len="lg"/>
              <a:tailEnd type="triangle" w="sm" len="lg"/>
            </a:ln>
          </p:spPr>
        </p:sp>
        <p:sp>
          <p:nvSpPr>
            <p:cNvPr id="92173" name="Line 7"/>
            <p:cNvSpPr/>
            <p:nvPr/>
          </p:nvSpPr>
          <p:spPr>
            <a:xfrm>
              <a:off x="4837" y="3127"/>
              <a:ext cx="320" cy="0"/>
            </a:xfrm>
            <a:prstGeom prst="line">
              <a:avLst/>
            </a:prstGeom>
            <a:ln w="9525" cap="flat" cmpd="sng">
              <a:solidFill>
                <a:srgbClr val="0000FF"/>
              </a:solidFill>
              <a:prstDash val="solid"/>
              <a:headEnd type="none" w="med" len="med"/>
              <a:tailEnd type="none" w="med" len="med"/>
            </a:ln>
          </p:spPr>
        </p:sp>
        <p:sp>
          <p:nvSpPr>
            <p:cNvPr id="92174" name="Line 8"/>
            <p:cNvSpPr/>
            <p:nvPr/>
          </p:nvSpPr>
          <p:spPr>
            <a:xfrm>
              <a:off x="4837" y="1371"/>
              <a:ext cx="320" cy="0"/>
            </a:xfrm>
            <a:prstGeom prst="line">
              <a:avLst/>
            </a:prstGeom>
            <a:ln w="9525" cap="flat" cmpd="sng">
              <a:solidFill>
                <a:srgbClr val="0000FF"/>
              </a:solidFill>
              <a:prstDash val="solid"/>
              <a:headEnd type="none" w="med" len="med"/>
              <a:tailEnd type="none" w="med" len="med"/>
            </a:ln>
          </p:spPr>
        </p:sp>
      </p:grpSp>
      <p:sp>
        <p:nvSpPr>
          <p:cNvPr id="137225" name="Text Box 9"/>
          <p:cNvSpPr txBox="1"/>
          <p:nvPr/>
        </p:nvSpPr>
        <p:spPr>
          <a:xfrm rot="-5400000">
            <a:off x="5556250" y="3321050"/>
            <a:ext cx="1276350" cy="579438"/>
          </a:xfrm>
          <a:prstGeom prst="rect">
            <a:avLst/>
          </a:prstGeom>
          <a:noFill/>
          <a:ln w="9525">
            <a:noFill/>
          </a:ln>
        </p:spPr>
        <p:txBody>
          <a:bodyPr wrap="none">
            <a:spAutoFit/>
          </a:bodyPr>
          <a:p>
            <a:pPr indent="0" algn="ctr">
              <a:buNone/>
            </a:pPr>
            <a:r>
              <a:rPr lang="en-US" altLang="zh-CN" sz="3200" i="1" dirty="0">
                <a:solidFill>
                  <a:srgbClr val="FF0000"/>
                </a:solidFill>
                <a:latin typeface="Times New Roman" panose="02020603050405020304" pitchFamily="18" charset="0"/>
                <a:ea typeface="黑体" panose="02010609060101010101" pitchFamily="49" charset="-122"/>
                <a:sym typeface="Symbol" panose="05050102010706020507" pitchFamily="18" charset="2"/>
              </a:rPr>
              <a:t></a:t>
            </a:r>
            <a:r>
              <a:rPr lang="en-US" altLang="zh-CN" sz="3200" i="1" dirty="0">
                <a:solidFill>
                  <a:srgbClr val="FF0000"/>
                </a:solidFill>
                <a:latin typeface="Times New Roman" panose="02020603050405020304" pitchFamily="18" charset="0"/>
                <a:ea typeface="黑体" panose="02010609060101010101" pitchFamily="49" charset="-122"/>
              </a:rPr>
              <a:t>60js6</a:t>
            </a:r>
            <a:endParaRPr lang="en-US" altLang="zh-CN" sz="3200" i="1" dirty="0">
              <a:solidFill>
                <a:srgbClr val="FF0000"/>
              </a:solidFill>
              <a:latin typeface="Times New Roman" panose="02020603050405020304" pitchFamily="18" charset="0"/>
              <a:ea typeface="黑体" panose="02010609060101010101" pitchFamily="49" charset="-122"/>
            </a:endParaRPr>
          </a:p>
        </p:txBody>
      </p:sp>
      <p:sp>
        <p:nvSpPr>
          <p:cNvPr id="137226" name="Text Box 10"/>
          <p:cNvSpPr txBox="1"/>
          <p:nvPr/>
        </p:nvSpPr>
        <p:spPr>
          <a:xfrm rot="-5400000">
            <a:off x="6486208" y="3172143"/>
            <a:ext cx="1479550" cy="579437"/>
          </a:xfrm>
          <a:prstGeom prst="rect">
            <a:avLst/>
          </a:prstGeom>
          <a:noFill/>
          <a:ln w="9525">
            <a:noFill/>
          </a:ln>
        </p:spPr>
        <p:txBody>
          <a:bodyPr wrap="none">
            <a:spAutoFit/>
          </a:bodyPr>
          <a:p>
            <a:pPr indent="0" algn="ctr">
              <a:buNone/>
            </a:pPr>
            <a:r>
              <a:rPr lang="en-US" altLang="zh-CN" sz="3200" i="1" dirty="0">
                <a:solidFill>
                  <a:srgbClr val="FF0000"/>
                </a:solidFill>
                <a:latin typeface="Times New Roman" panose="02020603050405020304" pitchFamily="18" charset="0"/>
                <a:ea typeface="黑体" panose="02010609060101010101" pitchFamily="49" charset="-122"/>
                <a:sym typeface="Symbol" panose="05050102010706020507" pitchFamily="18" charset="2"/>
              </a:rPr>
              <a:t>10</a:t>
            </a:r>
            <a:r>
              <a:rPr lang="en-US" altLang="zh-CN" sz="3200" i="1" dirty="0">
                <a:solidFill>
                  <a:srgbClr val="FF0000"/>
                </a:solidFill>
                <a:latin typeface="Times New Roman" panose="02020603050405020304" pitchFamily="18" charset="0"/>
                <a:ea typeface="黑体" panose="02010609060101010101" pitchFamily="49" charset="-122"/>
              </a:rPr>
              <a:t>0K7</a:t>
            </a:r>
            <a:endParaRPr lang="en-US" altLang="zh-CN" sz="3200" i="1" dirty="0">
              <a:solidFill>
                <a:srgbClr val="FF0000"/>
              </a:solidFill>
              <a:latin typeface="Times New Roman" panose="02020603050405020304" pitchFamily="18" charset="0"/>
              <a:ea typeface="黑体" panose="02010609060101010101" pitchFamily="49" charset="-122"/>
            </a:endParaRPr>
          </a:p>
        </p:txBody>
      </p:sp>
      <p:pic>
        <p:nvPicPr>
          <p:cNvPr id="11" name="Picture 49" descr="back1">
            <a:hlinkClick r:id="" tooltip="上一页" action="ppaction://hlinkshowjump?jump=previousslide"/>
          </p:cNvPr>
          <p:cNvPicPr>
            <a:picLocks noChangeAspect="1"/>
          </p:cNvPicPr>
          <p:nvPr/>
        </p:nvPicPr>
        <p:blipFill>
          <a:blip r:embed="rId2"/>
          <a:stretch>
            <a:fillRect/>
          </a:stretch>
        </p:blipFill>
        <p:spPr>
          <a:xfrm>
            <a:off x="8380413" y="6556375"/>
            <a:ext cx="306387" cy="306388"/>
          </a:xfrm>
          <a:prstGeom prst="rect">
            <a:avLst/>
          </a:prstGeom>
          <a:noFill/>
          <a:ln w="9525">
            <a:noFill/>
          </a:ln>
        </p:spPr>
      </p:pic>
      <p:pic>
        <p:nvPicPr>
          <p:cNvPr id="12" name="Picture 50" descr="rewind1">
            <a:hlinkClick r:id="" action="ppaction://hlinkshowjump?jump=firstslide"/>
          </p:cNvPr>
          <p:cNvPicPr>
            <a:picLocks noChangeAspect="1"/>
          </p:cNvPicPr>
          <p:nvPr/>
        </p:nvPicPr>
        <p:blipFill>
          <a:blip r:embed="rId3"/>
          <a:stretch>
            <a:fillRect/>
          </a:stretch>
        </p:blipFill>
        <p:spPr>
          <a:xfrm>
            <a:off x="8018463" y="6551613"/>
            <a:ext cx="306387" cy="306387"/>
          </a:xfrm>
          <a:prstGeom prst="rect">
            <a:avLst/>
          </a:prstGeom>
          <a:noFill/>
          <a:ln w="9525">
            <a:noFill/>
          </a:ln>
        </p:spPr>
      </p:pic>
      <p:pic>
        <p:nvPicPr>
          <p:cNvPr id="13" name="Picture 149" descr="NEXT1">
            <a:hlinkClick r:id="" action="ppaction://hlinkshowjump?jump=nextslide"/>
          </p:cNvPr>
          <p:cNvPicPr>
            <a:picLocks noChangeAspect="1"/>
          </p:cNvPicPr>
          <p:nvPr/>
        </p:nvPicPr>
        <p:blipFill>
          <a:blip r:embed="rId4"/>
          <a:stretch>
            <a:fillRect/>
          </a:stretch>
        </p:blipFill>
        <p:spPr>
          <a:xfrm>
            <a:off x="8753475" y="6551613"/>
            <a:ext cx="306388" cy="306387"/>
          </a:xfrm>
          <a:prstGeom prst="rect">
            <a:avLst/>
          </a:prstGeom>
          <a:noFill/>
          <a:ln w="9525">
            <a:noFill/>
          </a:ln>
        </p:spPr>
      </p:pic>
      <p:sp>
        <p:nvSpPr>
          <p:cNvPr id="15" name="直接连接符 6"/>
          <p:cNvSpPr>
            <a:spLocks noChangeShapeType="1"/>
          </p:cNvSpPr>
          <p:nvPr/>
        </p:nvSpPr>
        <p:spPr bwMode="auto">
          <a:xfrm>
            <a:off x="0" y="675723"/>
            <a:ext cx="9144000" cy="0"/>
          </a:xfrm>
          <a:prstGeom prst="line">
            <a:avLst/>
          </a:prstGeom>
          <a:noFill/>
          <a:ln w="28575">
            <a:solidFill>
              <a:srgbClr val="CC3300"/>
            </a:solidFill>
            <a:miter lim="800000"/>
          </a:ln>
          <a:extLst>
            <a:ext uri="{909E8E84-426E-40DD-AFC4-6F175D3DCCD1}">
              <a14:hiddenFill xmlns:a14="http://schemas.microsoft.com/office/drawing/2010/main">
                <a:noFill/>
              </a14:hiddenFill>
            </a:ext>
          </a:extLst>
        </p:spPr>
        <p:txBody>
          <a:bodyPr/>
          <a:lstStyle/>
          <a:p>
            <a:endParaRPr lang="zh-CN" altLang="en-US"/>
          </a:p>
        </p:txBody>
      </p:sp>
      <p:sp>
        <p:nvSpPr>
          <p:cNvPr id="8206" name="Rectangle 67"/>
          <p:cNvSpPr>
            <a:spLocks noChangeArrowheads="1"/>
          </p:cNvSpPr>
          <p:nvPr/>
        </p:nvSpPr>
        <p:spPr bwMode="auto">
          <a:xfrm>
            <a:off x="3162300" y="10637"/>
            <a:ext cx="4945380" cy="5530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kumimoji="1" sz="2000">
                <a:solidFill>
                  <a:srgbClr val="000099"/>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rgbClr val="000099"/>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rgbClr val="000099"/>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rgbClr val="000099"/>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lnSpc>
                <a:spcPct val="100000"/>
              </a:lnSpc>
              <a:buFontTx/>
              <a:buNone/>
            </a:pPr>
            <a:r>
              <a:rPr lang="en-US" altLang="zh-CN" sz="3000" dirty="0" smtClean="0">
                <a:solidFill>
                  <a:srgbClr val="CC3300"/>
                </a:solidFill>
                <a:latin typeface="黑体" panose="02010609060101010101" pitchFamily="49" charset="-122"/>
                <a:ea typeface="黑体" panose="02010609060101010101" pitchFamily="49" charset="-122"/>
              </a:rPr>
              <a:t>3.6-6  </a:t>
            </a:r>
            <a:r>
              <a:rPr lang="zh-CN" altLang="en-US" sz="3000" dirty="0">
                <a:solidFill>
                  <a:srgbClr val="CC3300"/>
                </a:solidFill>
                <a:latin typeface="黑体" panose="02010609060101010101" pitchFamily="49" charset="-122"/>
                <a:ea typeface="黑体" panose="02010609060101010101" pitchFamily="49" charset="-122"/>
              </a:rPr>
              <a:t>滚动轴承装置的设计</a:t>
            </a:r>
            <a:endParaRPr lang="zh-CN" altLang="en-US" sz="3000" dirty="0">
              <a:solidFill>
                <a:srgbClr val="CC3300"/>
              </a:solidFill>
              <a:latin typeface="黑体" panose="02010609060101010101" pitchFamily="49" charset="-122"/>
              <a:ea typeface="黑体" panose="02010609060101010101" pitchFamily="49" charset="-122"/>
            </a:endParaRPr>
          </a:p>
        </p:txBody>
      </p:sp>
    </p:spTree>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137219"/>
                                        </p:tgtEl>
                                        <p:attrNameLst>
                                          <p:attrName>style.visibility</p:attrName>
                                        </p:attrNameLst>
                                      </p:cBhvr>
                                      <p:to>
                                        <p:strVal val="visible"/>
                                      </p:to>
                                    </p:set>
                                    <p:animEffect transition="in" filter="wipe(up)">
                                      <p:cBhvr>
                                        <p:cTn id="7" dur="500"/>
                                        <p:tgtEl>
                                          <p:spTgt spid="137219"/>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nodeType="clickEffect">
                                  <p:stCondLst>
                                    <p:cond delay="0"/>
                                  </p:stCondLst>
                                  <p:childTnLst>
                                    <p:set>
                                      <p:cBhvr>
                                        <p:cTn id="11" dur="1" fill="hold">
                                          <p:stCondLst>
                                            <p:cond delay="0"/>
                                          </p:stCondLst>
                                        </p:cTn>
                                        <p:tgtEl>
                                          <p:spTgt spid="137220"/>
                                        </p:tgtEl>
                                        <p:attrNameLst>
                                          <p:attrName>style.visibility</p:attrName>
                                        </p:attrNameLst>
                                      </p:cBhvr>
                                      <p:to>
                                        <p:strVal val="visible"/>
                                      </p:to>
                                    </p:set>
                                    <p:animEffect transition="in" filter="wipe(up)">
                                      <p:cBhvr>
                                        <p:cTn id="12" dur="500"/>
                                        <p:tgtEl>
                                          <p:spTgt spid="137220"/>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137225"/>
                                        </p:tgtEl>
                                        <p:attrNameLst>
                                          <p:attrName>style.visibility</p:attrName>
                                        </p:attrNameLst>
                                      </p:cBhvr>
                                      <p:to>
                                        <p:strVal val="visible"/>
                                      </p:to>
                                    </p:set>
                                    <p:animEffect transition="in" filter="wipe(up)">
                                      <p:cBhvr>
                                        <p:cTn id="17" dur="500"/>
                                        <p:tgtEl>
                                          <p:spTgt spid="137225"/>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nodeType="clickEffect">
                                  <p:stCondLst>
                                    <p:cond delay="0"/>
                                  </p:stCondLst>
                                  <p:childTnLst>
                                    <p:set>
                                      <p:cBhvr>
                                        <p:cTn id="21" dur="1" fill="hold">
                                          <p:stCondLst>
                                            <p:cond delay="0"/>
                                          </p:stCondLst>
                                        </p:cTn>
                                        <p:tgtEl>
                                          <p:spTgt spid="137221"/>
                                        </p:tgtEl>
                                        <p:attrNameLst>
                                          <p:attrName>style.visibility</p:attrName>
                                        </p:attrNameLst>
                                      </p:cBhvr>
                                      <p:to>
                                        <p:strVal val="visible"/>
                                      </p:to>
                                    </p:set>
                                    <p:animEffect transition="in" filter="wipe(up)">
                                      <p:cBhvr>
                                        <p:cTn id="22" dur="500"/>
                                        <p:tgtEl>
                                          <p:spTgt spid="137221"/>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1" fill="hold" grpId="0" nodeType="clickEffect">
                                  <p:stCondLst>
                                    <p:cond delay="0"/>
                                  </p:stCondLst>
                                  <p:childTnLst>
                                    <p:set>
                                      <p:cBhvr>
                                        <p:cTn id="26" dur="1" fill="hold">
                                          <p:stCondLst>
                                            <p:cond delay="0"/>
                                          </p:stCondLst>
                                        </p:cTn>
                                        <p:tgtEl>
                                          <p:spTgt spid="137226"/>
                                        </p:tgtEl>
                                        <p:attrNameLst>
                                          <p:attrName>style.visibility</p:attrName>
                                        </p:attrNameLst>
                                      </p:cBhvr>
                                      <p:to>
                                        <p:strVal val="visible"/>
                                      </p:to>
                                    </p:set>
                                    <p:animEffect transition="in" filter="wipe(up)">
                                      <p:cBhvr>
                                        <p:cTn id="27" dur="500"/>
                                        <p:tgtEl>
                                          <p:spTgt spid="137226"/>
                                        </p:tgtEl>
                                      </p:cBhvr>
                                    </p:animEffect>
                                  </p:childTnLst>
                                </p:cTn>
                              </p:par>
                            </p:childTnLst>
                          </p:cTn>
                        </p:par>
                        <p:par>
                          <p:cTn id="28" fill="hold">
                            <p:stCondLst>
                              <p:cond delay="500"/>
                            </p:stCondLst>
                            <p:childTnLst>
                              <p:par>
                                <p:cTn id="29" presetID="2" presetClass="entr" presetSubtype="8" fill="hold" nodeType="afterEffect">
                                  <p:stCondLst>
                                    <p:cond delay="0"/>
                                  </p:stCondLst>
                                  <p:childTnLst>
                                    <p:set>
                                      <p:cBhvr>
                                        <p:cTn id="30" dur="1" fill="hold">
                                          <p:stCondLst>
                                            <p:cond delay="0"/>
                                          </p:stCondLst>
                                        </p:cTn>
                                        <p:tgtEl>
                                          <p:spTgt spid="11"/>
                                        </p:tgtEl>
                                        <p:attrNameLst>
                                          <p:attrName>style.visibility</p:attrName>
                                        </p:attrNameLst>
                                      </p:cBhvr>
                                      <p:to>
                                        <p:strVal val="visible"/>
                                      </p:to>
                                    </p:set>
                                    <p:anim calcmode="lin" valueType="num">
                                      <p:cBhvr additive="base">
                                        <p:cTn id="31" dur="500" fill="hold"/>
                                        <p:tgtEl>
                                          <p:spTgt spid="11"/>
                                        </p:tgtEl>
                                        <p:attrNameLst>
                                          <p:attrName>ppt_x</p:attrName>
                                        </p:attrNameLst>
                                      </p:cBhvr>
                                      <p:tavLst>
                                        <p:tav tm="0">
                                          <p:val>
                                            <p:strVal val="0-#ppt_w/2"/>
                                          </p:val>
                                        </p:tav>
                                        <p:tav tm="100000">
                                          <p:val>
                                            <p:strVal val="#ppt_x"/>
                                          </p:val>
                                        </p:tav>
                                      </p:tavLst>
                                    </p:anim>
                                    <p:anim calcmode="lin" valueType="num">
                                      <p:cBhvr additive="base">
                                        <p:cTn id="32" dur="500" fill="hold"/>
                                        <p:tgtEl>
                                          <p:spTgt spid="11"/>
                                        </p:tgtEl>
                                        <p:attrNameLst>
                                          <p:attrName>ppt_y</p:attrName>
                                        </p:attrNameLst>
                                      </p:cBhvr>
                                      <p:tavLst>
                                        <p:tav tm="0">
                                          <p:val>
                                            <p:strVal val="#ppt_y"/>
                                          </p:val>
                                        </p:tav>
                                        <p:tav tm="100000">
                                          <p:val>
                                            <p:strVal val="#ppt_y"/>
                                          </p:val>
                                        </p:tav>
                                      </p:tavLst>
                                    </p:anim>
                                  </p:childTnLst>
                                </p:cTn>
                              </p:par>
                            </p:childTnLst>
                          </p:cTn>
                        </p:par>
                        <p:par>
                          <p:cTn id="33" fill="hold">
                            <p:stCondLst>
                              <p:cond delay="1000"/>
                            </p:stCondLst>
                            <p:childTnLst>
                              <p:par>
                                <p:cTn id="34" presetID="2" presetClass="entr" presetSubtype="8" fill="hold" nodeType="afterEffect">
                                  <p:stCondLst>
                                    <p:cond delay="0"/>
                                  </p:stCondLst>
                                  <p:childTnLst>
                                    <p:set>
                                      <p:cBhvr>
                                        <p:cTn id="35" dur="1" fill="hold">
                                          <p:stCondLst>
                                            <p:cond delay="0"/>
                                          </p:stCondLst>
                                        </p:cTn>
                                        <p:tgtEl>
                                          <p:spTgt spid="12"/>
                                        </p:tgtEl>
                                        <p:attrNameLst>
                                          <p:attrName>style.visibility</p:attrName>
                                        </p:attrNameLst>
                                      </p:cBhvr>
                                      <p:to>
                                        <p:strVal val="visible"/>
                                      </p:to>
                                    </p:set>
                                    <p:anim calcmode="lin" valueType="num">
                                      <p:cBhvr additive="base">
                                        <p:cTn id="36" dur="500" fill="hold"/>
                                        <p:tgtEl>
                                          <p:spTgt spid="12"/>
                                        </p:tgtEl>
                                        <p:attrNameLst>
                                          <p:attrName>ppt_x</p:attrName>
                                        </p:attrNameLst>
                                      </p:cBhvr>
                                      <p:tavLst>
                                        <p:tav tm="0">
                                          <p:val>
                                            <p:strVal val="0-#ppt_w/2"/>
                                          </p:val>
                                        </p:tav>
                                        <p:tav tm="100000">
                                          <p:val>
                                            <p:strVal val="#ppt_x"/>
                                          </p:val>
                                        </p:tav>
                                      </p:tavLst>
                                    </p:anim>
                                    <p:anim calcmode="lin" valueType="num">
                                      <p:cBhvr additive="base">
                                        <p:cTn id="37" dur="500" fill="hold"/>
                                        <p:tgtEl>
                                          <p:spTgt spid="12"/>
                                        </p:tgtEl>
                                        <p:attrNameLst>
                                          <p:attrName>ppt_y</p:attrName>
                                        </p:attrNameLst>
                                      </p:cBhvr>
                                      <p:tavLst>
                                        <p:tav tm="0">
                                          <p:val>
                                            <p:strVal val="#ppt_y"/>
                                          </p:val>
                                        </p:tav>
                                        <p:tav tm="100000">
                                          <p:val>
                                            <p:strVal val="#ppt_y"/>
                                          </p:val>
                                        </p:tav>
                                      </p:tavLst>
                                    </p:anim>
                                  </p:childTnLst>
                                </p:cTn>
                              </p:par>
                            </p:childTnLst>
                          </p:cTn>
                        </p:par>
                        <p:par>
                          <p:cTn id="38" fill="hold">
                            <p:stCondLst>
                              <p:cond delay="1500"/>
                            </p:stCondLst>
                            <p:childTnLst>
                              <p:par>
                                <p:cTn id="39" presetID="1" presetClass="entr" presetSubtype="0" fill="hold" nodeType="afterEffect">
                                  <p:stCondLst>
                                    <p:cond delay="0"/>
                                  </p:stCondLst>
                                  <p:childTnLst>
                                    <p:set>
                                      <p:cBhvr>
                                        <p:cTn id="40" dur="1" fill="hold">
                                          <p:stCondLst>
                                            <p:cond delay="499"/>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7225" grpId="0"/>
      <p:bldP spid="137226" grpId="0"/>
    </p:bldLst>
  </p:timing>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Text Box 2"/>
          <p:cNvSpPr txBox="1">
            <a:spLocks noChangeArrowheads="1"/>
          </p:cNvSpPr>
          <p:nvPr/>
        </p:nvSpPr>
        <p:spPr bwMode="auto">
          <a:xfrm>
            <a:off x="784916" y="1043540"/>
            <a:ext cx="2316480" cy="5340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buNone/>
            </a:pPr>
            <a:r>
              <a:rPr lang="zh-CN" altLang="en-US" sz="2400" dirty="0" smtClean="0">
                <a:solidFill>
                  <a:srgbClr val="C00000"/>
                </a:solidFill>
                <a:latin typeface="华文中宋" panose="02010600040101010101" pitchFamily="2" charset="-122"/>
              </a:rPr>
              <a:t>配合选用原则</a:t>
            </a:r>
            <a:r>
              <a:rPr lang="zh-CN" altLang="en-US" sz="2400" dirty="0">
                <a:solidFill>
                  <a:srgbClr val="C00000"/>
                </a:solidFill>
                <a:latin typeface="华文中宋" panose="02010600040101010101" pitchFamily="2" charset="-122"/>
              </a:rPr>
              <a:t>：</a:t>
            </a:r>
            <a:endParaRPr lang="zh-CN" altLang="en-US" sz="2400" dirty="0">
              <a:solidFill>
                <a:srgbClr val="C00000"/>
              </a:solidFill>
              <a:latin typeface="华文中宋" panose="02010600040101010101" pitchFamily="2" charset="-122"/>
            </a:endParaRPr>
          </a:p>
        </p:txBody>
      </p:sp>
      <p:sp>
        <p:nvSpPr>
          <p:cNvPr id="89091" name="Text Box 3"/>
          <p:cNvSpPr txBox="1">
            <a:spLocks noChangeArrowheads="1"/>
          </p:cNvSpPr>
          <p:nvPr/>
        </p:nvSpPr>
        <p:spPr bwMode="auto">
          <a:xfrm>
            <a:off x="1591573" y="1735691"/>
            <a:ext cx="7397750" cy="10502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nSpc>
                <a:spcPct val="130000"/>
              </a:lnSpc>
              <a:buNone/>
            </a:pPr>
            <a:r>
              <a:rPr lang="en-US" altLang="zh-CN" sz="2400" b="1" dirty="0">
                <a:latin typeface="华文中宋" panose="02010600040101010101" pitchFamily="2" charset="-122"/>
              </a:rPr>
              <a:t>1</a:t>
            </a:r>
            <a:r>
              <a:rPr lang="zh-CN" altLang="en-US" sz="2400" b="1" dirty="0">
                <a:latin typeface="华文中宋" panose="02010600040101010101" pitchFamily="2" charset="-122"/>
              </a:rPr>
              <a:t>、尺寸大、载荷大、振动大、转速高，工作温度高：</a:t>
            </a:r>
            <a:endParaRPr lang="zh-CN" altLang="en-US" sz="2400" b="1" dirty="0">
              <a:latin typeface="华文中宋" panose="02010600040101010101" pitchFamily="2" charset="-122"/>
            </a:endParaRPr>
          </a:p>
          <a:p>
            <a:pPr>
              <a:lnSpc>
                <a:spcPct val="130000"/>
              </a:lnSpc>
              <a:buNone/>
            </a:pPr>
            <a:r>
              <a:rPr lang="zh-CN" altLang="en-US" sz="2400" b="1" dirty="0">
                <a:latin typeface="华文中宋" panose="02010600040101010101" pitchFamily="2" charset="-122"/>
              </a:rPr>
              <a:t>     </a:t>
            </a:r>
            <a:r>
              <a:rPr lang="zh-CN" altLang="en-US" sz="2400" b="1" dirty="0" smtClean="0">
                <a:latin typeface="华文中宋" panose="02010600040101010101" pitchFamily="2" charset="-122"/>
              </a:rPr>
              <a:t>            选</a:t>
            </a:r>
            <a:r>
              <a:rPr lang="zh-CN" altLang="en-US" sz="2400" b="1" dirty="0">
                <a:latin typeface="华文中宋" panose="02010600040101010101" pitchFamily="2" charset="-122"/>
              </a:rPr>
              <a:t>紧一点的配合。</a:t>
            </a:r>
            <a:endParaRPr lang="zh-CN" altLang="en-US" sz="2400" b="1" dirty="0">
              <a:latin typeface="华文中宋" panose="02010600040101010101" pitchFamily="2" charset="-122"/>
            </a:endParaRPr>
          </a:p>
        </p:txBody>
      </p:sp>
      <p:sp>
        <p:nvSpPr>
          <p:cNvPr id="89092" name="Text Box 4"/>
          <p:cNvSpPr txBox="1">
            <a:spLocks noChangeArrowheads="1"/>
          </p:cNvSpPr>
          <p:nvPr/>
        </p:nvSpPr>
        <p:spPr bwMode="auto">
          <a:xfrm>
            <a:off x="1648542" y="2992300"/>
            <a:ext cx="6176010" cy="5340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buNone/>
            </a:pPr>
            <a:r>
              <a:rPr lang="en-US" altLang="zh-CN" sz="2400" b="1" dirty="0">
                <a:latin typeface="华文中宋" panose="02010600040101010101" pitchFamily="2" charset="-122"/>
              </a:rPr>
              <a:t>2</a:t>
            </a:r>
            <a:r>
              <a:rPr lang="zh-CN" altLang="en-US" sz="2400" b="1" dirty="0">
                <a:latin typeface="华文中宋" panose="02010600040101010101" pitchFamily="2" charset="-122"/>
              </a:rPr>
              <a:t>、经常拆卸、游动套圈：采用较松的配合。</a:t>
            </a:r>
            <a:endParaRPr lang="zh-CN" altLang="en-US" sz="2400" b="1" dirty="0">
              <a:latin typeface="华文中宋" panose="02010600040101010101" pitchFamily="2" charset="-122"/>
            </a:endParaRPr>
          </a:p>
        </p:txBody>
      </p:sp>
      <p:sp>
        <p:nvSpPr>
          <p:cNvPr id="11" name="直接连接符 6"/>
          <p:cNvSpPr>
            <a:spLocks noChangeShapeType="1"/>
          </p:cNvSpPr>
          <p:nvPr/>
        </p:nvSpPr>
        <p:spPr bwMode="auto">
          <a:xfrm>
            <a:off x="0" y="765175"/>
            <a:ext cx="9144000" cy="0"/>
          </a:xfrm>
          <a:prstGeom prst="line">
            <a:avLst/>
          </a:prstGeom>
          <a:noFill/>
          <a:ln w="28575">
            <a:solidFill>
              <a:srgbClr val="CC3300"/>
            </a:solidFill>
            <a:miter lim="800000"/>
          </a:ln>
          <a:extLst>
            <a:ext uri="{909E8E84-426E-40DD-AFC4-6F175D3DCCD1}">
              <a14:hiddenFill xmlns:a14="http://schemas.microsoft.com/office/drawing/2010/main">
                <a:noFill/>
              </a14:hiddenFill>
            </a:ext>
          </a:extLst>
        </p:spPr>
        <p:txBody>
          <a:bodyPr/>
          <a:lstStyle/>
          <a:p>
            <a:endParaRPr lang="zh-CN" altLang="en-US" dirty="0"/>
          </a:p>
        </p:txBody>
      </p:sp>
      <p:sp>
        <p:nvSpPr>
          <p:cNvPr id="8206" name="Rectangle 67"/>
          <p:cNvSpPr>
            <a:spLocks noChangeArrowheads="1"/>
          </p:cNvSpPr>
          <p:nvPr/>
        </p:nvSpPr>
        <p:spPr bwMode="auto">
          <a:xfrm>
            <a:off x="3162300" y="10637"/>
            <a:ext cx="4945380" cy="5530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kumimoji="1" sz="2000">
                <a:solidFill>
                  <a:srgbClr val="000099"/>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rgbClr val="000099"/>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rgbClr val="000099"/>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rgbClr val="000099"/>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lnSpc>
                <a:spcPct val="100000"/>
              </a:lnSpc>
              <a:buFontTx/>
              <a:buNone/>
            </a:pPr>
            <a:r>
              <a:rPr lang="en-US" altLang="zh-CN" sz="3000" dirty="0" smtClean="0">
                <a:solidFill>
                  <a:srgbClr val="CC3300"/>
                </a:solidFill>
                <a:latin typeface="黑体" panose="02010609060101010101" pitchFamily="49" charset="-122"/>
                <a:ea typeface="黑体" panose="02010609060101010101" pitchFamily="49" charset="-122"/>
              </a:rPr>
              <a:t>3.6-6  </a:t>
            </a:r>
            <a:r>
              <a:rPr lang="zh-CN" altLang="en-US" sz="3000" dirty="0">
                <a:solidFill>
                  <a:srgbClr val="CC3300"/>
                </a:solidFill>
                <a:latin typeface="黑体" panose="02010609060101010101" pitchFamily="49" charset="-122"/>
                <a:ea typeface="黑体" panose="02010609060101010101" pitchFamily="49" charset="-122"/>
              </a:rPr>
              <a:t>滚动轴承装置的设计</a:t>
            </a:r>
            <a:endParaRPr lang="zh-CN" altLang="en-US" sz="3000" dirty="0">
              <a:solidFill>
                <a:srgbClr val="CC3300"/>
              </a:solidFill>
              <a:latin typeface="黑体" panose="02010609060101010101" pitchFamily="49" charset="-122"/>
              <a:ea typeface="黑体" panose="02010609060101010101" pitchFamily="49" charset="-122"/>
            </a:endParaRPr>
          </a:p>
        </p:txBody>
      </p:sp>
    </p:spTree>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89090"/>
                                        </p:tgtEl>
                                        <p:attrNameLst>
                                          <p:attrName>style.visibility</p:attrName>
                                        </p:attrNameLst>
                                      </p:cBhvr>
                                      <p:to>
                                        <p:strVal val="visible"/>
                                      </p:to>
                                    </p:set>
                                    <p:animEffect transition="in" filter="wipe(left)">
                                      <p:cBhvr>
                                        <p:cTn id="7" dur="500"/>
                                        <p:tgtEl>
                                          <p:spTgt spid="89090"/>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89091"/>
                                        </p:tgtEl>
                                        <p:attrNameLst>
                                          <p:attrName>style.visibility</p:attrName>
                                        </p:attrNameLst>
                                      </p:cBhvr>
                                      <p:to>
                                        <p:strVal val="visible"/>
                                      </p:to>
                                    </p:set>
                                    <p:animEffect transition="in" filter="wipe(left)">
                                      <p:cBhvr>
                                        <p:cTn id="12" dur="500"/>
                                        <p:tgtEl>
                                          <p:spTgt spid="89091"/>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89092"/>
                                        </p:tgtEl>
                                        <p:attrNameLst>
                                          <p:attrName>style.visibility</p:attrName>
                                        </p:attrNameLst>
                                      </p:cBhvr>
                                      <p:to>
                                        <p:strVal val="visible"/>
                                      </p:to>
                                    </p:set>
                                    <p:animEffect transition="in" filter="wipe(left)">
                                      <p:cBhvr>
                                        <p:cTn id="17" dur="500"/>
                                        <p:tgtEl>
                                          <p:spTgt spid="8909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9090" grpId="0" bldLvl="0" animBg="1" autoUpdateAnimBg="0"/>
      <p:bldP spid="89091" grpId="0" bldLvl="0" animBg="1" autoUpdateAnimBg="0"/>
      <p:bldP spid="89092" grpId="0" bldLvl="0" animBg="1" autoUpdateAnimBg="0"/>
    </p:bldLst>
  </p:timing>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0" y="121113"/>
            <a:ext cx="9144000" cy="6736887"/>
          </a:xfrm>
          <a:prstGeom prst="rect">
            <a:avLst/>
          </a:prstGeom>
        </p:spPr>
      </p:pic>
      <p:sp>
        <p:nvSpPr>
          <p:cNvPr id="3" name="矩形 2"/>
          <p:cNvSpPr/>
          <p:nvPr/>
        </p:nvSpPr>
        <p:spPr bwMode="auto">
          <a:xfrm>
            <a:off x="2335696" y="4194313"/>
            <a:ext cx="1083366" cy="576469"/>
          </a:xfrm>
          <a:prstGeom prst="rect">
            <a:avLst/>
          </a:prstGeom>
          <a:noFill/>
          <a:ln w="19050" cap="flat" cmpd="sng" algn="ctr">
            <a:solidFill>
              <a:srgbClr val="C00000"/>
            </a:solidFill>
            <a:prstDash val="solid"/>
            <a:round/>
            <a:headEnd type="none" w="med" len="med"/>
            <a:tailEnd type="none" w="med" len="med"/>
          </a:ln>
          <a:effectLst/>
        </p:spPr>
        <p:txBody>
          <a:bodyPr vert="horz" wrap="square" lIns="91440" tIns="45720" rIns="91440" bIns="45720" numCol="1" rtlCol="0" anchor="t" anchorCtr="0" compatLnSpc="1">
            <a:spAutoFit/>
          </a:bodyPr>
          <a:lstStyle/>
          <a:p>
            <a:pPr marL="0" marR="0" indent="0" algn="l" defTabSz="914400" rtl="0" eaLnBrk="1" fontAlgn="base" latinLnBrk="0" hangingPunct="1">
              <a:lnSpc>
                <a:spcPct val="120000"/>
              </a:lnSpc>
              <a:spcBef>
                <a:spcPct val="0"/>
              </a:spcBef>
              <a:spcAft>
                <a:spcPct val="0"/>
              </a:spcAft>
              <a:buClrTx/>
              <a:buSzTx/>
              <a:buFontTx/>
              <a:buBlip>
                <a:blip r:embed="rId2"/>
              </a:buBlip>
            </a:pPr>
            <a:endParaRPr kumimoji="1" lang="zh-CN" altLang="en-US" sz="2000" b="0" i="0" u="none" strike="noStrike" cap="none" normalizeH="0" baseline="0" smtClean="0">
              <a:ln>
                <a:noFill/>
              </a:ln>
              <a:solidFill>
                <a:srgbClr val="000099"/>
              </a:solidFill>
              <a:effectLst/>
              <a:latin typeface="Times New Roman" panose="02020603050405020304" pitchFamily="18" charset="0"/>
              <a:ea typeface="华文中宋" panose="02010600040101010101" pitchFamily="2" charset="-122"/>
            </a:endParaRPr>
          </a:p>
        </p:txBody>
      </p:sp>
      <p:sp>
        <p:nvSpPr>
          <p:cNvPr id="15" name="矩形 14"/>
          <p:cNvSpPr/>
          <p:nvPr/>
        </p:nvSpPr>
        <p:spPr bwMode="auto">
          <a:xfrm>
            <a:off x="2107095" y="2266122"/>
            <a:ext cx="1172818" cy="546652"/>
          </a:xfrm>
          <a:prstGeom prst="rect">
            <a:avLst/>
          </a:prstGeom>
          <a:noFill/>
          <a:ln w="19050" cap="flat" cmpd="sng" algn="ctr">
            <a:solidFill>
              <a:srgbClr val="C00000"/>
            </a:solidFill>
            <a:prstDash val="solid"/>
            <a:round/>
            <a:headEnd type="none" w="med" len="med"/>
            <a:tailEnd type="none" w="med" len="med"/>
          </a:ln>
          <a:effectLst/>
        </p:spPr>
        <p:txBody>
          <a:bodyPr vert="horz" wrap="none" lIns="91440" tIns="45720" rIns="91440" bIns="45720" numCol="1" rtlCol="0" anchor="t" anchorCtr="0" compatLnSpc="1">
            <a:spAutoFit/>
          </a:bodyPr>
          <a:lstStyle/>
          <a:p>
            <a:pPr marL="0" marR="0" indent="0" algn="l" defTabSz="914400" rtl="0" eaLnBrk="1" fontAlgn="base" latinLnBrk="0" hangingPunct="1">
              <a:lnSpc>
                <a:spcPct val="120000"/>
              </a:lnSpc>
              <a:spcBef>
                <a:spcPct val="0"/>
              </a:spcBef>
              <a:spcAft>
                <a:spcPct val="0"/>
              </a:spcAft>
              <a:buClrTx/>
              <a:buSzTx/>
              <a:buFontTx/>
              <a:buBlip>
                <a:blip r:embed="rId2"/>
              </a:buBlip>
            </a:pPr>
            <a:endParaRPr kumimoji="1" lang="zh-CN" altLang="en-US" sz="2000" b="0" i="0" u="none" strike="noStrike" cap="none" normalizeH="0" baseline="0" smtClean="0">
              <a:ln>
                <a:noFill/>
              </a:ln>
              <a:solidFill>
                <a:srgbClr val="000099"/>
              </a:solidFill>
              <a:effectLst/>
              <a:latin typeface="Times New Roman" panose="02020603050405020304" pitchFamily="18" charset="0"/>
              <a:ea typeface="华文中宋" panose="02010600040101010101" pitchFamily="2" charset="-122"/>
            </a:endParaRPr>
          </a:p>
        </p:txBody>
      </p:sp>
      <p:sp>
        <p:nvSpPr>
          <p:cNvPr id="13" name="矩形 12"/>
          <p:cNvSpPr/>
          <p:nvPr/>
        </p:nvSpPr>
        <p:spPr bwMode="auto">
          <a:xfrm>
            <a:off x="4860234" y="4174435"/>
            <a:ext cx="1172818" cy="546652"/>
          </a:xfrm>
          <a:prstGeom prst="rect">
            <a:avLst/>
          </a:prstGeom>
          <a:noFill/>
          <a:ln w="19050" cap="flat" cmpd="sng" algn="ctr">
            <a:solidFill>
              <a:srgbClr val="C00000"/>
            </a:solidFill>
            <a:prstDash val="solid"/>
            <a:round/>
            <a:headEnd type="none" w="med" len="med"/>
            <a:tailEnd type="none" w="med" len="med"/>
          </a:ln>
          <a:effectLst/>
        </p:spPr>
        <p:txBody>
          <a:bodyPr vert="horz" wrap="none" lIns="91440" tIns="45720" rIns="91440" bIns="45720" numCol="1" rtlCol="0" anchor="t" anchorCtr="0" compatLnSpc="1">
            <a:spAutoFit/>
          </a:bodyPr>
          <a:lstStyle/>
          <a:p>
            <a:pPr marL="0" marR="0" indent="0" algn="l" defTabSz="914400" rtl="0" eaLnBrk="1" fontAlgn="base" latinLnBrk="0" hangingPunct="1">
              <a:lnSpc>
                <a:spcPct val="120000"/>
              </a:lnSpc>
              <a:spcBef>
                <a:spcPct val="0"/>
              </a:spcBef>
              <a:spcAft>
                <a:spcPct val="0"/>
              </a:spcAft>
              <a:buClrTx/>
              <a:buSzTx/>
              <a:buFontTx/>
              <a:buBlip>
                <a:blip r:embed="rId2"/>
              </a:buBlip>
            </a:pPr>
            <a:endParaRPr kumimoji="1" lang="zh-CN" altLang="en-US" sz="2000" b="0" i="0" u="none" strike="noStrike" cap="none" normalizeH="0" baseline="0" smtClean="0">
              <a:ln>
                <a:noFill/>
              </a:ln>
              <a:solidFill>
                <a:srgbClr val="000099"/>
              </a:solidFill>
              <a:effectLst/>
              <a:latin typeface="Times New Roman" panose="02020603050405020304" pitchFamily="18" charset="0"/>
              <a:ea typeface="华文中宋" panose="02010600040101010101" pitchFamily="2" charset="-122"/>
            </a:endParaRPr>
          </a:p>
        </p:txBody>
      </p:sp>
      <p:sp>
        <p:nvSpPr>
          <p:cNvPr id="14" name="矩形 13"/>
          <p:cNvSpPr/>
          <p:nvPr/>
        </p:nvSpPr>
        <p:spPr bwMode="auto">
          <a:xfrm>
            <a:off x="4432853" y="2097155"/>
            <a:ext cx="2027582" cy="636105"/>
          </a:xfrm>
          <a:prstGeom prst="rect">
            <a:avLst/>
          </a:prstGeom>
          <a:noFill/>
          <a:ln w="19050" cap="flat" cmpd="sng" algn="ctr">
            <a:solidFill>
              <a:srgbClr val="C00000"/>
            </a:solidFill>
            <a:prstDash val="solid"/>
            <a:round/>
            <a:headEnd type="none" w="med" len="med"/>
            <a:tailEnd type="none" w="med" len="med"/>
          </a:ln>
          <a:effectLst/>
        </p:spPr>
        <p:txBody>
          <a:bodyPr vert="horz" wrap="square" lIns="91440" tIns="45720" rIns="91440" bIns="45720" numCol="1" rtlCol="0" anchor="t" anchorCtr="0" compatLnSpc="1">
            <a:spAutoFit/>
          </a:bodyPr>
          <a:lstStyle/>
          <a:p>
            <a:pPr marL="0" marR="0" indent="0" algn="l" defTabSz="914400" rtl="0" eaLnBrk="1" fontAlgn="base" latinLnBrk="0" hangingPunct="1">
              <a:lnSpc>
                <a:spcPct val="120000"/>
              </a:lnSpc>
              <a:spcBef>
                <a:spcPct val="0"/>
              </a:spcBef>
              <a:spcAft>
                <a:spcPct val="0"/>
              </a:spcAft>
              <a:buClrTx/>
              <a:buSzTx/>
              <a:buFontTx/>
              <a:buBlip>
                <a:blip r:embed="rId2"/>
              </a:buBlip>
            </a:pPr>
            <a:endParaRPr kumimoji="1" lang="zh-CN" altLang="en-US" sz="2000" b="0" i="0" u="none" strike="noStrike" cap="none" normalizeH="0" baseline="0" smtClean="0">
              <a:ln>
                <a:noFill/>
              </a:ln>
              <a:solidFill>
                <a:srgbClr val="000099"/>
              </a:solidFill>
              <a:effectLst/>
              <a:latin typeface="Times New Roman" panose="02020603050405020304" pitchFamily="18" charset="0"/>
              <a:ea typeface="华文中宋" panose="02010600040101010101" pitchFamily="2" charset="-122"/>
            </a:endParaRPr>
          </a:p>
        </p:txBody>
      </p:sp>
    </p:spTree>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1" presetClass="entr" presetSubtype="1" fill="hold" grpId="0" nodeType="clickEffect">
                                  <p:stCondLst>
                                    <p:cond delay="0"/>
                                  </p:stCondLst>
                                  <p:childTnLst>
                                    <p:set>
                                      <p:cBhvr>
                                        <p:cTn id="11" dur="1" fill="hold">
                                          <p:stCondLst>
                                            <p:cond delay="0"/>
                                          </p:stCondLst>
                                        </p:cTn>
                                        <p:tgtEl>
                                          <p:spTgt spid="15"/>
                                        </p:tgtEl>
                                        <p:attrNameLst>
                                          <p:attrName>style.visibility</p:attrName>
                                        </p:attrNameLst>
                                      </p:cBhvr>
                                      <p:to>
                                        <p:strVal val="visible"/>
                                      </p:to>
                                    </p:set>
                                    <p:animEffect transition="in" filter="wheel(1)">
                                      <p:cBhvr>
                                        <p:cTn id="12" dur="2000"/>
                                        <p:tgtEl>
                                          <p:spTgt spid="15"/>
                                        </p:tgtEl>
                                      </p:cBhvr>
                                    </p:animEffect>
                                  </p:childTnLst>
                                </p:cTn>
                              </p:par>
                            </p:childTnLst>
                          </p:cTn>
                        </p:par>
                      </p:childTnLst>
                    </p:cTn>
                  </p:par>
                  <p:par>
                    <p:cTn id="13" fill="hold">
                      <p:stCondLst>
                        <p:cond delay="indefinite"/>
                      </p:stCondLst>
                      <p:childTnLst>
                        <p:par>
                          <p:cTn id="14" fill="hold">
                            <p:stCondLst>
                              <p:cond delay="0"/>
                            </p:stCondLst>
                            <p:childTnLst>
                              <p:par>
                                <p:cTn id="15" presetID="21" presetClass="entr" presetSubtype="1" fill="hold" grpId="0" nodeType="clickEffect">
                                  <p:stCondLst>
                                    <p:cond delay="0"/>
                                  </p:stCondLst>
                                  <p:childTnLst>
                                    <p:set>
                                      <p:cBhvr>
                                        <p:cTn id="16" dur="1" fill="hold">
                                          <p:stCondLst>
                                            <p:cond delay="0"/>
                                          </p:stCondLst>
                                        </p:cTn>
                                        <p:tgtEl>
                                          <p:spTgt spid="3"/>
                                        </p:tgtEl>
                                        <p:attrNameLst>
                                          <p:attrName>style.visibility</p:attrName>
                                        </p:attrNameLst>
                                      </p:cBhvr>
                                      <p:to>
                                        <p:strVal val="visible"/>
                                      </p:to>
                                    </p:set>
                                    <p:animEffect transition="in" filter="wheel(1)">
                                      <p:cBhvr>
                                        <p:cTn id="17" dur="2000"/>
                                        <p:tgtEl>
                                          <p:spTgt spid="3"/>
                                        </p:tgtEl>
                                      </p:cBhvr>
                                    </p:animEffect>
                                  </p:childTnLst>
                                </p:cTn>
                              </p:par>
                            </p:childTnLst>
                          </p:cTn>
                        </p:par>
                      </p:childTnLst>
                    </p:cTn>
                  </p:par>
                  <p:par>
                    <p:cTn id="18" fill="hold">
                      <p:stCondLst>
                        <p:cond delay="indefinite"/>
                      </p:stCondLst>
                      <p:childTnLst>
                        <p:par>
                          <p:cTn id="19" fill="hold">
                            <p:stCondLst>
                              <p:cond delay="0"/>
                            </p:stCondLst>
                            <p:childTnLst>
                              <p:par>
                                <p:cTn id="20" presetID="21" presetClass="entr" presetSubtype="1" fill="hold" grpId="0" nodeType="clickEffect">
                                  <p:stCondLst>
                                    <p:cond delay="0"/>
                                  </p:stCondLst>
                                  <p:childTnLst>
                                    <p:set>
                                      <p:cBhvr>
                                        <p:cTn id="21" dur="1" fill="hold">
                                          <p:stCondLst>
                                            <p:cond delay="0"/>
                                          </p:stCondLst>
                                        </p:cTn>
                                        <p:tgtEl>
                                          <p:spTgt spid="13"/>
                                        </p:tgtEl>
                                        <p:attrNameLst>
                                          <p:attrName>style.visibility</p:attrName>
                                        </p:attrNameLst>
                                      </p:cBhvr>
                                      <p:to>
                                        <p:strVal val="visible"/>
                                      </p:to>
                                    </p:set>
                                    <p:animEffect transition="in" filter="wheel(1)">
                                      <p:cBhvr>
                                        <p:cTn id="22" dur="2000"/>
                                        <p:tgtEl>
                                          <p:spTgt spid="13"/>
                                        </p:tgtEl>
                                      </p:cBhvr>
                                    </p:animEffect>
                                  </p:childTnLst>
                                </p:cTn>
                              </p:par>
                            </p:childTnLst>
                          </p:cTn>
                        </p:par>
                      </p:childTnLst>
                    </p:cTn>
                  </p:par>
                  <p:par>
                    <p:cTn id="23" fill="hold">
                      <p:stCondLst>
                        <p:cond delay="indefinite"/>
                      </p:stCondLst>
                      <p:childTnLst>
                        <p:par>
                          <p:cTn id="24" fill="hold">
                            <p:stCondLst>
                              <p:cond delay="0"/>
                            </p:stCondLst>
                            <p:childTnLst>
                              <p:par>
                                <p:cTn id="25" presetID="21" presetClass="entr" presetSubtype="1" fill="hold" grpId="0" nodeType="clickEffect">
                                  <p:stCondLst>
                                    <p:cond delay="0"/>
                                  </p:stCondLst>
                                  <p:childTnLst>
                                    <p:set>
                                      <p:cBhvr>
                                        <p:cTn id="26" dur="1" fill="hold">
                                          <p:stCondLst>
                                            <p:cond delay="0"/>
                                          </p:stCondLst>
                                        </p:cTn>
                                        <p:tgtEl>
                                          <p:spTgt spid="14"/>
                                        </p:tgtEl>
                                        <p:attrNameLst>
                                          <p:attrName>style.visibility</p:attrName>
                                        </p:attrNameLst>
                                      </p:cBhvr>
                                      <p:to>
                                        <p:strVal val="visible"/>
                                      </p:to>
                                    </p:set>
                                    <p:animEffect transition="in" filter="wheel(1)">
                                      <p:cBhvr>
                                        <p:cTn id="27" dur="20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15" grpId="0" animBg="1"/>
      <p:bldP spid="13" grpId="0" animBg="1"/>
      <p:bldP spid="14" grpId="0" animBg="1"/>
    </p:bldLst>
  </p:timing>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3" name="Text Box 5"/>
          <p:cNvSpPr txBox="1">
            <a:spLocks noChangeArrowheads="1"/>
          </p:cNvSpPr>
          <p:nvPr/>
        </p:nvSpPr>
        <p:spPr bwMode="auto">
          <a:xfrm>
            <a:off x="282368" y="906325"/>
            <a:ext cx="6583362" cy="4446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buNone/>
            </a:pPr>
            <a:r>
              <a:rPr lang="zh-CN" altLang="en-US" sz="2200" dirty="0" smtClean="0">
                <a:solidFill>
                  <a:srgbClr val="C00000"/>
                </a:solidFill>
                <a:latin typeface="黑体" panose="02010609060101010101" pitchFamily="49" charset="-122"/>
                <a:ea typeface="黑体" panose="02010609060101010101" pitchFamily="49" charset="-122"/>
              </a:rPr>
              <a:t>五、</a:t>
            </a:r>
            <a:r>
              <a:rPr lang="zh-CN" altLang="en-US" sz="2200" dirty="0">
                <a:solidFill>
                  <a:srgbClr val="C00000"/>
                </a:solidFill>
                <a:latin typeface="黑体" panose="02010609060101010101" pitchFamily="49" charset="-122"/>
                <a:ea typeface="黑体" panose="02010609060101010101" pitchFamily="49" charset="-122"/>
              </a:rPr>
              <a:t>提高轴系刚度的措施</a:t>
            </a:r>
            <a:endParaRPr lang="zh-CN" altLang="en-US" sz="2200" dirty="0">
              <a:solidFill>
                <a:srgbClr val="C00000"/>
              </a:solidFill>
              <a:latin typeface="黑体" panose="02010609060101010101" pitchFamily="49" charset="-122"/>
              <a:ea typeface="黑体" panose="02010609060101010101" pitchFamily="49" charset="-122"/>
            </a:endParaRPr>
          </a:p>
        </p:txBody>
      </p:sp>
      <p:sp>
        <p:nvSpPr>
          <p:cNvPr id="89094" name="Text Box 6"/>
          <p:cNvSpPr txBox="1">
            <a:spLocks noChangeArrowheads="1"/>
          </p:cNvSpPr>
          <p:nvPr/>
        </p:nvSpPr>
        <p:spPr bwMode="auto">
          <a:xfrm>
            <a:off x="1345856" y="1431373"/>
            <a:ext cx="4626588"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buNone/>
            </a:pPr>
            <a:r>
              <a:rPr lang="zh-CN" altLang="en-US" b="1" dirty="0">
                <a:latin typeface="华文中宋" panose="02010600040101010101" pitchFamily="2" charset="-122"/>
              </a:rPr>
              <a:t>刚度↑</a:t>
            </a:r>
            <a:r>
              <a:rPr lang="en-US" altLang="zh-CN" b="1" dirty="0"/>
              <a:t>—</a:t>
            </a:r>
            <a:r>
              <a:rPr lang="en-US" altLang="zh-CN" b="1" dirty="0">
                <a:latin typeface="华文中宋" panose="02010600040101010101" pitchFamily="2" charset="-122"/>
              </a:rPr>
              <a:t> </a:t>
            </a:r>
            <a:r>
              <a:rPr lang="zh-CN" altLang="en-US" b="1" dirty="0">
                <a:latin typeface="华文中宋" panose="02010600040101010101" pitchFamily="2" charset="-122"/>
              </a:rPr>
              <a:t>旋转精度↑、噪音↓、振动↓</a:t>
            </a:r>
            <a:endParaRPr lang="zh-CN" altLang="en-US" b="1" dirty="0">
              <a:latin typeface="华文中宋" panose="02010600040101010101" pitchFamily="2" charset="-122"/>
            </a:endParaRPr>
          </a:p>
        </p:txBody>
      </p:sp>
      <p:sp>
        <p:nvSpPr>
          <p:cNvPr id="89095" name="Text Box 7"/>
          <p:cNvSpPr txBox="1">
            <a:spLocks noChangeArrowheads="1"/>
          </p:cNvSpPr>
          <p:nvPr/>
        </p:nvSpPr>
        <p:spPr bwMode="auto">
          <a:xfrm>
            <a:off x="809143" y="1904448"/>
            <a:ext cx="2632710" cy="460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buNone/>
            </a:pPr>
            <a:r>
              <a:rPr lang="en-US" altLang="zh-CN" b="1">
                <a:latin typeface="华文中宋" panose="02010600040101010101" pitchFamily="2" charset="-122"/>
              </a:rPr>
              <a:t>1</a:t>
            </a:r>
            <a:r>
              <a:rPr lang="zh-CN" altLang="en-US" b="1">
                <a:latin typeface="华文中宋" panose="02010600040101010101" pitchFamily="2" charset="-122"/>
              </a:rPr>
              <a:t>、选用合理轴承类型</a:t>
            </a:r>
            <a:endParaRPr lang="zh-CN" altLang="en-US" b="1">
              <a:latin typeface="华文中宋" panose="02010600040101010101" pitchFamily="2" charset="-122"/>
            </a:endParaRPr>
          </a:p>
        </p:txBody>
      </p:sp>
      <p:sp>
        <p:nvSpPr>
          <p:cNvPr id="89096" name="Text Box 8"/>
          <p:cNvSpPr txBox="1">
            <a:spLocks noChangeArrowheads="1"/>
          </p:cNvSpPr>
          <p:nvPr/>
        </p:nvSpPr>
        <p:spPr bwMode="auto">
          <a:xfrm>
            <a:off x="1354967" y="2337766"/>
            <a:ext cx="2722880" cy="460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buNone/>
            </a:pPr>
            <a:r>
              <a:rPr lang="zh-CN" altLang="en-US" dirty="0">
                <a:solidFill>
                  <a:srgbClr val="000099"/>
                </a:solidFill>
                <a:latin typeface="华文中宋" panose="02010600040101010101" pitchFamily="2" charset="-122"/>
              </a:rPr>
              <a:t>滚子轴承刚度＞球轴承</a:t>
            </a:r>
            <a:endParaRPr lang="zh-CN" altLang="en-US" dirty="0">
              <a:solidFill>
                <a:srgbClr val="000099"/>
              </a:solidFill>
              <a:latin typeface="华文中宋" panose="02010600040101010101" pitchFamily="2" charset="-122"/>
            </a:endParaRPr>
          </a:p>
        </p:txBody>
      </p:sp>
      <p:sp>
        <p:nvSpPr>
          <p:cNvPr id="89097" name="Text Box 9"/>
          <p:cNvSpPr txBox="1">
            <a:spLocks noChangeArrowheads="1"/>
          </p:cNvSpPr>
          <p:nvPr/>
        </p:nvSpPr>
        <p:spPr bwMode="auto">
          <a:xfrm>
            <a:off x="1325977" y="2781024"/>
            <a:ext cx="5263515" cy="460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buNone/>
            </a:pPr>
            <a:r>
              <a:rPr lang="zh-CN" altLang="en-US" dirty="0">
                <a:latin typeface="华文中宋" panose="02010600040101010101" pitchFamily="2" charset="-122"/>
              </a:rPr>
              <a:t>可选用双列轴承、滚子轴承、四点接触轴承</a:t>
            </a:r>
            <a:r>
              <a:rPr lang="zh-CN" altLang="en-US" b="1" dirty="0">
                <a:latin typeface="华文中宋" panose="02010600040101010101" pitchFamily="2" charset="-122"/>
              </a:rPr>
              <a:t>。</a:t>
            </a:r>
            <a:endParaRPr lang="zh-CN" altLang="en-US" b="1" dirty="0">
              <a:latin typeface="华文中宋" panose="02010600040101010101" pitchFamily="2" charset="-122"/>
            </a:endParaRPr>
          </a:p>
        </p:txBody>
      </p:sp>
      <p:sp>
        <p:nvSpPr>
          <p:cNvPr id="11" name="直接连接符 6"/>
          <p:cNvSpPr>
            <a:spLocks noChangeShapeType="1"/>
          </p:cNvSpPr>
          <p:nvPr/>
        </p:nvSpPr>
        <p:spPr bwMode="auto">
          <a:xfrm>
            <a:off x="0" y="765175"/>
            <a:ext cx="9144000" cy="0"/>
          </a:xfrm>
          <a:prstGeom prst="line">
            <a:avLst/>
          </a:prstGeom>
          <a:noFill/>
          <a:ln w="28575">
            <a:solidFill>
              <a:srgbClr val="CC3300"/>
            </a:solidFill>
            <a:miter lim="800000"/>
          </a:ln>
          <a:extLst>
            <a:ext uri="{909E8E84-426E-40DD-AFC4-6F175D3DCCD1}">
              <a14:hiddenFill xmlns:a14="http://schemas.microsoft.com/office/drawing/2010/main">
                <a:noFill/>
              </a14:hiddenFill>
            </a:ext>
          </a:extLst>
        </p:spPr>
        <p:txBody>
          <a:bodyPr/>
          <a:lstStyle/>
          <a:p>
            <a:endParaRPr lang="zh-CN" altLang="en-US" dirty="0"/>
          </a:p>
        </p:txBody>
      </p:sp>
      <p:sp>
        <p:nvSpPr>
          <p:cNvPr id="12" name="Text Box 2"/>
          <p:cNvSpPr txBox="1">
            <a:spLocks noChangeArrowheads="1"/>
          </p:cNvSpPr>
          <p:nvPr/>
        </p:nvSpPr>
        <p:spPr bwMode="auto">
          <a:xfrm>
            <a:off x="638672" y="3606027"/>
            <a:ext cx="3396615" cy="460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buNone/>
            </a:pPr>
            <a:r>
              <a:rPr lang="en-US" altLang="zh-CN" b="1" dirty="0">
                <a:latin typeface="华文中宋" panose="02010600040101010101" pitchFamily="2" charset="-122"/>
              </a:rPr>
              <a:t>2</a:t>
            </a:r>
            <a:r>
              <a:rPr lang="zh-CN" altLang="en-US" b="1" dirty="0">
                <a:latin typeface="华文中宋" panose="02010600040101010101" pitchFamily="2" charset="-122"/>
              </a:rPr>
              <a:t>、选择合理的轴承安装方式</a:t>
            </a:r>
            <a:endParaRPr lang="zh-CN" altLang="en-US" b="1" dirty="0">
              <a:latin typeface="华文中宋" panose="02010600040101010101" pitchFamily="2" charset="-122"/>
            </a:endParaRPr>
          </a:p>
        </p:txBody>
      </p:sp>
      <p:grpSp>
        <p:nvGrpSpPr>
          <p:cNvPr id="13" name="Group 176"/>
          <p:cNvGrpSpPr/>
          <p:nvPr/>
        </p:nvGrpSpPr>
        <p:grpSpPr bwMode="auto">
          <a:xfrm>
            <a:off x="872449" y="4021317"/>
            <a:ext cx="7366000" cy="2386013"/>
            <a:chOff x="1113" y="730"/>
            <a:chExt cx="4640" cy="1503"/>
          </a:xfrm>
        </p:grpSpPr>
        <p:sp>
          <p:nvSpPr>
            <p:cNvPr id="14" name="Line 52"/>
            <p:cNvSpPr>
              <a:spLocks noChangeShapeType="1"/>
            </p:cNvSpPr>
            <p:nvPr/>
          </p:nvSpPr>
          <p:spPr bwMode="auto">
            <a:xfrm>
              <a:off x="3158" y="1791"/>
              <a:ext cx="0" cy="434"/>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None/>
              </a:pPr>
              <a:endParaRPr lang="zh-CN" altLang="en-US"/>
            </a:p>
          </p:txBody>
        </p:sp>
        <p:sp>
          <p:nvSpPr>
            <p:cNvPr id="15" name="Text Box 14"/>
            <p:cNvSpPr txBox="1">
              <a:spLocks noChangeArrowheads="1"/>
            </p:cNvSpPr>
            <p:nvPr/>
          </p:nvSpPr>
          <p:spPr bwMode="auto">
            <a:xfrm>
              <a:off x="1200" y="730"/>
              <a:ext cx="2035" cy="2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buNone/>
              </a:pPr>
              <a:r>
                <a:rPr lang="zh-CN" altLang="en-US" dirty="0">
                  <a:latin typeface="华文中宋" panose="02010600040101010101" pitchFamily="2" charset="-122"/>
                </a:rPr>
                <a:t>悬伸端：反安装时，刚度↑</a:t>
              </a:r>
              <a:endParaRPr lang="zh-CN" altLang="en-US" dirty="0">
                <a:latin typeface="华文中宋" panose="02010600040101010101" pitchFamily="2" charset="-122"/>
              </a:endParaRPr>
            </a:p>
          </p:txBody>
        </p:sp>
        <p:sp>
          <p:nvSpPr>
            <p:cNvPr id="16" name="AutoShape 15"/>
            <p:cNvSpPr/>
            <p:nvPr/>
          </p:nvSpPr>
          <p:spPr bwMode="auto">
            <a:xfrm>
              <a:off x="1113" y="782"/>
              <a:ext cx="97" cy="480"/>
            </a:xfrm>
            <a:prstGeom prst="leftBrace">
              <a:avLst>
                <a:gd name="adj1" fmla="val 41237"/>
                <a:gd name="adj2" fmla="val 50000"/>
              </a:avLst>
            </a:prstGeom>
            <a:noFill/>
            <a:ln w="952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None/>
              </a:pPr>
              <a:endParaRPr lang="zh-CN" altLang="en-US"/>
            </a:p>
          </p:txBody>
        </p:sp>
        <p:grpSp>
          <p:nvGrpSpPr>
            <p:cNvPr id="17" name="Group 24"/>
            <p:cNvGrpSpPr/>
            <p:nvPr/>
          </p:nvGrpSpPr>
          <p:grpSpPr bwMode="auto">
            <a:xfrm>
              <a:off x="1176" y="1535"/>
              <a:ext cx="229" cy="236"/>
              <a:chOff x="2788" y="1482"/>
              <a:chExt cx="312" cy="322"/>
            </a:xfrm>
          </p:grpSpPr>
          <p:sp>
            <p:nvSpPr>
              <p:cNvPr id="81" name="Line 25"/>
              <p:cNvSpPr>
                <a:spLocks noChangeShapeType="1"/>
              </p:cNvSpPr>
              <p:nvPr/>
            </p:nvSpPr>
            <p:spPr bwMode="auto">
              <a:xfrm flipV="1">
                <a:off x="2788" y="1482"/>
                <a:ext cx="204" cy="192"/>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None/>
                </a:pPr>
                <a:endParaRPr lang="zh-CN" altLang="en-US"/>
              </a:p>
            </p:txBody>
          </p:sp>
          <p:sp>
            <p:nvSpPr>
              <p:cNvPr id="82" name="Line 26"/>
              <p:cNvSpPr>
                <a:spLocks noChangeShapeType="1"/>
              </p:cNvSpPr>
              <p:nvPr/>
            </p:nvSpPr>
            <p:spPr bwMode="auto">
              <a:xfrm>
                <a:off x="2834" y="1628"/>
                <a:ext cx="72" cy="82"/>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None/>
                </a:pPr>
                <a:endParaRPr lang="zh-CN" altLang="en-US"/>
              </a:p>
            </p:txBody>
          </p:sp>
          <p:sp>
            <p:nvSpPr>
              <p:cNvPr id="83" name="Line 27"/>
              <p:cNvSpPr>
                <a:spLocks noChangeShapeType="1"/>
              </p:cNvSpPr>
              <p:nvPr/>
            </p:nvSpPr>
            <p:spPr bwMode="auto">
              <a:xfrm flipV="1">
                <a:off x="2902" y="1600"/>
                <a:ext cx="126" cy="114"/>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None/>
                </a:pPr>
                <a:endParaRPr lang="zh-CN" altLang="en-US"/>
              </a:p>
            </p:txBody>
          </p:sp>
          <p:sp>
            <p:nvSpPr>
              <p:cNvPr id="84" name="Line 28"/>
              <p:cNvSpPr>
                <a:spLocks noChangeShapeType="1"/>
              </p:cNvSpPr>
              <p:nvPr/>
            </p:nvSpPr>
            <p:spPr bwMode="auto">
              <a:xfrm>
                <a:off x="2950" y="1520"/>
                <a:ext cx="72" cy="82"/>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None/>
                </a:pPr>
                <a:endParaRPr lang="zh-CN" altLang="en-US"/>
              </a:p>
            </p:txBody>
          </p:sp>
          <p:sp>
            <p:nvSpPr>
              <p:cNvPr id="85" name="Line 29"/>
              <p:cNvSpPr>
                <a:spLocks noChangeShapeType="1"/>
              </p:cNvSpPr>
              <p:nvPr/>
            </p:nvSpPr>
            <p:spPr bwMode="auto">
              <a:xfrm>
                <a:off x="2894" y="1578"/>
                <a:ext cx="206" cy="226"/>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None/>
                </a:pPr>
                <a:endParaRPr lang="zh-CN" altLang="en-US"/>
              </a:p>
            </p:txBody>
          </p:sp>
        </p:grpSp>
        <p:sp>
          <p:nvSpPr>
            <p:cNvPr id="18" name="Line 30"/>
            <p:cNvSpPr>
              <a:spLocks noChangeShapeType="1"/>
            </p:cNvSpPr>
            <p:nvPr/>
          </p:nvSpPr>
          <p:spPr bwMode="auto">
            <a:xfrm flipH="1">
              <a:off x="1155" y="1775"/>
              <a:ext cx="1900" cy="0"/>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None/>
              </a:pPr>
              <a:endParaRPr lang="zh-CN" altLang="en-US"/>
            </a:p>
          </p:txBody>
        </p:sp>
        <p:grpSp>
          <p:nvGrpSpPr>
            <p:cNvPr id="19" name="Group 31"/>
            <p:cNvGrpSpPr/>
            <p:nvPr/>
          </p:nvGrpSpPr>
          <p:grpSpPr bwMode="auto">
            <a:xfrm flipV="1">
              <a:off x="1176" y="1777"/>
              <a:ext cx="229" cy="236"/>
              <a:chOff x="2788" y="1482"/>
              <a:chExt cx="312" cy="322"/>
            </a:xfrm>
          </p:grpSpPr>
          <p:sp>
            <p:nvSpPr>
              <p:cNvPr id="76" name="Line 32"/>
              <p:cNvSpPr>
                <a:spLocks noChangeShapeType="1"/>
              </p:cNvSpPr>
              <p:nvPr/>
            </p:nvSpPr>
            <p:spPr bwMode="auto">
              <a:xfrm flipV="1">
                <a:off x="2788" y="1482"/>
                <a:ext cx="204" cy="192"/>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None/>
                </a:pPr>
                <a:endParaRPr lang="zh-CN" altLang="en-US"/>
              </a:p>
            </p:txBody>
          </p:sp>
          <p:sp>
            <p:nvSpPr>
              <p:cNvPr id="77" name="Line 33"/>
              <p:cNvSpPr>
                <a:spLocks noChangeShapeType="1"/>
              </p:cNvSpPr>
              <p:nvPr/>
            </p:nvSpPr>
            <p:spPr bwMode="auto">
              <a:xfrm>
                <a:off x="2834" y="1628"/>
                <a:ext cx="72" cy="82"/>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None/>
                </a:pPr>
                <a:endParaRPr lang="zh-CN" altLang="en-US"/>
              </a:p>
            </p:txBody>
          </p:sp>
          <p:sp>
            <p:nvSpPr>
              <p:cNvPr id="78" name="Line 34"/>
              <p:cNvSpPr>
                <a:spLocks noChangeShapeType="1"/>
              </p:cNvSpPr>
              <p:nvPr/>
            </p:nvSpPr>
            <p:spPr bwMode="auto">
              <a:xfrm flipV="1">
                <a:off x="2902" y="1600"/>
                <a:ext cx="126" cy="114"/>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None/>
                </a:pPr>
                <a:endParaRPr lang="zh-CN" altLang="en-US"/>
              </a:p>
            </p:txBody>
          </p:sp>
          <p:sp>
            <p:nvSpPr>
              <p:cNvPr id="79" name="Line 35"/>
              <p:cNvSpPr>
                <a:spLocks noChangeShapeType="1"/>
              </p:cNvSpPr>
              <p:nvPr/>
            </p:nvSpPr>
            <p:spPr bwMode="auto">
              <a:xfrm>
                <a:off x="2950" y="1520"/>
                <a:ext cx="72" cy="82"/>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None/>
                </a:pPr>
                <a:endParaRPr lang="zh-CN" altLang="en-US"/>
              </a:p>
            </p:txBody>
          </p:sp>
          <p:sp>
            <p:nvSpPr>
              <p:cNvPr id="80" name="Line 36"/>
              <p:cNvSpPr>
                <a:spLocks noChangeShapeType="1"/>
              </p:cNvSpPr>
              <p:nvPr/>
            </p:nvSpPr>
            <p:spPr bwMode="auto">
              <a:xfrm>
                <a:off x="2894" y="1578"/>
                <a:ext cx="206" cy="226"/>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None/>
                </a:pPr>
                <a:endParaRPr lang="zh-CN" altLang="en-US"/>
              </a:p>
            </p:txBody>
          </p:sp>
        </p:grpSp>
        <p:sp>
          <p:nvSpPr>
            <p:cNvPr id="20" name="Line 50"/>
            <p:cNvSpPr>
              <a:spLocks noChangeShapeType="1"/>
            </p:cNvSpPr>
            <p:nvPr/>
          </p:nvSpPr>
          <p:spPr bwMode="auto">
            <a:xfrm>
              <a:off x="1408" y="1777"/>
              <a:ext cx="0" cy="434"/>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None/>
              </a:pPr>
              <a:endParaRPr lang="zh-CN" altLang="en-US"/>
            </a:p>
          </p:txBody>
        </p:sp>
        <p:sp>
          <p:nvSpPr>
            <p:cNvPr id="21" name="Line 51"/>
            <p:cNvSpPr>
              <a:spLocks noChangeShapeType="1"/>
            </p:cNvSpPr>
            <p:nvPr/>
          </p:nvSpPr>
          <p:spPr bwMode="auto">
            <a:xfrm>
              <a:off x="2366" y="1776"/>
              <a:ext cx="0" cy="434"/>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None/>
              </a:pPr>
              <a:endParaRPr lang="zh-CN" altLang="en-US"/>
            </a:p>
          </p:txBody>
        </p:sp>
        <p:sp>
          <p:nvSpPr>
            <p:cNvPr id="22" name="AutoShape 49"/>
            <p:cNvSpPr>
              <a:spLocks noChangeArrowheads="1"/>
            </p:cNvSpPr>
            <p:nvPr/>
          </p:nvSpPr>
          <p:spPr bwMode="auto">
            <a:xfrm rot="-5400000">
              <a:off x="2884" y="1684"/>
              <a:ext cx="528" cy="169"/>
            </a:xfrm>
            <a:custGeom>
              <a:avLst/>
              <a:gdLst>
                <a:gd name="G0" fmla="+- 5400 0 0"/>
                <a:gd name="G1" fmla="+- 21600 0 5400"/>
                <a:gd name="G2" fmla="*/ 5400 1 2"/>
                <a:gd name="G3" fmla="+- 21600 0 G2"/>
                <a:gd name="G4" fmla="+/ 5400 21600 2"/>
                <a:gd name="G5" fmla="+/ G1 0 2"/>
                <a:gd name="G6" fmla="*/ 21600 21600 5400"/>
                <a:gd name="G7" fmla="*/ G6 1 2"/>
                <a:gd name="G8" fmla="+- 21600 0 G7"/>
                <a:gd name="G9" fmla="*/ 21600 1 2"/>
                <a:gd name="G10" fmla="+- 5400 0 G9"/>
                <a:gd name="G11" fmla="?: G10 G8 0"/>
                <a:gd name="G12" fmla="?: G10 G7 21600"/>
                <a:gd name="T0" fmla="*/ 18900 w 21600"/>
                <a:gd name="T1" fmla="*/ 10800 h 21600"/>
                <a:gd name="T2" fmla="*/ 10800 w 21600"/>
                <a:gd name="T3" fmla="*/ 21600 h 21600"/>
                <a:gd name="T4" fmla="*/ 2700 w 21600"/>
                <a:gd name="T5" fmla="*/ 10800 h 21600"/>
                <a:gd name="T6" fmla="*/ 10800 w 21600"/>
                <a:gd name="T7" fmla="*/ 0 h 21600"/>
                <a:gd name="T8" fmla="*/ 4500 w 21600"/>
                <a:gd name="T9" fmla="*/ 4500 h 21600"/>
                <a:gd name="T10" fmla="*/ 17100 w 21600"/>
                <a:gd name="T11" fmla="*/ 17100 h 21600"/>
              </a:gdLst>
              <a:ahLst/>
              <a:cxnLst>
                <a:cxn ang="0">
                  <a:pos x="T0" y="T1"/>
                </a:cxn>
                <a:cxn ang="0">
                  <a:pos x="T2" y="T3"/>
                </a:cxn>
                <a:cxn ang="0">
                  <a:pos x="T4" y="T5"/>
                </a:cxn>
                <a:cxn ang="0">
                  <a:pos x="T6" y="T7"/>
                </a:cxn>
              </a:cxnLst>
              <a:rect l="T8" t="T9" r="T10" b="T11"/>
              <a:pathLst>
                <a:path w="21600" h="21600">
                  <a:moveTo>
                    <a:pt x="0" y="0"/>
                  </a:moveTo>
                  <a:lnTo>
                    <a:pt x="5400" y="21600"/>
                  </a:lnTo>
                  <a:lnTo>
                    <a:pt x="16200" y="21600"/>
                  </a:lnTo>
                  <a:lnTo>
                    <a:pt x="21600" y="0"/>
                  </a:lnTo>
                  <a:close/>
                </a:path>
              </a:pathLst>
            </a:custGeom>
            <a:solidFill>
              <a:schemeClr val="bg1"/>
            </a:solidFill>
            <a:ln w="19050">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None/>
              </a:pPr>
              <a:endParaRPr lang="zh-CN" altLang="en-US"/>
            </a:p>
          </p:txBody>
        </p:sp>
        <p:sp>
          <p:nvSpPr>
            <p:cNvPr id="23" name="Line 53"/>
            <p:cNvSpPr>
              <a:spLocks noChangeShapeType="1"/>
            </p:cNvSpPr>
            <p:nvPr/>
          </p:nvSpPr>
          <p:spPr bwMode="auto">
            <a:xfrm>
              <a:off x="1402" y="2153"/>
              <a:ext cx="957" cy="0"/>
            </a:xfrm>
            <a:prstGeom prst="line">
              <a:avLst/>
            </a:prstGeom>
            <a:noFill/>
            <a:ln w="9525">
              <a:solidFill>
                <a:schemeClr val="tx1"/>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None/>
              </a:pPr>
              <a:endParaRPr lang="zh-CN" altLang="en-US"/>
            </a:p>
          </p:txBody>
        </p:sp>
        <p:sp>
          <p:nvSpPr>
            <p:cNvPr id="24" name="Line 54"/>
            <p:cNvSpPr>
              <a:spLocks noChangeShapeType="1"/>
            </p:cNvSpPr>
            <p:nvPr/>
          </p:nvSpPr>
          <p:spPr bwMode="auto">
            <a:xfrm>
              <a:off x="2367" y="2152"/>
              <a:ext cx="778" cy="0"/>
            </a:xfrm>
            <a:prstGeom prst="line">
              <a:avLst/>
            </a:prstGeom>
            <a:noFill/>
            <a:ln w="9525">
              <a:solidFill>
                <a:schemeClr val="tx1"/>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None/>
              </a:pPr>
              <a:endParaRPr lang="zh-CN" altLang="en-US"/>
            </a:p>
          </p:txBody>
        </p:sp>
        <p:sp>
          <p:nvSpPr>
            <p:cNvPr id="25" name="Text Box 55"/>
            <p:cNvSpPr txBox="1">
              <a:spLocks noChangeArrowheads="1"/>
            </p:cNvSpPr>
            <p:nvPr/>
          </p:nvSpPr>
          <p:spPr bwMode="auto">
            <a:xfrm>
              <a:off x="1800" y="1944"/>
              <a:ext cx="196" cy="2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buNone/>
              </a:pPr>
              <a:r>
                <a:rPr lang="en-US" altLang="zh-CN" sz="1600" i="1" dirty="0"/>
                <a:t>l</a:t>
              </a:r>
              <a:r>
                <a:rPr lang="en-US" altLang="zh-CN" sz="1600" baseline="-25000" dirty="0"/>
                <a:t>1</a:t>
              </a:r>
              <a:endParaRPr lang="en-US" altLang="zh-CN" sz="1600" baseline="-25000" dirty="0"/>
            </a:p>
          </p:txBody>
        </p:sp>
        <p:sp>
          <p:nvSpPr>
            <p:cNvPr id="26" name="Text Box 56"/>
            <p:cNvSpPr txBox="1">
              <a:spLocks noChangeArrowheads="1"/>
            </p:cNvSpPr>
            <p:nvPr/>
          </p:nvSpPr>
          <p:spPr bwMode="auto">
            <a:xfrm>
              <a:off x="2711" y="1944"/>
              <a:ext cx="240" cy="2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buNone/>
              </a:pPr>
              <a:r>
                <a:rPr lang="en-US" altLang="zh-CN" sz="1600" i="1"/>
                <a:t>l</a:t>
              </a:r>
              <a:r>
                <a:rPr lang="en-US" altLang="zh-CN" sz="1600" baseline="-25000"/>
                <a:t>01</a:t>
              </a:r>
              <a:endParaRPr lang="en-US" altLang="zh-CN" sz="1600" baseline="-25000"/>
            </a:p>
          </p:txBody>
        </p:sp>
        <p:sp>
          <p:nvSpPr>
            <p:cNvPr id="27" name="Line 57"/>
            <p:cNvSpPr>
              <a:spLocks noChangeShapeType="1"/>
            </p:cNvSpPr>
            <p:nvPr/>
          </p:nvSpPr>
          <p:spPr bwMode="auto">
            <a:xfrm>
              <a:off x="3153" y="1323"/>
              <a:ext cx="0" cy="255"/>
            </a:xfrm>
            <a:prstGeom prst="line">
              <a:avLst/>
            </a:prstGeom>
            <a:noFill/>
            <a:ln w="9525">
              <a:solidFill>
                <a:srgbClr val="FF0000"/>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None/>
              </a:pPr>
              <a:endParaRPr lang="zh-CN" altLang="en-US"/>
            </a:p>
          </p:txBody>
        </p:sp>
        <p:grpSp>
          <p:nvGrpSpPr>
            <p:cNvPr id="28" name="Group 58"/>
            <p:cNvGrpSpPr/>
            <p:nvPr/>
          </p:nvGrpSpPr>
          <p:grpSpPr bwMode="auto">
            <a:xfrm flipH="1">
              <a:off x="2365" y="1535"/>
              <a:ext cx="229" cy="236"/>
              <a:chOff x="2788" y="1482"/>
              <a:chExt cx="312" cy="322"/>
            </a:xfrm>
          </p:grpSpPr>
          <p:sp>
            <p:nvSpPr>
              <p:cNvPr id="71" name="Line 59"/>
              <p:cNvSpPr>
                <a:spLocks noChangeShapeType="1"/>
              </p:cNvSpPr>
              <p:nvPr/>
            </p:nvSpPr>
            <p:spPr bwMode="auto">
              <a:xfrm flipV="1">
                <a:off x="2788" y="1482"/>
                <a:ext cx="204" cy="192"/>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None/>
                </a:pPr>
                <a:endParaRPr lang="zh-CN" altLang="en-US"/>
              </a:p>
            </p:txBody>
          </p:sp>
          <p:sp>
            <p:nvSpPr>
              <p:cNvPr id="72" name="Line 60"/>
              <p:cNvSpPr>
                <a:spLocks noChangeShapeType="1"/>
              </p:cNvSpPr>
              <p:nvPr/>
            </p:nvSpPr>
            <p:spPr bwMode="auto">
              <a:xfrm>
                <a:off x="2834" y="1628"/>
                <a:ext cx="72" cy="82"/>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None/>
                </a:pPr>
                <a:endParaRPr lang="zh-CN" altLang="en-US"/>
              </a:p>
            </p:txBody>
          </p:sp>
          <p:sp>
            <p:nvSpPr>
              <p:cNvPr id="73" name="Line 61"/>
              <p:cNvSpPr>
                <a:spLocks noChangeShapeType="1"/>
              </p:cNvSpPr>
              <p:nvPr/>
            </p:nvSpPr>
            <p:spPr bwMode="auto">
              <a:xfrm flipV="1">
                <a:off x="2902" y="1600"/>
                <a:ext cx="126" cy="114"/>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None/>
                </a:pPr>
                <a:endParaRPr lang="zh-CN" altLang="en-US"/>
              </a:p>
            </p:txBody>
          </p:sp>
          <p:sp>
            <p:nvSpPr>
              <p:cNvPr id="74" name="Line 62"/>
              <p:cNvSpPr>
                <a:spLocks noChangeShapeType="1"/>
              </p:cNvSpPr>
              <p:nvPr/>
            </p:nvSpPr>
            <p:spPr bwMode="auto">
              <a:xfrm>
                <a:off x="2950" y="1520"/>
                <a:ext cx="72" cy="82"/>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None/>
                </a:pPr>
                <a:endParaRPr lang="zh-CN" altLang="en-US"/>
              </a:p>
            </p:txBody>
          </p:sp>
          <p:sp>
            <p:nvSpPr>
              <p:cNvPr id="75" name="Line 63"/>
              <p:cNvSpPr>
                <a:spLocks noChangeShapeType="1"/>
              </p:cNvSpPr>
              <p:nvPr/>
            </p:nvSpPr>
            <p:spPr bwMode="auto">
              <a:xfrm>
                <a:off x="2894" y="1578"/>
                <a:ext cx="206" cy="226"/>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None/>
                </a:pPr>
                <a:endParaRPr lang="zh-CN" altLang="en-US"/>
              </a:p>
            </p:txBody>
          </p:sp>
        </p:grpSp>
        <p:grpSp>
          <p:nvGrpSpPr>
            <p:cNvPr id="29" name="Group 64"/>
            <p:cNvGrpSpPr/>
            <p:nvPr/>
          </p:nvGrpSpPr>
          <p:grpSpPr bwMode="auto">
            <a:xfrm flipH="1" flipV="1">
              <a:off x="2365" y="1777"/>
              <a:ext cx="229" cy="236"/>
              <a:chOff x="2788" y="1482"/>
              <a:chExt cx="312" cy="322"/>
            </a:xfrm>
          </p:grpSpPr>
          <p:sp>
            <p:nvSpPr>
              <p:cNvPr id="66" name="Line 65"/>
              <p:cNvSpPr>
                <a:spLocks noChangeShapeType="1"/>
              </p:cNvSpPr>
              <p:nvPr/>
            </p:nvSpPr>
            <p:spPr bwMode="auto">
              <a:xfrm flipV="1">
                <a:off x="2788" y="1482"/>
                <a:ext cx="204" cy="192"/>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None/>
                </a:pPr>
                <a:endParaRPr lang="zh-CN" altLang="en-US"/>
              </a:p>
            </p:txBody>
          </p:sp>
          <p:sp>
            <p:nvSpPr>
              <p:cNvPr id="67" name="Line 66"/>
              <p:cNvSpPr>
                <a:spLocks noChangeShapeType="1"/>
              </p:cNvSpPr>
              <p:nvPr/>
            </p:nvSpPr>
            <p:spPr bwMode="auto">
              <a:xfrm>
                <a:off x="2834" y="1628"/>
                <a:ext cx="72" cy="82"/>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None/>
                </a:pPr>
                <a:endParaRPr lang="zh-CN" altLang="en-US"/>
              </a:p>
            </p:txBody>
          </p:sp>
          <p:sp>
            <p:nvSpPr>
              <p:cNvPr id="68" name="Line 67"/>
              <p:cNvSpPr>
                <a:spLocks noChangeShapeType="1"/>
              </p:cNvSpPr>
              <p:nvPr/>
            </p:nvSpPr>
            <p:spPr bwMode="auto">
              <a:xfrm flipV="1">
                <a:off x="2902" y="1600"/>
                <a:ext cx="126" cy="114"/>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None/>
                </a:pPr>
                <a:endParaRPr lang="zh-CN" altLang="en-US"/>
              </a:p>
            </p:txBody>
          </p:sp>
          <p:sp>
            <p:nvSpPr>
              <p:cNvPr id="69" name="Line 68"/>
              <p:cNvSpPr>
                <a:spLocks noChangeShapeType="1"/>
              </p:cNvSpPr>
              <p:nvPr/>
            </p:nvSpPr>
            <p:spPr bwMode="auto">
              <a:xfrm>
                <a:off x="2950" y="1520"/>
                <a:ext cx="72" cy="82"/>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None/>
                </a:pPr>
                <a:endParaRPr lang="zh-CN" altLang="en-US"/>
              </a:p>
            </p:txBody>
          </p:sp>
          <p:sp>
            <p:nvSpPr>
              <p:cNvPr id="70" name="Line 69"/>
              <p:cNvSpPr>
                <a:spLocks noChangeShapeType="1"/>
              </p:cNvSpPr>
              <p:nvPr/>
            </p:nvSpPr>
            <p:spPr bwMode="auto">
              <a:xfrm>
                <a:off x="2894" y="1578"/>
                <a:ext cx="206" cy="226"/>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None/>
                </a:pPr>
                <a:endParaRPr lang="zh-CN" altLang="en-US"/>
              </a:p>
            </p:txBody>
          </p:sp>
        </p:grpSp>
        <p:sp>
          <p:nvSpPr>
            <p:cNvPr id="30" name="Text Box 70"/>
            <p:cNvSpPr txBox="1">
              <a:spLocks noChangeArrowheads="1"/>
            </p:cNvSpPr>
            <p:nvPr/>
          </p:nvSpPr>
          <p:spPr bwMode="auto">
            <a:xfrm>
              <a:off x="3040" y="1647"/>
              <a:ext cx="354" cy="2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buNone/>
              </a:pPr>
              <a:r>
                <a:rPr lang="en-US" altLang="zh-CN" sz="1200" b="1">
                  <a:cs typeface="Times New Roman" panose="02020603050405020304" pitchFamily="18" charset="0"/>
                </a:rPr>
                <a:t>×</a:t>
              </a:r>
              <a:r>
                <a:rPr lang="en-US" altLang="zh-CN" sz="1600" i="1">
                  <a:cs typeface="Times New Roman" panose="02020603050405020304" pitchFamily="18" charset="0"/>
                </a:rPr>
                <a:t>  A</a:t>
              </a:r>
              <a:endParaRPr lang="en-US" altLang="zh-CN" sz="1600" baseline="-25000">
                <a:cs typeface="Times New Roman" panose="02020603050405020304" pitchFamily="18" charset="0"/>
              </a:endParaRPr>
            </a:p>
          </p:txBody>
        </p:sp>
        <p:sp>
          <p:nvSpPr>
            <p:cNvPr id="31" name="Line 71"/>
            <p:cNvSpPr>
              <a:spLocks noChangeShapeType="1"/>
            </p:cNvSpPr>
            <p:nvPr/>
          </p:nvSpPr>
          <p:spPr bwMode="auto">
            <a:xfrm>
              <a:off x="5517" y="1799"/>
              <a:ext cx="0" cy="434"/>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None/>
              </a:pPr>
              <a:endParaRPr lang="zh-CN" altLang="en-US"/>
            </a:p>
          </p:txBody>
        </p:sp>
        <p:grpSp>
          <p:nvGrpSpPr>
            <p:cNvPr id="32" name="Group 72"/>
            <p:cNvGrpSpPr/>
            <p:nvPr/>
          </p:nvGrpSpPr>
          <p:grpSpPr bwMode="auto">
            <a:xfrm flipH="1">
              <a:off x="3598" y="1543"/>
              <a:ext cx="229" cy="236"/>
              <a:chOff x="2788" y="1482"/>
              <a:chExt cx="312" cy="322"/>
            </a:xfrm>
          </p:grpSpPr>
          <p:sp>
            <p:nvSpPr>
              <p:cNvPr id="61" name="Line 73"/>
              <p:cNvSpPr>
                <a:spLocks noChangeShapeType="1"/>
              </p:cNvSpPr>
              <p:nvPr/>
            </p:nvSpPr>
            <p:spPr bwMode="auto">
              <a:xfrm flipV="1">
                <a:off x="2788" y="1482"/>
                <a:ext cx="204" cy="192"/>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None/>
                </a:pPr>
                <a:endParaRPr lang="zh-CN" altLang="en-US"/>
              </a:p>
            </p:txBody>
          </p:sp>
          <p:sp>
            <p:nvSpPr>
              <p:cNvPr id="62" name="Line 74"/>
              <p:cNvSpPr>
                <a:spLocks noChangeShapeType="1"/>
              </p:cNvSpPr>
              <p:nvPr/>
            </p:nvSpPr>
            <p:spPr bwMode="auto">
              <a:xfrm>
                <a:off x="2834" y="1628"/>
                <a:ext cx="72" cy="82"/>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None/>
                </a:pPr>
                <a:endParaRPr lang="zh-CN" altLang="en-US"/>
              </a:p>
            </p:txBody>
          </p:sp>
          <p:sp>
            <p:nvSpPr>
              <p:cNvPr id="63" name="Line 75"/>
              <p:cNvSpPr>
                <a:spLocks noChangeShapeType="1"/>
              </p:cNvSpPr>
              <p:nvPr/>
            </p:nvSpPr>
            <p:spPr bwMode="auto">
              <a:xfrm flipV="1">
                <a:off x="2902" y="1600"/>
                <a:ext cx="126" cy="114"/>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None/>
                </a:pPr>
                <a:endParaRPr lang="zh-CN" altLang="en-US"/>
              </a:p>
            </p:txBody>
          </p:sp>
          <p:sp>
            <p:nvSpPr>
              <p:cNvPr id="64" name="Line 76"/>
              <p:cNvSpPr>
                <a:spLocks noChangeShapeType="1"/>
              </p:cNvSpPr>
              <p:nvPr/>
            </p:nvSpPr>
            <p:spPr bwMode="auto">
              <a:xfrm>
                <a:off x="2950" y="1520"/>
                <a:ext cx="72" cy="82"/>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None/>
                </a:pPr>
                <a:endParaRPr lang="zh-CN" altLang="en-US"/>
              </a:p>
            </p:txBody>
          </p:sp>
          <p:sp>
            <p:nvSpPr>
              <p:cNvPr id="65" name="Line 77"/>
              <p:cNvSpPr>
                <a:spLocks noChangeShapeType="1"/>
              </p:cNvSpPr>
              <p:nvPr/>
            </p:nvSpPr>
            <p:spPr bwMode="auto">
              <a:xfrm>
                <a:off x="2894" y="1578"/>
                <a:ext cx="206" cy="226"/>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None/>
                </a:pPr>
                <a:endParaRPr lang="zh-CN" altLang="en-US"/>
              </a:p>
            </p:txBody>
          </p:sp>
        </p:grpSp>
        <p:sp>
          <p:nvSpPr>
            <p:cNvPr id="33" name="Line 78"/>
            <p:cNvSpPr>
              <a:spLocks noChangeShapeType="1"/>
            </p:cNvSpPr>
            <p:nvPr/>
          </p:nvSpPr>
          <p:spPr bwMode="auto">
            <a:xfrm flipH="1">
              <a:off x="3513" y="1783"/>
              <a:ext cx="1901" cy="0"/>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None/>
              </a:pPr>
              <a:endParaRPr lang="zh-CN" altLang="en-US"/>
            </a:p>
          </p:txBody>
        </p:sp>
        <p:grpSp>
          <p:nvGrpSpPr>
            <p:cNvPr id="34" name="Group 79"/>
            <p:cNvGrpSpPr/>
            <p:nvPr/>
          </p:nvGrpSpPr>
          <p:grpSpPr bwMode="auto">
            <a:xfrm flipH="1" flipV="1">
              <a:off x="3598" y="1785"/>
              <a:ext cx="229" cy="236"/>
              <a:chOff x="2788" y="1482"/>
              <a:chExt cx="312" cy="322"/>
            </a:xfrm>
          </p:grpSpPr>
          <p:sp>
            <p:nvSpPr>
              <p:cNvPr id="56" name="Line 80"/>
              <p:cNvSpPr>
                <a:spLocks noChangeShapeType="1"/>
              </p:cNvSpPr>
              <p:nvPr/>
            </p:nvSpPr>
            <p:spPr bwMode="auto">
              <a:xfrm flipV="1">
                <a:off x="2788" y="1482"/>
                <a:ext cx="204" cy="192"/>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None/>
                </a:pPr>
                <a:endParaRPr lang="zh-CN" altLang="en-US"/>
              </a:p>
            </p:txBody>
          </p:sp>
          <p:sp>
            <p:nvSpPr>
              <p:cNvPr id="57" name="Line 81"/>
              <p:cNvSpPr>
                <a:spLocks noChangeShapeType="1"/>
              </p:cNvSpPr>
              <p:nvPr/>
            </p:nvSpPr>
            <p:spPr bwMode="auto">
              <a:xfrm>
                <a:off x="2834" y="1628"/>
                <a:ext cx="72" cy="82"/>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None/>
                </a:pPr>
                <a:endParaRPr lang="zh-CN" altLang="en-US"/>
              </a:p>
            </p:txBody>
          </p:sp>
          <p:sp>
            <p:nvSpPr>
              <p:cNvPr id="58" name="Line 82"/>
              <p:cNvSpPr>
                <a:spLocks noChangeShapeType="1"/>
              </p:cNvSpPr>
              <p:nvPr/>
            </p:nvSpPr>
            <p:spPr bwMode="auto">
              <a:xfrm flipV="1">
                <a:off x="2902" y="1600"/>
                <a:ext cx="126" cy="114"/>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None/>
                </a:pPr>
                <a:endParaRPr lang="zh-CN" altLang="en-US"/>
              </a:p>
            </p:txBody>
          </p:sp>
          <p:sp>
            <p:nvSpPr>
              <p:cNvPr id="59" name="Line 83"/>
              <p:cNvSpPr>
                <a:spLocks noChangeShapeType="1"/>
              </p:cNvSpPr>
              <p:nvPr/>
            </p:nvSpPr>
            <p:spPr bwMode="auto">
              <a:xfrm>
                <a:off x="2950" y="1520"/>
                <a:ext cx="72" cy="82"/>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None/>
                </a:pPr>
                <a:endParaRPr lang="zh-CN" altLang="en-US"/>
              </a:p>
            </p:txBody>
          </p:sp>
          <p:sp>
            <p:nvSpPr>
              <p:cNvPr id="60" name="Line 84"/>
              <p:cNvSpPr>
                <a:spLocks noChangeShapeType="1"/>
              </p:cNvSpPr>
              <p:nvPr/>
            </p:nvSpPr>
            <p:spPr bwMode="auto">
              <a:xfrm>
                <a:off x="2894" y="1578"/>
                <a:ext cx="206" cy="226"/>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None/>
                </a:pPr>
                <a:endParaRPr lang="zh-CN" altLang="en-US"/>
              </a:p>
            </p:txBody>
          </p:sp>
        </p:grpSp>
        <p:sp>
          <p:nvSpPr>
            <p:cNvPr id="35" name="Line 85"/>
            <p:cNvSpPr>
              <a:spLocks noChangeShapeType="1"/>
            </p:cNvSpPr>
            <p:nvPr/>
          </p:nvSpPr>
          <p:spPr bwMode="auto">
            <a:xfrm>
              <a:off x="3592" y="1785"/>
              <a:ext cx="0" cy="434"/>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None/>
              </a:pPr>
              <a:endParaRPr lang="zh-CN" altLang="en-US"/>
            </a:p>
          </p:txBody>
        </p:sp>
        <p:sp>
          <p:nvSpPr>
            <p:cNvPr id="36" name="Line 86"/>
            <p:cNvSpPr>
              <a:spLocks noChangeShapeType="1"/>
            </p:cNvSpPr>
            <p:nvPr/>
          </p:nvSpPr>
          <p:spPr bwMode="auto">
            <a:xfrm>
              <a:off x="4956" y="1784"/>
              <a:ext cx="0" cy="434"/>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None/>
              </a:pPr>
              <a:endParaRPr lang="zh-CN" altLang="en-US"/>
            </a:p>
          </p:txBody>
        </p:sp>
        <p:sp>
          <p:nvSpPr>
            <p:cNvPr id="37" name="AutoShape 87"/>
            <p:cNvSpPr>
              <a:spLocks noChangeArrowheads="1"/>
            </p:cNvSpPr>
            <p:nvPr/>
          </p:nvSpPr>
          <p:spPr bwMode="auto">
            <a:xfrm rot="-5400000">
              <a:off x="5243" y="1692"/>
              <a:ext cx="528" cy="169"/>
            </a:xfrm>
            <a:custGeom>
              <a:avLst/>
              <a:gdLst>
                <a:gd name="G0" fmla="+- 5400 0 0"/>
                <a:gd name="G1" fmla="+- 21600 0 5400"/>
                <a:gd name="G2" fmla="*/ 5400 1 2"/>
                <a:gd name="G3" fmla="+- 21600 0 G2"/>
                <a:gd name="G4" fmla="+/ 5400 21600 2"/>
                <a:gd name="G5" fmla="+/ G1 0 2"/>
                <a:gd name="G6" fmla="*/ 21600 21600 5400"/>
                <a:gd name="G7" fmla="*/ G6 1 2"/>
                <a:gd name="G8" fmla="+- 21600 0 G7"/>
                <a:gd name="G9" fmla="*/ 21600 1 2"/>
                <a:gd name="G10" fmla="+- 5400 0 G9"/>
                <a:gd name="G11" fmla="?: G10 G8 0"/>
                <a:gd name="G12" fmla="?: G10 G7 21600"/>
                <a:gd name="T0" fmla="*/ 18900 w 21600"/>
                <a:gd name="T1" fmla="*/ 10800 h 21600"/>
                <a:gd name="T2" fmla="*/ 10800 w 21600"/>
                <a:gd name="T3" fmla="*/ 21600 h 21600"/>
                <a:gd name="T4" fmla="*/ 2700 w 21600"/>
                <a:gd name="T5" fmla="*/ 10800 h 21600"/>
                <a:gd name="T6" fmla="*/ 10800 w 21600"/>
                <a:gd name="T7" fmla="*/ 0 h 21600"/>
                <a:gd name="T8" fmla="*/ 4500 w 21600"/>
                <a:gd name="T9" fmla="*/ 4500 h 21600"/>
                <a:gd name="T10" fmla="*/ 17100 w 21600"/>
                <a:gd name="T11" fmla="*/ 17100 h 21600"/>
              </a:gdLst>
              <a:ahLst/>
              <a:cxnLst>
                <a:cxn ang="0">
                  <a:pos x="T0" y="T1"/>
                </a:cxn>
                <a:cxn ang="0">
                  <a:pos x="T2" y="T3"/>
                </a:cxn>
                <a:cxn ang="0">
                  <a:pos x="T4" y="T5"/>
                </a:cxn>
                <a:cxn ang="0">
                  <a:pos x="T6" y="T7"/>
                </a:cxn>
              </a:cxnLst>
              <a:rect l="T8" t="T9" r="T10" b="T11"/>
              <a:pathLst>
                <a:path w="21600" h="21600">
                  <a:moveTo>
                    <a:pt x="0" y="0"/>
                  </a:moveTo>
                  <a:lnTo>
                    <a:pt x="5400" y="21600"/>
                  </a:lnTo>
                  <a:lnTo>
                    <a:pt x="16200" y="21600"/>
                  </a:lnTo>
                  <a:lnTo>
                    <a:pt x="21600" y="0"/>
                  </a:lnTo>
                  <a:close/>
                </a:path>
              </a:pathLst>
            </a:custGeom>
            <a:solidFill>
              <a:schemeClr val="bg1"/>
            </a:solidFill>
            <a:ln w="19050">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None/>
              </a:pPr>
              <a:endParaRPr lang="zh-CN" altLang="en-US"/>
            </a:p>
          </p:txBody>
        </p:sp>
        <p:sp>
          <p:nvSpPr>
            <p:cNvPr id="38" name="Line 88"/>
            <p:cNvSpPr>
              <a:spLocks noChangeShapeType="1"/>
            </p:cNvSpPr>
            <p:nvPr/>
          </p:nvSpPr>
          <p:spPr bwMode="auto">
            <a:xfrm>
              <a:off x="3600" y="2161"/>
              <a:ext cx="1353" cy="0"/>
            </a:xfrm>
            <a:prstGeom prst="line">
              <a:avLst/>
            </a:prstGeom>
            <a:noFill/>
            <a:ln w="9525">
              <a:solidFill>
                <a:schemeClr val="tx1"/>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None/>
              </a:pPr>
              <a:endParaRPr lang="zh-CN" altLang="en-US"/>
            </a:p>
          </p:txBody>
        </p:sp>
        <p:sp>
          <p:nvSpPr>
            <p:cNvPr id="39" name="Line 89"/>
            <p:cNvSpPr>
              <a:spLocks noChangeShapeType="1"/>
            </p:cNvSpPr>
            <p:nvPr/>
          </p:nvSpPr>
          <p:spPr bwMode="auto">
            <a:xfrm>
              <a:off x="4957" y="2160"/>
              <a:ext cx="561" cy="0"/>
            </a:xfrm>
            <a:prstGeom prst="line">
              <a:avLst/>
            </a:prstGeom>
            <a:noFill/>
            <a:ln w="9525">
              <a:solidFill>
                <a:schemeClr val="tx1"/>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None/>
              </a:pPr>
              <a:endParaRPr lang="zh-CN" altLang="en-US"/>
            </a:p>
          </p:txBody>
        </p:sp>
        <p:sp>
          <p:nvSpPr>
            <p:cNvPr id="40" name="Text Box 90"/>
            <p:cNvSpPr txBox="1">
              <a:spLocks noChangeArrowheads="1"/>
            </p:cNvSpPr>
            <p:nvPr/>
          </p:nvSpPr>
          <p:spPr bwMode="auto">
            <a:xfrm>
              <a:off x="4159" y="1952"/>
              <a:ext cx="196" cy="2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buNone/>
              </a:pPr>
              <a:r>
                <a:rPr lang="en-US" altLang="zh-CN" sz="1600" i="1"/>
                <a:t>l</a:t>
              </a:r>
              <a:r>
                <a:rPr lang="en-US" altLang="zh-CN" sz="1600" baseline="-25000"/>
                <a:t>2</a:t>
              </a:r>
              <a:endParaRPr lang="en-US" altLang="zh-CN" sz="1600" baseline="-25000"/>
            </a:p>
          </p:txBody>
        </p:sp>
        <p:sp>
          <p:nvSpPr>
            <p:cNvPr id="41" name="Text Box 91"/>
            <p:cNvSpPr txBox="1">
              <a:spLocks noChangeArrowheads="1"/>
            </p:cNvSpPr>
            <p:nvPr/>
          </p:nvSpPr>
          <p:spPr bwMode="auto">
            <a:xfrm>
              <a:off x="5070" y="1952"/>
              <a:ext cx="240" cy="2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buNone/>
              </a:pPr>
              <a:r>
                <a:rPr lang="en-US" altLang="zh-CN" sz="1600" i="1"/>
                <a:t>l</a:t>
              </a:r>
              <a:r>
                <a:rPr lang="en-US" altLang="zh-CN" sz="1600" baseline="-25000"/>
                <a:t>02</a:t>
              </a:r>
              <a:endParaRPr lang="en-US" altLang="zh-CN" sz="1600" baseline="-25000"/>
            </a:p>
          </p:txBody>
        </p:sp>
        <p:sp>
          <p:nvSpPr>
            <p:cNvPr id="42" name="Line 92"/>
            <p:cNvSpPr>
              <a:spLocks noChangeShapeType="1"/>
            </p:cNvSpPr>
            <p:nvPr/>
          </p:nvSpPr>
          <p:spPr bwMode="auto">
            <a:xfrm>
              <a:off x="5512" y="1331"/>
              <a:ext cx="0" cy="255"/>
            </a:xfrm>
            <a:prstGeom prst="line">
              <a:avLst/>
            </a:prstGeom>
            <a:noFill/>
            <a:ln w="9525">
              <a:solidFill>
                <a:srgbClr val="FF0000"/>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None/>
              </a:pPr>
              <a:endParaRPr lang="zh-CN" altLang="en-US"/>
            </a:p>
          </p:txBody>
        </p:sp>
        <p:grpSp>
          <p:nvGrpSpPr>
            <p:cNvPr id="43" name="Group 93"/>
            <p:cNvGrpSpPr/>
            <p:nvPr/>
          </p:nvGrpSpPr>
          <p:grpSpPr bwMode="auto">
            <a:xfrm>
              <a:off x="4724" y="1543"/>
              <a:ext cx="229" cy="236"/>
              <a:chOff x="2788" y="1482"/>
              <a:chExt cx="312" cy="322"/>
            </a:xfrm>
          </p:grpSpPr>
          <p:sp>
            <p:nvSpPr>
              <p:cNvPr id="51" name="Line 94"/>
              <p:cNvSpPr>
                <a:spLocks noChangeShapeType="1"/>
              </p:cNvSpPr>
              <p:nvPr/>
            </p:nvSpPr>
            <p:spPr bwMode="auto">
              <a:xfrm flipV="1">
                <a:off x="2788" y="1482"/>
                <a:ext cx="204" cy="192"/>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None/>
                </a:pPr>
                <a:endParaRPr lang="zh-CN" altLang="en-US"/>
              </a:p>
            </p:txBody>
          </p:sp>
          <p:sp>
            <p:nvSpPr>
              <p:cNvPr id="52" name="Line 95"/>
              <p:cNvSpPr>
                <a:spLocks noChangeShapeType="1"/>
              </p:cNvSpPr>
              <p:nvPr/>
            </p:nvSpPr>
            <p:spPr bwMode="auto">
              <a:xfrm>
                <a:off x="2834" y="1628"/>
                <a:ext cx="72" cy="82"/>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None/>
                </a:pPr>
                <a:endParaRPr lang="zh-CN" altLang="en-US"/>
              </a:p>
            </p:txBody>
          </p:sp>
          <p:sp>
            <p:nvSpPr>
              <p:cNvPr id="53" name="Line 96"/>
              <p:cNvSpPr>
                <a:spLocks noChangeShapeType="1"/>
              </p:cNvSpPr>
              <p:nvPr/>
            </p:nvSpPr>
            <p:spPr bwMode="auto">
              <a:xfrm flipV="1">
                <a:off x="2902" y="1600"/>
                <a:ext cx="126" cy="114"/>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None/>
                </a:pPr>
                <a:endParaRPr lang="zh-CN" altLang="en-US"/>
              </a:p>
            </p:txBody>
          </p:sp>
          <p:sp>
            <p:nvSpPr>
              <p:cNvPr id="54" name="Line 97"/>
              <p:cNvSpPr>
                <a:spLocks noChangeShapeType="1"/>
              </p:cNvSpPr>
              <p:nvPr/>
            </p:nvSpPr>
            <p:spPr bwMode="auto">
              <a:xfrm>
                <a:off x="2950" y="1520"/>
                <a:ext cx="72" cy="82"/>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None/>
                </a:pPr>
                <a:endParaRPr lang="zh-CN" altLang="en-US"/>
              </a:p>
            </p:txBody>
          </p:sp>
          <p:sp>
            <p:nvSpPr>
              <p:cNvPr id="55" name="Line 98"/>
              <p:cNvSpPr>
                <a:spLocks noChangeShapeType="1"/>
              </p:cNvSpPr>
              <p:nvPr/>
            </p:nvSpPr>
            <p:spPr bwMode="auto">
              <a:xfrm>
                <a:off x="2894" y="1578"/>
                <a:ext cx="206" cy="226"/>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None/>
                </a:pPr>
                <a:endParaRPr lang="zh-CN" altLang="en-US"/>
              </a:p>
            </p:txBody>
          </p:sp>
        </p:grpSp>
        <p:grpSp>
          <p:nvGrpSpPr>
            <p:cNvPr id="44" name="Group 99"/>
            <p:cNvGrpSpPr/>
            <p:nvPr/>
          </p:nvGrpSpPr>
          <p:grpSpPr bwMode="auto">
            <a:xfrm flipV="1">
              <a:off x="4724" y="1785"/>
              <a:ext cx="229" cy="236"/>
              <a:chOff x="2788" y="1482"/>
              <a:chExt cx="312" cy="322"/>
            </a:xfrm>
          </p:grpSpPr>
          <p:sp>
            <p:nvSpPr>
              <p:cNvPr id="46" name="Line 100"/>
              <p:cNvSpPr>
                <a:spLocks noChangeShapeType="1"/>
              </p:cNvSpPr>
              <p:nvPr/>
            </p:nvSpPr>
            <p:spPr bwMode="auto">
              <a:xfrm flipV="1">
                <a:off x="2788" y="1482"/>
                <a:ext cx="204" cy="192"/>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None/>
                </a:pPr>
                <a:endParaRPr lang="zh-CN" altLang="en-US"/>
              </a:p>
            </p:txBody>
          </p:sp>
          <p:sp>
            <p:nvSpPr>
              <p:cNvPr id="47" name="Line 101"/>
              <p:cNvSpPr>
                <a:spLocks noChangeShapeType="1"/>
              </p:cNvSpPr>
              <p:nvPr/>
            </p:nvSpPr>
            <p:spPr bwMode="auto">
              <a:xfrm>
                <a:off x="2834" y="1628"/>
                <a:ext cx="72" cy="82"/>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None/>
                </a:pPr>
                <a:endParaRPr lang="zh-CN" altLang="en-US"/>
              </a:p>
            </p:txBody>
          </p:sp>
          <p:sp>
            <p:nvSpPr>
              <p:cNvPr id="48" name="Line 102"/>
              <p:cNvSpPr>
                <a:spLocks noChangeShapeType="1"/>
              </p:cNvSpPr>
              <p:nvPr/>
            </p:nvSpPr>
            <p:spPr bwMode="auto">
              <a:xfrm flipV="1">
                <a:off x="2902" y="1600"/>
                <a:ext cx="126" cy="114"/>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None/>
                </a:pPr>
                <a:endParaRPr lang="zh-CN" altLang="en-US"/>
              </a:p>
            </p:txBody>
          </p:sp>
          <p:sp>
            <p:nvSpPr>
              <p:cNvPr id="49" name="Line 103"/>
              <p:cNvSpPr>
                <a:spLocks noChangeShapeType="1"/>
              </p:cNvSpPr>
              <p:nvPr/>
            </p:nvSpPr>
            <p:spPr bwMode="auto">
              <a:xfrm>
                <a:off x="2950" y="1520"/>
                <a:ext cx="72" cy="82"/>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None/>
                </a:pPr>
                <a:endParaRPr lang="zh-CN" altLang="en-US"/>
              </a:p>
            </p:txBody>
          </p:sp>
          <p:sp>
            <p:nvSpPr>
              <p:cNvPr id="50" name="Line 104"/>
              <p:cNvSpPr>
                <a:spLocks noChangeShapeType="1"/>
              </p:cNvSpPr>
              <p:nvPr/>
            </p:nvSpPr>
            <p:spPr bwMode="auto">
              <a:xfrm>
                <a:off x="2894" y="1578"/>
                <a:ext cx="206" cy="226"/>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None/>
                </a:pPr>
                <a:endParaRPr lang="zh-CN" altLang="en-US"/>
              </a:p>
            </p:txBody>
          </p:sp>
        </p:grpSp>
        <p:sp>
          <p:nvSpPr>
            <p:cNvPr id="45" name="Text Box 105"/>
            <p:cNvSpPr txBox="1">
              <a:spLocks noChangeArrowheads="1"/>
            </p:cNvSpPr>
            <p:nvPr/>
          </p:nvSpPr>
          <p:spPr bwMode="auto">
            <a:xfrm>
              <a:off x="5399" y="1655"/>
              <a:ext cx="354" cy="2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buNone/>
              </a:pPr>
              <a:r>
                <a:rPr lang="en-US" altLang="zh-CN" sz="1200" b="1">
                  <a:cs typeface="Times New Roman" panose="02020603050405020304" pitchFamily="18" charset="0"/>
                </a:rPr>
                <a:t>×</a:t>
              </a:r>
              <a:r>
                <a:rPr lang="en-US" altLang="zh-CN" sz="1600" i="1">
                  <a:cs typeface="Times New Roman" panose="02020603050405020304" pitchFamily="18" charset="0"/>
                </a:rPr>
                <a:t>  A</a:t>
              </a:r>
              <a:endParaRPr lang="en-US" altLang="zh-CN" sz="1600" baseline="-25000">
                <a:cs typeface="Times New Roman" panose="02020603050405020304" pitchFamily="18" charset="0"/>
              </a:endParaRPr>
            </a:p>
          </p:txBody>
        </p:sp>
      </p:grpSp>
      <p:sp>
        <p:nvSpPr>
          <p:cNvPr id="2" name="Rectangle 67"/>
          <p:cNvSpPr>
            <a:spLocks noChangeArrowheads="1"/>
          </p:cNvSpPr>
          <p:nvPr/>
        </p:nvSpPr>
        <p:spPr bwMode="auto">
          <a:xfrm>
            <a:off x="3162300" y="10637"/>
            <a:ext cx="4945380" cy="5530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kumimoji="1" sz="2000">
                <a:solidFill>
                  <a:srgbClr val="000099"/>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rgbClr val="000099"/>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rgbClr val="000099"/>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rgbClr val="000099"/>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lnSpc>
                <a:spcPct val="100000"/>
              </a:lnSpc>
              <a:buFontTx/>
              <a:buNone/>
            </a:pPr>
            <a:r>
              <a:rPr lang="en-US" altLang="zh-CN" sz="3000" dirty="0" smtClean="0">
                <a:solidFill>
                  <a:srgbClr val="CC3300"/>
                </a:solidFill>
                <a:latin typeface="黑体" panose="02010609060101010101" pitchFamily="49" charset="-122"/>
                <a:ea typeface="黑体" panose="02010609060101010101" pitchFamily="49" charset="-122"/>
              </a:rPr>
              <a:t>3.6-6  </a:t>
            </a:r>
            <a:r>
              <a:rPr lang="zh-CN" altLang="en-US" sz="3000" dirty="0">
                <a:solidFill>
                  <a:srgbClr val="CC3300"/>
                </a:solidFill>
                <a:latin typeface="黑体" panose="02010609060101010101" pitchFamily="49" charset="-122"/>
                <a:ea typeface="黑体" panose="02010609060101010101" pitchFamily="49" charset="-122"/>
              </a:rPr>
              <a:t>滚动轴承装置的设计</a:t>
            </a:r>
            <a:endParaRPr lang="zh-CN" altLang="en-US" sz="3000" dirty="0">
              <a:solidFill>
                <a:srgbClr val="CC3300"/>
              </a:solidFill>
              <a:latin typeface="黑体" panose="02010609060101010101" pitchFamily="49" charset="-122"/>
              <a:ea typeface="黑体" panose="02010609060101010101" pitchFamily="49" charset="-122"/>
            </a:endParaRPr>
          </a:p>
        </p:txBody>
      </p:sp>
    </p:spTree>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89093"/>
                                        </p:tgtEl>
                                        <p:attrNameLst>
                                          <p:attrName>style.visibility</p:attrName>
                                        </p:attrNameLst>
                                      </p:cBhvr>
                                      <p:to>
                                        <p:strVal val="visible"/>
                                      </p:to>
                                    </p:set>
                                    <p:animEffect transition="in" filter="wipe(left)">
                                      <p:cBhvr>
                                        <p:cTn id="7" dur="500"/>
                                        <p:tgtEl>
                                          <p:spTgt spid="8909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89094"/>
                                        </p:tgtEl>
                                        <p:attrNameLst>
                                          <p:attrName>style.visibility</p:attrName>
                                        </p:attrNameLst>
                                      </p:cBhvr>
                                      <p:to>
                                        <p:strVal val="visible"/>
                                      </p:to>
                                    </p:set>
                                    <p:animEffect transition="in" filter="wipe(left)">
                                      <p:cBhvr>
                                        <p:cTn id="12" dur="500"/>
                                        <p:tgtEl>
                                          <p:spTgt spid="89094"/>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89095"/>
                                        </p:tgtEl>
                                        <p:attrNameLst>
                                          <p:attrName>style.visibility</p:attrName>
                                        </p:attrNameLst>
                                      </p:cBhvr>
                                      <p:to>
                                        <p:strVal val="visible"/>
                                      </p:to>
                                    </p:set>
                                    <p:animEffect transition="in" filter="wipe(left)">
                                      <p:cBhvr>
                                        <p:cTn id="17" dur="500"/>
                                        <p:tgtEl>
                                          <p:spTgt spid="89095"/>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89096"/>
                                        </p:tgtEl>
                                        <p:attrNameLst>
                                          <p:attrName>style.visibility</p:attrName>
                                        </p:attrNameLst>
                                      </p:cBhvr>
                                      <p:to>
                                        <p:strVal val="visible"/>
                                      </p:to>
                                    </p:set>
                                    <p:animEffect transition="in" filter="wipe(left)">
                                      <p:cBhvr>
                                        <p:cTn id="22" dur="500"/>
                                        <p:tgtEl>
                                          <p:spTgt spid="89096"/>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89097"/>
                                        </p:tgtEl>
                                        <p:attrNameLst>
                                          <p:attrName>style.visibility</p:attrName>
                                        </p:attrNameLst>
                                      </p:cBhvr>
                                      <p:to>
                                        <p:strVal val="visible"/>
                                      </p:to>
                                    </p:set>
                                    <p:animEffect transition="in" filter="wipe(left)">
                                      <p:cBhvr>
                                        <p:cTn id="27" dur="500"/>
                                        <p:tgtEl>
                                          <p:spTgt spid="89097"/>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12"/>
                                        </p:tgtEl>
                                        <p:attrNameLst>
                                          <p:attrName>style.visibility</p:attrName>
                                        </p:attrNameLst>
                                      </p:cBhvr>
                                      <p:to>
                                        <p:strVal val="visible"/>
                                      </p:to>
                                    </p:set>
                                    <p:animEffect transition="in" filter="wipe(left)">
                                      <p:cBhvr>
                                        <p:cTn id="32" dur="500"/>
                                        <p:tgtEl>
                                          <p:spTgt spid="12"/>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nodeType="clickEffect">
                                  <p:stCondLst>
                                    <p:cond delay="0"/>
                                  </p:stCondLst>
                                  <p:childTnLst>
                                    <p:set>
                                      <p:cBhvr>
                                        <p:cTn id="36" dur="1" fill="hold">
                                          <p:stCondLst>
                                            <p:cond delay="0"/>
                                          </p:stCondLst>
                                        </p:cTn>
                                        <p:tgtEl>
                                          <p:spTgt spid="13"/>
                                        </p:tgtEl>
                                        <p:attrNameLst>
                                          <p:attrName>style.visibility</p:attrName>
                                        </p:attrNameLst>
                                      </p:cBhvr>
                                      <p:to>
                                        <p:strVal val="visible"/>
                                      </p:to>
                                    </p:set>
                                    <p:animEffect transition="in" filter="wipe(left)">
                                      <p:cBhvr>
                                        <p:cTn id="37"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9093" grpId="0" autoUpdateAnimBg="0"/>
      <p:bldP spid="89094" grpId="0" autoUpdateAnimBg="0"/>
      <p:bldP spid="89095" grpId="0" bldLvl="0" animBg="1" autoUpdateAnimBg="0"/>
      <p:bldP spid="89096" grpId="0" bldLvl="0" animBg="1" autoUpdateAnimBg="0"/>
      <p:bldP spid="89097" grpId="0" bldLvl="0" animBg="1" autoUpdateAnimBg="0"/>
      <p:bldP spid="12" grpId="0" bldLvl="0" animBg="1" autoUpdateAnimBg="0"/>
    </p:bldLst>
  </p:timing>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Text Box 2"/>
          <p:cNvSpPr txBox="1">
            <a:spLocks noChangeArrowheads="1"/>
          </p:cNvSpPr>
          <p:nvPr/>
        </p:nvSpPr>
        <p:spPr bwMode="auto">
          <a:xfrm>
            <a:off x="627822" y="654050"/>
            <a:ext cx="3421129"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buNone/>
            </a:pPr>
            <a:r>
              <a:rPr lang="en-US" altLang="zh-CN" b="1" dirty="0">
                <a:latin typeface="华文中宋" panose="02010600040101010101" pitchFamily="2" charset="-122"/>
              </a:rPr>
              <a:t>2</a:t>
            </a:r>
            <a:r>
              <a:rPr lang="zh-CN" altLang="en-US" b="1" dirty="0">
                <a:latin typeface="华文中宋" panose="02010600040101010101" pitchFamily="2" charset="-122"/>
              </a:rPr>
              <a:t>、选择合理的轴承安装方式</a:t>
            </a:r>
            <a:endParaRPr lang="zh-CN" altLang="en-US" b="1" dirty="0">
              <a:latin typeface="华文中宋" panose="02010600040101010101" pitchFamily="2" charset="-122"/>
            </a:endParaRPr>
          </a:p>
        </p:txBody>
      </p:sp>
      <p:sp>
        <p:nvSpPr>
          <p:cNvPr id="90115" name="Text Box 3"/>
          <p:cNvSpPr txBox="1">
            <a:spLocks noChangeArrowheads="1"/>
          </p:cNvSpPr>
          <p:nvPr/>
        </p:nvSpPr>
        <p:spPr bwMode="auto">
          <a:xfrm>
            <a:off x="659296" y="5084418"/>
            <a:ext cx="1625766"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buNone/>
            </a:pPr>
            <a:r>
              <a:rPr lang="en-US" altLang="zh-CN" b="1" dirty="0">
                <a:latin typeface="华文中宋" panose="02010600040101010101" pitchFamily="2" charset="-122"/>
              </a:rPr>
              <a:t>3</a:t>
            </a:r>
            <a:r>
              <a:rPr lang="zh-CN" altLang="en-US" b="1" dirty="0">
                <a:latin typeface="华文中宋" panose="02010600040101010101" pitchFamily="2" charset="-122"/>
              </a:rPr>
              <a:t>、轴承预紧</a:t>
            </a:r>
            <a:endParaRPr lang="zh-CN" altLang="en-US" b="1" dirty="0">
              <a:latin typeface="华文中宋" panose="02010600040101010101" pitchFamily="2" charset="-122"/>
            </a:endParaRPr>
          </a:p>
        </p:txBody>
      </p:sp>
      <p:grpSp>
        <p:nvGrpSpPr>
          <p:cNvPr id="90116" name="Group 4"/>
          <p:cNvGrpSpPr/>
          <p:nvPr/>
        </p:nvGrpSpPr>
        <p:grpSpPr bwMode="auto">
          <a:xfrm>
            <a:off x="1028977" y="5515179"/>
            <a:ext cx="3992563" cy="633412"/>
            <a:chOff x="1152" y="3543"/>
            <a:chExt cx="2515" cy="399"/>
          </a:xfrm>
        </p:grpSpPr>
        <p:sp>
          <p:nvSpPr>
            <p:cNvPr id="90117" name="Text Box 5"/>
            <p:cNvSpPr txBox="1">
              <a:spLocks noChangeArrowheads="1"/>
            </p:cNvSpPr>
            <p:nvPr/>
          </p:nvSpPr>
          <p:spPr bwMode="auto">
            <a:xfrm>
              <a:off x="1152" y="3652"/>
              <a:ext cx="1127" cy="2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buNone/>
              </a:pPr>
              <a:r>
                <a:rPr lang="en-US" altLang="zh-CN" b="1" dirty="0">
                  <a:latin typeface="华文中宋" panose="02010600040101010101" pitchFamily="2" charset="-122"/>
                </a:rPr>
                <a:t> </a:t>
              </a:r>
              <a:r>
                <a:rPr lang="zh-CN" altLang="en-US" dirty="0">
                  <a:latin typeface="华文中宋" panose="02010600040101010101" pitchFamily="2" charset="-122"/>
                </a:rPr>
                <a:t>向心推力轴承</a:t>
              </a:r>
              <a:endParaRPr lang="zh-CN" altLang="en-US" dirty="0">
                <a:latin typeface="华文中宋" panose="02010600040101010101" pitchFamily="2" charset="-122"/>
              </a:endParaRPr>
            </a:p>
          </p:txBody>
        </p:sp>
        <p:sp>
          <p:nvSpPr>
            <p:cNvPr id="90118" name="Line 6"/>
            <p:cNvSpPr>
              <a:spLocks noChangeShapeType="1"/>
            </p:cNvSpPr>
            <p:nvPr/>
          </p:nvSpPr>
          <p:spPr bwMode="auto">
            <a:xfrm>
              <a:off x="2602" y="3818"/>
              <a:ext cx="528" cy="0"/>
            </a:xfrm>
            <a:prstGeom prst="line">
              <a:avLst/>
            </a:prstGeom>
            <a:noFill/>
            <a:ln w="952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buNone/>
              </a:pPr>
              <a:endParaRPr lang="zh-CN" altLang="en-US"/>
            </a:p>
          </p:txBody>
        </p:sp>
        <p:sp>
          <p:nvSpPr>
            <p:cNvPr id="90119" name="Text Box 7"/>
            <p:cNvSpPr txBox="1">
              <a:spLocks noChangeArrowheads="1"/>
            </p:cNvSpPr>
            <p:nvPr/>
          </p:nvSpPr>
          <p:spPr bwMode="auto">
            <a:xfrm>
              <a:off x="3072" y="3652"/>
              <a:ext cx="595" cy="2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buNone/>
              </a:pPr>
              <a:r>
                <a:rPr lang="zh-CN" altLang="en-US">
                  <a:latin typeface="华文中宋" panose="02010600040101010101" pitchFamily="2" charset="-122"/>
                </a:rPr>
                <a:t>预变形</a:t>
              </a:r>
              <a:endParaRPr lang="zh-CN" altLang="en-US">
                <a:latin typeface="华文中宋" panose="02010600040101010101" pitchFamily="2" charset="-122"/>
              </a:endParaRPr>
            </a:p>
          </p:txBody>
        </p:sp>
        <p:sp>
          <p:nvSpPr>
            <p:cNvPr id="90120" name="Text Box 8"/>
            <p:cNvSpPr txBox="1">
              <a:spLocks noChangeArrowheads="1"/>
            </p:cNvSpPr>
            <p:nvPr/>
          </p:nvSpPr>
          <p:spPr bwMode="auto">
            <a:xfrm>
              <a:off x="2592" y="3543"/>
              <a:ext cx="435" cy="2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buNone/>
              </a:pPr>
              <a:r>
                <a:rPr lang="zh-CN" altLang="en-US" dirty="0">
                  <a:latin typeface="华文中宋" panose="02010600040101010101" pitchFamily="2" charset="-122"/>
                </a:rPr>
                <a:t>预紧</a:t>
              </a:r>
              <a:endParaRPr lang="zh-CN" altLang="en-US" dirty="0">
                <a:latin typeface="华文中宋" panose="02010600040101010101" pitchFamily="2" charset="-122"/>
              </a:endParaRPr>
            </a:p>
          </p:txBody>
        </p:sp>
      </p:grpSp>
      <p:grpSp>
        <p:nvGrpSpPr>
          <p:cNvPr id="90121" name="Group 9"/>
          <p:cNvGrpSpPr/>
          <p:nvPr/>
        </p:nvGrpSpPr>
        <p:grpSpPr bwMode="auto">
          <a:xfrm>
            <a:off x="5227294" y="5676630"/>
            <a:ext cx="2732088" cy="460375"/>
            <a:chOff x="3706" y="3676"/>
            <a:chExt cx="1721" cy="290"/>
          </a:xfrm>
        </p:grpSpPr>
        <p:sp>
          <p:nvSpPr>
            <p:cNvPr id="90122" name="Line 10"/>
            <p:cNvSpPr>
              <a:spLocks noChangeShapeType="1"/>
            </p:cNvSpPr>
            <p:nvPr/>
          </p:nvSpPr>
          <p:spPr bwMode="auto">
            <a:xfrm>
              <a:off x="3706" y="3818"/>
              <a:ext cx="384" cy="0"/>
            </a:xfrm>
            <a:prstGeom prst="line">
              <a:avLst/>
            </a:prstGeom>
            <a:noFill/>
            <a:ln w="952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buNone/>
              </a:pPr>
              <a:endParaRPr lang="zh-CN" altLang="en-US"/>
            </a:p>
          </p:txBody>
        </p:sp>
        <p:sp>
          <p:nvSpPr>
            <p:cNvPr id="90123" name="Text Box 11"/>
            <p:cNvSpPr txBox="1">
              <a:spLocks noChangeArrowheads="1"/>
            </p:cNvSpPr>
            <p:nvPr/>
          </p:nvSpPr>
          <p:spPr bwMode="auto">
            <a:xfrm>
              <a:off x="4032" y="3676"/>
              <a:ext cx="1395" cy="2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buNone/>
              </a:pPr>
              <a:r>
                <a:rPr lang="zh-CN" altLang="en-US">
                  <a:latin typeface="华文中宋" panose="02010600040101010101" pitchFamily="2" charset="-122"/>
                </a:rPr>
                <a:t>轴承带负游隙运行</a:t>
              </a:r>
              <a:endParaRPr lang="zh-CN" altLang="en-US">
                <a:latin typeface="华文中宋" panose="02010600040101010101" pitchFamily="2" charset="-122"/>
              </a:endParaRPr>
            </a:p>
          </p:txBody>
        </p:sp>
      </p:grpSp>
      <p:sp>
        <p:nvSpPr>
          <p:cNvPr id="90124" name="Text Box 12"/>
          <p:cNvSpPr txBox="1">
            <a:spLocks noChangeArrowheads="1"/>
          </p:cNvSpPr>
          <p:nvPr/>
        </p:nvSpPr>
        <p:spPr bwMode="auto">
          <a:xfrm>
            <a:off x="1669773" y="6271315"/>
            <a:ext cx="5425440" cy="460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buNone/>
            </a:pPr>
            <a:r>
              <a:rPr lang="zh-CN" altLang="en-US" dirty="0">
                <a:latin typeface="华文中宋" panose="02010600040101010101" pitchFamily="2" charset="-122"/>
              </a:rPr>
              <a:t>可以↑轴承刚度、 ↑旋转精度、 ↑轴承寿命。</a:t>
            </a:r>
            <a:endParaRPr lang="zh-CN" altLang="en-US" dirty="0">
              <a:latin typeface="华文中宋" panose="02010600040101010101" pitchFamily="2" charset="-122"/>
            </a:endParaRPr>
          </a:p>
        </p:txBody>
      </p:sp>
      <p:grpSp>
        <p:nvGrpSpPr>
          <p:cNvPr id="90288" name="Group 176"/>
          <p:cNvGrpSpPr/>
          <p:nvPr/>
        </p:nvGrpSpPr>
        <p:grpSpPr bwMode="auto">
          <a:xfrm>
            <a:off x="1110906" y="1078948"/>
            <a:ext cx="7366000" cy="2376488"/>
            <a:chOff x="1113" y="736"/>
            <a:chExt cx="4640" cy="1497"/>
          </a:xfrm>
        </p:grpSpPr>
        <p:sp>
          <p:nvSpPr>
            <p:cNvPr id="90164" name="Line 52"/>
            <p:cNvSpPr>
              <a:spLocks noChangeShapeType="1"/>
            </p:cNvSpPr>
            <p:nvPr/>
          </p:nvSpPr>
          <p:spPr bwMode="auto">
            <a:xfrm>
              <a:off x="3158" y="1791"/>
              <a:ext cx="0" cy="434"/>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None/>
              </a:pPr>
              <a:endParaRPr lang="zh-CN" altLang="en-US"/>
            </a:p>
          </p:txBody>
        </p:sp>
        <p:sp>
          <p:nvSpPr>
            <p:cNvPr id="90126" name="Text Box 14"/>
            <p:cNvSpPr txBox="1">
              <a:spLocks noChangeArrowheads="1"/>
            </p:cNvSpPr>
            <p:nvPr/>
          </p:nvSpPr>
          <p:spPr bwMode="auto">
            <a:xfrm>
              <a:off x="1200" y="736"/>
              <a:ext cx="2035" cy="2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buNone/>
              </a:pPr>
              <a:r>
                <a:rPr lang="zh-CN" altLang="en-US" dirty="0">
                  <a:latin typeface="华文中宋" panose="02010600040101010101" pitchFamily="2" charset="-122"/>
                </a:rPr>
                <a:t>悬伸端：反安装时，刚度↑</a:t>
              </a:r>
              <a:endParaRPr lang="zh-CN" altLang="en-US" dirty="0">
                <a:latin typeface="华文中宋" panose="02010600040101010101" pitchFamily="2" charset="-122"/>
              </a:endParaRPr>
            </a:p>
          </p:txBody>
        </p:sp>
        <p:sp>
          <p:nvSpPr>
            <p:cNvPr id="90127" name="AutoShape 15"/>
            <p:cNvSpPr/>
            <p:nvPr/>
          </p:nvSpPr>
          <p:spPr bwMode="auto">
            <a:xfrm>
              <a:off x="1113" y="782"/>
              <a:ext cx="97" cy="480"/>
            </a:xfrm>
            <a:prstGeom prst="leftBrace">
              <a:avLst>
                <a:gd name="adj1" fmla="val 41237"/>
                <a:gd name="adj2" fmla="val 50000"/>
              </a:avLst>
            </a:prstGeom>
            <a:noFill/>
            <a:ln w="952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None/>
              </a:pPr>
              <a:endParaRPr lang="zh-CN" altLang="en-US"/>
            </a:p>
          </p:txBody>
        </p:sp>
        <p:grpSp>
          <p:nvGrpSpPr>
            <p:cNvPr id="90136" name="Group 24"/>
            <p:cNvGrpSpPr/>
            <p:nvPr/>
          </p:nvGrpSpPr>
          <p:grpSpPr bwMode="auto">
            <a:xfrm>
              <a:off x="1176" y="1535"/>
              <a:ext cx="229" cy="236"/>
              <a:chOff x="2788" y="1482"/>
              <a:chExt cx="312" cy="322"/>
            </a:xfrm>
          </p:grpSpPr>
          <p:sp>
            <p:nvSpPr>
              <p:cNvPr id="90137" name="Line 25"/>
              <p:cNvSpPr>
                <a:spLocks noChangeShapeType="1"/>
              </p:cNvSpPr>
              <p:nvPr/>
            </p:nvSpPr>
            <p:spPr bwMode="auto">
              <a:xfrm flipV="1">
                <a:off x="2788" y="1482"/>
                <a:ext cx="204" cy="192"/>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None/>
                </a:pPr>
                <a:endParaRPr lang="zh-CN" altLang="en-US"/>
              </a:p>
            </p:txBody>
          </p:sp>
          <p:sp>
            <p:nvSpPr>
              <p:cNvPr id="90138" name="Line 26"/>
              <p:cNvSpPr>
                <a:spLocks noChangeShapeType="1"/>
              </p:cNvSpPr>
              <p:nvPr/>
            </p:nvSpPr>
            <p:spPr bwMode="auto">
              <a:xfrm>
                <a:off x="2834" y="1628"/>
                <a:ext cx="72" cy="82"/>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None/>
                </a:pPr>
                <a:endParaRPr lang="zh-CN" altLang="en-US"/>
              </a:p>
            </p:txBody>
          </p:sp>
          <p:sp>
            <p:nvSpPr>
              <p:cNvPr id="90139" name="Line 27"/>
              <p:cNvSpPr>
                <a:spLocks noChangeShapeType="1"/>
              </p:cNvSpPr>
              <p:nvPr/>
            </p:nvSpPr>
            <p:spPr bwMode="auto">
              <a:xfrm flipV="1">
                <a:off x="2902" y="1600"/>
                <a:ext cx="126" cy="114"/>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None/>
                </a:pPr>
                <a:endParaRPr lang="zh-CN" altLang="en-US"/>
              </a:p>
            </p:txBody>
          </p:sp>
          <p:sp>
            <p:nvSpPr>
              <p:cNvPr id="90140" name="Line 28"/>
              <p:cNvSpPr>
                <a:spLocks noChangeShapeType="1"/>
              </p:cNvSpPr>
              <p:nvPr/>
            </p:nvSpPr>
            <p:spPr bwMode="auto">
              <a:xfrm>
                <a:off x="2950" y="1520"/>
                <a:ext cx="72" cy="82"/>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None/>
                </a:pPr>
                <a:endParaRPr lang="zh-CN" altLang="en-US"/>
              </a:p>
            </p:txBody>
          </p:sp>
          <p:sp>
            <p:nvSpPr>
              <p:cNvPr id="90141" name="Line 29"/>
              <p:cNvSpPr>
                <a:spLocks noChangeShapeType="1"/>
              </p:cNvSpPr>
              <p:nvPr/>
            </p:nvSpPr>
            <p:spPr bwMode="auto">
              <a:xfrm>
                <a:off x="2894" y="1578"/>
                <a:ext cx="206" cy="226"/>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None/>
                </a:pPr>
                <a:endParaRPr lang="zh-CN" altLang="en-US"/>
              </a:p>
            </p:txBody>
          </p:sp>
        </p:grpSp>
        <p:sp>
          <p:nvSpPr>
            <p:cNvPr id="90142" name="Line 30"/>
            <p:cNvSpPr>
              <a:spLocks noChangeShapeType="1"/>
            </p:cNvSpPr>
            <p:nvPr/>
          </p:nvSpPr>
          <p:spPr bwMode="auto">
            <a:xfrm flipH="1">
              <a:off x="1155" y="1775"/>
              <a:ext cx="1900" cy="0"/>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None/>
              </a:pPr>
              <a:endParaRPr lang="zh-CN" altLang="en-US"/>
            </a:p>
          </p:txBody>
        </p:sp>
        <p:grpSp>
          <p:nvGrpSpPr>
            <p:cNvPr id="90143" name="Group 31"/>
            <p:cNvGrpSpPr/>
            <p:nvPr/>
          </p:nvGrpSpPr>
          <p:grpSpPr bwMode="auto">
            <a:xfrm flipV="1">
              <a:off x="1176" y="1777"/>
              <a:ext cx="229" cy="236"/>
              <a:chOff x="2788" y="1482"/>
              <a:chExt cx="312" cy="322"/>
            </a:xfrm>
          </p:grpSpPr>
          <p:sp>
            <p:nvSpPr>
              <p:cNvPr id="90144" name="Line 32"/>
              <p:cNvSpPr>
                <a:spLocks noChangeShapeType="1"/>
              </p:cNvSpPr>
              <p:nvPr/>
            </p:nvSpPr>
            <p:spPr bwMode="auto">
              <a:xfrm flipV="1">
                <a:off x="2788" y="1482"/>
                <a:ext cx="204" cy="192"/>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None/>
                </a:pPr>
                <a:endParaRPr lang="zh-CN" altLang="en-US"/>
              </a:p>
            </p:txBody>
          </p:sp>
          <p:sp>
            <p:nvSpPr>
              <p:cNvPr id="90145" name="Line 33"/>
              <p:cNvSpPr>
                <a:spLocks noChangeShapeType="1"/>
              </p:cNvSpPr>
              <p:nvPr/>
            </p:nvSpPr>
            <p:spPr bwMode="auto">
              <a:xfrm>
                <a:off x="2834" y="1628"/>
                <a:ext cx="72" cy="82"/>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None/>
                </a:pPr>
                <a:endParaRPr lang="zh-CN" altLang="en-US"/>
              </a:p>
            </p:txBody>
          </p:sp>
          <p:sp>
            <p:nvSpPr>
              <p:cNvPr id="90146" name="Line 34"/>
              <p:cNvSpPr>
                <a:spLocks noChangeShapeType="1"/>
              </p:cNvSpPr>
              <p:nvPr/>
            </p:nvSpPr>
            <p:spPr bwMode="auto">
              <a:xfrm flipV="1">
                <a:off x="2902" y="1600"/>
                <a:ext cx="126" cy="114"/>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None/>
                </a:pPr>
                <a:endParaRPr lang="zh-CN" altLang="en-US"/>
              </a:p>
            </p:txBody>
          </p:sp>
          <p:sp>
            <p:nvSpPr>
              <p:cNvPr id="90147" name="Line 35"/>
              <p:cNvSpPr>
                <a:spLocks noChangeShapeType="1"/>
              </p:cNvSpPr>
              <p:nvPr/>
            </p:nvSpPr>
            <p:spPr bwMode="auto">
              <a:xfrm>
                <a:off x="2950" y="1520"/>
                <a:ext cx="72" cy="82"/>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None/>
                </a:pPr>
                <a:endParaRPr lang="zh-CN" altLang="en-US"/>
              </a:p>
            </p:txBody>
          </p:sp>
          <p:sp>
            <p:nvSpPr>
              <p:cNvPr id="90148" name="Line 36"/>
              <p:cNvSpPr>
                <a:spLocks noChangeShapeType="1"/>
              </p:cNvSpPr>
              <p:nvPr/>
            </p:nvSpPr>
            <p:spPr bwMode="auto">
              <a:xfrm>
                <a:off x="2894" y="1578"/>
                <a:ext cx="206" cy="226"/>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None/>
                </a:pPr>
                <a:endParaRPr lang="zh-CN" altLang="en-US"/>
              </a:p>
            </p:txBody>
          </p:sp>
        </p:grpSp>
        <p:sp>
          <p:nvSpPr>
            <p:cNvPr id="90162" name="Line 50"/>
            <p:cNvSpPr>
              <a:spLocks noChangeShapeType="1"/>
            </p:cNvSpPr>
            <p:nvPr/>
          </p:nvSpPr>
          <p:spPr bwMode="auto">
            <a:xfrm>
              <a:off x="1408" y="1777"/>
              <a:ext cx="0" cy="434"/>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None/>
              </a:pPr>
              <a:endParaRPr lang="zh-CN" altLang="en-US"/>
            </a:p>
          </p:txBody>
        </p:sp>
        <p:sp>
          <p:nvSpPr>
            <p:cNvPr id="90163" name="Line 51"/>
            <p:cNvSpPr>
              <a:spLocks noChangeShapeType="1"/>
            </p:cNvSpPr>
            <p:nvPr/>
          </p:nvSpPr>
          <p:spPr bwMode="auto">
            <a:xfrm>
              <a:off x="2366" y="1776"/>
              <a:ext cx="0" cy="434"/>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None/>
              </a:pPr>
              <a:endParaRPr lang="zh-CN" altLang="en-US"/>
            </a:p>
          </p:txBody>
        </p:sp>
        <p:sp>
          <p:nvSpPr>
            <p:cNvPr id="90161" name="AutoShape 49"/>
            <p:cNvSpPr>
              <a:spLocks noChangeArrowheads="1"/>
            </p:cNvSpPr>
            <p:nvPr/>
          </p:nvSpPr>
          <p:spPr bwMode="auto">
            <a:xfrm rot="-5400000">
              <a:off x="2884" y="1684"/>
              <a:ext cx="528" cy="169"/>
            </a:xfrm>
            <a:custGeom>
              <a:avLst/>
              <a:gdLst>
                <a:gd name="G0" fmla="+- 5400 0 0"/>
                <a:gd name="G1" fmla="+- 21600 0 5400"/>
                <a:gd name="G2" fmla="*/ 5400 1 2"/>
                <a:gd name="G3" fmla="+- 21600 0 G2"/>
                <a:gd name="G4" fmla="+/ 5400 21600 2"/>
                <a:gd name="G5" fmla="+/ G1 0 2"/>
                <a:gd name="G6" fmla="*/ 21600 21600 5400"/>
                <a:gd name="G7" fmla="*/ G6 1 2"/>
                <a:gd name="G8" fmla="+- 21600 0 G7"/>
                <a:gd name="G9" fmla="*/ 21600 1 2"/>
                <a:gd name="G10" fmla="+- 5400 0 G9"/>
                <a:gd name="G11" fmla="?: G10 G8 0"/>
                <a:gd name="G12" fmla="?: G10 G7 21600"/>
                <a:gd name="T0" fmla="*/ 18900 w 21600"/>
                <a:gd name="T1" fmla="*/ 10800 h 21600"/>
                <a:gd name="T2" fmla="*/ 10800 w 21600"/>
                <a:gd name="T3" fmla="*/ 21600 h 21600"/>
                <a:gd name="T4" fmla="*/ 2700 w 21600"/>
                <a:gd name="T5" fmla="*/ 10800 h 21600"/>
                <a:gd name="T6" fmla="*/ 10800 w 21600"/>
                <a:gd name="T7" fmla="*/ 0 h 21600"/>
                <a:gd name="T8" fmla="*/ 4500 w 21600"/>
                <a:gd name="T9" fmla="*/ 4500 h 21600"/>
                <a:gd name="T10" fmla="*/ 17100 w 21600"/>
                <a:gd name="T11" fmla="*/ 17100 h 21600"/>
              </a:gdLst>
              <a:ahLst/>
              <a:cxnLst>
                <a:cxn ang="0">
                  <a:pos x="T0" y="T1"/>
                </a:cxn>
                <a:cxn ang="0">
                  <a:pos x="T2" y="T3"/>
                </a:cxn>
                <a:cxn ang="0">
                  <a:pos x="T4" y="T5"/>
                </a:cxn>
                <a:cxn ang="0">
                  <a:pos x="T6" y="T7"/>
                </a:cxn>
              </a:cxnLst>
              <a:rect l="T8" t="T9" r="T10" b="T11"/>
              <a:pathLst>
                <a:path w="21600" h="21600">
                  <a:moveTo>
                    <a:pt x="0" y="0"/>
                  </a:moveTo>
                  <a:lnTo>
                    <a:pt x="5400" y="21600"/>
                  </a:lnTo>
                  <a:lnTo>
                    <a:pt x="16200" y="21600"/>
                  </a:lnTo>
                  <a:lnTo>
                    <a:pt x="21600" y="0"/>
                  </a:lnTo>
                  <a:close/>
                </a:path>
              </a:pathLst>
            </a:custGeom>
            <a:solidFill>
              <a:schemeClr val="bg1"/>
            </a:solidFill>
            <a:ln w="19050">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None/>
              </a:pPr>
              <a:endParaRPr lang="zh-CN" altLang="en-US"/>
            </a:p>
          </p:txBody>
        </p:sp>
        <p:sp>
          <p:nvSpPr>
            <p:cNvPr id="90165" name="Line 53"/>
            <p:cNvSpPr>
              <a:spLocks noChangeShapeType="1"/>
            </p:cNvSpPr>
            <p:nvPr/>
          </p:nvSpPr>
          <p:spPr bwMode="auto">
            <a:xfrm>
              <a:off x="1402" y="2153"/>
              <a:ext cx="957" cy="0"/>
            </a:xfrm>
            <a:prstGeom prst="line">
              <a:avLst/>
            </a:prstGeom>
            <a:noFill/>
            <a:ln w="9525">
              <a:solidFill>
                <a:schemeClr val="tx1"/>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None/>
              </a:pPr>
              <a:endParaRPr lang="zh-CN" altLang="en-US"/>
            </a:p>
          </p:txBody>
        </p:sp>
        <p:sp>
          <p:nvSpPr>
            <p:cNvPr id="90166" name="Line 54"/>
            <p:cNvSpPr>
              <a:spLocks noChangeShapeType="1"/>
            </p:cNvSpPr>
            <p:nvPr/>
          </p:nvSpPr>
          <p:spPr bwMode="auto">
            <a:xfrm>
              <a:off x="2367" y="2152"/>
              <a:ext cx="778" cy="0"/>
            </a:xfrm>
            <a:prstGeom prst="line">
              <a:avLst/>
            </a:prstGeom>
            <a:noFill/>
            <a:ln w="9525">
              <a:solidFill>
                <a:schemeClr val="tx1"/>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None/>
              </a:pPr>
              <a:endParaRPr lang="zh-CN" altLang="en-US"/>
            </a:p>
          </p:txBody>
        </p:sp>
        <p:sp>
          <p:nvSpPr>
            <p:cNvPr id="90167" name="Text Box 55"/>
            <p:cNvSpPr txBox="1">
              <a:spLocks noChangeArrowheads="1"/>
            </p:cNvSpPr>
            <p:nvPr/>
          </p:nvSpPr>
          <p:spPr bwMode="auto">
            <a:xfrm>
              <a:off x="1800" y="1944"/>
              <a:ext cx="196" cy="2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buNone/>
              </a:pPr>
              <a:r>
                <a:rPr lang="en-US" altLang="zh-CN" sz="1600" i="1" dirty="0"/>
                <a:t>l</a:t>
              </a:r>
              <a:r>
                <a:rPr lang="en-US" altLang="zh-CN" sz="1600" baseline="-25000" dirty="0"/>
                <a:t>1</a:t>
              </a:r>
              <a:endParaRPr lang="en-US" altLang="zh-CN" sz="1600" baseline="-25000" dirty="0"/>
            </a:p>
          </p:txBody>
        </p:sp>
        <p:sp>
          <p:nvSpPr>
            <p:cNvPr id="90168" name="Text Box 56"/>
            <p:cNvSpPr txBox="1">
              <a:spLocks noChangeArrowheads="1"/>
            </p:cNvSpPr>
            <p:nvPr/>
          </p:nvSpPr>
          <p:spPr bwMode="auto">
            <a:xfrm>
              <a:off x="2711" y="1944"/>
              <a:ext cx="240" cy="2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buNone/>
              </a:pPr>
              <a:r>
                <a:rPr lang="en-US" altLang="zh-CN" sz="1600" i="1"/>
                <a:t>l</a:t>
              </a:r>
              <a:r>
                <a:rPr lang="en-US" altLang="zh-CN" sz="1600" baseline="-25000"/>
                <a:t>01</a:t>
              </a:r>
              <a:endParaRPr lang="en-US" altLang="zh-CN" sz="1600" baseline="-25000"/>
            </a:p>
          </p:txBody>
        </p:sp>
        <p:sp>
          <p:nvSpPr>
            <p:cNvPr id="90169" name="Line 57"/>
            <p:cNvSpPr>
              <a:spLocks noChangeShapeType="1"/>
            </p:cNvSpPr>
            <p:nvPr/>
          </p:nvSpPr>
          <p:spPr bwMode="auto">
            <a:xfrm>
              <a:off x="3153" y="1323"/>
              <a:ext cx="0" cy="255"/>
            </a:xfrm>
            <a:prstGeom prst="line">
              <a:avLst/>
            </a:prstGeom>
            <a:noFill/>
            <a:ln w="9525">
              <a:solidFill>
                <a:srgbClr val="FF0000"/>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None/>
              </a:pPr>
              <a:endParaRPr lang="zh-CN" altLang="en-US"/>
            </a:p>
          </p:txBody>
        </p:sp>
        <p:grpSp>
          <p:nvGrpSpPr>
            <p:cNvPr id="90170" name="Group 58"/>
            <p:cNvGrpSpPr/>
            <p:nvPr/>
          </p:nvGrpSpPr>
          <p:grpSpPr bwMode="auto">
            <a:xfrm flipH="1">
              <a:off x="2365" y="1535"/>
              <a:ext cx="229" cy="236"/>
              <a:chOff x="2788" y="1482"/>
              <a:chExt cx="312" cy="322"/>
            </a:xfrm>
          </p:grpSpPr>
          <p:sp>
            <p:nvSpPr>
              <p:cNvPr id="90171" name="Line 59"/>
              <p:cNvSpPr>
                <a:spLocks noChangeShapeType="1"/>
              </p:cNvSpPr>
              <p:nvPr/>
            </p:nvSpPr>
            <p:spPr bwMode="auto">
              <a:xfrm flipV="1">
                <a:off x="2788" y="1482"/>
                <a:ext cx="204" cy="192"/>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None/>
                </a:pPr>
                <a:endParaRPr lang="zh-CN" altLang="en-US"/>
              </a:p>
            </p:txBody>
          </p:sp>
          <p:sp>
            <p:nvSpPr>
              <p:cNvPr id="90172" name="Line 60"/>
              <p:cNvSpPr>
                <a:spLocks noChangeShapeType="1"/>
              </p:cNvSpPr>
              <p:nvPr/>
            </p:nvSpPr>
            <p:spPr bwMode="auto">
              <a:xfrm>
                <a:off x="2834" y="1628"/>
                <a:ext cx="72" cy="82"/>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None/>
                </a:pPr>
                <a:endParaRPr lang="zh-CN" altLang="en-US"/>
              </a:p>
            </p:txBody>
          </p:sp>
          <p:sp>
            <p:nvSpPr>
              <p:cNvPr id="90173" name="Line 61"/>
              <p:cNvSpPr>
                <a:spLocks noChangeShapeType="1"/>
              </p:cNvSpPr>
              <p:nvPr/>
            </p:nvSpPr>
            <p:spPr bwMode="auto">
              <a:xfrm flipV="1">
                <a:off x="2902" y="1600"/>
                <a:ext cx="126" cy="114"/>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None/>
                </a:pPr>
                <a:endParaRPr lang="zh-CN" altLang="en-US"/>
              </a:p>
            </p:txBody>
          </p:sp>
          <p:sp>
            <p:nvSpPr>
              <p:cNvPr id="90174" name="Line 62"/>
              <p:cNvSpPr>
                <a:spLocks noChangeShapeType="1"/>
              </p:cNvSpPr>
              <p:nvPr/>
            </p:nvSpPr>
            <p:spPr bwMode="auto">
              <a:xfrm>
                <a:off x="2950" y="1520"/>
                <a:ext cx="72" cy="82"/>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None/>
                </a:pPr>
                <a:endParaRPr lang="zh-CN" altLang="en-US"/>
              </a:p>
            </p:txBody>
          </p:sp>
          <p:sp>
            <p:nvSpPr>
              <p:cNvPr id="90175" name="Line 63"/>
              <p:cNvSpPr>
                <a:spLocks noChangeShapeType="1"/>
              </p:cNvSpPr>
              <p:nvPr/>
            </p:nvSpPr>
            <p:spPr bwMode="auto">
              <a:xfrm>
                <a:off x="2894" y="1578"/>
                <a:ext cx="206" cy="226"/>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None/>
                </a:pPr>
                <a:endParaRPr lang="zh-CN" altLang="en-US"/>
              </a:p>
            </p:txBody>
          </p:sp>
        </p:grpSp>
        <p:grpSp>
          <p:nvGrpSpPr>
            <p:cNvPr id="90176" name="Group 64"/>
            <p:cNvGrpSpPr/>
            <p:nvPr/>
          </p:nvGrpSpPr>
          <p:grpSpPr bwMode="auto">
            <a:xfrm flipH="1" flipV="1">
              <a:off x="2365" y="1777"/>
              <a:ext cx="229" cy="236"/>
              <a:chOff x="2788" y="1482"/>
              <a:chExt cx="312" cy="322"/>
            </a:xfrm>
          </p:grpSpPr>
          <p:sp>
            <p:nvSpPr>
              <p:cNvPr id="90177" name="Line 65"/>
              <p:cNvSpPr>
                <a:spLocks noChangeShapeType="1"/>
              </p:cNvSpPr>
              <p:nvPr/>
            </p:nvSpPr>
            <p:spPr bwMode="auto">
              <a:xfrm flipV="1">
                <a:off x="2788" y="1482"/>
                <a:ext cx="204" cy="192"/>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None/>
                </a:pPr>
                <a:endParaRPr lang="zh-CN" altLang="en-US"/>
              </a:p>
            </p:txBody>
          </p:sp>
          <p:sp>
            <p:nvSpPr>
              <p:cNvPr id="90178" name="Line 66"/>
              <p:cNvSpPr>
                <a:spLocks noChangeShapeType="1"/>
              </p:cNvSpPr>
              <p:nvPr/>
            </p:nvSpPr>
            <p:spPr bwMode="auto">
              <a:xfrm>
                <a:off x="2834" y="1628"/>
                <a:ext cx="72" cy="82"/>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None/>
                </a:pPr>
                <a:endParaRPr lang="zh-CN" altLang="en-US"/>
              </a:p>
            </p:txBody>
          </p:sp>
          <p:sp>
            <p:nvSpPr>
              <p:cNvPr id="90179" name="Line 67"/>
              <p:cNvSpPr>
                <a:spLocks noChangeShapeType="1"/>
              </p:cNvSpPr>
              <p:nvPr/>
            </p:nvSpPr>
            <p:spPr bwMode="auto">
              <a:xfrm flipV="1">
                <a:off x="2902" y="1600"/>
                <a:ext cx="126" cy="114"/>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None/>
                </a:pPr>
                <a:endParaRPr lang="zh-CN" altLang="en-US"/>
              </a:p>
            </p:txBody>
          </p:sp>
          <p:sp>
            <p:nvSpPr>
              <p:cNvPr id="90180" name="Line 68"/>
              <p:cNvSpPr>
                <a:spLocks noChangeShapeType="1"/>
              </p:cNvSpPr>
              <p:nvPr/>
            </p:nvSpPr>
            <p:spPr bwMode="auto">
              <a:xfrm>
                <a:off x="2950" y="1520"/>
                <a:ext cx="72" cy="82"/>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None/>
                </a:pPr>
                <a:endParaRPr lang="zh-CN" altLang="en-US"/>
              </a:p>
            </p:txBody>
          </p:sp>
          <p:sp>
            <p:nvSpPr>
              <p:cNvPr id="90181" name="Line 69"/>
              <p:cNvSpPr>
                <a:spLocks noChangeShapeType="1"/>
              </p:cNvSpPr>
              <p:nvPr/>
            </p:nvSpPr>
            <p:spPr bwMode="auto">
              <a:xfrm>
                <a:off x="2894" y="1578"/>
                <a:ext cx="206" cy="226"/>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None/>
                </a:pPr>
                <a:endParaRPr lang="zh-CN" altLang="en-US"/>
              </a:p>
            </p:txBody>
          </p:sp>
        </p:grpSp>
        <p:sp>
          <p:nvSpPr>
            <p:cNvPr id="90182" name="Text Box 70"/>
            <p:cNvSpPr txBox="1">
              <a:spLocks noChangeArrowheads="1"/>
            </p:cNvSpPr>
            <p:nvPr/>
          </p:nvSpPr>
          <p:spPr bwMode="auto">
            <a:xfrm>
              <a:off x="3040" y="1647"/>
              <a:ext cx="354" cy="2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buNone/>
              </a:pPr>
              <a:r>
                <a:rPr lang="en-US" altLang="zh-CN" sz="1200" b="1">
                  <a:cs typeface="Times New Roman" panose="02020603050405020304" pitchFamily="18" charset="0"/>
                </a:rPr>
                <a:t>×</a:t>
              </a:r>
              <a:r>
                <a:rPr lang="en-US" altLang="zh-CN" sz="1600" i="1">
                  <a:cs typeface="Times New Roman" panose="02020603050405020304" pitchFamily="18" charset="0"/>
                </a:rPr>
                <a:t>  A</a:t>
              </a:r>
              <a:endParaRPr lang="en-US" altLang="zh-CN" sz="1600" baseline="-25000">
                <a:cs typeface="Times New Roman" panose="02020603050405020304" pitchFamily="18" charset="0"/>
              </a:endParaRPr>
            </a:p>
          </p:txBody>
        </p:sp>
        <p:sp>
          <p:nvSpPr>
            <p:cNvPr id="90183" name="Line 71"/>
            <p:cNvSpPr>
              <a:spLocks noChangeShapeType="1"/>
            </p:cNvSpPr>
            <p:nvPr/>
          </p:nvSpPr>
          <p:spPr bwMode="auto">
            <a:xfrm>
              <a:off x="5517" y="1799"/>
              <a:ext cx="0" cy="434"/>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None/>
              </a:pPr>
              <a:endParaRPr lang="zh-CN" altLang="en-US"/>
            </a:p>
          </p:txBody>
        </p:sp>
        <p:grpSp>
          <p:nvGrpSpPr>
            <p:cNvPr id="90184" name="Group 72"/>
            <p:cNvGrpSpPr/>
            <p:nvPr/>
          </p:nvGrpSpPr>
          <p:grpSpPr bwMode="auto">
            <a:xfrm flipH="1">
              <a:off x="3598" y="1543"/>
              <a:ext cx="229" cy="236"/>
              <a:chOff x="2788" y="1482"/>
              <a:chExt cx="312" cy="322"/>
            </a:xfrm>
          </p:grpSpPr>
          <p:sp>
            <p:nvSpPr>
              <p:cNvPr id="90185" name="Line 73"/>
              <p:cNvSpPr>
                <a:spLocks noChangeShapeType="1"/>
              </p:cNvSpPr>
              <p:nvPr/>
            </p:nvSpPr>
            <p:spPr bwMode="auto">
              <a:xfrm flipV="1">
                <a:off x="2788" y="1482"/>
                <a:ext cx="204" cy="192"/>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None/>
                </a:pPr>
                <a:endParaRPr lang="zh-CN" altLang="en-US"/>
              </a:p>
            </p:txBody>
          </p:sp>
          <p:sp>
            <p:nvSpPr>
              <p:cNvPr id="90186" name="Line 74"/>
              <p:cNvSpPr>
                <a:spLocks noChangeShapeType="1"/>
              </p:cNvSpPr>
              <p:nvPr/>
            </p:nvSpPr>
            <p:spPr bwMode="auto">
              <a:xfrm>
                <a:off x="2834" y="1628"/>
                <a:ext cx="72" cy="82"/>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None/>
                </a:pPr>
                <a:endParaRPr lang="zh-CN" altLang="en-US"/>
              </a:p>
            </p:txBody>
          </p:sp>
          <p:sp>
            <p:nvSpPr>
              <p:cNvPr id="90187" name="Line 75"/>
              <p:cNvSpPr>
                <a:spLocks noChangeShapeType="1"/>
              </p:cNvSpPr>
              <p:nvPr/>
            </p:nvSpPr>
            <p:spPr bwMode="auto">
              <a:xfrm flipV="1">
                <a:off x="2902" y="1600"/>
                <a:ext cx="126" cy="114"/>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None/>
                </a:pPr>
                <a:endParaRPr lang="zh-CN" altLang="en-US"/>
              </a:p>
            </p:txBody>
          </p:sp>
          <p:sp>
            <p:nvSpPr>
              <p:cNvPr id="90188" name="Line 76"/>
              <p:cNvSpPr>
                <a:spLocks noChangeShapeType="1"/>
              </p:cNvSpPr>
              <p:nvPr/>
            </p:nvSpPr>
            <p:spPr bwMode="auto">
              <a:xfrm>
                <a:off x="2950" y="1520"/>
                <a:ext cx="72" cy="82"/>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None/>
                </a:pPr>
                <a:endParaRPr lang="zh-CN" altLang="en-US"/>
              </a:p>
            </p:txBody>
          </p:sp>
          <p:sp>
            <p:nvSpPr>
              <p:cNvPr id="90189" name="Line 77"/>
              <p:cNvSpPr>
                <a:spLocks noChangeShapeType="1"/>
              </p:cNvSpPr>
              <p:nvPr/>
            </p:nvSpPr>
            <p:spPr bwMode="auto">
              <a:xfrm>
                <a:off x="2894" y="1578"/>
                <a:ext cx="206" cy="226"/>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None/>
                </a:pPr>
                <a:endParaRPr lang="zh-CN" altLang="en-US"/>
              </a:p>
            </p:txBody>
          </p:sp>
        </p:grpSp>
        <p:sp>
          <p:nvSpPr>
            <p:cNvPr id="90190" name="Line 78"/>
            <p:cNvSpPr>
              <a:spLocks noChangeShapeType="1"/>
            </p:cNvSpPr>
            <p:nvPr/>
          </p:nvSpPr>
          <p:spPr bwMode="auto">
            <a:xfrm flipH="1">
              <a:off x="3513" y="1783"/>
              <a:ext cx="1901" cy="0"/>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None/>
              </a:pPr>
              <a:endParaRPr lang="zh-CN" altLang="en-US"/>
            </a:p>
          </p:txBody>
        </p:sp>
        <p:grpSp>
          <p:nvGrpSpPr>
            <p:cNvPr id="90191" name="Group 79"/>
            <p:cNvGrpSpPr/>
            <p:nvPr/>
          </p:nvGrpSpPr>
          <p:grpSpPr bwMode="auto">
            <a:xfrm flipH="1" flipV="1">
              <a:off x="3598" y="1785"/>
              <a:ext cx="229" cy="236"/>
              <a:chOff x="2788" y="1482"/>
              <a:chExt cx="312" cy="322"/>
            </a:xfrm>
          </p:grpSpPr>
          <p:sp>
            <p:nvSpPr>
              <p:cNvPr id="90192" name="Line 80"/>
              <p:cNvSpPr>
                <a:spLocks noChangeShapeType="1"/>
              </p:cNvSpPr>
              <p:nvPr/>
            </p:nvSpPr>
            <p:spPr bwMode="auto">
              <a:xfrm flipV="1">
                <a:off x="2788" y="1482"/>
                <a:ext cx="204" cy="192"/>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None/>
                </a:pPr>
                <a:endParaRPr lang="zh-CN" altLang="en-US"/>
              </a:p>
            </p:txBody>
          </p:sp>
          <p:sp>
            <p:nvSpPr>
              <p:cNvPr id="90193" name="Line 81"/>
              <p:cNvSpPr>
                <a:spLocks noChangeShapeType="1"/>
              </p:cNvSpPr>
              <p:nvPr/>
            </p:nvSpPr>
            <p:spPr bwMode="auto">
              <a:xfrm>
                <a:off x="2834" y="1628"/>
                <a:ext cx="72" cy="82"/>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None/>
                </a:pPr>
                <a:endParaRPr lang="zh-CN" altLang="en-US"/>
              </a:p>
            </p:txBody>
          </p:sp>
          <p:sp>
            <p:nvSpPr>
              <p:cNvPr id="90194" name="Line 82"/>
              <p:cNvSpPr>
                <a:spLocks noChangeShapeType="1"/>
              </p:cNvSpPr>
              <p:nvPr/>
            </p:nvSpPr>
            <p:spPr bwMode="auto">
              <a:xfrm flipV="1">
                <a:off x="2902" y="1600"/>
                <a:ext cx="126" cy="114"/>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None/>
                </a:pPr>
                <a:endParaRPr lang="zh-CN" altLang="en-US"/>
              </a:p>
            </p:txBody>
          </p:sp>
          <p:sp>
            <p:nvSpPr>
              <p:cNvPr id="90195" name="Line 83"/>
              <p:cNvSpPr>
                <a:spLocks noChangeShapeType="1"/>
              </p:cNvSpPr>
              <p:nvPr/>
            </p:nvSpPr>
            <p:spPr bwMode="auto">
              <a:xfrm>
                <a:off x="2950" y="1520"/>
                <a:ext cx="72" cy="82"/>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None/>
                </a:pPr>
                <a:endParaRPr lang="zh-CN" altLang="en-US"/>
              </a:p>
            </p:txBody>
          </p:sp>
          <p:sp>
            <p:nvSpPr>
              <p:cNvPr id="90196" name="Line 84"/>
              <p:cNvSpPr>
                <a:spLocks noChangeShapeType="1"/>
              </p:cNvSpPr>
              <p:nvPr/>
            </p:nvSpPr>
            <p:spPr bwMode="auto">
              <a:xfrm>
                <a:off x="2894" y="1578"/>
                <a:ext cx="206" cy="226"/>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None/>
                </a:pPr>
                <a:endParaRPr lang="zh-CN" altLang="en-US"/>
              </a:p>
            </p:txBody>
          </p:sp>
        </p:grpSp>
        <p:sp>
          <p:nvSpPr>
            <p:cNvPr id="90197" name="Line 85"/>
            <p:cNvSpPr>
              <a:spLocks noChangeShapeType="1"/>
            </p:cNvSpPr>
            <p:nvPr/>
          </p:nvSpPr>
          <p:spPr bwMode="auto">
            <a:xfrm>
              <a:off x="3592" y="1785"/>
              <a:ext cx="0" cy="434"/>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None/>
              </a:pPr>
              <a:endParaRPr lang="zh-CN" altLang="en-US"/>
            </a:p>
          </p:txBody>
        </p:sp>
        <p:sp>
          <p:nvSpPr>
            <p:cNvPr id="90198" name="Line 86"/>
            <p:cNvSpPr>
              <a:spLocks noChangeShapeType="1"/>
            </p:cNvSpPr>
            <p:nvPr/>
          </p:nvSpPr>
          <p:spPr bwMode="auto">
            <a:xfrm>
              <a:off x="4956" y="1784"/>
              <a:ext cx="0" cy="434"/>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None/>
              </a:pPr>
              <a:endParaRPr lang="zh-CN" altLang="en-US"/>
            </a:p>
          </p:txBody>
        </p:sp>
        <p:sp>
          <p:nvSpPr>
            <p:cNvPr id="90199" name="AutoShape 87"/>
            <p:cNvSpPr>
              <a:spLocks noChangeArrowheads="1"/>
            </p:cNvSpPr>
            <p:nvPr/>
          </p:nvSpPr>
          <p:spPr bwMode="auto">
            <a:xfrm rot="-5400000">
              <a:off x="5243" y="1692"/>
              <a:ext cx="528" cy="169"/>
            </a:xfrm>
            <a:custGeom>
              <a:avLst/>
              <a:gdLst>
                <a:gd name="G0" fmla="+- 5400 0 0"/>
                <a:gd name="G1" fmla="+- 21600 0 5400"/>
                <a:gd name="G2" fmla="*/ 5400 1 2"/>
                <a:gd name="G3" fmla="+- 21600 0 G2"/>
                <a:gd name="G4" fmla="+/ 5400 21600 2"/>
                <a:gd name="G5" fmla="+/ G1 0 2"/>
                <a:gd name="G6" fmla="*/ 21600 21600 5400"/>
                <a:gd name="G7" fmla="*/ G6 1 2"/>
                <a:gd name="G8" fmla="+- 21600 0 G7"/>
                <a:gd name="G9" fmla="*/ 21600 1 2"/>
                <a:gd name="G10" fmla="+- 5400 0 G9"/>
                <a:gd name="G11" fmla="?: G10 G8 0"/>
                <a:gd name="G12" fmla="?: G10 G7 21600"/>
                <a:gd name="T0" fmla="*/ 18900 w 21600"/>
                <a:gd name="T1" fmla="*/ 10800 h 21600"/>
                <a:gd name="T2" fmla="*/ 10800 w 21600"/>
                <a:gd name="T3" fmla="*/ 21600 h 21600"/>
                <a:gd name="T4" fmla="*/ 2700 w 21600"/>
                <a:gd name="T5" fmla="*/ 10800 h 21600"/>
                <a:gd name="T6" fmla="*/ 10800 w 21600"/>
                <a:gd name="T7" fmla="*/ 0 h 21600"/>
                <a:gd name="T8" fmla="*/ 4500 w 21600"/>
                <a:gd name="T9" fmla="*/ 4500 h 21600"/>
                <a:gd name="T10" fmla="*/ 17100 w 21600"/>
                <a:gd name="T11" fmla="*/ 17100 h 21600"/>
              </a:gdLst>
              <a:ahLst/>
              <a:cxnLst>
                <a:cxn ang="0">
                  <a:pos x="T0" y="T1"/>
                </a:cxn>
                <a:cxn ang="0">
                  <a:pos x="T2" y="T3"/>
                </a:cxn>
                <a:cxn ang="0">
                  <a:pos x="T4" y="T5"/>
                </a:cxn>
                <a:cxn ang="0">
                  <a:pos x="T6" y="T7"/>
                </a:cxn>
              </a:cxnLst>
              <a:rect l="T8" t="T9" r="T10" b="T11"/>
              <a:pathLst>
                <a:path w="21600" h="21600">
                  <a:moveTo>
                    <a:pt x="0" y="0"/>
                  </a:moveTo>
                  <a:lnTo>
                    <a:pt x="5400" y="21600"/>
                  </a:lnTo>
                  <a:lnTo>
                    <a:pt x="16200" y="21600"/>
                  </a:lnTo>
                  <a:lnTo>
                    <a:pt x="21600" y="0"/>
                  </a:lnTo>
                  <a:close/>
                </a:path>
              </a:pathLst>
            </a:custGeom>
            <a:solidFill>
              <a:schemeClr val="bg1"/>
            </a:solidFill>
            <a:ln w="19050">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None/>
              </a:pPr>
              <a:endParaRPr lang="zh-CN" altLang="en-US"/>
            </a:p>
          </p:txBody>
        </p:sp>
        <p:sp>
          <p:nvSpPr>
            <p:cNvPr id="90200" name="Line 88"/>
            <p:cNvSpPr>
              <a:spLocks noChangeShapeType="1"/>
            </p:cNvSpPr>
            <p:nvPr/>
          </p:nvSpPr>
          <p:spPr bwMode="auto">
            <a:xfrm>
              <a:off x="3600" y="2161"/>
              <a:ext cx="1353" cy="0"/>
            </a:xfrm>
            <a:prstGeom prst="line">
              <a:avLst/>
            </a:prstGeom>
            <a:noFill/>
            <a:ln w="9525">
              <a:solidFill>
                <a:schemeClr val="tx1"/>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None/>
              </a:pPr>
              <a:endParaRPr lang="zh-CN" altLang="en-US"/>
            </a:p>
          </p:txBody>
        </p:sp>
        <p:sp>
          <p:nvSpPr>
            <p:cNvPr id="90201" name="Line 89"/>
            <p:cNvSpPr>
              <a:spLocks noChangeShapeType="1"/>
            </p:cNvSpPr>
            <p:nvPr/>
          </p:nvSpPr>
          <p:spPr bwMode="auto">
            <a:xfrm>
              <a:off x="4957" y="2160"/>
              <a:ext cx="561" cy="0"/>
            </a:xfrm>
            <a:prstGeom prst="line">
              <a:avLst/>
            </a:prstGeom>
            <a:noFill/>
            <a:ln w="9525">
              <a:solidFill>
                <a:schemeClr val="tx1"/>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None/>
              </a:pPr>
              <a:endParaRPr lang="zh-CN" altLang="en-US"/>
            </a:p>
          </p:txBody>
        </p:sp>
        <p:sp>
          <p:nvSpPr>
            <p:cNvPr id="90202" name="Text Box 90"/>
            <p:cNvSpPr txBox="1">
              <a:spLocks noChangeArrowheads="1"/>
            </p:cNvSpPr>
            <p:nvPr/>
          </p:nvSpPr>
          <p:spPr bwMode="auto">
            <a:xfrm>
              <a:off x="4159" y="1952"/>
              <a:ext cx="196" cy="2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buNone/>
              </a:pPr>
              <a:r>
                <a:rPr lang="en-US" altLang="zh-CN" sz="1600" i="1"/>
                <a:t>l</a:t>
              </a:r>
              <a:r>
                <a:rPr lang="en-US" altLang="zh-CN" sz="1600" baseline="-25000"/>
                <a:t>2</a:t>
              </a:r>
              <a:endParaRPr lang="en-US" altLang="zh-CN" sz="1600" baseline="-25000"/>
            </a:p>
          </p:txBody>
        </p:sp>
        <p:sp>
          <p:nvSpPr>
            <p:cNvPr id="90203" name="Text Box 91"/>
            <p:cNvSpPr txBox="1">
              <a:spLocks noChangeArrowheads="1"/>
            </p:cNvSpPr>
            <p:nvPr/>
          </p:nvSpPr>
          <p:spPr bwMode="auto">
            <a:xfrm>
              <a:off x="5070" y="1952"/>
              <a:ext cx="240" cy="2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buNone/>
              </a:pPr>
              <a:r>
                <a:rPr lang="en-US" altLang="zh-CN" sz="1600" i="1"/>
                <a:t>l</a:t>
              </a:r>
              <a:r>
                <a:rPr lang="en-US" altLang="zh-CN" sz="1600" baseline="-25000"/>
                <a:t>02</a:t>
              </a:r>
              <a:endParaRPr lang="en-US" altLang="zh-CN" sz="1600" baseline="-25000"/>
            </a:p>
          </p:txBody>
        </p:sp>
        <p:sp>
          <p:nvSpPr>
            <p:cNvPr id="90204" name="Line 92"/>
            <p:cNvSpPr>
              <a:spLocks noChangeShapeType="1"/>
            </p:cNvSpPr>
            <p:nvPr/>
          </p:nvSpPr>
          <p:spPr bwMode="auto">
            <a:xfrm>
              <a:off x="5512" y="1331"/>
              <a:ext cx="0" cy="255"/>
            </a:xfrm>
            <a:prstGeom prst="line">
              <a:avLst/>
            </a:prstGeom>
            <a:noFill/>
            <a:ln w="9525">
              <a:solidFill>
                <a:srgbClr val="FF0000"/>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None/>
              </a:pPr>
              <a:endParaRPr lang="zh-CN" altLang="en-US"/>
            </a:p>
          </p:txBody>
        </p:sp>
        <p:grpSp>
          <p:nvGrpSpPr>
            <p:cNvPr id="90205" name="Group 93"/>
            <p:cNvGrpSpPr/>
            <p:nvPr/>
          </p:nvGrpSpPr>
          <p:grpSpPr bwMode="auto">
            <a:xfrm>
              <a:off x="4724" y="1543"/>
              <a:ext cx="229" cy="236"/>
              <a:chOff x="2788" y="1482"/>
              <a:chExt cx="312" cy="322"/>
            </a:xfrm>
          </p:grpSpPr>
          <p:sp>
            <p:nvSpPr>
              <p:cNvPr id="90206" name="Line 94"/>
              <p:cNvSpPr>
                <a:spLocks noChangeShapeType="1"/>
              </p:cNvSpPr>
              <p:nvPr/>
            </p:nvSpPr>
            <p:spPr bwMode="auto">
              <a:xfrm flipV="1">
                <a:off x="2788" y="1482"/>
                <a:ext cx="204" cy="192"/>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None/>
                </a:pPr>
                <a:endParaRPr lang="zh-CN" altLang="en-US"/>
              </a:p>
            </p:txBody>
          </p:sp>
          <p:sp>
            <p:nvSpPr>
              <p:cNvPr id="90207" name="Line 95"/>
              <p:cNvSpPr>
                <a:spLocks noChangeShapeType="1"/>
              </p:cNvSpPr>
              <p:nvPr/>
            </p:nvSpPr>
            <p:spPr bwMode="auto">
              <a:xfrm>
                <a:off x="2834" y="1628"/>
                <a:ext cx="72" cy="82"/>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None/>
                </a:pPr>
                <a:endParaRPr lang="zh-CN" altLang="en-US"/>
              </a:p>
            </p:txBody>
          </p:sp>
          <p:sp>
            <p:nvSpPr>
              <p:cNvPr id="90208" name="Line 96"/>
              <p:cNvSpPr>
                <a:spLocks noChangeShapeType="1"/>
              </p:cNvSpPr>
              <p:nvPr/>
            </p:nvSpPr>
            <p:spPr bwMode="auto">
              <a:xfrm flipV="1">
                <a:off x="2902" y="1600"/>
                <a:ext cx="126" cy="114"/>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None/>
                </a:pPr>
                <a:endParaRPr lang="zh-CN" altLang="en-US"/>
              </a:p>
            </p:txBody>
          </p:sp>
          <p:sp>
            <p:nvSpPr>
              <p:cNvPr id="90209" name="Line 97"/>
              <p:cNvSpPr>
                <a:spLocks noChangeShapeType="1"/>
              </p:cNvSpPr>
              <p:nvPr/>
            </p:nvSpPr>
            <p:spPr bwMode="auto">
              <a:xfrm>
                <a:off x="2950" y="1520"/>
                <a:ext cx="72" cy="82"/>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None/>
                </a:pPr>
                <a:endParaRPr lang="zh-CN" altLang="en-US"/>
              </a:p>
            </p:txBody>
          </p:sp>
          <p:sp>
            <p:nvSpPr>
              <p:cNvPr id="90210" name="Line 98"/>
              <p:cNvSpPr>
                <a:spLocks noChangeShapeType="1"/>
              </p:cNvSpPr>
              <p:nvPr/>
            </p:nvSpPr>
            <p:spPr bwMode="auto">
              <a:xfrm>
                <a:off x="2894" y="1578"/>
                <a:ext cx="206" cy="226"/>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None/>
                </a:pPr>
                <a:endParaRPr lang="zh-CN" altLang="en-US"/>
              </a:p>
            </p:txBody>
          </p:sp>
        </p:grpSp>
        <p:grpSp>
          <p:nvGrpSpPr>
            <p:cNvPr id="90211" name="Group 99"/>
            <p:cNvGrpSpPr/>
            <p:nvPr/>
          </p:nvGrpSpPr>
          <p:grpSpPr bwMode="auto">
            <a:xfrm flipV="1">
              <a:off x="4724" y="1785"/>
              <a:ext cx="229" cy="236"/>
              <a:chOff x="2788" y="1482"/>
              <a:chExt cx="312" cy="322"/>
            </a:xfrm>
          </p:grpSpPr>
          <p:sp>
            <p:nvSpPr>
              <p:cNvPr id="90212" name="Line 100"/>
              <p:cNvSpPr>
                <a:spLocks noChangeShapeType="1"/>
              </p:cNvSpPr>
              <p:nvPr/>
            </p:nvSpPr>
            <p:spPr bwMode="auto">
              <a:xfrm flipV="1">
                <a:off x="2788" y="1482"/>
                <a:ext cx="204" cy="192"/>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None/>
                </a:pPr>
                <a:endParaRPr lang="zh-CN" altLang="en-US"/>
              </a:p>
            </p:txBody>
          </p:sp>
          <p:sp>
            <p:nvSpPr>
              <p:cNvPr id="90213" name="Line 101"/>
              <p:cNvSpPr>
                <a:spLocks noChangeShapeType="1"/>
              </p:cNvSpPr>
              <p:nvPr/>
            </p:nvSpPr>
            <p:spPr bwMode="auto">
              <a:xfrm>
                <a:off x="2834" y="1628"/>
                <a:ext cx="72" cy="82"/>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None/>
                </a:pPr>
                <a:endParaRPr lang="zh-CN" altLang="en-US"/>
              </a:p>
            </p:txBody>
          </p:sp>
          <p:sp>
            <p:nvSpPr>
              <p:cNvPr id="90214" name="Line 102"/>
              <p:cNvSpPr>
                <a:spLocks noChangeShapeType="1"/>
              </p:cNvSpPr>
              <p:nvPr/>
            </p:nvSpPr>
            <p:spPr bwMode="auto">
              <a:xfrm flipV="1">
                <a:off x="2902" y="1600"/>
                <a:ext cx="126" cy="114"/>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None/>
                </a:pPr>
                <a:endParaRPr lang="zh-CN" altLang="en-US"/>
              </a:p>
            </p:txBody>
          </p:sp>
          <p:sp>
            <p:nvSpPr>
              <p:cNvPr id="90215" name="Line 103"/>
              <p:cNvSpPr>
                <a:spLocks noChangeShapeType="1"/>
              </p:cNvSpPr>
              <p:nvPr/>
            </p:nvSpPr>
            <p:spPr bwMode="auto">
              <a:xfrm>
                <a:off x="2950" y="1520"/>
                <a:ext cx="72" cy="82"/>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None/>
                </a:pPr>
                <a:endParaRPr lang="zh-CN" altLang="en-US"/>
              </a:p>
            </p:txBody>
          </p:sp>
          <p:sp>
            <p:nvSpPr>
              <p:cNvPr id="90216" name="Line 104"/>
              <p:cNvSpPr>
                <a:spLocks noChangeShapeType="1"/>
              </p:cNvSpPr>
              <p:nvPr/>
            </p:nvSpPr>
            <p:spPr bwMode="auto">
              <a:xfrm>
                <a:off x="2894" y="1578"/>
                <a:ext cx="206" cy="226"/>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None/>
                </a:pPr>
                <a:endParaRPr lang="zh-CN" altLang="en-US"/>
              </a:p>
            </p:txBody>
          </p:sp>
        </p:grpSp>
        <p:sp>
          <p:nvSpPr>
            <p:cNvPr id="90217" name="Text Box 105"/>
            <p:cNvSpPr txBox="1">
              <a:spLocks noChangeArrowheads="1"/>
            </p:cNvSpPr>
            <p:nvPr/>
          </p:nvSpPr>
          <p:spPr bwMode="auto">
            <a:xfrm>
              <a:off x="5399" y="1655"/>
              <a:ext cx="354" cy="2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buNone/>
              </a:pPr>
              <a:r>
                <a:rPr lang="en-US" altLang="zh-CN" sz="1200" b="1">
                  <a:cs typeface="Times New Roman" panose="02020603050405020304" pitchFamily="18" charset="0"/>
                </a:rPr>
                <a:t>×</a:t>
              </a:r>
              <a:r>
                <a:rPr lang="en-US" altLang="zh-CN" sz="1600" i="1">
                  <a:cs typeface="Times New Roman" panose="02020603050405020304" pitchFamily="18" charset="0"/>
                </a:rPr>
                <a:t>  A</a:t>
              </a:r>
              <a:endParaRPr lang="en-US" altLang="zh-CN" sz="1600" baseline="-25000">
                <a:cs typeface="Times New Roman" panose="02020603050405020304" pitchFamily="18" charset="0"/>
              </a:endParaRPr>
            </a:p>
          </p:txBody>
        </p:sp>
      </p:grpSp>
      <p:grpSp>
        <p:nvGrpSpPr>
          <p:cNvPr id="90289" name="Group 177"/>
          <p:cNvGrpSpPr/>
          <p:nvPr/>
        </p:nvGrpSpPr>
        <p:grpSpPr bwMode="auto">
          <a:xfrm>
            <a:off x="1276006" y="1631398"/>
            <a:ext cx="6899275" cy="3406775"/>
            <a:chOff x="1217" y="1084"/>
            <a:chExt cx="4346" cy="2146"/>
          </a:xfrm>
        </p:grpSpPr>
        <p:sp>
          <p:nvSpPr>
            <p:cNvPr id="90131" name="Text Box 19"/>
            <p:cNvSpPr txBox="1">
              <a:spLocks noChangeArrowheads="1"/>
            </p:cNvSpPr>
            <p:nvPr/>
          </p:nvSpPr>
          <p:spPr bwMode="auto">
            <a:xfrm>
              <a:off x="1217" y="1084"/>
              <a:ext cx="2195" cy="2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buNone/>
              </a:pPr>
              <a:r>
                <a:rPr lang="zh-CN" altLang="en-US">
                  <a:latin typeface="华文中宋" panose="02010600040101010101" pitchFamily="2" charset="-122"/>
                </a:rPr>
                <a:t>两轴承间：正安装时，刚度↑</a:t>
              </a:r>
              <a:endParaRPr lang="zh-CN" altLang="en-US">
                <a:latin typeface="华文中宋" panose="02010600040101010101" pitchFamily="2" charset="-122"/>
              </a:endParaRPr>
            </a:p>
          </p:txBody>
        </p:sp>
        <p:grpSp>
          <p:nvGrpSpPr>
            <p:cNvPr id="90219" name="Group 107"/>
            <p:cNvGrpSpPr/>
            <p:nvPr/>
          </p:nvGrpSpPr>
          <p:grpSpPr bwMode="auto">
            <a:xfrm>
              <a:off x="1322" y="2552"/>
              <a:ext cx="229" cy="236"/>
              <a:chOff x="2788" y="1482"/>
              <a:chExt cx="312" cy="322"/>
            </a:xfrm>
          </p:grpSpPr>
          <p:sp>
            <p:nvSpPr>
              <p:cNvPr id="90220" name="Line 108"/>
              <p:cNvSpPr>
                <a:spLocks noChangeShapeType="1"/>
              </p:cNvSpPr>
              <p:nvPr/>
            </p:nvSpPr>
            <p:spPr bwMode="auto">
              <a:xfrm flipV="1">
                <a:off x="2788" y="1482"/>
                <a:ext cx="204" cy="192"/>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None/>
                </a:pPr>
                <a:endParaRPr lang="zh-CN" altLang="en-US"/>
              </a:p>
            </p:txBody>
          </p:sp>
          <p:sp>
            <p:nvSpPr>
              <p:cNvPr id="90221" name="Line 109"/>
              <p:cNvSpPr>
                <a:spLocks noChangeShapeType="1"/>
              </p:cNvSpPr>
              <p:nvPr/>
            </p:nvSpPr>
            <p:spPr bwMode="auto">
              <a:xfrm>
                <a:off x="2834" y="1628"/>
                <a:ext cx="72" cy="82"/>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None/>
                </a:pPr>
                <a:endParaRPr lang="zh-CN" altLang="en-US"/>
              </a:p>
            </p:txBody>
          </p:sp>
          <p:sp>
            <p:nvSpPr>
              <p:cNvPr id="90222" name="Line 110"/>
              <p:cNvSpPr>
                <a:spLocks noChangeShapeType="1"/>
              </p:cNvSpPr>
              <p:nvPr/>
            </p:nvSpPr>
            <p:spPr bwMode="auto">
              <a:xfrm flipV="1">
                <a:off x="2902" y="1600"/>
                <a:ext cx="126" cy="114"/>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None/>
                </a:pPr>
                <a:endParaRPr lang="zh-CN" altLang="en-US"/>
              </a:p>
            </p:txBody>
          </p:sp>
          <p:sp>
            <p:nvSpPr>
              <p:cNvPr id="90223" name="Line 111"/>
              <p:cNvSpPr>
                <a:spLocks noChangeShapeType="1"/>
              </p:cNvSpPr>
              <p:nvPr/>
            </p:nvSpPr>
            <p:spPr bwMode="auto">
              <a:xfrm>
                <a:off x="2950" y="1520"/>
                <a:ext cx="72" cy="82"/>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None/>
                </a:pPr>
                <a:endParaRPr lang="zh-CN" altLang="en-US"/>
              </a:p>
            </p:txBody>
          </p:sp>
          <p:sp>
            <p:nvSpPr>
              <p:cNvPr id="90224" name="Line 112"/>
              <p:cNvSpPr>
                <a:spLocks noChangeShapeType="1"/>
              </p:cNvSpPr>
              <p:nvPr/>
            </p:nvSpPr>
            <p:spPr bwMode="auto">
              <a:xfrm>
                <a:off x="2894" y="1578"/>
                <a:ext cx="206" cy="226"/>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None/>
                </a:pPr>
                <a:endParaRPr lang="zh-CN" altLang="en-US"/>
              </a:p>
            </p:txBody>
          </p:sp>
        </p:grpSp>
        <p:sp>
          <p:nvSpPr>
            <p:cNvPr id="90225" name="Line 113"/>
            <p:cNvSpPr>
              <a:spLocks noChangeShapeType="1"/>
            </p:cNvSpPr>
            <p:nvPr/>
          </p:nvSpPr>
          <p:spPr bwMode="auto">
            <a:xfrm flipH="1">
              <a:off x="1224" y="2792"/>
              <a:ext cx="2005" cy="0"/>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None/>
              </a:pPr>
              <a:endParaRPr lang="zh-CN" altLang="en-US"/>
            </a:p>
          </p:txBody>
        </p:sp>
        <p:grpSp>
          <p:nvGrpSpPr>
            <p:cNvPr id="90226" name="Group 114"/>
            <p:cNvGrpSpPr/>
            <p:nvPr/>
          </p:nvGrpSpPr>
          <p:grpSpPr bwMode="auto">
            <a:xfrm flipV="1">
              <a:off x="1322" y="2794"/>
              <a:ext cx="229" cy="236"/>
              <a:chOff x="2788" y="1482"/>
              <a:chExt cx="312" cy="322"/>
            </a:xfrm>
          </p:grpSpPr>
          <p:sp>
            <p:nvSpPr>
              <p:cNvPr id="90227" name="Line 115"/>
              <p:cNvSpPr>
                <a:spLocks noChangeShapeType="1"/>
              </p:cNvSpPr>
              <p:nvPr/>
            </p:nvSpPr>
            <p:spPr bwMode="auto">
              <a:xfrm flipV="1">
                <a:off x="2788" y="1482"/>
                <a:ext cx="204" cy="192"/>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None/>
                </a:pPr>
                <a:endParaRPr lang="zh-CN" altLang="en-US"/>
              </a:p>
            </p:txBody>
          </p:sp>
          <p:sp>
            <p:nvSpPr>
              <p:cNvPr id="90228" name="Line 116"/>
              <p:cNvSpPr>
                <a:spLocks noChangeShapeType="1"/>
              </p:cNvSpPr>
              <p:nvPr/>
            </p:nvSpPr>
            <p:spPr bwMode="auto">
              <a:xfrm>
                <a:off x="2834" y="1628"/>
                <a:ext cx="72" cy="82"/>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None/>
                </a:pPr>
                <a:endParaRPr lang="zh-CN" altLang="en-US"/>
              </a:p>
            </p:txBody>
          </p:sp>
          <p:sp>
            <p:nvSpPr>
              <p:cNvPr id="90229" name="Line 117"/>
              <p:cNvSpPr>
                <a:spLocks noChangeShapeType="1"/>
              </p:cNvSpPr>
              <p:nvPr/>
            </p:nvSpPr>
            <p:spPr bwMode="auto">
              <a:xfrm flipV="1">
                <a:off x="2902" y="1600"/>
                <a:ext cx="126" cy="114"/>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None/>
                </a:pPr>
                <a:endParaRPr lang="zh-CN" altLang="en-US"/>
              </a:p>
            </p:txBody>
          </p:sp>
          <p:sp>
            <p:nvSpPr>
              <p:cNvPr id="90230" name="Line 118"/>
              <p:cNvSpPr>
                <a:spLocks noChangeShapeType="1"/>
              </p:cNvSpPr>
              <p:nvPr/>
            </p:nvSpPr>
            <p:spPr bwMode="auto">
              <a:xfrm>
                <a:off x="2950" y="1520"/>
                <a:ext cx="72" cy="82"/>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None/>
                </a:pPr>
                <a:endParaRPr lang="zh-CN" altLang="en-US"/>
              </a:p>
            </p:txBody>
          </p:sp>
          <p:sp>
            <p:nvSpPr>
              <p:cNvPr id="90231" name="Line 119"/>
              <p:cNvSpPr>
                <a:spLocks noChangeShapeType="1"/>
              </p:cNvSpPr>
              <p:nvPr/>
            </p:nvSpPr>
            <p:spPr bwMode="auto">
              <a:xfrm>
                <a:off x="2894" y="1578"/>
                <a:ext cx="206" cy="226"/>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None/>
                </a:pPr>
                <a:endParaRPr lang="zh-CN" altLang="en-US"/>
              </a:p>
            </p:txBody>
          </p:sp>
        </p:grpSp>
        <p:sp>
          <p:nvSpPr>
            <p:cNvPr id="90232" name="Line 120"/>
            <p:cNvSpPr>
              <a:spLocks noChangeShapeType="1"/>
            </p:cNvSpPr>
            <p:nvPr/>
          </p:nvSpPr>
          <p:spPr bwMode="auto">
            <a:xfrm>
              <a:off x="1554" y="2794"/>
              <a:ext cx="0" cy="434"/>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None/>
              </a:pPr>
              <a:endParaRPr lang="zh-CN" altLang="en-US"/>
            </a:p>
          </p:txBody>
        </p:sp>
        <p:sp>
          <p:nvSpPr>
            <p:cNvPr id="90233" name="Line 121"/>
            <p:cNvSpPr>
              <a:spLocks noChangeShapeType="1"/>
            </p:cNvSpPr>
            <p:nvPr/>
          </p:nvSpPr>
          <p:spPr bwMode="auto">
            <a:xfrm>
              <a:off x="2911" y="2793"/>
              <a:ext cx="0" cy="434"/>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None/>
              </a:pPr>
              <a:endParaRPr lang="zh-CN" altLang="en-US"/>
            </a:p>
          </p:txBody>
        </p:sp>
        <p:sp>
          <p:nvSpPr>
            <p:cNvPr id="90235" name="Line 123"/>
            <p:cNvSpPr>
              <a:spLocks noChangeShapeType="1"/>
            </p:cNvSpPr>
            <p:nvPr/>
          </p:nvSpPr>
          <p:spPr bwMode="auto">
            <a:xfrm>
              <a:off x="1548" y="3191"/>
              <a:ext cx="1353" cy="0"/>
            </a:xfrm>
            <a:prstGeom prst="line">
              <a:avLst/>
            </a:prstGeom>
            <a:noFill/>
            <a:ln w="9525">
              <a:solidFill>
                <a:schemeClr val="tx1"/>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None/>
              </a:pPr>
              <a:endParaRPr lang="zh-CN" altLang="en-US"/>
            </a:p>
          </p:txBody>
        </p:sp>
        <p:sp>
          <p:nvSpPr>
            <p:cNvPr id="90237" name="Text Box 125"/>
            <p:cNvSpPr txBox="1">
              <a:spLocks noChangeArrowheads="1"/>
            </p:cNvSpPr>
            <p:nvPr/>
          </p:nvSpPr>
          <p:spPr bwMode="auto">
            <a:xfrm>
              <a:off x="2155" y="2986"/>
              <a:ext cx="196" cy="2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buNone/>
              </a:pPr>
              <a:r>
                <a:rPr lang="en-US" altLang="zh-CN" sz="1600" i="1"/>
                <a:t>l</a:t>
              </a:r>
              <a:r>
                <a:rPr lang="en-US" altLang="zh-CN" sz="1600" baseline="-25000"/>
                <a:t>1</a:t>
              </a:r>
              <a:endParaRPr lang="en-US" altLang="zh-CN" sz="1600" baseline="-25000"/>
            </a:p>
          </p:txBody>
        </p:sp>
        <p:grpSp>
          <p:nvGrpSpPr>
            <p:cNvPr id="90240" name="Group 128"/>
            <p:cNvGrpSpPr/>
            <p:nvPr/>
          </p:nvGrpSpPr>
          <p:grpSpPr bwMode="auto">
            <a:xfrm flipH="1">
              <a:off x="2910" y="2552"/>
              <a:ext cx="229" cy="236"/>
              <a:chOff x="2788" y="1482"/>
              <a:chExt cx="312" cy="322"/>
            </a:xfrm>
          </p:grpSpPr>
          <p:sp>
            <p:nvSpPr>
              <p:cNvPr id="90241" name="Line 129"/>
              <p:cNvSpPr>
                <a:spLocks noChangeShapeType="1"/>
              </p:cNvSpPr>
              <p:nvPr/>
            </p:nvSpPr>
            <p:spPr bwMode="auto">
              <a:xfrm flipV="1">
                <a:off x="2788" y="1482"/>
                <a:ext cx="204" cy="192"/>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None/>
                </a:pPr>
                <a:endParaRPr lang="zh-CN" altLang="en-US"/>
              </a:p>
            </p:txBody>
          </p:sp>
          <p:sp>
            <p:nvSpPr>
              <p:cNvPr id="90242" name="Line 130"/>
              <p:cNvSpPr>
                <a:spLocks noChangeShapeType="1"/>
              </p:cNvSpPr>
              <p:nvPr/>
            </p:nvSpPr>
            <p:spPr bwMode="auto">
              <a:xfrm>
                <a:off x="2834" y="1628"/>
                <a:ext cx="72" cy="82"/>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None/>
                </a:pPr>
                <a:endParaRPr lang="zh-CN" altLang="en-US"/>
              </a:p>
            </p:txBody>
          </p:sp>
          <p:sp>
            <p:nvSpPr>
              <p:cNvPr id="90243" name="Line 131"/>
              <p:cNvSpPr>
                <a:spLocks noChangeShapeType="1"/>
              </p:cNvSpPr>
              <p:nvPr/>
            </p:nvSpPr>
            <p:spPr bwMode="auto">
              <a:xfrm flipV="1">
                <a:off x="2902" y="1600"/>
                <a:ext cx="126" cy="114"/>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None/>
                </a:pPr>
                <a:endParaRPr lang="zh-CN" altLang="en-US"/>
              </a:p>
            </p:txBody>
          </p:sp>
          <p:sp>
            <p:nvSpPr>
              <p:cNvPr id="90244" name="Line 132"/>
              <p:cNvSpPr>
                <a:spLocks noChangeShapeType="1"/>
              </p:cNvSpPr>
              <p:nvPr/>
            </p:nvSpPr>
            <p:spPr bwMode="auto">
              <a:xfrm>
                <a:off x="2950" y="1520"/>
                <a:ext cx="72" cy="82"/>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None/>
                </a:pPr>
                <a:endParaRPr lang="zh-CN" altLang="en-US"/>
              </a:p>
            </p:txBody>
          </p:sp>
          <p:sp>
            <p:nvSpPr>
              <p:cNvPr id="90245" name="Line 133"/>
              <p:cNvSpPr>
                <a:spLocks noChangeShapeType="1"/>
              </p:cNvSpPr>
              <p:nvPr/>
            </p:nvSpPr>
            <p:spPr bwMode="auto">
              <a:xfrm>
                <a:off x="2894" y="1578"/>
                <a:ext cx="206" cy="226"/>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None/>
                </a:pPr>
                <a:endParaRPr lang="zh-CN" altLang="en-US"/>
              </a:p>
            </p:txBody>
          </p:sp>
        </p:grpSp>
        <p:grpSp>
          <p:nvGrpSpPr>
            <p:cNvPr id="90246" name="Group 134"/>
            <p:cNvGrpSpPr/>
            <p:nvPr/>
          </p:nvGrpSpPr>
          <p:grpSpPr bwMode="auto">
            <a:xfrm flipH="1" flipV="1">
              <a:off x="2910" y="2794"/>
              <a:ext cx="229" cy="236"/>
              <a:chOff x="2788" y="1482"/>
              <a:chExt cx="312" cy="322"/>
            </a:xfrm>
          </p:grpSpPr>
          <p:sp>
            <p:nvSpPr>
              <p:cNvPr id="90247" name="Line 135"/>
              <p:cNvSpPr>
                <a:spLocks noChangeShapeType="1"/>
              </p:cNvSpPr>
              <p:nvPr/>
            </p:nvSpPr>
            <p:spPr bwMode="auto">
              <a:xfrm flipV="1">
                <a:off x="2788" y="1482"/>
                <a:ext cx="204" cy="192"/>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None/>
                </a:pPr>
                <a:endParaRPr lang="zh-CN" altLang="en-US"/>
              </a:p>
            </p:txBody>
          </p:sp>
          <p:sp>
            <p:nvSpPr>
              <p:cNvPr id="90248" name="Line 136"/>
              <p:cNvSpPr>
                <a:spLocks noChangeShapeType="1"/>
              </p:cNvSpPr>
              <p:nvPr/>
            </p:nvSpPr>
            <p:spPr bwMode="auto">
              <a:xfrm>
                <a:off x="2834" y="1628"/>
                <a:ext cx="72" cy="82"/>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None/>
                </a:pPr>
                <a:endParaRPr lang="zh-CN" altLang="en-US"/>
              </a:p>
            </p:txBody>
          </p:sp>
          <p:sp>
            <p:nvSpPr>
              <p:cNvPr id="90249" name="Line 137"/>
              <p:cNvSpPr>
                <a:spLocks noChangeShapeType="1"/>
              </p:cNvSpPr>
              <p:nvPr/>
            </p:nvSpPr>
            <p:spPr bwMode="auto">
              <a:xfrm flipV="1">
                <a:off x="2902" y="1600"/>
                <a:ext cx="126" cy="114"/>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None/>
                </a:pPr>
                <a:endParaRPr lang="zh-CN" altLang="en-US"/>
              </a:p>
            </p:txBody>
          </p:sp>
          <p:sp>
            <p:nvSpPr>
              <p:cNvPr id="90250" name="Line 138"/>
              <p:cNvSpPr>
                <a:spLocks noChangeShapeType="1"/>
              </p:cNvSpPr>
              <p:nvPr/>
            </p:nvSpPr>
            <p:spPr bwMode="auto">
              <a:xfrm>
                <a:off x="2950" y="1520"/>
                <a:ext cx="72" cy="82"/>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None/>
                </a:pPr>
                <a:endParaRPr lang="zh-CN" altLang="en-US"/>
              </a:p>
            </p:txBody>
          </p:sp>
          <p:sp>
            <p:nvSpPr>
              <p:cNvPr id="90251" name="Line 139"/>
              <p:cNvSpPr>
                <a:spLocks noChangeShapeType="1"/>
              </p:cNvSpPr>
              <p:nvPr/>
            </p:nvSpPr>
            <p:spPr bwMode="auto">
              <a:xfrm>
                <a:off x="2894" y="1578"/>
                <a:ext cx="206" cy="226"/>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None/>
                </a:pPr>
                <a:endParaRPr lang="zh-CN" altLang="en-US"/>
              </a:p>
            </p:txBody>
          </p:sp>
        </p:grpSp>
        <p:sp>
          <p:nvSpPr>
            <p:cNvPr id="90253" name="Rectangle 141"/>
            <p:cNvSpPr>
              <a:spLocks noChangeArrowheads="1"/>
            </p:cNvSpPr>
            <p:nvPr/>
          </p:nvSpPr>
          <p:spPr bwMode="auto">
            <a:xfrm>
              <a:off x="2160" y="2566"/>
              <a:ext cx="165" cy="442"/>
            </a:xfrm>
            <a:prstGeom prst="rect">
              <a:avLst/>
            </a:prstGeom>
            <a:solidFill>
              <a:schemeClr val="bg1"/>
            </a:solidFill>
            <a:ln w="19050">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None/>
              </a:pPr>
              <a:endParaRPr lang="zh-CN" altLang="en-US"/>
            </a:p>
          </p:txBody>
        </p:sp>
        <p:sp>
          <p:nvSpPr>
            <p:cNvPr id="90254" name="Text Box 142"/>
            <p:cNvSpPr txBox="1">
              <a:spLocks noChangeArrowheads="1"/>
            </p:cNvSpPr>
            <p:nvPr/>
          </p:nvSpPr>
          <p:spPr bwMode="auto">
            <a:xfrm>
              <a:off x="2136" y="2733"/>
              <a:ext cx="386"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nSpc>
                  <a:spcPct val="50000"/>
                </a:lnSpc>
                <a:buNone/>
              </a:pPr>
              <a:r>
                <a:rPr lang="en-US" altLang="zh-CN" sz="1200" b="1">
                  <a:cs typeface="Times New Roman" panose="02020603050405020304" pitchFamily="18" charset="0"/>
                </a:rPr>
                <a:t>×</a:t>
              </a:r>
              <a:r>
                <a:rPr lang="en-US" altLang="zh-CN" sz="1600" i="1">
                  <a:cs typeface="Times New Roman" panose="02020603050405020304" pitchFamily="18" charset="0"/>
                </a:rPr>
                <a:t>  </a:t>
              </a:r>
              <a:endParaRPr lang="en-US" altLang="zh-CN" sz="1600" i="1">
                <a:cs typeface="Times New Roman" panose="02020603050405020304" pitchFamily="18" charset="0"/>
              </a:endParaRPr>
            </a:p>
            <a:p>
              <a:pPr>
                <a:lnSpc>
                  <a:spcPct val="50000"/>
                </a:lnSpc>
                <a:buNone/>
              </a:pPr>
              <a:r>
                <a:rPr lang="en-US" altLang="zh-CN" sz="1600" i="1">
                  <a:cs typeface="Times New Roman" panose="02020603050405020304" pitchFamily="18" charset="0"/>
                </a:rPr>
                <a:t>      B</a:t>
              </a:r>
              <a:endParaRPr lang="en-US" altLang="zh-CN" sz="1600" baseline="-25000">
                <a:cs typeface="Times New Roman" panose="02020603050405020304" pitchFamily="18" charset="0"/>
              </a:endParaRPr>
            </a:p>
          </p:txBody>
        </p:sp>
        <p:sp>
          <p:nvSpPr>
            <p:cNvPr id="90255" name="Line 143"/>
            <p:cNvSpPr>
              <a:spLocks noChangeShapeType="1"/>
            </p:cNvSpPr>
            <p:nvPr/>
          </p:nvSpPr>
          <p:spPr bwMode="auto">
            <a:xfrm>
              <a:off x="2244" y="2305"/>
              <a:ext cx="0" cy="255"/>
            </a:xfrm>
            <a:prstGeom prst="line">
              <a:avLst/>
            </a:prstGeom>
            <a:noFill/>
            <a:ln w="9525">
              <a:solidFill>
                <a:srgbClr val="FF0000"/>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None/>
              </a:pPr>
              <a:endParaRPr lang="zh-CN" altLang="en-US"/>
            </a:p>
          </p:txBody>
        </p:sp>
        <p:grpSp>
          <p:nvGrpSpPr>
            <p:cNvPr id="90256" name="Group 144"/>
            <p:cNvGrpSpPr/>
            <p:nvPr/>
          </p:nvGrpSpPr>
          <p:grpSpPr bwMode="auto">
            <a:xfrm flipH="1">
              <a:off x="3656" y="2552"/>
              <a:ext cx="229" cy="236"/>
              <a:chOff x="2788" y="1482"/>
              <a:chExt cx="312" cy="322"/>
            </a:xfrm>
          </p:grpSpPr>
          <p:sp>
            <p:nvSpPr>
              <p:cNvPr id="90257" name="Line 145"/>
              <p:cNvSpPr>
                <a:spLocks noChangeShapeType="1"/>
              </p:cNvSpPr>
              <p:nvPr/>
            </p:nvSpPr>
            <p:spPr bwMode="auto">
              <a:xfrm flipV="1">
                <a:off x="2788" y="1482"/>
                <a:ext cx="204" cy="192"/>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None/>
                </a:pPr>
                <a:endParaRPr lang="zh-CN" altLang="en-US"/>
              </a:p>
            </p:txBody>
          </p:sp>
          <p:sp>
            <p:nvSpPr>
              <p:cNvPr id="90258" name="Line 146"/>
              <p:cNvSpPr>
                <a:spLocks noChangeShapeType="1"/>
              </p:cNvSpPr>
              <p:nvPr/>
            </p:nvSpPr>
            <p:spPr bwMode="auto">
              <a:xfrm>
                <a:off x="2834" y="1628"/>
                <a:ext cx="72" cy="82"/>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None/>
                </a:pPr>
                <a:endParaRPr lang="zh-CN" altLang="en-US"/>
              </a:p>
            </p:txBody>
          </p:sp>
          <p:sp>
            <p:nvSpPr>
              <p:cNvPr id="90259" name="Line 147"/>
              <p:cNvSpPr>
                <a:spLocks noChangeShapeType="1"/>
              </p:cNvSpPr>
              <p:nvPr/>
            </p:nvSpPr>
            <p:spPr bwMode="auto">
              <a:xfrm flipV="1">
                <a:off x="2902" y="1600"/>
                <a:ext cx="126" cy="114"/>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None/>
                </a:pPr>
                <a:endParaRPr lang="zh-CN" altLang="en-US"/>
              </a:p>
            </p:txBody>
          </p:sp>
          <p:sp>
            <p:nvSpPr>
              <p:cNvPr id="90260" name="Line 148"/>
              <p:cNvSpPr>
                <a:spLocks noChangeShapeType="1"/>
              </p:cNvSpPr>
              <p:nvPr/>
            </p:nvSpPr>
            <p:spPr bwMode="auto">
              <a:xfrm>
                <a:off x="2950" y="1520"/>
                <a:ext cx="72" cy="82"/>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None/>
                </a:pPr>
                <a:endParaRPr lang="zh-CN" altLang="en-US"/>
              </a:p>
            </p:txBody>
          </p:sp>
          <p:sp>
            <p:nvSpPr>
              <p:cNvPr id="90261" name="Line 149"/>
              <p:cNvSpPr>
                <a:spLocks noChangeShapeType="1"/>
              </p:cNvSpPr>
              <p:nvPr/>
            </p:nvSpPr>
            <p:spPr bwMode="auto">
              <a:xfrm>
                <a:off x="2894" y="1578"/>
                <a:ext cx="206" cy="226"/>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None/>
                </a:pPr>
                <a:endParaRPr lang="zh-CN" altLang="en-US"/>
              </a:p>
            </p:txBody>
          </p:sp>
        </p:grpSp>
        <p:sp>
          <p:nvSpPr>
            <p:cNvPr id="90262" name="Line 150"/>
            <p:cNvSpPr>
              <a:spLocks noChangeShapeType="1"/>
            </p:cNvSpPr>
            <p:nvPr/>
          </p:nvSpPr>
          <p:spPr bwMode="auto">
            <a:xfrm flipH="1">
              <a:off x="3558" y="2792"/>
              <a:ext cx="2005" cy="0"/>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None/>
              </a:pPr>
              <a:endParaRPr lang="zh-CN" altLang="en-US"/>
            </a:p>
          </p:txBody>
        </p:sp>
        <p:grpSp>
          <p:nvGrpSpPr>
            <p:cNvPr id="90263" name="Group 151"/>
            <p:cNvGrpSpPr/>
            <p:nvPr/>
          </p:nvGrpSpPr>
          <p:grpSpPr bwMode="auto">
            <a:xfrm flipH="1" flipV="1">
              <a:off x="3656" y="2794"/>
              <a:ext cx="229" cy="236"/>
              <a:chOff x="2788" y="1482"/>
              <a:chExt cx="312" cy="322"/>
            </a:xfrm>
          </p:grpSpPr>
          <p:sp>
            <p:nvSpPr>
              <p:cNvPr id="90264" name="Line 152"/>
              <p:cNvSpPr>
                <a:spLocks noChangeShapeType="1"/>
              </p:cNvSpPr>
              <p:nvPr/>
            </p:nvSpPr>
            <p:spPr bwMode="auto">
              <a:xfrm flipV="1">
                <a:off x="2788" y="1482"/>
                <a:ext cx="204" cy="192"/>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None/>
                </a:pPr>
                <a:endParaRPr lang="zh-CN" altLang="en-US"/>
              </a:p>
            </p:txBody>
          </p:sp>
          <p:sp>
            <p:nvSpPr>
              <p:cNvPr id="90265" name="Line 153"/>
              <p:cNvSpPr>
                <a:spLocks noChangeShapeType="1"/>
              </p:cNvSpPr>
              <p:nvPr/>
            </p:nvSpPr>
            <p:spPr bwMode="auto">
              <a:xfrm>
                <a:off x="2834" y="1628"/>
                <a:ext cx="72" cy="82"/>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None/>
                </a:pPr>
                <a:endParaRPr lang="zh-CN" altLang="en-US"/>
              </a:p>
            </p:txBody>
          </p:sp>
          <p:sp>
            <p:nvSpPr>
              <p:cNvPr id="90266" name="Line 154"/>
              <p:cNvSpPr>
                <a:spLocks noChangeShapeType="1"/>
              </p:cNvSpPr>
              <p:nvPr/>
            </p:nvSpPr>
            <p:spPr bwMode="auto">
              <a:xfrm flipV="1">
                <a:off x="2902" y="1600"/>
                <a:ext cx="126" cy="114"/>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None/>
                </a:pPr>
                <a:endParaRPr lang="zh-CN" altLang="en-US"/>
              </a:p>
            </p:txBody>
          </p:sp>
          <p:sp>
            <p:nvSpPr>
              <p:cNvPr id="90267" name="Line 155"/>
              <p:cNvSpPr>
                <a:spLocks noChangeShapeType="1"/>
              </p:cNvSpPr>
              <p:nvPr/>
            </p:nvSpPr>
            <p:spPr bwMode="auto">
              <a:xfrm>
                <a:off x="2950" y="1520"/>
                <a:ext cx="72" cy="82"/>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None/>
                </a:pPr>
                <a:endParaRPr lang="zh-CN" altLang="en-US"/>
              </a:p>
            </p:txBody>
          </p:sp>
          <p:sp>
            <p:nvSpPr>
              <p:cNvPr id="90268" name="Line 156"/>
              <p:cNvSpPr>
                <a:spLocks noChangeShapeType="1"/>
              </p:cNvSpPr>
              <p:nvPr/>
            </p:nvSpPr>
            <p:spPr bwMode="auto">
              <a:xfrm>
                <a:off x="2894" y="1578"/>
                <a:ext cx="206" cy="226"/>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None/>
                </a:pPr>
                <a:endParaRPr lang="zh-CN" altLang="en-US"/>
              </a:p>
            </p:txBody>
          </p:sp>
        </p:grpSp>
        <p:sp>
          <p:nvSpPr>
            <p:cNvPr id="90269" name="Line 157"/>
            <p:cNvSpPr>
              <a:spLocks noChangeShapeType="1"/>
            </p:cNvSpPr>
            <p:nvPr/>
          </p:nvSpPr>
          <p:spPr bwMode="auto">
            <a:xfrm>
              <a:off x="3657" y="2794"/>
              <a:ext cx="0" cy="434"/>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None/>
              </a:pPr>
              <a:endParaRPr lang="zh-CN" altLang="en-US"/>
            </a:p>
          </p:txBody>
        </p:sp>
        <p:sp>
          <p:nvSpPr>
            <p:cNvPr id="90270" name="Line 158"/>
            <p:cNvSpPr>
              <a:spLocks noChangeShapeType="1"/>
            </p:cNvSpPr>
            <p:nvPr/>
          </p:nvSpPr>
          <p:spPr bwMode="auto">
            <a:xfrm>
              <a:off x="5476" y="2793"/>
              <a:ext cx="0" cy="434"/>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None/>
              </a:pPr>
              <a:endParaRPr lang="zh-CN" altLang="en-US"/>
            </a:p>
          </p:txBody>
        </p:sp>
        <p:sp>
          <p:nvSpPr>
            <p:cNvPr id="90271" name="Line 159"/>
            <p:cNvSpPr>
              <a:spLocks noChangeShapeType="1"/>
            </p:cNvSpPr>
            <p:nvPr/>
          </p:nvSpPr>
          <p:spPr bwMode="auto">
            <a:xfrm>
              <a:off x="3672" y="3191"/>
              <a:ext cx="1787" cy="0"/>
            </a:xfrm>
            <a:prstGeom prst="line">
              <a:avLst/>
            </a:prstGeom>
            <a:noFill/>
            <a:ln w="9525">
              <a:solidFill>
                <a:schemeClr val="tx1"/>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None/>
              </a:pPr>
              <a:endParaRPr lang="zh-CN" altLang="en-US"/>
            </a:p>
          </p:txBody>
        </p:sp>
        <p:sp>
          <p:nvSpPr>
            <p:cNvPr id="90272" name="Text Box 160"/>
            <p:cNvSpPr txBox="1">
              <a:spLocks noChangeArrowheads="1"/>
            </p:cNvSpPr>
            <p:nvPr/>
          </p:nvSpPr>
          <p:spPr bwMode="auto">
            <a:xfrm>
              <a:off x="4489" y="2986"/>
              <a:ext cx="196" cy="2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buNone/>
              </a:pPr>
              <a:r>
                <a:rPr lang="en-US" altLang="zh-CN" sz="1600" i="1"/>
                <a:t>l</a:t>
              </a:r>
              <a:r>
                <a:rPr lang="en-US" altLang="zh-CN" sz="1600" baseline="-25000"/>
                <a:t>2</a:t>
              </a:r>
              <a:endParaRPr lang="en-US" altLang="zh-CN" sz="1600" baseline="-25000"/>
            </a:p>
          </p:txBody>
        </p:sp>
        <p:grpSp>
          <p:nvGrpSpPr>
            <p:cNvPr id="90273" name="Group 161"/>
            <p:cNvGrpSpPr/>
            <p:nvPr/>
          </p:nvGrpSpPr>
          <p:grpSpPr bwMode="auto">
            <a:xfrm>
              <a:off x="5244" y="2552"/>
              <a:ext cx="229" cy="236"/>
              <a:chOff x="2788" y="1482"/>
              <a:chExt cx="312" cy="322"/>
            </a:xfrm>
          </p:grpSpPr>
          <p:sp>
            <p:nvSpPr>
              <p:cNvPr id="90274" name="Line 162"/>
              <p:cNvSpPr>
                <a:spLocks noChangeShapeType="1"/>
              </p:cNvSpPr>
              <p:nvPr/>
            </p:nvSpPr>
            <p:spPr bwMode="auto">
              <a:xfrm flipV="1">
                <a:off x="2788" y="1482"/>
                <a:ext cx="204" cy="192"/>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None/>
                </a:pPr>
                <a:endParaRPr lang="zh-CN" altLang="en-US"/>
              </a:p>
            </p:txBody>
          </p:sp>
          <p:sp>
            <p:nvSpPr>
              <p:cNvPr id="90275" name="Line 163"/>
              <p:cNvSpPr>
                <a:spLocks noChangeShapeType="1"/>
              </p:cNvSpPr>
              <p:nvPr/>
            </p:nvSpPr>
            <p:spPr bwMode="auto">
              <a:xfrm>
                <a:off x="2834" y="1628"/>
                <a:ext cx="72" cy="82"/>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None/>
                </a:pPr>
                <a:endParaRPr lang="zh-CN" altLang="en-US"/>
              </a:p>
            </p:txBody>
          </p:sp>
          <p:sp>
            <p:nvSpPr>
              <p:cNvPr id="90276" name="Line 164"/>
              <p:cNvSpPr>
                <a:spLocks noChangeShapeType="1"/>
              </p:cNvSpPr>
              <p:nvPr/>
            </p:nvSpPr>
            <p:spPr bwMode="auto">
              <a:xfrm flipV="1">
                <a:off x="2902" y="1600"/>
                <a:ext cx="126" cy="114"/>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None/>
                </a:pPr>
                <a:endParaRPr lang="zh-CN" altLang="en-US"/>
              </a:p>
            </p:txBody>
          </p:sp>
          <p:sp>
            <p:nvSpPr>
              <p:cNvPr id="90277" name="Line 165"/>
              <p:cNvSpPr>
                <a:spLocks noChangeShapeType="1"/>
              </p:cNvSpPr>
              <p:nvPr/>
            </p:nvSpPr>
            <p:spPr bwMode="auto">
              <a:xfrm>
                <a:off x="2950" y="1520"/>
                <a:ext cx="72" cy="82"/>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None/>
                </a:pPr>
                <a:endParaRPr lang="zh-CN" altLang="en-US"/>
              </a:p>
            </p:txBody>
          </p:sp>
          <p:sp>
            <p:nvSpPr>
              <p:cNvPr id="90278" name="Line 166"/>
              <p:cNvSpPr>
                <a:spLocks noChangeShapeType="1"/>
              </p:cNvSpPr>
              <p:nvPr/>
            </p:nvSpPr>
            <p:spPr bwMode="auto">
              <a:xfrm>
                <a:off x="2894" y="1578"/>
                <a:ext cx="206" cy="226"/>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None/>
                </a:pPr>
                <a:endParaRPr lang="zh-CN" altLang="en-US"/>
              </a:p>
            </p:txBody>
          </p:sp>
        </p:grpSp>
        <p:grpSp>
          <p:nvGrpSpPr>
            <p:cNvPr id="90279" name="Group 167"/>
            <p:cNvGrpSpPr/>
            <p:nvPr/>
          </p:nvGrpSpPr>
          <p:grpSpPr bwMode="auto">
            <a:xfrm flipV="1">
              <a:off x="5244" y="2794"/>
              <a:ext cx="229" cy="236"/>
              <a:chOff x="2788" y="1482"/>
              <a:chExt cx="312" cy="322"/>
            </a:xfrm>
          </p:grpSpPr>
          <p:sp>
            <p:nvSpPr>
              <p:cNvPr id="90280" name="Line 168"/>
              <p:cNvSpPr>
                <a:spLocks noChangeShapeType="1"/>
              </p:cNvSpPr>
              <p:nvPr/>
            </p:nvSpPr>
            <p:spPr bwMode="auto">
              <a:xfrm flipV="1">
                <a:off x="2788" y="1482"/>
                <a:ext cx="204" cy="192"/>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None/>
                </a:pPr>
                <a:endParaRPr lang="zh-CN" altLang="en-US"/>
              </a:p>
            </p:txBody>
          </p:sp>
          <p:sp>
            <p:nvSpPr>
              <p:cNvPr id="90281" name="Line 169"/>
              <p:cNvSpPr>
                <a:spLocks noChangeShapeType="1"/>
              </p:cNvSpPr>
              <p:nvPr/>
            </p:nvSpPr>
            <p:spPr bwMode="auto">
              <a:xfrm>
                <a:off x="2834" y="1628"/>
                <a:ext cx="72" cy="82"/>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None/>
                </a:pPr>
                <a:endParaRPr lang="zh-CN" altLang="en-US"/>
              </a:p>
            </p:txBody>
          </p:sp>
          <p:sp>
            <p:nvSpPr>
              <p:cNvPr id="90282" name="Line 170"/>
              <p:cNvSpPr>
                <a:spLocks noChangeShapeType="1"/>
              </p:cNvSpPr>
              <p:nvPr/>
            </p:nvSpPr>
            <p:spPr bwMode="auto">
              <a:xfrm flipV="1">
                <a:off x="2902" y="1600"/>
                <a:ext cx="126" cy="114"/>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None/>
                </a:pPr>
                <a:endParaRPr lang="zh-CN" altLang="en-US"/>
              </a:p>
            </p:txBody>
          </p:sp>
          <p:sp>
            <p:nvSpPr>
              <p:cNvPr id="90283" name="Line 171"/>
              <p:cNvSpPr>
                <a:spLocks noChangeShapeType="1"/>
              </p:cNvSpPr>
              <p:nvPr/>
            </p:nvSpPr>
            <p:spPr bwMode="auto">
              <a:xfrm>
                <a:off x="2950" y="1520"/>
                <a:ext cx="72" cy="82"/>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None/>
                </a:pPr>
                <a:endParaRPr lang="zh-CN" altLang="en-US"/>
              </a:p>
            </p:txBody>
          </p:sp>
          <p:sp>
            <p:nvSpPr>
              <p:cNvPr id="90284" name="Line 172"/>
              <p:cNvSpPr>
                <a:spLocks noChangeShapeType="1"/>
              </p:cNvSpPr>
              <p:nvPr/>
            </p:nvSpPr>
            <p:spPr bwMode="auto">
              <a:xfrm>
                <a:off x="2894" y="1578"/>
                <a:ext cx="206" cy="226"/>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None/>
                </a:pPr>
                <a:endParaRPr lang="zh-CN" altLang="en-US"/>
              </a:p>
            </p:txBody>
          </p:sp>
        </p:grpSp>
        <p:sp>
          <p:nvSpPr>
            <p:cNvPr id="90285" name="Rectangle 173"/>
            <p:cNvSpPr>
              <a:spLocks noChangeArrowheads="1"/>
            </p:cNvSpPr>
            <p:nvPr/>
          </p:nvSpPr>
          <p:spPr bwMode="auto">
            <a:xfrm>
              <a:off x="4494" y="2566"/>
              <a:ext cx="165" cy="442"/>
            </a:xfrm>
            <a:prstGeom prst="rect">
              <a:avLst/>
            </a:prstGeom>
            <a:solidFill>
              <a:schemeClr val="bg1"/>
            </a:solidFill>
            <a:ln w="19050">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None/>
              </a:pPr>
              <a:endParaRPr lang="zh-CN" altLang="en-US"/>
            </a:p>
          </p:txBody>
        </p:sp>
        <p:sp>
          <p:nvSpPr>
            <p:cNvPr id="90286" name="Text Box 174"/>
            <p:cNvSpPr txBox="1">
              <a:spLocks noChangeArrowheads="1"/>
            </p:cNvSpPr>
            <p:nvPr/>
          </p:nvSpPr>
          <p:spPr bwMode="auto">
            <a:xfrm>
              <a:off x="4470" y="2733"/>
              <a:ext cx="386"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nSpc>
                  <a:spcPct val="50000"/>
                </a:lnSpc>
                <a:buNone/>
              </a:pPr>
              <a:r>
                <a:rPr lang="en-US" altLang="zh-CN" sz="1200" b="1">
                  <a:cs typeface="Times New Roman" panose="02020603050405020304" pitchFamily="18" charset="0"/>
                </a:rPr>
                <a:t>×</a:t>
              </a:r>
              <a:r>
                <a:rPr lang="en-US" altLang="zh-CN" sz="1600" i="1">
                  <a:cs typeface="Times New Roman" panose="02020603050405020304" pitchFamily="18" charset="0"/>
                </a:rPr>
                <a:t>  </a:t>
              </a:r>
              <a:endParaRPr lang="en-US" altLang="zh-CN" sz="1600" i="1">
                <a:cs typeface="Times New Roman" panose="02020603050405020304" pitchFamily="18" charset="0"/>
              </a:endParaRPr>
            </a:p>
            <a:p>
              <a:pPr>
                <a:lnSpc>
                  <a:spcPct val="50000"/>
                </a:lnSpc>
                <a:buNone/>
              </a:pPr>
              <a:r>
                <a:rPr lang="en-US" altLang="zh-CN" sz="1600" i="1">
                  <a:cs typeface="Times New Roman" panose="02020603050405020304" pitchFamily="18" charset="0"/>
                </a:rPr>
                <a:t>      B</a:t>
              </a:r>
              <a:endParaRPr lang="en-US" altLang="zh-CN" sz="1600" baseline="-25000">
                <a:cs typeface="Times New Roman" panose="02020603050405020304" pitchFamily="18" charset="0"/>
              </a:endParaRPr>
            </a:p>
          </p:txBody>
        </p:sp>
        <p:sp>
          <p:nvSpPr>
            <p:cNvPr id="90287" name="Line 175"/>
            <p:cNvSpPr>
              <a:spLocks noChangeShapeType="1"/>
            </p:cNvSpPr>
            <p:nvPr/>
          </p:nvSpPr>
          <p:spPr bwMode="auto">
            <a:xfrm>
              <a:off x="4578" y="2305"/>
              <a:ext cx="0" cy="255"/>
            </a:xfrm>
            <a:prstGeom prst="line">
              <a:avLst/>
            </a:prstGeom>
            <a:noFill/>
            <a:ln w="9525">
              <a:solidFill>
                <a:srgbClr val="FF0000"/>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None/>
              </a:pPr>
              <a:endParaRPr lang="zh-CN" altLang="en-US"/>
            </a:p>
          </p:txBody>
        </p:sp>
      </p:grpSp>
      <p:sp>
        <p:nvSpPr>
          <p:cNvPr id="153" name="直接连接符 6"/>
          <p:cNvSpPr>
            <a:spLocks noChangeShapeType="1"/>
          </p:cNvSpPr>
          <p:nvPr/>
        </p:nvSpPr>
        <p:spPr bwMode="auto">
          <a:xfrm>
            <a:off x="-69574" y="675502"/>
            <a:ext cx="9144000" cy="0"/>
          </a:xfrm>
          <a:prstGeom prst="line">
            <a:avLst/>
          </a:prstGeom>
          <a:noFill/>
          <a:ln w="28575">
            <a:solidFill>
              <a:srgbClr val="CC3300"/>
            </a:solidFill>
            <a:miter lim="800000"/>
          </a:ln>
          <a:extLst>
            <a:ext uri="{909E8E84-426E-40DD-AFC4-6F175D3DCCD1}">
              <a14:hiddenFill xmlns:a14="http://schemas.microsoft.com/office/drawing/2010/main">
                <a:noFill/>
              </a14:hiddenFill>
            </a:ext>
          </a:extLst>
        </p:spPr>
        <p:txBody>
          <a:bodyPr/>
          <a:lstStyle/>
          <a:p>
            <a:endParaRPr lang="zh-CN" altLang="en-US" dirty="0"/>
          </a:p>
        </p:txBody>
      </p:sp>
      <p:sp>
        <p:nvSpPr>
          <p:cNvPr id="8206" name="Rectangle 67"/>
          <p:cNvSpPr>
            <a:spLocks noChangeArrowheads="1"/>
          </p:cNvSpPr>
          <p:nvPr/>
        </p:nvSpPr>
        <p:spPr bwMode="auto">
          <a:xfrm>
            <a:off x="3162300" y="10637"/>
            <a:ext cx="4945380" cy="5530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kumimoji="1" sz="2000">
                <a:solidFill>
                  <a:srgbClr val="000099"/>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rgbClr val="000099"/>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rgbClr val="000099"/>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rgbClr val="000099"/>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lnSpc>
                <a:spcPct val="100000"/>
              </a:lnSpc>
              <a:buFontTx/>
              <a:buNone/>
            </a:pPr>
            <a:r>
              <a:rPr lang="en-US" altLang="zh-CN" sz="3000" dirty="0" smtClean="0">
                <a:solidFill>
                  <a:srgbClr val="CC3300"/>
                </a:solidFill>
                <a:latin typeface="黑体" panose="02010609060101010101" pitchFamily="49" charset="-122"/>
                <a:ea typeface="黑体" panose="02010609060101010101" pitchFamily="49" charset="-122"/>
              </a:rPr>
              <a:t>3.6-6  </a:t>
            </a:r>
            <a:r>
              <a:rPr lang="zh-CN" altLang="en-US" sz="3000" dirty="0">
                <a:solidFill>
                  <a:srgbClr val="CC3300"/>
                </a:solidFill>
                <a:latin typeface="黑体" panose="02010609060101010101" pitchFamily="49" charset="-122"/>
                <a:ea typeface="黑体" panose="02010609060101010101" pitchFamily="49" charset="-122"/>
              </a:rPr>
              <a:t>滚动轴承装置的设计</a:t>
            </a:r>
            <a:endParaRPr lang="zh-CN" altLang="en-US" sz="3000" dirty="0">
              <a:solidFill>
                <a:srgbClr val="CC3300"/>
              </a:solidFill>
              <a:latin typeface="黑体" panose="02010609060101010101" pitchFamily="49" charset="-122"/>
              <a:ea typeface="黑体" panose="02010609060101010101" pitchFamily="49" charset="-122"/>
            </a:endParaRPr>
          </a:p>
        </p:txBody>
      </p:sp>
    </p:spTree>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90114"/>
                                        </p:tgtEl>
                                        <p:attrNameLst>
                                          <p:attrName>style.visibility</p:attrName>
                                        </p:attrNameLst>
                                      </p:cBhvr>
                                      <p:to>
                                        <p:strVal val="visible"/>
                                      </p:to>
                                    </p:set>
                                    <p:animEffect transition="in" filter="wipe(left)">
                                      <p:cBhvr>
                                        <p:cTn id="7" dur="500"/>
                                        <p:tgtEl>
                                          <p:spTgt spid="9011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90288"/>
                                        </p:tgtEl>
                                        <p:attrNameLst>
                                          <p:attrName>style.visibility</p:attrName>
                                        </p:attrNameLst>
                                      </p:cBhvr>
                                      <p:to>
                                        <p:strVal val="visible"/>
                                      </p:to>
                                    </p:set>
                                    <p:animEffect transition="in" filter="wipe(left)">
                                      <p:cBhvr>
                                        <p:cTn id="12" dur="500"/>
                                        <p:tgtEl>
                                          <p:spTgt spid="90288"/>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90289"/>
                                        </p:tgtEl>
                                        <p:attrNameLst>
                                          <p:attrName>style.visibility</p:attrName>
                                        </p:attrNameLst>
                                      </p:cBhvr>
                                      <p:to>
                                        <p:strVal val="visible"/>
                                      </p:to>
                                    </p:set>
                                    <p:animEffect transition="in" filter="wipe(left)">
                                      <p:cBhvr>
                                        <p:cTn id="17" dur="500"/>
                                        <p:tgtEl>
                                          <p:spTgt spid="90289"/>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90115"/>
                                        </p:tgtEl>
                                        <p:attrNameLst>
                                          <p:attrName>style.visibility</p:attrName>
                                        </p:attrNameLst>
                                      </p:cBhvr>
                                      <p:to>
                                        <p:strVal val="visible"/>
                                      </p:to>
                                    </p:set>
                                    <p:animEffect transition="in" filter="wipe(left)">
                                      <p:cBhvr>
                                        <p:cTn id="22" dur="500"/>
                                        <p:tgtEl>
                                          <p:spTgt spid="90115"/>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90116"/>
                                        </p:tgtEl>
                                        <p:attrNameLst>
                                          <p:attrName>style.visibility</p:attrName>
                                        </p:attrNameLst>
                                      </p:cBhvr>
                                      <p:to>
                                        <p:strVal val="visible"/>
                                      </p:to>
                                    </p:set>
                                    <p:animEffect transition="in" filter="wipe(left)">
                                      <p:cBhvr>
                                        <p:cTn id="27" dur="500"/>
                                        <p:tgtEl>
                                          <p:spTgt spid="90116"/>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90121"/>
                                        </p:tgtEl>
                                        <p:attrNameLst>
                                          <p:attrName>style.visibility</p:attrName>
                                        </p:attrNameLst>
                                      </p:cBhvr>
                                      <p:to>
                                        <p:strVal val="visible"/>
                                      </p:to>
                                    </p:set>
                                    <p:animEffect transition="in" filter="wipe(left)">
                                      <p:cBhvr>
                                        <p:cTn id="32" dur="500"/>
                                        <p:tgtEl>
                                          <p:spTgt spid="90121"/>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90124"/>
                                        </p:tgtEl>
                                        <p:attrNameLst>
                                          <p:attrName>style.visibility</p:attrName>
                                        </p:attrNameLst>
                                      </p:cBhvr>
                                      <p:to>
                                        <p:strVal val="visible"/>
                                      </p:to>
                                    </p:set>
                                    <p:animEffect transition="in" filter="wipe(left)">
                                      <p:cBhvr>
                                        <p:cTn id="37" dur="500"/>
                                        <p:tgtEl>
                                          <p:spTgt spid="901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0114" grpId="0" autoUpdateAnimBg="0"/>
      <p:bldP spid="90115" grpId="0" autoUpdateAnimBg="0"/>
      <p:bldP spid="90124" grpId="0" bldLvl="0" animBg="1" autoUpdateAnimBg="0"/>
    </p:bldLst>
  </p:timing>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Text Box 2"/>
          <p:cNvSpPr txBox="1">
            <a:spLocks noChangeArrowheads="1"/>
          </p:cNvSpPr>
          <p:nvPr/>
        </p:nvSpPr>
        <p:spPr bwMode="auto">
          <a:xfrm>
            <a:off x="366752" y="2322171"/>
            <a:ext cx="5262979" cy="4640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buNone/>
            </a:pPr>
            <a:r>
              <a:rPr lang="zh-CN" altLang="en-US" sz="2200" b="1" dirty="0">
                <a:latin typeface="华文中宋" panose="02010600040101010101" pitchFamily="2" charset="-122"/>
              </a:rPr>
              <a:t>５、机架上安装轴承处加筋或增加厚度。</a:t>
            </a:r>
            <a:endParaRPr lang="zh-CN" altLang="en-US" sz="2200" b="1" dirty="0">
              <a:latin typeface="华文中宋" panose="02010600040101010101" pitchFamily="2" charset="-122"/>
            </a:endParaRPr>
          </a:p>
        </p:txBody>
      </p:sp>
      <p:sp>
        <p:nvSpPr>
          <p:cNvPr id="91139" name="Text Box 3"/>
          <p:cNvSpPr txBox="1">
            <a:spLocks noChangeArrowheads="1"/>
          </p:cNvSpPr>
          <p:nvPr/>
        </p:nvSpPr>
        <p:spPr bwMode="auto">
          <a:xfrm>
            <a:off x="337931" y="1219683"/>
            <a:ext cx="8638416" cy="9029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485775" indent="-485775">
              <a:defRPr kumimoji="1" sz="2400">
                <a:solidFill>
                  <a:schemeClr val="tx1"/>
                </a:solidFill>
                <a:latin typeface="Times New Roman" panose="02020603050405020304" pitchFamily="18" charset="0"/>
                <a:ea typeface="宋体" panose="02010600030101010101" pitchFamily="2" charset="-122"/>
              </a:defRPr>
            </a:lvl1pPr>
            <a:lvl2pPr marL="676275">
              <a:defRPr kumimoji="1" sz="2400">
                <a:solidFill>
                  <a:schemeClr val="tx1"/>
                </a:solidFill>
                <a:latin typeface="Times New Roman" panose="02020603050405020304" pitchFamily="18" charset="0"/>
                <a:ea typeface="宋体" panose="02010600030101010101" pitchFamily="2" charset="-122"/>
              </a:defRPr>
            </a:lvl2pPr>
            <a:lvl3pPr>
              <a:defRPr kumimoji="1" sz="2400">
                <a:solidFill>
                  <a:schemeClr val="tx1"/>
                </a:solidFill>
                <a:latin typeface="Times New Roman" panose="02020603050405020304" pitchFamily="18" charset="0"/>
                <a:ea typeface="宋体" panose="02010600030101010101" pitchFamily="2" charset="-122"/>
              </a:defRPr>
            </a:lvl3pPr>
            <a:lvl4pPr>
              <a:defRPr kumimoji="1" sz="2400">
                <a:solidFill>
                  <a:schemeClr val="tx1"/>
                </a:solidFill>
                <a:latin typeface="Times New Roman" panose="02020603050405020304" pitchFamily="18" charset="0"/>
                <a:ea typeface="宋体" panose="02010600030101010101" pitchFamily="2" charset="-122"/>
              </a:defRPr>
            </a:lvl4pPr>
            <a:lvl5pPr>
              <a:defRPr kumimoji="1" sz="2400">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indent="0">
              <a:lnSpc>
                <a:spcPct val="120000"/>
              </a:lnSpc>
              <a:buNone/>
            </a:pPr>
            <a:r>
              <a:rPr lang="zh-CN" altLang="en-US" sz="2200" b="1" dirty="0">
                <a:latin typeface="华文中宋" panose="02010600040101010101" pitchFamily="2" charset="-122"/>
                <a:ea typeface="华文中宋" panose="02010600040101010101" pitchFamily="2" charset="-122"/>
              </a:rPr>
              <a:t>４、</a:t>
            </a:r>
            <a:r>
              <a:rPr lang="zh-CN" altLang="en-US" sz="2200" b="1" dirty="0">
                <a:solidFill>
                  <a:srgbClr val="000099"/>
                </a:solidFill>
                <a:latin typeface="华文中宋" panose="02010600040101010101" pitchFamily="2" charset="-122"/>
                <a:ea typeface="华文中宋" panose="02010600040101010101" pitchFamily="2" charset="-122"/>
              </a:rPr>
              <a:t>一根轴上，两个轴承尽量取同一型号</a:t>
            </a:r>
            <a:r>
              <a:rPr lang="zh-CN" altLang="en-US" sz="2200" b="1" dirty="0">
                <a:latin typeface="华文中宋" panose="02010600040101010101" pitchFamily="2" charset="-122"/>
                <a:ea typeface="华文中宋" panose="02010600040101010101" pitchFamily="2" charset="-122"/>
              </a:rPr>
              <a:t> 。 若型号不同，则在小外径轴承外加一套圈，保证相同孔径，以便一次镗出，保证同心度。</a:t>
            </a:r>
            <a:endParaRPr lang="zh-CN" altLang="en-US" sz="2200" b="1" dirty="0">
              <a:latin typeface="华文中宋" panose="02010600040101010101" pitchFamily="2" charset="-122"/>
              <a:ea typeface="华文中宋" panose="02010600040101010101" pitchFamily="2" charset="-122"/>
            </a:endParaRPr>
          </a:p>
        </p:txBody>
      </p:sp>
      <p:sp>
        <p:nvSpPr>
          <p:cNvPr id="7" name="直接连接符 6"/>
          <p:cNvSpPr>
            <a:spLocks noChangeShapeType="1"/>
          </p:cNvSpPr>
          <p:nvPr/>
        </p:nvSpPr>
        <p:spPr bwMode="auto">
          <a:xfrm>
            <a:off x="0" y="765175"/>
            <a:ext cx="9144000" cy="0"/>
          </a:xfrm>
          <a:prstGeom prst="line">
            <a:avLst/>
          </a:prstGeom>
          <a:noFill/>
          <a:ln w="28575">
            <a:solidFill>
              <a:srgbClr val="CC3300"/>
            </a:solidFill>
            <a:miter lim="800000"/>
          </a:ln>
          <a:extLst>
            <a:ext uri="{909E8E84-426E-40DD-AFC4-6F175D3DCCD1}">
              <a14:hiddenFill xmlns:a14="http://schemas.microsoft.com/office/drawing/2010/main">
                <a:noFill/>
              </a14:hiddenFill>
            </a:ext>
          </a:extLst>
        </p:spPr>
        <p:txBody>
          <a:bodyPr/>
          <a:lstStyle/>
          <a:p>
            <a:endParaRPr lang="zh-CN" altLang="en-US" dirty="0"/>
          </a:p>
        </p:txBody>
      </p:sp>
      <p:sp>
        <p:nvSpPr>
          <p:cNvPr id="8206" name="Rectangle 67"/>
          <p:cNvSpPr>
            <a:spLocks noChangeArrowheads="1"/>
          </p:cNvSpPr>
          <p:nvPr/>
        </p:nvSpPr>
        <p:spPr bwMode="auto">
          <a:xfrm>
            <a:off x="3162300" y="10637"/>
            <a:ext cx="4945380" cy="5530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kumimoji="1" sz="2000">
                <a:solidFill>
                  <a:srgbClr val="000099"/>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rgbClr val="000099"/>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rgbClr val="000099"/>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rgbClr val="000099"/>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lnSpc>
                <a:spcPct val="100000"/>
              </a:lnSpc>
              <a:buFontTx/>
              <a:buNone/>
            </a:pPr>
            <a:r>
              <a:rPr lang="en-US" altLang="zh-CN" sz="3000" dirty="0" smtClean="0">
                <a:solidFill>
                  <a:srgbClr val="CC3300"/>
                </a:solidFill>
                <a:latin typeface="黑体" panose="02010609060101010101" pitchFamily="49" charset="-122"/>
                <a:ea typeface="黑体" panose="02010609060101010101" pitchFamily="49" charset="-122"/>
              </a:rPr>
              <a:t>3.6-6  </a:t>
            </a:r>
            <a:r>
              <a:rPr lang="zh-CN" altLang="en-US" sz="3000" dirty="0">
                <a:solidFill>
                  <a:srgbClr val="CC3300"/>
                </a:solidFill>
                <a:latin typeface="黑体" panose="02010609060101010101" pitchFamily="49" charset="-122"/>
                <a:ea typeface="黑体" panose="02010609060101010101" pitchFamily="49" charset="-122"/>
              </a:rPr>
              <a:t>滚动轴承装置的设计</a:t>
            </a:r>
            <a:endParaRPr lang="zh-CN" altLang="en-US" sz="3000" dirty="0">
              <a:solidFill>
                <a:srgbClr val="CC3300"/>
              </a:solidFill>
              <a:latin typeface="黑体" panose="02010609060101010101" pitchFamily="49" charset="-122"/>
              <a:ea typeface="黑体" panose="02010609060101010101" pitchFamily="49" charset="-122"/>
            </a:endParaRPr>
          </a:p>
        </p:txBody>
      </p:sp>
    </p:spTree>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91139"/>
                                        </p:tgtEl>
                                        <p:attrNameLst>
                                          <p:attrName>style.visibility</p:attrName>
                                        </p:attrNameLst>
                                      </p:cBhvr>
                                      <p:to>
                                        <p:strVal val="visible"/>
                                      </p:to>
                                    </p:set>
                                    <p:animEffect transition="in" filter="wipe(left)">
                                      <p:cBhvr>
                                        <p:cTn id="7" dur="500"/>
                                        <p:tgtEl>
                                          <p:spTgt spid="91139"/>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91138"/>
                                        </p:tgtEl>
                                        <p:attrNameLst>
                                          <p:attrName>style.visibility</p:attrName>
                                        </p:attrNameLst>
                                      </p:cBhvr>
                                      <p:to>
                                        <p:strVal val="visible"/>
                                      </p:to>
                                    </p:set>
                                    <p:animEffect transition="in" filter="wipe(left)">
                                      <p:cBhvr>
                                        <p:cTn id="12" dur="500"/>
                                        <p:tgtEl>
                                          <p:spTgt spid="911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1138" grpId="0" bldLvl="0" animBg="1" autoUpdateAnimBg="0"/>
      <p:bldP spid="91139" grpId="0" bldLvl="0" animBg="1" autoUpdateAnimBg="0"/>
    </p:bldLst>
  </p:timing>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
          <p:cNvSpPr>
            <a:spLocks noGrp="1" noChangeArrowheads="1"/>
          </p:cNvSpPr>
          <p:nvPr>
            <p:ph type="title"/>
          </p:nvPr>
        </p:nvSpPr>
        <p:spPr bwMode="auto">
          <a:xfrm>
            <a:off x="6572250" y="723900"/>
            <a:ext cx="1885950" cy="1905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eaLnBrk="1" hangingPunct="1"/>
            <a:r>
              <a:rPr lang="zh-CN" altLang="en-US" sz="800" smtClean="0">
                <a:solidFill>
                  <a:schemeClr val="bg1"/>
                </a:solidFill>
                <a:latin typeface="华文中宋" panose="02010600040101010101" pitchFamily="2" charset="-122"/>
                <a:ea typeface="华文中宋" panose="02010600040101010101" pitchFamily="2" charset="-122"/>
              </a:rPr>
              <a:t>轴承装置的设计</a:t>
            </a:r>
            <a:r>
              <a:rPr lang="en-US" altLang="zh-CN" sz="800" smtClean="0">
                <a:solidFill>
                  <a:schemeClr val="bg1"/>
                </a:solidFill>
                <a:latin typeface="华文中宋" panose="02010600040101010101" pitchFamily="2" charset="-122"/>
                <a:ea typeface="华文中宋" panose="02010600040101010101" pitchFamily="2" charset="-122"/>
              </a:rPr>
              <a:t>4</a:t>
            </a:r>
            <a:endParaRPr lang="en-US" altLang="zh-CN" sz="800" smtClean="0">
              <a:solidFill>
                <a:schemeClr val="bg1"/>
              </a:solidFill>
              <a:latin typeface="华文中宋" panose="02010600040101010101" pitchFamily="2" charset="-122"/>
              <a:ea typeface="华文中宋" panose="02010600040101010101" pitchFamily="2" charset="-122"/>
            </a:endParaRPr>
          </a:p>
        </p:txBody>
      </p:sp>
      <p:sp>
        <p:nvSpPr>
          <p:cNvPr id="52229" name="Text Box 5"/>
          <p:cNvSpPr txBox="1">
            <a:spLocks noChangeArrowheads="1"/>
          </p:cNvSpPr>
          <p:nvPr/>
        </p:nvSpPr>
        <p:spPr bwMode="auto">
          <a:xfrm>
            <a:off x="546652" y="806864"/>
            <a:ext cx="3533775" cy="4298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a:solidFill>
                  <a:srgbClr val="000099"/>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rgbClr val="000099"/>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rgbClr val="000099"/>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rgbClr val="000099"/>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lnSpc>
                <a:spcPct val="100000"/>
              </a:lnSpc>
              <a:buNone/>
            </a:pPr>
            <a:r>
              <a:rPr lang="zh-CN" altLang="en-US" sz="2200" dirty="0" smtClean="0">
                <a:solidFill>
                  <a:srgbClr val="FF0000"/>
                </a:solidFill>
                <a:latin typeface="黑体" panose="02010609060101010101" pitchFamily="49" charset="-122"/>
                <a:ea typeface="黑体" panose="02010609060101010101" pitchFamily="49" charset="-122"/>
              </a:rPr>
              <a:t>六、滚动轴承</a:t>
            </a:r>
            <a:r>
              <a:rPr lang="zh-CN" altLang="en-US" sz="2200" dirty="0">
                <a:solidFill>
                  <a:srgbClr val="FF0000"/>
                </a:solidFill>
                <a:latin typeface="黑体" panose="02010609060101010101" pitchFamily="49" charset="-122"/>
                <a:ea typeface="黑体" panose="02010609060101010101" pitchFamily="49" charset="-122"/>
              </a:rPr>
              <a:t>的预紧</a:t>
            </a:r>
            <a:endParaRPr lang="zh-CN" altLang="en-US" sz="2200" dirty="0">
              <a:solidFill>
                <a:srgbClr val="FF0000"/>
              </a:solidFill>
              <a:latin typeface="黑体" panose="02010609060101010101" pitchFamily="49" charset="-122"/>
              <a:ea typeface="黑体" panose="02010609060101010101" pitchFamily="49" charset="-122"/>
            </a:endParaRPr>
          </a:p>
        </p:txBody>
      </p:sp>
      <p:sp>
        <p:nvSpPr>
          <p:cNvPr id="37895" name="Text Box 31"/>
          <p:cNvSpPr txBox="1">
            <a:spLocks noChangeArrowheads="1"/>
          </p:cNvSpPr>
          <p:nvPr/>
        </p:nvSpPr>
        <p:spPr bwMode="auto">
          <a:xfrm>
            <a:off x="7505700" y="5908675"/>
            <a:ext cx="9271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57150">
                <a:solidFill>
                  <a:srgbClr val="000000"/>
                </a:solidFill>
                <a:miter lim="800000"/>
                <a:headEnd/>
                <a:tailEnd/>
              </a14:hiddenLine>
            </a:ext>
          </a:extLst>
        </p:spPr>
        <p:txBody>
          <a:bodyPr>
            <a:spAutoFit/>
          </a:bodyPr>
          <a:lstStyle>
            <a:lvl1pPr eaLnBrk="0" hangingPunct="0">
              <a:defRPr kumimoji="1" sz="2000">
                <a:solidFill>
                  <a:srgbClr val="000099"/>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rgbClr val="000099"/>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rgbClr val="000099"/>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rgbClr val="000099"/>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9pPr>
          </a:lstStyle>
          <a:p>
            <a:pPr algn="ctr" eaLnBrk="1" hangingPunct="1">
              <a:lnSpc>
                <a:spcPct val="100000"/>
              </a:lnSpc>
              <a:spcBef>
                <a:spcPct val="50000"/>
              </a:spcBef>
              <a:buFontTx/>
              <a:buNone/>
            </a:pPr>
            <a:r>
              <a:rPr lang="en-US" altLang="zh-CN" sz="1800">
                <a:latin typeface="华文中宋" panose="02010600040101010101" pitchFamily="2" charset="-122"/>
              </a:rPr>
              <a:t>  </a:t>
            </a:r>
            <a:endParaRPr lang="en-US" altLang="zh-CN" sz="1800">
              <a:latin typeface="华文中宋" panose="02010600040101010101" pitchFamily="2" charset="-122"/>
            </a:endParaRPr>
          </a:p>
        </p:txBody>
      </p:sp>
      <p:sp>
        <p:nvSpPr>
          <p:cNvPr id="44041" name="Rectangle 1"/>
          <p:cNvSpPr>
            <a:spLocks noChangeArrowheads="1"/>
          </p:cNvSpPr>
          <p:nvPr/>
        </p:nvSpPr>
        <p:spPr bwMode="auto">
          <a:xfrm>
            <a:off x="238539" y="1257300"/>
            <a:ext cx="8788400" cy="827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indent="304800" eaLnBrk="0" hangingPunct="0">
              <a:defRPr kumimoji="1" sz="2000">
                <a:solidFill>
                  <a:srgbClr val="000099"/>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rgbClr val="000099"/>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rgbClr val="000099"/>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rgbClr val="000099"/>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lnSpc>
                <a:spcPct val="125000"/>
              </a:lnSpc>
              <a:buFontTx/>
              <a:buNone/>
            </a:pPr>
            <a:r>
              <a:rPr lang="zh-CN" altLang="en-US" dirty="0"/>
              <a:t>    轴承的预紧是指在安装时用某种方法在轴承中产生并保持一轴向力，以消除轴承中的轴向游隙，并在滚动体和内、外圈接触处产生初变形。</a:t>
            </a:r>
            <a:endParaRPr lang="zh-CN" altLang="en-US" dirty="0"/>
          </a:p>
        </p:txBody>
      </p:sp>
      <p:pic>
        <p:nvPicPr>
          <p:cNvPr id="44043" name="图片 21"/>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607310" y="2836008"/>
            <a:ext cx="5591175" cy="3414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4044" name="矩形 22"/>
          <p:cNvSpPr>
            <a:spLocks noChangeArrowheads="1"/>
          </p:cNvSpPr>
          <p:nvPr/>
        </p:nvSpPr>
        <p:spPr bwMode="auto">
          <a:xfrm>
            <a:off x="3295374" y="6262039"/>
            <a:ext cx="1338263"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000">
                <a:solidFill>
                  <a:srgbClr val="000099"/>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rgbClr val="000099"/>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rgbClr val="000099"/>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rgbClr val="000099"/>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buFontTx/>
              <a:buNone/>
            </a:pPr>
            <a:r>
              <a:rPr lang="zh-CN" altLang="en-US" sz="1800" dirty="0"/>
              <a:t>加金属垫片</a:t>
            </a:r>
            <a:endParaRPr lang="zh-CN" altLang="en-US" sz="1800" dirty="0"/>
          </a:p>
        </p:txBody>
      </p:sp>
      <p:sp>
        <p:nvSpPr>
          <p:cNvPr id="44045" name="矩形 23"/>
          <p:cNvSpPr>
            <a:spLocks noChangeArrowheads="1"/>
          </p:cNvSpPr>
          <p:nvPr/>
        </p:nvSpPr>
        <p:spPr bwMode="auto">
          <a:xfrm>
            <a:off x="6382495" y="6222365"/>
            <a:ext cx="110807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000">
                <a:solidFill>
                  <a:srgbClr val="000099"/>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rgbClr val="000099"/>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rgbClr val="000099"/>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rgbClr val="000099"/>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buFontTx/>
              <a:buNone/>
            </a:pPr>
            <a:r>
              <a:rPr lang="zh-CN" altLang="en-US" sz="1800" dirty="0"/>
              <a:t>磨窄套圈</a:t>
            </a:r>
            <a:endParaRPr lang="zh-CN" altLang="en-US" sz="1800" dirty="0"/>
          </a:p>
        </p:txBody>
      </p:sp>
      <p:sp>
        <p:nvSpPr>
          <p:cNvPr id="37902" name="直接连接符 6"/>
          <p:cNvSpPr>
            <a:spLocks noChangeShapeType="1"/>
          </p:cNvSpPr>
          <p:nvPr/>
        </p:nvSpPr>
        <p:spPr bwMode="auto">
          <a:xfrm>
            <a:off x="0" y="765175"/>
            <a:ext cx="9144000" cy="0"/>
          </a:xfrm>
          <a:prstGeom prst="line">
            <a:avLst/>
          </a:prstGeom>
          <a:noFill/>
          <a:ln w="28575">
            <a:solidFill>
              <a:srgbClr val="CC3300"/>
            </a:solidFill>
            <a:miter lim="800000"/>
          </a:ln>
          <a:extLst>
            <a:ext uri="{909E8E84-426E-40DD-AFC4-6F175D3DCCD1}">
              <a14:hiddenFill xmlns:a14="http://schemas.microsoft.com/office/drawing/2010/main">
                <a:noFill/>
              </a14:hiddenFill>
            </a:ext>
          </a:extLst>
        </p:spPr>
        <p:txBody>
          <a:bodyPr/>
          <a:lstStyle/>
          <a:p>
            <a:endParaRPr lang="zh-CN" altLang="en-US"/>
          </a:p>
        </p:txBody>
      </p:sp>
      <p:sp>
        <p:nvSpPr>
          <p:cNvPr id="2" name="矩形 1"/>
          <p:cNvSpPr/>
          <p:nvPr/>
        </p:nvSpPr>
        <p:spPr>
          <a:xfrm>
            <a:off x="667952" y="2194316"/>
            <a:ext cx="4150495" cy="461665"/>
          </a:xfrm>
          <a:prstGeom prst="rect">
            <a:avLst/>
          </a:prstGeom>
        </p:spPr>
        <p:txBody>
          <a:bodyPr wrap="none">
            <a:spAutoFit/>
          </a:bodyPr>
          <a:lstStyle/>
          <a:p>
            <a:pPr>
              <a:buNone/>
            </a:pPr>
            <a:r>
              <a:rPr lang="zh-CN" altLang="en-US" b="1" dirty="0">
                <a:latin typeface="华文中宋" panose="02010600040101010101" pitchFamily="2" charset="-122"/>
              </a:rPr>
              <a:t>预紧方法：加金属垫片、磨窄套圈</a:t>
            </a:r>
            <a:endParaRPr lang="zh-CN" altLang="en-US" dirty="0"/>
          </a:p>
        </p:txBody>
      </p:sp>
      <p:sp>
        <p:nvSpPr>
          <p:cNvPr id="8206" name="Rectangle 67"/>
          <p:cNvSpPr>
            <a:spLocks noChangeArrowheads="1"/>
          </p:cNvSpPr>
          <p:nvPr/>
        </p:nvSpPr>
        <p:spPr bwMode="auto">
          <a:xfrm>
            <a:off x="3162300" y="10637"/>
            <a:ext cx="4945380" cy="5530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kumimoji="1" sz="2000">
                <a:solidFill>
                  <a:srgbClr val="000099"/>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rgbClr val="000099"/>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rgbClr val="000099"/>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rgbClr val="000099"/>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lnSpc>
                <a:spcPct val="100000"/>
              </a:lnSpc>
              <a:buFontTx/>
              <a:buNone/>
            </a:pPr>
            <a:r>
              <a:rPr lang="en-US" altLang="zh-CN" sz="3000" dirty="0" smtClean="0">
                <a:solidFill>
                  <a:srgbClr val="CC3300"/>
                </a:solidFill>
                <a:latin typeface="黑体" panose="02010609060101010101" pitchFamily="49" charset="-122"/>
                <a:ea typeface="黑体" panose="02010609060101010101" pitchFamily="49" charset="-122"/>
              </a:rPr>
              <a:t>3.6-6  </a:t>
            </a:r>
            <a:r>
              <a:rPr lang="zh-CN" altLang="en-US" sz="3000" dirty="0">
                <a:solidFill>
                  <a:srgbClr val="CC3300"/>
                </a:solidFill>
                <a:latin typeface="黑体" panose="02010609060101010101" pitchFamily="49" charset="-122"/>
                <a:ea typeface="黑体" panose="02010609060101010101" pitchFamily="49" charset="-122"/>
              </a:rPr>
              <a:t>滚动轴承装置的设计</a:t>
            </a:r>
            <a:endParaRPr lang="zh-CN" altLang="en-US" sz="3000" dirty="0">
              <a:solidFill>
                <a:srgbClr val="CC3300"/>
              </a:solidFill>
              <a:latin typeface="黑体" panose="02010609060101010101" pitchFamily="49" charset="-122"/>
              <a:ea typeface="黑体" panose="02010609060101010101" pitchFamily="49" charset="-122"/>
            </a:endParaRPr>
          </a:p>
        </p:txBody>
      </p:sp>
    </p:spTree>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222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404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22" presetClass="entr" presetSubtype="8" fill="hold" grpId="0" nodeType="clickEffect">
                                  <p:stCondLst>
                                    <p:cond delay="0"/>
                                  </p:stCondLst>
                                  <p:childTnLst>
                                    <p:set>
                                      <p:cBhvr>
                                        <p:cTn id="14" dur="1" fill="hold">
                                          <p:stCondLst>
                                            <p:cond delay="0"/>
                                          </p:stCondLst>
                                        </p:cTn>
                                        <p:tgtEl>
                                          <p:spTgt spid="2"/>
                                        </p:tgtEl>
                                        <p:attrNameLst>
                                          <p:attrName>style.visibility</p:attrName>
                                        </p:attrNameLst>
                                      </p:cBhvr>
                                      <p:to>
                                        <p:strVal val="visible"/>
                                      </p:to>
                                    </p:set>
                                    <p:animEffect transition="in" filter="wipe(left)">
                                      <p:cBhvr>
                                        <p:cTn id="15" dur="500"/>
                                        <p:tgtEl>
                                          <p:spTgt spid="2"/>
                                        </p:tgtEl>
                                      </p:cBhvr>
                                    </p:animEffec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nodeType="clickEffect">
                                  <p:stCondLst>
                                    <p:cond delay="0"/>
                                  </p:stCondLst>
                                  <p:childTnLst>
                                    <p:set>
                                      <p:cBhvr>
                                        <p:cTn id="19" dur="1" fill="hold">
                                          <p:stCondLst>
                                            <p:cond delay="0"/>
                                          </p:stCondLst>
                                        </p:cTn>
                                        <p:tgtEl>
                                          <p:spTgt spid="44043"/>
                                        </p:tgtEl>
                                        <p:attrNameLst>
                                          <p:attrName>style.visibility</p:attrName>
                                        </p:attrNameLst>
                                      </p:cBhvr>
                                      <p:to>
                                        <p:strVal val="visible"/>
                                      </p:to>
                                    </p:set>
                                  </p:childTnLst>
                                </p:cTn>
                              </p:par>
                            </p:childTnLst>
                          </p:cTn>
                        </p:par>
                        <p:par>
                          <p:cTn id="20" fill="hold">
                            <p:stCondLst>
                              <p:cond delay="0"/>
                            </p:stCondLst>
                            <p:childTnLst>
                              <p:par>
                                <p:cTn id="21" presetID="1" presetClass="entr" presetSubtype="0" fill="hold" grpId="0" nodeType="afterEffect">
                                  <p:stCondLst>
                                    <p:cond delay="0"/>
                                  </p:stCondLst>
                                  <p:childTnLst>
                                    <p:set>
                                      <p:cBhvr>
                                        <p:cTn id="22" dur="1" fill="hold">
                                          <p:stCondLst>
                                            <p:cond delay="0"/>
                                          </p:stCondLst>
                                        </p:cTn>
                                        <p:tgtEl>
                                          <p:spTgt spid="44044"/>
                                        </p:tgtEl>
                                        <p:attrNameLst>
                                          <p:attrName>style.visibility</p:attrName>
                                        </p:attrNameLst>
                                      </p:cBhvr>
                                      <p:to>
                                        <p:strVal val="visible"/>
                                      </p:to>
                                    </p:set>
                                  </p:childTnLst>
                                </p:cTn>
                              </p:par>
                            </p:childTnLst>
                          </p:cTn>
                        </p:par>
                        <p:par>
                          <p:cTn id="23" fill="hold">
                            <p:stCondLst>
                              <p:cond delay="0"/>
                            </p:stCondLst>
                            <p:childTnLst>
                              <p:par>
                                <p:cTn id="24" presetID="1" presetClass="entr" presetSubtype="0" fill="hold" grpId="0" nodeType="afterEffect">
                                  <p:stCondLst>
                                    <p:cond delay="0"/>
                                  </p:stCondLst>
                                  <p:childTnLst>
                                    <p:set>
                                      <p:cBhvr>
                                        <p:cTn id="25" dur="1" fill="hold">
                                          <p:stCondLst>
                                            <p:cond delay="0"/>
                                          </p:stCondLst>
                                        </p:cTn>
                                        <p:tgtEl>
                                          <p:spTgt spid="4404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2229" grpId="0"/>
      <p:bldP spid="44041" grpId="0"/>
      <p:bldP spid="44044" grpId="0"/>
      <p:bldP spid="44045" grpId="0"/>
      <p:bldP spid="2" grpId="0"/>
    </p:bldLst>
  </p:timing>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2"/>
          <p:cNvSpPr>
            <a:spLocks noGrp="1" noChangeArrowheads="1"/>
          </p:cNvSpPr>
          <p:nvPr>
            <p:ph type="title"/>
          </p:nvPr>
        </p:nvSpPr>
        <p:spPr bwMode="auto">
          <a:xfrm>
            <a:off x="6572250" y="723900"/>
            <a:ext cx="1885950" cy="1905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eaLnBrk="1" hangingPunct="1"/>
            <a:r>
              <a:rPr lang="zh-CN" altLang="en-US" sz="800" smtClean="0">
                <a:solidFill>
                  <a:schemeClr val="bg1"/>
                </a:solidFill>
                <a:latin typeface="华文中宋" panose="02010600040101010101" pitchFamily="2" charset="-122"/>
                <a:ea typeface="华文中宋" panose="02010600040101010101" pitchFamily="2" charset="-122"/>
              </a:rPr>
              <a:t>轴承装置的设计</a:t>
            </a:r>
            <a:r>
              <a:rPr lang="en-US" altLang="zh-CN" sz="800" smtClean="0">
                <a:solidFill>
                  <a:schemeClr val="bg1"/>
                </a:solidFill>
                <a:latin typeface="华文中宋" panose="02010600040101010101" pitchFamily="2" charset="-122"/>
                <a:ea typeface="华文中宋" panose="02010600040101010101" pitchFamily="2" charset="-122"/>
              </a:rPr>
              <a:t>4</a:t>
            </a:r>
            <a:endParaRPr lang="en-US" altLang="zh-CN" sz="800" smtClean="0">
              <a:solidFill>
                <a:schemeClr val="bg1"/>
              </a:solidFill>
              <a:latin typeface="华文中宋" panose="02010600040101010101" pitchFamily="2" charset="-122"/>
              <a:ea typeface="华文中宋" panose="02010600040101010101" pitchFamily="2" charset="-122"/>
            </a:endParaRPr>
          </a:p>
        </p:txBody>
      </p:sp>
      <p:sp>
        <p:nvSpPr>
          <p:cNvPr id="52229" name="Text Box 5"/>
          <p:cNvSpPr txBox="1">
            <a:spLocks noChangeArrowheads="1"/>
          </p:cNvSpPr>
          <p:nvPr/>
        </p:nvSpPr>
        <p:spPr bwMode="auto">
          <a:xfrm>
            <a:off x="0" y="809625"/>
            <a:ext cx="3533775"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a:solidFill>
                  <a:srgbClr val="000099"/>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rgbClr val="000099"/>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rgbClr val="000099"/>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rgbClr val="000099"/>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lnSpc>
                <a:spcPct val="100000"/>
              </a:lnSpc>
              <a:buNone/>
            </a:pPr>
            <a:r>
              <a:rPr lang="zh-CN" altLang="en-US" sz="2200" dirty="0">
                <a:solidFill>
                  <a:srgbClr val="FF0000"/>
                </a:solidFill>
                <a:latin typeface="黑体" panose="02010609060101010101" pitchFamily="49" charset="-122"/>
                <a:ea typeface="黑体" panose="02010609060101010101" pitchFamily="49" charset="-122"/>
              </a:rPr>
              <a:t>七、滚动轴承的润滑</a:t>
            </a:r>
            <a:endParaRPr lang="zh-CN" altLang="en-US" sz="2200" dirty="0">
              <a:solidFill>
                <a:srgbClr val="FF0000"/>
              </a:solidFill>
              <a:latin typeface="黑体" panose="02010609060101010101" pitchFamily="49" charset="-122"/>
              <a:ea typeface="黑体" panose="02010609060101010101" pitchFamily="49" charset="-122"/>
            </a:endParaRPr>
          </a:p>
        </p:txBody>
      </p:sp>
      <p:sp>
        <p:nvSpPr>
          <p:cNvPr id="52230" name="Text Box 6"/>
          <p:cNvSpPr txBox="1">
            <a:spLocks noChangeArrowheads="1"/>
          </p:cNvSpPr>
          <p:nvPr/>
        </p:nvSpPr>
        <p:spPr bwMode="auto">
          <a:xfrm>
            <a:off x="0" y="1190625"/>
            <a:ext cx="228441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a:solidFill>
                  <a:srgbClr val="000099"/>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rgbClr val="000099"/>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rgbClr val="000099"/>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rgbClr val="000099"/>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buFontTx/>
              <a:buNone/>
            </a:pPr>
            <a:r>
              <a:rPr lang="en-US" altLang="zh-CN" dirty="0"/>
              <a:t>1</a:t>
            </a:r>
            <a:r>
              <a:rPr lang="zh-CN" altLang="en-US" dirty="0"/>
              <a:t>．润滑的目的</a:t>
            </a:r>
            <a:endParaRPr lang="zh-CN" altLang="en-US" dirty="0"/>
          </a:p>
        </p:txBody>
      </p:sp>
      <p:sp>
        <p:nvSpPr>
          <p:cNvPr id="52232" name="Text Box 8"/>
          <p:cNvSpPr txBox="1">
            <a:spLocks noChangeArrowheads="1"/>
          </p:cNvSpPr>
          <p:nvPr/>
        </p:nvSpPr>
        <p:spPr bwMode="auto">
          <a:xfrm>
            <a:off x="412750" y="1574800"/>
            <a:ext cx="78041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a:solidFill>
                  <a:srgbClr val="000099"/>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rgbClr val="000099"/>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rgbClr val="000099"/>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rgbClr val="000099"/>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9pPr>
          </a:lstStyle>
          <a:p>
            <a:pPr indent="0" eaLnBrk="1" hangingPunct="1">
              <a:buSzPct val="80000"/>
              <a:buNone/>
            </a:pPr>
            <a:r>
              <a:rPr lang="en-US" altLang="zh-CN">
                <a:latin typeface="Tahoma" panose="020B0604030504040204" pitchFamily="34" charset="0"/>
              </a:rPr>
              <a:t> </a:t>
            </a:r>
            <a:r>
              <a:rPr lang="zh-CN" altLang="en-US">
                <a:latin typeface="Tahoma" panose="020B0604030504040204" pitchFamily="34" charset="0"/>
              </a:rPr>
              <a:t>润滑可以降低滚动轴承内部的摩擦，减少磨损和发热量；</a:t>
            </a:r>
            <a:endParaRPr lang="zh-CN" altLang="en-US">
              <a:latin typeface="Tahoma" panose="020B0604030504040204" pitchFamily="34" charset="0"/>
            </a:endParaRPr>
          </a:p>
        </p:txBody>
      </p:sp>
      <p:sp>
        <p:nvSpPr>
          <p:cNvPr id="52233" name="Text Box 9"/>
          <p:cNvSpPr txBox="1">
            <a:spLocks noChangeArrowheads="1"/>
          </p:cNvSpPr>
          <p:nvPr/>
        </p:nvSpPr>
        <p:spPr bwMode="auto">
          <a:xfrm>
            <a:off x="425450" y="2025650"/>
            <a:ext cx="8718550" cy="822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a:solidFill>
                  <a:srgbClr val="000099"/>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rgbClr val="000099"/>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rgbClr val="000099"/>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rgbClr val="000099"/>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9pPr>
          </a:lstStyle>
          <a:p>
            <a:pPr indent="0" eaLnBrk="1" hangingPunct="1">
              <a:buSzPct val="80000"/>
              <a:buNone/>
            </a:pPr>
            <a:r>
              <a:rPr lang="en-US" altLang="zh-CN" dirty="0">
                <a:latin typeface="Tahoma" panose="020B0604030504040204" pitchFamily="34" charset="0"/>
              </a:rPr>
              <a:t> </a:t>
            </a:r>
            <a:r>
              <a:rPr lang="zh-CN" altLang="en-US" dirty="0">
                <a:latin typeface="Tahoma" panose="020B0604030504040204" pitchFamily="34" charset="0"/>
              </a:rPr>
              <a:t>轴承的摩擦发热使轴承升温，油润滑可以到起冷却作用，从而降低轴承的　工作温度，延长使用寿命；</a:t>
            </a:r>
            <a:endParaRPr lang="zh-CN" altLang="en-US" dirty="0">
              <a:latin typeface="Tahoma" panose="020B0604030504040204" pitchFamily="34" charset="0"/>
            </a:endParaRPr>
          </a:p>
        </p:txBody>
      </p:sp>
      <p:sp>
        <p:nvSpPr>
          <p:cNvPr id="52234" name="Text Box 10"/>
          <p:cNvSpPr txBox="1">
            <a:spLocks noChangeArrowheads="1"/>
          </p:cNvSpPr>
          <p:nvPr/>
        </p:nvSpPr>
        <p:spPr bwMode="auto">
          <a:xfrm>
            <a:off x="438150" y="2857500"/>
            <a:ext cx="8947150" cy="7067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a:solidFill>
                  <a:srgbClr val="000099"/>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rgbClr val="000099"/>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rgbClr val="000099"/>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rgbClr val="000099"/>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9pPr>
          </a:lstStyle>
          <a:p>
            <a:pPr indent="0" eaLnBrk="1" hangingPunct="1">
              <a:lnSpc>
                <a:spcPct val="100000"/>
              </a:lnSpc>
              <a:buSzPct val="80000"/>
              <a:buFontTx/>
              <a:buNone/>
            </a:pPr>
            <a:r>
              <a:rPr lang="zh-CN" altLang="en-US" dirty="0">
                <a:latin typeface="Tahoma" panose="020B0604030504040204" pitchFamily="34" charset="0"/>
              </a:rPr>
              <a:t>良好的润滑状态，可在滚动体与滚道间形成一层使两者隔开的油膜，可以</a:t>
            </a:r>
            <a:endParaRPr lang="zh-CN" altLang="en-US" dirty="0">
              <a:latin typeface="Tahoma" panose="020B0604030504040204" pitchFamily="34" charset="0"/>
            </a:endParaRPr>
          </a:p>
          <a:p>
            <a:pPr indent="0" eaLnBrk="1" hangingPunct="1">
              <a:lnSpc>
                <a:spcPct val="100000"/>
              </a:lnSpc>
              <a:buSzPct val="80000"/>
              <a:buNone/>
            </a:pPr>
            <a:r>
              <a:rPr lang="zh-CN" altLang="en-US" dirty="0">
                <a:latin typeface="Tahoma" panose="020B0604030504040204" pitchFamily="34" charset="0"/>
              </a:rPr>
              <a:t>　使接触压力减小；</a:t>
            </a:r>
            <a:endParaRPr lang="zh-CN" altLang="en-US" dirty="0">
              <a:latin typeface="Tahoma" panose="020B0604030504040204" pitchFamily="34" charset="0"/>
            </a:endParaRPr>
          </a:p>
        </p:txBody>
      </p:sp>
      <p:sp>
        <p:nvSpPr>
          <p:cNvPr id="52235" name="Text Box 11"/>
          <p:cNvSpPr txBox="1">
            <a:spLocks noChangeArrowheads="1"/>
          </p:cNvSpPr>
          <p:nvPr/>
        </p:nvSpPr>
        <p:spPr bwMode="auto">
          <a:xfrm>
            <a:off x="495935" y="3584893"/>
            <a:ext cx="653288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000">
                <a:solidFill>
                  <a:srgbClr val="000099"/>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rgbClr val="000099"/>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rgbClr val="000099"/>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rgbClr val="000099"/>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9pPr>
          </a:lstStyle>
          <a:p>
            <a:pPr indent="0" eaLnBrk="1" hangingPunct="1">
              <a:buSzPct val="80000"/>
              <a:buFontTx/>
              <a:buNone/>
            </a:pPr>
            <a:r>
              <a:rPr lang="zh-CN" altLang="en-US" dirty="0">
                <a:latin typeface="Tahoma" panose="020B0604030504040204" pitchFamily="34" charset="0"/>
              </a:rPr>
              <a:t>轴承零件表面覆盖一层润滑剂，可以防止表面氧化生锈。</a:t>
            </a:r>
            <a:endParaRPr lang="zh-CN" altLang="en-US" dirty="0">
              <a:latin typeface="Tahoma" panose="020B0604030504040204" pitchFamily="34" charset="0"/>
            </a:endParaRPr>
          </a:p>
        </p:txBody>
      </p:sp>
      <p:sp>
        <p:nvSpPr>
          <p:cNvPr id="52236" name="Text Box 12"/>
          <p:cNvSpPr txBox="1">
            <a:spLocks noChangeArrowheads="1"/>
          </p:cNvSpPr>
          <p:nvPr/>
        </p:nvSpPr>
        <p:spPr bwMode="auto">
          <a:xfrm>
            <a:off x="222250" y="5041900"/>
            <a:ext cx="8702675" cy="8299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a:solidFill>
                  <a:srgbClr val="000099"/>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rgbClr val="000099"/>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rgbClr val="000099"/>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rgbClr val="000099"/>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buFontTx/>
              <a:buNone/>
            </a:pPr>
            <a:r>
              <a:rPr lang="zh-CN" altLang="en-US" dirty="0"/>
              <a:t>　　选哪一类润滑方式，这与轴承的速度有关。选择润滑方式时，可根据</a:t>
            </a:r>
            <a:r>
              <a:rPr lang="zh-CN" altLang="en-US" dirty="0">
                <a:solidFill>
                  <a:srgbClr val="C00000"/>
                </a:solidFill>
              </a:rPr>
              <a:t>速度因素</a:t>
            </a:r>
            <a:r>
              <a:rPr lang="en-US" altLang="zh-CN" i="1" dirty="0" err="1">
                <a:solidFill>
                  <a:srgbClr val="C00000"/>
                </a:solidFill>
                <a:sym typeface="+mn-ea"/>
              </a:rPr>
              <a:t>dn</a:t>
            </a:r>
            <a:r>
              <a:rPr lang="zh-CN" altLang="en-US" dirty="0">
                <a:solidFill>
                  <a:srgbClr val="C00000"/>
                </a:solidFill>
                <a:sym typeface="+mn-ea"/>
              </a:rPr>
              <a:t>值</a:t>
            </a:r>
            <a:r>
              <a:rPr lang="zh-CN" altLang="en-US" dirty="0"/>
              <a:t>查表</a:t>
            </a:r>
            <a:r>
              <a:rPr lang="en-US" altLang="zh-CN" dirty="0"/>
              <a:t>3.6-14</a:t>
            </a:r>
            <a:r>
              <a:rPr lang="zh-CN" altLang="en-US" dirty="0"/>
              <a:t>。</a:t>
            </a:r>
            <a:endParaRPr lang="zh-CN" altLang="en-US" dirty="0"/>
          </a:p>
        </p:txBody>
      </p:sp>
      <p:sp>
        <p:nvSpPr>
          <p:cNvPr id="52237" name="Text Box 13"/>
          <p:cNvSpPr txBox="1">
            <a:spLocks noChangeArrowheads="1"/>
          </p:cNvSpPr>
          <p:nvPr/>
        </p:nvSpPr>
        <p:spPr bwMode="auto">
          <a:xfrm>
            <a:off x="198092" y="4107277"/>
            <a:ext cx="26860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a:solidFill>
                  <a:srgbClr val="000099"/>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rgbClr val="000099"/>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rgbClr val="000099"/>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rgbClr val="000099"/>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buFontTx/>
              <a:buNone/>
            </a:pPr>
            <a:r>
              <a:rPr lang="en-US" altLang="zh-CN"/>
              <a:t>2</a:t>
            </a:r>
            <a:r>
              <a:rPr lang="zh-CN" altLang="en-US"/>
              <a:t>．润滑方式的选择</a:t>
            </a:r>
            <a:endParaRPr lang="zh-CN" altLang="en-US"/>
          </a:p>
        </p:txBody>
      </p:sp>
      <p:sp>
        <p:nvSpPr>
          <p:cNvPr id="52238" name="Text Box 14"/>
          <p:cNvSpPr txBox="1">
            <a:spLocks noChangeArrowheads="1"/>
          </p:cNvSpPr>
          <p:nvPr/>
        </p:nvSpPr>
        <p:spPr bwMode="auto">
          <a:xfrm>
            <a:off x="728663" y="4560888"/>
            <a:ext cx="52641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000">
                <a:solidFill>
                  <a:srgbClr val="000099"/>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rgbClr val="000099"/>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rgbClr val="000099"/>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rgbClr val="000099"/>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buFontTx/>
              <a:buNone/>
            </a:pPr>
            <a:r>
              <a:rPr lang="zh-CN" altLang="en-US" dirty="0">
                <a:latin typeface="Tahoma" panose="020B0604030504040204" pitchFamily="34" charset="0"/>
              </a:rPr>
              <a:t>轴承常用的润滑方式有</a:t>
            </a:r>
            <a:r>
              <a:rPr lang="zh-CN" altLang="en-US" dirty="0">
                <a:solidFill>
                  <a:srgbClr val="FF0000"/>
                </a:solidFill>
                <a:latin typeface="Tahoma" panose="020B0604030504040204" pitchFamily="34" charset="0"/>
              </a:rPr>
              <a:t>油润滑和脂润滑</a:t>
            </a:r>
            <a:r>
              <a:rPr lang="zh-CN" altLang="en-US" dirty="0">
                <a:latin typeface="Tahoma" panose="020B0604030504040204" pitchFamily="34" charset="0"/>
              </a:rPr>
              <a:t>两类。</a:t>
            </a:r>
            <a:endParaRPr lang="zh-CN" altLang="en-US" dirty="0">
              <a:latin typeface="Tahoma" panose="020B0604030504040204" pitchFamily="34" charset="0"/>
            </a:endParaRPr>
          </a:p>
        </p:txBody>
      </p:sp>
      <p:pic>
        <p:nvPicPr>
          <p:cNvPr id="52252" name="Picture 28" descr="back1">
            <a:hlinkClick r:id="" action="ppaction://hlinkshowjump?jump=previousslide"/>
          </p:cNvPr>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8324850" y="6489700"/>
            <a:ext cx="306388" cy="306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2253" name="Picture 29" descr="NEXT1">
            <a:hlinkClick r:id="" action="ppaction://hlinkshowjump?jump=nextslide"/>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774113" y="6489700"/>
            <a:ext cx="306387" cy="306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2254" name="Picture 30" descr="rewind1">
            <a:hlinkClick r:id="" action="ppaction://hlinkshowjump?jump=firstslide"/>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875588" y="6489700"/>
            <a:ext cx="306387" cy="306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5073" name="矩形 16"/>
          <p:cNvSpPr>
            <a:spLocks noChangeArrowheads="1"/>
          </p:cNvSpPr>
          <p:nvPr/>
        </p:nvSpPr>
        <p:spPr bwMode="auto">
          <a:xfrm>
            <a:off x="1843088" y="6094413"/>
            <a:ext cx="4122737"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000">
                <a:solidFill>
                  <a:srgbClr val="000099"/>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rgbClr val="000099"/>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rgbClr val="000099"/>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rgbClr val="000099"/>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buFontTx/>
              <a:buNone/>
            </a:pPr>
            <a:r>
              <a:rPr lang="zh-CN" altLang="en-US">
                <a:hlinkClick r:id="rId4" action="ppaction://hlinksldjump"/>
              </a:rPr>
              <a:t>适用于脂润滑和油润滑的</a:t>
            </a:r>
            <a:r>
              <a:rPr lang="en-US" altLang="en-US" i="1">
                <a:hlinkClick r:id="rId4" action="ppaction://hlinksldjump"/>
              </a:rPr>
              <a:t>dn</a:t>
            </a:r>
            <a:r>
              <a:rPr lang="zh-CN" altLang="en-US">
                <a:hlinkClick r:id="rId4" action="ppaction://hlinksldjump"/>
              </a:rPr>
              <a:t>值界限</a:t>
            </a:r>
            <a:endParaRPr lang="zh-CN" altLang="en-US"/>
          </a:p>
        </p:txBody>
      </p:sp>
      <p:sp>
        <p:nvSpPr>
          <p:cNvPr id="38929" name="直接连接符 6"/>
          <p:cNvSpPr>
            <a:spLocks noChangeShapeType="1"/>
          </p:cNvSpPr>
          <p:nvPr/>
        </p:nvSpPr>
        <p:spPr bwMode="auto">
          <a:xfrm>
            <a:off x="0" y="765175"/>
            <a:ext cx="9144000" cy="0"/>
          </a:xfrm>
          <a:prstGeom prst="line">
            <a:avLst/>
          </a:prstGeom>
          <a:noFill/>
          <a:ln w="28575">
            <a:solidFill>
              <a:srgbClr val="CC3300"/>
            </a:solidFill>
            <a:miter lim="800000"/>
          </a:ln>
          <a:extLst>
            <a:ext uri="{909E8E84-426E-40DD-AFC4-6F175D3DCCD1}">
              <a14:hiddenFill xmlns:a14="http://schemas.microsoft.com/office/drawing/2010/main">
                <a:noFill/>
              </a14:hiddenFill>
            </a:ext>
          </a:extLst>
        </p:spPr>
        <p:txBody>
          <a:bodyPr/>
          <a:lstStyle/>
          <a:p>
            <a:endParaRPr lang="zh-CN" altLang="en-US"/>
          </a:p>
        </p:txBody>
      </p:sp>
      <p:sp>
        <p:nvSpPr>
          <p:cNvPr id="8206" name="Rectangle 67"/>
          <p:cNvSpPr>
            <a:spLocks noChangeArrowheads="1"/>
          </p:cNvSpPr>
          <p:nvPr/>
        </p:nvSpPr>
        <p:spPr bwMode="auto">
          <a:xfrm>
            <a:off x="3162300" y="10637"/>
            <a:ext cx="4945380" cy="5530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kumimoji="1" sz="2000">
                <a:solidFill>
                  <a:srgbClr val="000099"/>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rgbClr val="000099"/>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rgbClr val="000099"/>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rgbClr val="000099"/>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lnSpc>
                <a:spcPct val="100000"/>
              </a:lnSpc>
              <a:buFontTx/>
              <a:buNone/>
            </a:pPr>
            <a:r>
              <a:rPr lang="en-US" altLang="zh-CN" sz="3000" dirty="0" smtClean="0">
                <a:solidFill>
                  <a:srgbClr val="CC3300"/>
                </a:solidFill>
                <a:latin typeface="黑体" panose="02010609060101010101" pitchFamily="49" charset="-122"/>
                <a:ea typeface="黑体" panose="02010609060101010101" pitchFamily="49" charset="-122"/>
              </a:rPr>
              <a:t>3.6-6  </a:t>
            </a:r>
            <a:r>
              <a:rPr lang="zh-CN" altLang="en-US" sz="3000" dirty="0">
                <a:solidFill>
                  <a:srgbClr val="CC3300"/>
                </a:solidFill>
                <a:latin typeface="黑体" panose="02010609060101010101" pitchFamily="49" charset="-122"/>
                <a:ea typeface="黑体" panose="02010609060101010101" pitchFamily="49" charset="-122"/>
              </a:rPr>
              <a:t>滚动轴承装置的设计</a:t>
            </a:r>
            <a:endParaRPr lang="zh-CN" altLang="en-US" sz="3000" dirty="0">
              <a:solidFill>
                <a:srgbClr val="CC3300"/>
              </a:solidFill>
              <a:latin typeface="黑体" panose="02010609060101010101" pitchFamily="49" charset="-122"/>
              <a:ea typeface="黑体" panose="02010609060101010101" pitchFamily="49" charset="-122"/>
            </a:endParaRPr>
          </a:p>
        </p:txBody>
      </p:sp>
    </p:spTree>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222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223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22" presetClass="entr" presetSubtype="1" fill="hold" grpId="0" nodeType="clickEffect">
                                  <p:stCondLst>
                                    <p:cond delay="0"/>
                                  </p:stCondLst>
                                  <p:childTnLst>
                                    <p:set>
                                      <p:cBhvr>
                                        <p:cTn id="14" dur="1" fill="hold">
                                          <p:stCondLst>
                                            <p:cond delay="0"/>
                                          </p:stCondLst>
                                        </p:cTn>
                                        <p:tgtEl>
                                          <p:spTgt spid="52232"/>
                                        </p:tgtEl>
                                        <p:attrNameLst>
                                          <p:attrName>style.visibility</p:attrName>
                                        </p:attrNameLst>
                                      </p:cBhvr>
                                      <p:to>
                                        <p:strVal val="visible"/>
                                      </p:to>
                                    </p:set>
                                    <p:animEffect transition="in" filter="wipe(up)">
                                      <p:cBhvr>
                                        <p:cTn id="15" dur="500"/>
                                        <p:tgtEl>
                                          <p:spTgt spid="52232"/>
                                        </p:tgtEl>
                                      </p:cBhvr>
                                    </p:animEffect>
                                  </p:childTnLst>
                                </p:cTn>
                              </p:par>
                            </p:childTnLst>
                          </p:cTn>
                        </p:par>
                        <p:par>
                          <p:cTn id="16" fill="hold">
                            <p:stCondLst>
                              <p:cond delay="500"/>
                            </p:stCondLst>
                            <p:childTnLst>
                              <p:par>
                                <p:cTn id="17" presetID="22" presetClass="entr" presetSubtype="1" fill="hold" grpId="0" nodeType="afterEffect">
                                  <p:stCondLst>
                                    <p:cond delay="0"/>
                                  </p:stCondLst>
                                  <p:childTnLst>
                                    <p:set>
                                      <p:cBhvr>
                                        <p:cTn id="18" dur="1" fill="hold">
                                          <p:stCondLst>
                                            <p:cond delay="0"/>
                                          </p:stCondLst>
                                        </p:cTn>
                                        <p:tgtEl>
                                          <p:spTgt spid="52233"/>
                                        </p:tgtEl>
                                        <p:attrNameLst>
                                          <p:attrName>style.visibility</p:attrName>
                                        </p:attrNameLst>
                                      </p:cBhvr>
                                      <p:to>
                                        <p:strVal val="visible"/>
                                      </p:to>
                                    </p:set>
                                    <p:animEffect transition="in" filter="wipe(up)">
                                      <p:cBhvr>
                                        <p:cTn id="19" dur="500"/>
                                        <p:tgtEl>
                                          <p:spTgt spid="52233"/>
                                        </p:tgtEl>
                                      </p:cBhvr>
                                    </p:animEffect>
                                  </p:childTnLst>
                                </p:cTn>
                              </p:par>
                            </p:childTnLst>
                          </p:cTn>
                        </p:par>
                        <p:par>
                          <p:cTn id="20" fill="hold">
                            <p:stCondLst>
                              <p:cond delay="1000"/>
                            </p:stCondLst>
                            <p:childTnLst>
                              <p:par>
                                <p:cTn id="21" presetID="22" presetClass="entr" presetSubtype="1" fill="hold" grpId="0" nodeType="afterEffect">
                                  <p:stCondLst>
                                    <p:cond delay="0"/>
                                  </p:stCondLst>
                                  <p:childTnLst>
                                    <p:set>
                                      <p:cBhvr>
                                        <p:cTn id="22" dur="1" fill="hold">
                                          <p:stCondLst>
                                            <p:cond delay="0"/>
                                          </p:stCondLst>
                                        </p:cTn>
                                        <p:tgtEl>
                                          <p:spTgt spid="52234"/>
                                        </p:tgtEl>
                                        <p:attrNameLst>
                                          <p:attrName>style.visibility</p:attrName>
                                        </p:attrNameLst>
                                      </p:cBhvr>
                                      <p:to>
                                        <p:strVal val="visible"/>
                                      </p:to>
                                    </p:set>
                                    <p:animEffect transition="in" filter="wipe(up)">
                                      <p:cBhvr>
                                        <p:cTn id="23" dur="500"/>
                                        <p:tgtEl>
                                          <p:spTgt spid="52234"/>
                                        </p:tgtEl>
                                      </p:cBhvr>
                                    </p:animEffect>
                                  </p:childTnLst>
                                </p:cTn>
                              </p:par>
                            </p:childTnLst>
                          </p:cTn>
                        </p:par>
                        <p:par>
                          <p:cTn id="24" fill="hold">
                            <p:stCondLst>
                              <p:cond delay="1500"/>
                            </p:stCondLst>
                            <p:childTnLst>
                              <p:par>
                                <p:cTn id="25" presetID="22" presetClass="entr" presetSubtype="1" fill="hold" grpId="0" nodeType="afterEffect">
                                  <p:stCondLst>
                                    <p:cond delay="0"/>
                                  </p:stCondLst>
                                  <p:childTnLst>
                                    <p:set>
                                      <p:cBhvr>
                                        <p:cTn id="26" dur="1" fill="hold">
                                          <p:stCondLst>
                                            <p:cond delay="0"/>
                                          </p:stCondLst>
                                        </p:cTn>
                                        <p:tgtEl>
                                          <p:spTgt spid="52235"/>
                                        </p:tgtEl>
                                        <p:attrNameLst>
                                          <p:attrName>style.visibility</p:attrName>
                                        </p:attrNameLst>
                                      </p:cBhvr>
                                      <p:to>
                                        <p:strVal val="visible"/>
                                      </p:to>
                                    </p:set>
                                    <p:animEffect transition="in" filter="wipe(up)">
                                      <p:cBhvr>
                                        <p:cTn id="27" dur="500"/>
                                        <p:tgtEl>
                                          <p:spTgt spid="52235"/>
                                        </p:tgtEl>
                                      </p:cBhvr>
                                    </p:animEffect>
                                  </p:childTnLst>
                                </p:cTn>
                              </p:par>
                            </p:childTnLst>
                          </p:cTn>
                        </p:par>
                      </p:childTnLst>
                    </p:cTn>
                  </p:par>
                  <p:par>
                    <p:cTn id="28" fill="hold">
                      <p:stCondLst>
                        <p:cond delay="indefinite"/>
                      </p:stCondLst>
                      <p:childTnLst>
                        <p:par>
                          <p:cTn id="29" fill="hold">
                            <p:stCondLst>
                              <p:cond delay="0"/>
                            </p:stCondLst>
                            <p:childTnLst>
                              <p:par>
                                <p:cTn id="30" presetID="1" presetClass="entr" presetSubtype="0" fill="hold" grpId="0" nodeType="clickEffect">
                                  <p:stCondLst>
                                    <p:cond delay="0"/>
                                  </p:stCondLst>
                                  <p:childTnLst>
                                    <p:set>
                                      <p:cBhvr>
                                        <p:cTn id="31" dur="1" fill="hold">
                                          <p:stCondLst>
                                            <p:cond delay="0"/>
                                          </p:stCondLst>
                                        </p:cTn>
                                        <p:tgtEl>
                                          <p:spTgt spid="52237"/>
                                        </p:tgtEl>
                                        <p:attrNameLst>
                                          <p:attrName>style.visibility</p:attrName>
                                        </p:attrNameLst>
                                      </p:cBhvr>
                                      <p:to>
                                        <p:strVal val="visible"/>
                                      </p:to>
                                    </p:set>
                                  </p:childTnLst>
                                </p:cTn>
                              </p:par>
                            </p:childTnLst>
                          </p:cTn>
                        </p:par>
                      </p:childTnLst>
                    </p:cTn>
                  </p:par>
                  <p:par>
                    <p:cTn id="32" fill="hold">
                      <p:stCondLst>
                        <p:cond delay="indefinite"/>
                      </p:stCondLst>
                      <p:childTnLst>
                        <p:par>
                          <p:cTn id="33" fill="hold">
                            <p:stCondLst>
                              <p:cond delay="0"/>
                            </p:stCondLst>
                            <p:childTnLst>
                              <p:par>
                                <p:cTn id="34" presetID="22" presetClass="entr" presetSubtype="8" fill="hold" grpId="0" nodeType="clickEffect">
                                  <p:stCondLst>
                                    <p:cond delay="0"/>
                                  </p:stCondLst>
                                  <p:childTnLst>
                                    <p:set>
                                      <p:cBhvr>
                                        <p:cTn id="35" dur="1" fill="hold">
                                          <p:stCondLst>
                                            <p:cond delay="0"/>
                                          </p:stCondLst>
                                        </p:cTn>
                                        <p:tgtEl>
                                          <p:spTgt spid="52238"/>
                                        </p:tgtEl>
                                        <p:attrNameLst>
                                          <p:attrName>style.visibility</p:attrName>
                                        </p:attrNameLst>
                                      </p:cBhvr>
                                      <p:to>
                                        <p:strVal val="visible"/>
                                      </p:to>
                                    </p:set>
                                    <p:animEffect transition="in" filter="wipe(left)">
                                      <p:cBhvr>
                                        <p:cTn id="36" dur="500"/>
                                        <p:tgtEl>
                                          <p:spTgt spid="52238"/>
                                        </p:tgtEl>
                                      </p:cBhvr>
                                    </p:animEffect>
                                  </p:childTnLst>
                                </p:cTn>
                              </p:par>
                            </p:childTnLst>
                          </p:cTn>
                        </p:par>
                        <p:par>
                          <p:cTn id="37" fill="hold">
                            <p:stCondLst>
                              <p:cond delay="500"/>
                            </p:stCondLst>
                            <p:childTnLst>
                              <p:par>
                                <p:cTn id="38" presetID="22" presetClass="entr" presetSubtype="1" fill="hold" grpId="0" nodeType="afterEffect">
                                  <p:stCondLst>
                                    <p:cond delay="0"/>
                                  </p:stCondLst>
                                  <p:childTnLst>
                                    <p:set>
                                      <p:cBhvr>
                                        <p:cTn id="39" dur="1" fill="hold">
                                          <p:stCondLst>
                                            <p:cond delay="0"/>
                                          </p:stCondLst>
                                        </p:cTn>
                                        <p:tgtEl>
                                          <p:spTgt spid="52236"/>
                                        </p:tgtEl>
                                        <p:attrNameLst>
                                          <p:attrName>style.visibility</p:attrName>
                                        </p:attrNameLst>
                                      </p:cBhvr>
                                      <p:to>
                                        <p:strVal val="visible"/>
                                      </p:to>
                                    </p:set>
                                    <p:animEffect transition="in" filter="wipe(up)">
                                      <p:cBhvr>
                                        <p:cTn id="40" dur="500"/>
                                        <p:tgtEl>
                                          <p:spTgt spid="52236"/>
                                        </p:tgtEl>
                                      </p:cBhvr>
                                    </p:animEffec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45073"/>
                                        </p:tgtEl>
                                        <p:attrNameLst>
                                          <p:attrName>style.visibility</p:attrName>
                                        </p:attrNameLst>
                                      </p:cBhvr>
                                      <p:to>
                                        <p:strVal val="visible"/>
                                      </p:to>
                                    </p:set>
                                  </p:childTnLst>
                                </p:cTn>
                              </p:par>
                            </p:childTnLst>
                          </p:cTn>
                        </p:par>
                        <p:par>
                          <p:cTn id="45" fill="hold">
                            <p:stCondLst>
                              <p:cond delay="0"/>
                            </p:stCondLst>
                            <p:childTnLst>
                              <p:par>
                                <p:cTn id="46" presetID="1" presetClass="entr" presetSubtype="0" fill="hold" nodeType="afterEffect">
                                  <p:stCondLst>
                                    <p:cond delay="0"/>
                                  </p:stCondLst>
                                  <p:childTnLst>
                                    <p:set>
                                      <p:cBhvr>
                                        <p:cTn id="47" dur="1" fill="hold">
                                          <p:stCondLst>
                                            <p:cond delay="499"/>
                                          </p:stCondLst>
                                        </p:cTn>
                                        <p:tgtEl>
                                          <p:spTgt spid="52253"/>
                                        </p:tgtEl>
                                        <p:attrNameLst>
                                          <p:attrName>style.visibility</p:attrName>
                                        </p:attrNameLst>
                                      </p:cBhvr>
                                      <p:to>
                                        <p:strVal val="visible"/>
                                      </p:to>
                                    </p:set>
                                  </p:childTnLst>
                                </p:cTn>
                              </p:par>
                            </p:childTnLst>
                          </p:cTn>
                        </p:par>
                        <p:par>
                          <p:cTn id="48" fill="hold">
                            <p:stCondLst>
                              <p:cond delay="500"/>
                            </p:stCondLst>
                            <p:childTnLst>
                              <p:par>
                                <p:cTn id="49" presetID="1" presetClass="entr" presetSubtype="0" fill="hold" nodeType="afterEffect">
                                  <p:stCondLst>
                                    <p:cond delay="0"/>
                                  </p:stCondLst>
                                  <p:childTnLst>
                                    <p:set>
                                      <p:cBhvr>
                                        <p:cTn id="50" dur="1" fill="hold">
                                          <p:stCondLst>
                                            <p:cond delay="499"/>
                                          </p:stCondLst>
                                        </p:cTn>
                                        <p:tgtEl>
                                          <p:spTgt spid="52252"/>
                                        </p:tgtEl>
                                        <p:attrNameLst>
                                          <p:attrName>style.visibility</p:attrName>
                                        </p:attrNameLst>
                                      </p:cBhvr>
                                      <p:to>
                                        <p:strVal val="visible"/>
                                      </p:to>
                                    </p:set>
                                  </p:childTnLst>
                                </p:cTn>
                              </p:par>
                            </p:childTnLst>
                          </p:cTn>
                        </p:par>
                        <p:par>
                          <p:cTn id="51" fill="hold">
                            <p:stCondLst>
                              <p:cond delay="1000"/>
                            </p:stCondLst>
                            <p:childTnLst>
                              <p:par>
                                <p:cTn id="52" presetID="2" presetClass="entr" presetSubtype="8" fill="hold" nodeType="afterEffect">
                                  <p:stCondLst>
                                    <p:cond delay="0"/>
                                  </p:stCondLst>
                                  <p:childTnLst>
                                    <p:set>
                                      <p:cBhvr>
                                        <p:cTn id="53" dur="1" fill="hold">
                                          <p:stCondLst>
                                            <p:cond delay="0"/>
                                          </p:stCondLst>
                                        </p:cTn>
                                        <p:tgtEl>
                                          <p:spTgt spid="52254"/>
                                        </p:tgtEl>
                                        <p:attrNameLst>
                                          <p:attrName>style.visibility</p:attrName>
                                        </p:attrNameLst>
                                      </p:cBhvr>
                                      <p:to>
                                        <p:strVal val="visible"/>
                                      </p:to>
                                    </p:set>
                                    <p:anim calcmode="lin" valueType="num">
                                      <p:cBhvr additive="base">
                                        <p:cTn id="54" dur="500" fill="hold"/>
                                        <p:tgtEl>
                                          <p:spTgt spid="52254"/>
                                        </p:tgtEl>
                                        <p:attrNameLst>
                                          <p:attrName>ppt_x</p:attrName>
                                        </p:attrNameLst>
                                      </p:cBhvr>
                                      <p:tavLst>
                                        <p:tav tm="0">
                                          <p:val>
                                            <p:strVal val="0-#ppt_w/2"/>
                                          </p:val>
                                        </p:tav>
                                        <p:tav tm="100000">
                                          <p:val>
                                            <p:strVal val="#ppt_x"/>
                                          </p:val>
                                        </p:tav>
                                      </p:tavLst>
                                    </p:anim>
                                    <p:anim calcmode="lin" valueType="num">
                                      <p:cBhvr additive="base">
                                        <p:cTn id="55" dur="500" fill="hold"/>
                                        <p:tgtEl>
                                          <p:spTgt spid="5225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2229" grpId="0"/>
      <p:bldP spid="52230" grpId="0"/>
      <p:bldP spid="52232" grpId="0" autoUpdateAnimBg="0"/>
      <p:bldP spid="52233" grpId="0" autoUpdateAnimBg="0"/>
      <p:bldP spid="52234" grpId="0" autoUpdateAnimBg="0"/>
      <p:bldP spid="52235" grpId="0" autoUpdateAnimBg="0"/>
      <p:bldP spid="52236" grpId="0" autoUpdateAnimBg="0"/>
      <p:bldP spid="52237" grpId="0"/>
      <p:bldP spid="52238" grpId="0" autoUpdateAnimBg="0"/>
      <p:bldP spid="45073" grpId="0"/>
    </p:bldLst>
  </p:timing>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2"/>
          <p:cNvSpPr>
            <a:spLocks noGrp="1" noChangeArrowheads="1"/>
          </p:cNvSpPr>
          <p:nvPr>
            <p:ph type="title"/>
          </p:nvPr>
        </p:nvSpPr>
        <p:spPr bwMode="auto">
          <a:xfrm>
            <a:off x="6572250" y="723900"/>
            <a:ext cx="1885950" cy="1905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eaLnBrk="1" hangingPunct="1"/>
            <a:r>
              <a:rPr lang="zh-CN" altLang="en-US" sz="800" smtClean="0">
                <a:solidFill>
                  <a:schemeClr val="bg1"/>
                </a:solidFill>
                <a:latin typeface="华文中宋" panose="02010600040101010101" pitchFamily="2" charset="-122"/>
                <a:ea typeface="华文中宋" panose="02010600040101010101" pitchFamily="2" charset="-122"/>
              </a:rPr>
              <a:t>轴承装置的设计</a:t>
            </a:r>
            <a:r>
              <a:rPr lang="en-US" altLang="zh-CN" sz="800" smtClean="0">
                <a:solidFill>
                  <a:schemeClr val="bg1"/>
                </a:solidFill>
                <a:latin typeface="华文中宋" panose="02010600040101010101" pitchFamily="2" charset="-122"/>
                <a:ea typeface="华文中宋" panose="02010600040101010101" pitchFamily="2" charset="-122"/>
              </a:rPr>
              <a:t>4</a:t>
            </a:r>
            <a:endParaRPr lang="en-US" altLang="zh-CN" sz="800" smtClean="0">
              <a:solidFill>
                <a:schemeClr val="bg1"/>
              </a:solidFill>
              <a:latin typeface="华文中宋" panose="02010600040101010101" pitchFamily="2" charset="-122"/>
              <a:ea typeface="华文中宋" panose="02010600040101010101" pitchFamily="2" charset="-122"/>
            </a:endParaRPr>
          </a:p>
        </p:txBody>
      </p:sp>
      <p:sp>
        <p:nvSpPr>
          <p:cNvPr id="52229" name="Text Box 5"/>
          <p:cNvSpPr txBox="1">
            <a:spLocks noChangeArrowheads="1"/>
          </p:cNvSpPr>
          <p:nvPr/>
        </p:nvSpPr>
        <p:spPr bwMode="auto">
          <a:xfrm>
            <a:off x="-19685" y="748030"/>
            <a:ext cx="3533775"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a:solidFill>
                  <a:srgbClr val="000099"/>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rgbClr val="000099"/>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rgbClr val="000099"/>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rgbClr val="000099"/>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lnSpc>
                <a:spcPct val="100000"/>
              </a:lnSpc>
              <a:buNone/>
            </a:pPr>
            <a:r>
              <a:rPr lang="zh-CN" altLang="en-US" sz="2200" dirty="0">
                <a:solidFill>
                  <a:srgbClr val="FF0000"/>
                </a:solidFill>
                <a:latin typeface="黑体" panose="02010609060101010101" pitchFamily="49" charset="-122"/>
                <a:ea typeface="黑体" panose="02010609060101010101" pitchFamily="49" charset="-122"/>
              </a:rPr>
              <a:t>八、滚动轴承的密封</a:t>
            </a:r>
            <a:endParaRPr lang="zh-CN" altLang="en-US" sz="2200" dirty="0">
              <a:solidFill>
                <a:srgbClr val="FF0000"/>
              </a:solidFill>
              <a:latin typeface="黑体" panose="02010609060101010101" pitchFamily="49" charset="-122"/>
              <a:ea typeface="黑体" panose="02010609060101010101" pitchFamily="49" charset="-122"/>
            </a:endParaRPr>
          </a:p>
        </p:txBody>
      </p:sp>
      <p:sp>
        <p:nvSpPr>
          <p:cNvPr id="52244" name="Text Box 20"/>
          <p:cNvSpPr txBox="1">
            <a:spLocks noChangeArrowheads="1"/>
          </p:cNvSpPr>
          <p:nvPr/>
        </p:nvSpPr>
        <p:spPr bwMode="auto">
          <a:xfrm>
            <a:off x="375451" y="2498476"/>
            <a:ext cx="2120900" cy="4300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a:solidFill>
                  <a:srgbClr val="000099"/>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rgbClr val="000099"/>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rgbClr val="000099"/>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rgbClr val="000099"/>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buFontTx/>
              <a:buNone/>
            </a:pPr>
            <a:r>
              <a:rPr lang="en-US" altLang="zh-CN" dirty="0">
                <a:solidFill>
                  <a:srgbClr val="0000FF"/>
                </a:solidFill>
              </a:rPr>
              <a:t>1</a:t>
            </a:r>
            <a:r>
              <a:rPr lang="zh-CN" altLang="en-US" dirty="0">
                <a:solidFill>
                  <a:srgbClr val="0000FF"/>
                </a:solidFill>
              </a:rPr>
              <a:t>．接触式密封</a:t>
            </a:r>
            <a:endParaRPr lang="zh-CN" altLang="en-US" dirty="0">
              <a:solidFill>
                <a:srgbClr val="0000FF"/>
              </a:solidFill>
            </a:endParaRPr>
          </a:p>
        </p:txBody>
      </p:sp>
      <p:sp>
        <p:nvSpPr>
          <p:cNvPr id="52245" name="Text Box 21"/>
          <p:cNvSpPr txBox="1">
            <a:spLocks noChangeArrowheads="1"/>
          </p:cNvSpPr>
          <p:nvPr/>
        </p:nvSpPr>
        <p:spPr bwMode="auto">
          <a:xfrm>
            <a:off x="319695" y="1238222"/>
            <a:ext cx="8705504" cy="13111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2000">
                <a:solidFill>
                  <a:srgbClr val="000099"/>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rgbClr val="000099"/>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rgbClr val="000099"/>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rgbClr val="000099"/>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buFontTx/>
              <a:buNone/>
            </a:pPr>
            <a:r>
              <a:rPr lang="zh-CN" altLang="en-US" dirty="0"/>
              <a:t>    </a:t>
            </a:r>
            <a:r>
              <a:rPr lang="zh-CN" altLang="en-US" sz="2200" dirty="0"/>
              <a:t>轴承的密封装置是为了阻止灰尘、水、酸气和其他杂物进入轴承，并阻止润滑剂流失而设置的</a:t>
            </a:r>
            <a:r>
              <a:rPr lang="zh-CN" altLang="en-US" sz="2200" dirty="0" smtClean="0"/>
              <a:t>。</a:t>
            </a:r>
            <a:endParaRPr lang="en-US" altLang="zh-CN" sz="2200" dirty="0" smtClean="0"/>
          </a:p>
          <a:p>
            <a:pPr eaLnBrk="1" hangingPunct="1">
              <a:buFontTx/>
              <a:buNone/>
            </a:pPr>
            <a:r>
              <a:rPr lang="zh-CN" altLang="en-US" sz="2200" dirty="0" smtClean="0"/>
              <a:t>    密封</a:t>
            </a:r>
            <a:r>
              <a:rPr lang="zh-CN" altLang="en-US" sz="2200" dirty="0"/>
              <a:t>装置可分为</a:t>
            </a:r>
            <a:r>
              <a:rPr lang="zh-CN" altLang="en-US" sz="2200" dirty="0">
                <a:solidFill>
                  <a:srgbClr val="FF3300"/>
                </a:solidFill>
              </a:rPr>
              <a:t>接触式</a:t>
            </a:r>
            <a:r>
              <a:rPr lang="zh-CN" altLang="en-US" sz="2200" dirty="0"/>
              <a:t>和</a:t>
            </a:r>
            <a:r>
              <a:rPr lang="zh-CN" altLang="en-US" sz="2200" dirty="0">
                <a:solidFill>
                  <a:srgbClr val="FF3300"/>
                </a:solidFill>
              </a:rPr>
              <a:t>非接触式</a:t>
            </a:r>
            <a:r>
              <a:rPr lang="zh-CN" altLang="en-US" sz="2200" dirty="0"/>
              <a:t>两大类。</a:t>
            </a:r>
            <a:endParaRPr lang="zh-CN" altLang="en-US" sz="2200" dirty="0"/>
          </a:p>
        </p:txBody>
      </p:sp>
      <p:pic>
        <p:nvPicPr>
          <p:cNvPr id="52252" name="Picture 28" descr="back1">
            <a:hlinkClick r:id="" action="ppaction://hlinkshowjump?jump=previousslide"/>
          </p:cNvPr>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8324850" y="6489700"/>
            <a:ext cx="306388" cy="306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2253" name="Picture 29" descr="NEXT1">
            <a:hlinkClick r:id="" action="ppaction://hlinkshowjump?jump=nextslide"/>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774113" y="6489700"/>
            <a:ext cx="306387" cy="306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2254" name="Picture 30" descr="rewind1">
            <a:hlinkClick r:id="" action="ppaction://hlinkshowjump?jump=firstslide"/>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875588" y="6489700"/>
            <a:ext cx="306387" cy="306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9945" name="Text Box 31"/>
          <p:cNvSpPr txBox="1">
            <a:spLocks noChangeArrowheads="1"/>
          </p:cNvSpPr>
          <p:nvPr/>
        </p:nvSpPr>
        <p:spPr bwMode="auto">
          <a:xfrm>
            <a:off x="7505700" y="5908675"/>
            <a:ext cx="9271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57150">
                <a:solidFill>
                  <a:srgbClr val="000000"/>
                </a:solidFill>
                <a:miter lim="800000"/>
                <a:headEnd/>
                <a:tailEnd/>
              </a14:hiddenLine>
            </a:ext>
          </a:extLst>
        </p:spPr>
        <p:txBody>
          <a:bodyPr>
            <a:spAutoFit/>
          </a:bodyPr>
          <a:lstStyle>
            <a:lvl1pPr eaLnBrk="0" hangingPunct="0">
              <a:defRPr kumimoji="1" sz="2000">
                <a:solidFill>
                  <a:srgbClr val="000099"/>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rgbClr val="000099"/>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rgbClr val="000099"/>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rgbClr val="000099"/>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9pPr>
          </a:lstStyle>
          <a:p>
            <a:pPr algn="ctr" eaLnBrk="1" hangingPunct="1">
              <a:lnSpc>
                <a:spcPct val="100000"/>
              </a:lnSpc>
              <a:spcBef>
                <a:spcPct val="50000"/>
              </a:spcBef>
              <a:buFontTx/>
              <a:buNone/>
            </a:pPr>
            <a:r>
              <a:rPr lang="en-US" altLang="zh-CN" sz="1800">
                <a:latin typeface="华文中宋" panose="02010600040101010101" pitchFamily="2" charset="-122"/>
              </a:rPr>
              <a:t>  </a:t>
            </a:r>
            <a:endParaRPr lang="en-US" altLang="zh-CN" sz="1800">
              <a:latin typeface="华文中宋" panose="02010600040101010101" pitchFamily="2" charset="-122"/>
            </a:endParaRPr>
          </a:p>
        </p:txBody>
      </p:sp>
      <p:sp>
        <p:nvSpPr>
          <p:cNvPr id="39950" name="直接连接符 6"/>
          <p:cNvSpPr>
            <a:spLocks noChangeShapeType="1"/>
          </p:cNvSpPr>
          <p:nvPr/>
        </p:nvSpPr>
        <p:spPr bwMode="auto">
          <a:xfrm>
            <a:off x="0" y="695960"/>
            <a:ext cx="9144000" cy="0"/>
          </a:xfrm>
          <a:prstGeom prst="line">
            <a:avLst/>
          </a:prstGeom>
          <a:noFill/>
          <a:ln w="28575">
            <a:solidFill>
              <a:srgbClr val="CC3300"/>
            </a:solidFill>
            <a:miter lim="800000"/>
          </a:ln>
          <a:extLst>
            <a:ext uri="{909E8E84-426E-40DD-AFC4-6F175D3DCCD1}">
              <a14:hiddenFill xmlns:a14="http://schemas.microsoft.com/office/drawing/2010/main">
                <a:noFill/>
              </a14:hiddenFill>
            </a:ext>
          </a:extLst>
        </p:spPr>
        <p:txBody>
          <a:bodyPr/>
          <a:lstStyle/>
          <a:p>
            <a:endParaRPr lang="zh-CN" altLang="en-US"/>
          </a:p>
        </p:txBody>
      </p:sp>
      <p:pic>
        <p:nvPicPr>
          <p:cNvPr id="46097" name="Picture 17"/>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2087218" y="2926383"/>
            <a:ext cx="5883965" cy="2973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8" name="矩形 21"/>
          <p:cNvSpPr>
            <a:spLocks noChangeArrowheads="1"/>
          </p:cNvSpPr>
          <p:nvPr/>
        </p:nvSpPr>
        <p:spPr bwMode="auto">
          <a:xfrm>
            <a:off x="3898901" y="5941461"/>
            <a:ext cx="1569660" cy="4247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000">
                <a:solidFill>
                  <a:srgbClr val="000099"/>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rgbClr val="000099"/>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rgbClr val="000099"/>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rgbClr val="000099"/>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buFontTx/>
              <a:buNone/>
            </a:pPr>
            <a:r>
              <a:rPr lang="zh-CN" altLang="en-US" sz="1800" dirty="0">
                <a:solidFill>
                  <a:srgbClr val="FF3300"/>
                </a:solidFill>
              </a:rPr>
              <a:t>毡圈油封密封</a:t>
            </a:r>
            <a:endParaRPr lang="zh-CN" altLang="en-US" sz="1800" dirty="0">
              <a:solidFill>
                <a:srgbClr val="FF3300"/>
              </a:solidFill>
            </a:endParaRPr>
          </a:p>
        </p:txBody>
      </p:sp>
      <p:sp>
        <p:nvSpPr>
          <p:cNvPr id="2" name="矩形 1"/>
          <p:cNvSpPr/>
          <p:nvPr/>
        </p:nvSpPr>
        <p:spPr>
          <a:xfrm>
            <a:off x="2193584" y="2484815"/>
            <a:ext cx="2408032" cy="461665"/>
          </a:xfrm>
          <a:prstGeom prst="rect">
            <a:avLst/>
          </a:prstGeom>
        </p:spPr>
        <p:txBody>
          <a:bodyPr wrap="none">
            <a:spAutoFit/>
          </a:bodyPr>
          <a:lstStyle/>
          <a:p>
            <a:pPr>
              <a:buNone/>
            </a:pPr>
            <a:r>
              <a:rPr lang="en-US" altLang="zh-CN" b="1" dirty="0" smtClean="0"/>
              <a:t>—</a:t>
            </a:r>
            <a:r>
              <a:rPr lang="en-US" altLang="zh-CN" b="1" dirty="0" smtClean="0">
                <a:latin typeface="华文中宋" panose="02010600040101010101" pitchFamily="2" charset="-122"/>
              </a:rPr>
              <a:t> </a:t>
            </a:r>
            <a:r>
              <a:rPr lang="zh-CN" altLang="en-US" b="1" dirty="0">
                <a:latin typeface="华文中宋" panose="02010600040101010101" pitchFamily="2" charset="-122"/>
              </a:rPr>
              <a:t>线速度较低时用</a:t>
            </a:r>
            <a:endParaRPr lang="zh-CN" altLang="en-US" b="1" dirty="0">
              <a:latin typeface="华文中宋" panose="02010600040101010101" pitchFamily="2" charset="-122"/>
            </a:endParaRPr>
          </a:p>
        </p:txBody>
      </p:sp>
      <p:sp>
        <p:nvSpPr>
          <p:cNvPr id="3" name="矩形 2"/>
          <p:cNvSpPr/>
          <p:nvPr/>
        </p:nvSpPr>
        <p:spPr>
          <a:xfrm>
            <a:off x="5584243" y="5936878"/>
            <a:ext cx="2031325" cy="407163"/>
          </a:xfrm>
          <a:prstGeom prst="rect">
            <a:avLst/>
          </a:prstGeom>
        </p:spPr>
        <p:txBody>
          <a:bodyPr wrap="none">
            <a:spAutoFit/>
          </a:bodyPr>
          <a:lstStyle/>
          <a:p>
            <a:pPr>
              <a:lnSpc>
                <a:spcPct val="110000"/>
              </a:lnSpc>
              <a:buNone/>
            </a:pPr>
            <a:r>
              <a:rPr lang="zh-CN" altLang="en-US" b="1" dirty="0">
                <a:latin typeface="华文中宋" panose="02010600040101010101" pitchFamily="2" charset="-122"/>
              </a:rPr>
              <a:t>脂润滑</a:t>
            </a:r>
            <a:r>
              <a:rPr lang="en-US" altLang="zh-CN" b="1" dirty="0">
                <a:latin typeface="华文中宋" panose="02010600040101010101" pitchFamily="2" charset="-122"/>
              </a:rPr>
              <a:t>v</a:t>
            </a:r>
            <a:r>
              <a:rPr lang="zh-CN" altLang="en-US" b="1" dirty="0">
                <a:latin typeface="华文中宋" panose="02010600040101010101" pitchFamily="2" charset="-122"/>
              </a:rPr>
              <a:t>＜</a:t>
            </a:r>
            <a:r>
              <a:rPr lang="en-US" altLang="zh-CN" b="1" dirty="0">
                <a:latin typeface="华文中宋" panose="02010600040101010101" pitchFamily="2" charset="-122"/>
              </a:rPr>
              <a:t>5m/s</a:t>
            </a:r>
            <a:endParaRPr lang="en-US" altLang="zh-CN" b="1" dirty="0">
              <a:latin typeface="华文中宋" panose="02010600040101010101" pitchFamily="2" charset="-122"/>
            </a:endParaRPr>
          </a:p>
        </p:txBody>
      </p:sp>
      <p:sp>
        <p:nvSpPr>
          <p:cNvPr id="8206" name="Rectangle 67"/>
          <p:cNvSpPr>
            <a:spLocks noChangeArrowheads="1"/>
          </p:cNvSpPr>
          <p:nvPr/>
        </p:nvSpPr>
        <p:spPr bwMode="auto">
          <a:xfrm>
            <a:off x="3162300" y="10637"/>
            <a:ext cx="4945380" cy="5530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kumimoji="1" sz="2000">
                <a:solidFill>
                  <a:srgbClr val="000099"/>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rgbClr val="000099"/>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rgbClr val="000099"/>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rgbClr val="000099"/>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lnSpc>
                <a:spcPct val="100000"/>
              </a:lnSpc>
              <a:buFontTx/>
              <a:buNone/>
            </a:pPr>
            <a:r>
              <a:rPr lang="en-US" altLang="zh-CN" sz="3000" dirty="0" smtClean="0">
                <a:solidFill>
                  <a:srgbClr val="CC3300"/>
                </a:solidFill>
                <a:latin typeface="黑体" panose="02010609060101010101" pitchFamily="49" charset="-122"/>
                <a:ea typeface="黑体" panose="02010609060101010101" pitchFamily="49" charset="-122"/>
              </a:rPr>
              <a:t>3.6-6  </a:t>
            </a:r>
            <a:r>
              <a:rPr lang="zh-CN" altLang="en-US" sz="3000" dirty="0">
                <a:solidFill>
                  <a:srgbClr val="CC3300"/>
                </a:solidFill>
                <a:latin typeface="黑体" panose="02010609060101010101" pitchFamily="49" charset="-122"/>
                <a:ea typeface="黑体" panose="02010609060101010101" pitchFamily="49" charset="-122"/>
              </a:rPr>
              <a:t>滚动轴承装置的设计</a:t>
            </a:r>
            <a:endParaRPr lang="zh-CN" altLang="en-US" sz="3000" dirty="0">
              <a:solidFill>
                <a:srgbClr val="CC3300"/>
              </a:solidFill>
              <a:latin typeface="黑体" panose="02010609060101010101" pitchFamily="49" charset="-122"/>
              <a:ea typeface="黑体" panose="02010609060101010101" pitchFamily="49" charset="-122"/>
            </a:endParaRPr>
          </a:p>
        </p:txBody>
      </p:sp>
    </p:spTree>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222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224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224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22" presetClass="entr" presetSubtype="8" fill="hold" grpId="0" nodeType="clickEffect">
                                  <p:stCondLst>
                                    <p:cond delay="0"/>
                                  </p:stCondLst>
                                  <p:childTnLst>
                                    <p:set>
                                      <p:cBhvr>
                                        <p:cTn id="18" dur="1" fill="hold">
                                          <p:stCondLst>
                                            <p:cond delay="0"/>
                                          </p:stCondLst>
                                        </p:cTn>
                                        <p:tgtEl>
                                          <p:spTgt spid="2"/>
                                        </p:tgtEl>
                                        <p:attrNameLst>
                                          <p:attrName>style.visibility</p:attrName>
                                        </p:attrNameLst>
                                      </p:cBhvr>
                                      <p:to>
                                        <p:strVal val="visible"/>
                                      </p:to>
                                    </p:set>
                                    <p:animEffect transition="in" filter="wipe(left)">
                                      <p:cBhvr>
                                        <p:cTn id="19" dur="500"/>
                                        <p:tgtEl>
                                          <p:spTgt spid="2"/>
                                        </p:tgtEl>
                                      </p:cBhvr>
                                    </p:animEffect>
                                  </p:childTnLst>
                                </p:cTn>
                              </p:par>
                            </p:childTnLst>
                          </p:cTn>
                        </p:par>
                        <p:par>
                          <p:cTn id="20" fill="hold">
                            <p:stCondLst>
                              <p:cond delay="500"/>
                            </p:stCondLst>
                            <p:childTnLst>
                              <p:par>
                                <p:cTn id="21" presetID="1" presetClass="entr" presetSubtype="0" fill="hold" nodeType="afterEffect">
                                  <p:stCondLst>
                                    <p:cond delay="0"/>
                                  </p:stCondLst>
                                  <p:childTnLst>
                                    <p:set>
                                      <p:cBhvr>
                                        <p:cTn id="22" dur="1" fill="hold">
                                          <p:stCondLst>
                                            <p:cond delay="499"/>
                                          </p:stCondLst>
                                        </p:cTn>
                                        <p:tgtEl>
                                          <p:spTgt spid="52253"/>
                                        </p:tgtEl>
                                        <p:attrNameLst>
                                          <p:attrName>style.visibility</p:attrName>
                                        </p:attrNameLst>
                                      </p:cBhvr>
                                      <p:to>
                                        <p:strVal val="visible"/>
                                      </p:to>
                                    </p:set>
                                  </p:childTnLst>
                                </p:cTn>
                              </p:par>
                            </p:childTnLst>
                          </p:cTn>
                        </p:par>
                        <p:par>
                          <p:cTn id="23" fill="hold">
                            <p:stCondLst>
                              <p:cond delay="1000"/>
                            </p:stCondLst>
                            <p:childTnLst>
                              <p:par>
                                <p:cTn id="24" presetID="1" presetClass="entr" presetSubtype="0" fill="hold" nodeType="afterEffect">
                                  <p:stCondLst>
                                    <p:cond delay="0"/>
                                  </p:stCondLst>
                                  <p:childTnLst>
                                    <p:set>
                                      <p:cBhvr>
                                        <p:cTn id="25" dur="1" fill="hold">
                                          <p:stCondLst>
                                            <p:cond delay="499"/>
                                          </p:stCondLst>
                                        </p:cTn>
                                        <p:tgtEl>
                                          <p:spTgt spid="52252"/>
                                        </p:tgtEl>
                                        <p:attrNameLst>
                                          <p:attrName>style.visibility</p:attrName>
                                        </p:attrNameLst>
                                      </p:cBhvr>
                                      <p:to>
                                        <p:strVal val="visible"/>
                                      </p:to>
                                    </p:set>
                                  </p:childTnLst>
                                </p:cTn>
                              </p:par>
                            </p:childTnLst>
                          </p:cTn>
                        </p:par>
                        <p:par>
                          <p:cTn id="26" fill="hold">
                            <p:stCondLst>
                              <p:cond delay="1500"/>
                            </p:stCondLst>
                            <p:childTnLst>
                              <p:par>
                                <p:cTn id="27" presetID="2" presetClass="entr" presetSubtype="8" fill="hold" nodeType="afterEffect">
                                  <p:stCondLst>
                                    <p:cond delay="0"/>
                                  </p:stCondLst>
                                  <p:childTnLst>
                                    <p:set>
                                      <p:cBhvr>
                                        <p:cTn id="28" dur="1" fill="hold">
                                          <p:stCondLst>
                                            <p:cond delay="0"/>
                                          </p:stCondLst>
                                        </p:cTn>
                                        <p:tgtEl>
                                          <p:spTgt spid="52254"/>
                                        </p:tgtEl>
                                        <p:attrNameLst>
                                          <p:attrName>style.visibility</p:attrName>
                                        </p:attrNameLst>
                                      </p:cBhvr>
                                      <p:to>
                                        <p:strVal val="visible"/>
                                      </p:to>
                                    </p:set>
                                    <p:anim calcmode="lin" valueType="num">
                                      <p:cBhvr additive="base">
                                        <p:cTn id="29" dur="500" fill="hold"/>
                                        <p:tgtEl>
                                          <p:spTgt spid="52254"/>
                                        </p:tgtEl>
                                        <p:attrNameLst>
                                          <p:attrName>ppt_x</p:attrName>
                                        </p:attrNameLst>
                                      </p:cBhvr>
                                      <p:tavLst>
                                        <p:tav tm="0">
                                          <p:val>
                                            <p:strVal val="0-#ppt_w/2"/>
                                          </p:val>
                                        </p:tav>
                                        <p:tav tm="100000">
                                          <p:val>
                                            <p:strVal val="#ppt_x"/>
                                          </p:val>
                                        </p:tav>
                                      </p:tavLst>
                                    </p:anim>
                                    <p:anim calcmode="lin" valueType="num">
                                      <p:cBhvr additive="base">
                                        <p:cTn id="30" dur="500" fill="hold"/>
                                        <p:tgtEl>
                                          <p:spTgt spid="52254"/>
                                        </p:tgtEl>
                                        <p:attrNameLst>
                                          <p:attrName>ppt_y</p:attrName>
                                        </p:attrNameLst>
                                      </p:cBhvr>
                                      <p:tavLst>
                                        <p:tav tm="0">
                                          <p:val>
                                            <p:strVal val="#ppt_y"/>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46097"/>
                                        </p:tgtEl>
                                        <p:attrNameLst>
                                          <p:attrName>style.visibility</p:attrName>
                                        </p:attrNameLst>
                                      </p:cBhvr>
                                      <p:to>
                                        <p:strVal val="visible"/>
                                      </p:to>
                                    </p:set>
                                  </p:childTnLst>
                                </p:cTn>
                              </p:par>
                            </p:childTnLst>
                          </p:cTn>
                        </p:par>
                        <p:par>
                          <p:cTn id="35" fill="hold">
                            <p:stCondLst>
                              <p:cond delay="0"/>
                            </p:stCondLst>
                            <p:childTnLst>
                              <p:par>
                                <p:cTn id="36" presetID="1" presetClass="entr" presetSubtype="0" fill="hold" grpId="0" nodeType="afterEffect">
                                  <p:stCondLst>
                                    <p:cond delay="0"/>
                                  </p:stCondLst>
                                  <p:childTnLst>
                                    <p:set>
                                      <p:cBhvr>
                                        <p:cTn id="37" dur="1" fill="hold">
                                          <p:stCondLst>
                                            <p:cond delay="0"/>
                                          </p:stCondLst>
                                        </p:cTn>
                                        <p:tgtEl>
                                          <p:spTgt spid="18"/>
                                        </p:tgtEl>
                                        <p:attrNameLst>
                                          <p:attrName>style.visibility</p:attrName>
                                        </p:attrNameLst>
                                      </p:cBhvr>
                                      <p:to>
                                        <p:strVal val="visible"/>
                                      </p:to>
                                    </p:se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3"/>
                                        </p:tgtEl>
                                        <p:attrNameLst>
                                          <p:attrName>style.visibility</p:attrName>
                                        </p:attrNameLst>
                                      </p:cBhvr>
                                      <p:to>
                                        <p:strVal val="visible"/>
                                      </p:to>
                                    </p:set>
                                    <p:animEffect transition="in" filter="wipe(left)">
                                      <p:cBhvr>
                                        <p:cTn id="42"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2229" grpId="0"/>
      <p:bldP spid="52244" grpId="0"/>
      <p:bldP spid="52245" grpId="0"/>
      <p:bldP spid="18" grpId="0"/>
      <p:bldP spid="2" grpId="0"/>
      <p:bldP spid="3" grpId="0"/>
    </p:bldLst>
  </p:timing>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2"/>
          <p:cNvSpPr>
            <a:spLocks noGrp="1" noChangeArrowheads="1"/>
          </p:cNvSpPr>
          <p:nvPr>
            <p:ph type="title"/>
          </p:nvPr>
        </p:nvSpPr>
        <p:spPr bwMode="auto">
          <a:xfrm>
            <a:off x="6572250" y="723900"/>
            <a:ext cx="1885950" cy="1905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eaLnBrk="1" hangingPunct="1"/>
            <a:r>
              <a:rPr lang="zh-CN" altLang="en-US" sz="800" smtClean="0">
                <a:solidFill>
                  <a:schemeClr val="bg1"/>
                </a:solidFill>
                <a:latin typeface="华文中宋" panose="02010600040101010101" pitchFamily="2" charset="-122"/>
                <a:ea typeface="华文中宋" panose="02010600040101010101" pitchFamily="2" charset="-122"/>
              </a:rPr>
              <a:t>轴承装置的设计</a:t>
            </a:r>
            <a:r>
              <a:rPr lang="en-US" altLang="zh-CN" sz="800" smtClean="0">
                <a:solidFill>
                  <a:schemeClr val="bg1"/>
                </a:solidFill>
                <a:latin typeface="华文中宋" panose="02010600040101010101" pitchFamily="2" charset="-122"/>
                <a:ea typeface="华文中宋" panose="02010600040101010101" pitchFamily="2" charset="-122"/>
              </a:rPr>
              <a:t>4</a:t>
            </a:r>
            <a:endParaRPr lang="en-US" altLang="zh-CN" sz="800" smtClean="0">
              <a:solidFill>
                <a:schemeClr val="bg1"/>
              </a:solidFill>
              <a:latin typeface="华文中宋" panose="02010600040101010101" pitchFamily="2" charset="-122"/>
              <a:ea typeface="华文中宋" panose="02010600040101010101" pitchFamily="2" charset="-122"/>
            </a:endParaRPr>
          </a:p>
        </p:txBody>
      </p:sp>
      <p:sp>
        <p:nvSpPr>
          <p:cNvPr id="52244" name="Text Box 20"/>
          <p:cNvSpPr txBox="1">
            <a:spLocks noChangeArrowheads="1"/>
          </p:cNvSpPr>
          <p:nvPr/>
        </p:nvSpPr>
        <p:spPr bwMode="auto">
          <a:xfrm>
            <a:off x="435114" y="917989"/>
            <a:ext cx="2120900" cy="4300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a:solidFill>
                  <a:srgbClr val="000099"/>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rgbClr val="000099"/>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rgbClr val="000099"/>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rgbClr val="000099"/>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buFontTx/>
              <a:buNone/>
            </a:pPr>
            <a:r>
              <a:rPr lang="en-US" altLang="zh-CN" dirty="0">
                <a:solidFill>
                  <a:srgbClr val="0000FF"/>
                </a:solidFill>
              </a:rPr>
              <a:t>1</a:t>
            </a:r>
            <a:r>
              <a:rPr lang="zh-CN" altLang="en-US" dirty="0">
                <a:solidFill>
                  <a:srgbClr val="0000FF"/>
                </a:solidFill>
              </a:rPr>
              <a:t>．接触式密封</a:t>
            </a:r>
            <a:endParaRPr lang="zh-CN" altLang="en-US" dirty="0">
              <a:solidFill>
                <a:srgbClr val="0000FF"/>
              </a:solidFill>
            </a:endParaRPr>
          </a:p>
        </p:txBody>
      </p:sp>
      <p:pic>
        <p:nvPicPr>
          <p:cNvPr id="52252" name="Picture 28" descr="back1">
            <a:hlinkClick r:id="" action="ppaction://hlinkshowjump?jump=previousslide"/>
          </p:cNvPr>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8324850" y="6489700"/>
            <a:ext cx="306388" cy="306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2253" name="Picture 29" descr="NEXT1">
            <a:hlinkClick r:id="" action="ppaction://hlinkshowjump?jump=nextslide"/>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774113" y="6489700"/>
            <a:ext cx="306387" cy="306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2254" name="Picture 30" descr="rewind1">
            <a:hlinkClick r:id="" action="ppaction://hlinkshowjump?jump=firstslide"/>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875588" y="6489700"/>
            <a:ext cx="306387" cy="306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9945" name="Text Box 31"/>
          <p:cNvSpPr txBox="1">
            <a:spLocks noChangeArrowheads="1"/>
          </p:cNvSpPr>
          <p:nvPr/>
        </p:nvSpPr>
        <p:spPr bwMode="auto">
          <a:xfrm>
            <a:off x="7505700" y="5908675"/>
            <a:ext cx="9271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57150">
                <a:solidFill>
                  <a:srgbClr val="000000"/>
                </a:solidFill>
                <a:miter lim="800000"/>
                <a:headEnd/>
                <a:tailEnd/>
              </a14:hiddenLine>
            </a:ext>
          </a:extLst>
        </p:spPr>
        <p:txBody>
          <a:bodyPr>
            <a:spAutoFit/>
          </a:bodyPr>
          <a:lstStyle>
            <a:lvl1pPr eaLnBrk="0" hangingPunct="0">
              <a:defRPr kumimoji="1" sz="2000">
                <a:solidFill>
                  <a:srgbClr val="000099"/>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rgbClr val="000099"/>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rgbClr val="000099"/>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rgbClr val="000099"/>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9pPr>
          </a:lstStyle>
          <a:p>
            <a:pPr algn="ctr" eaLnBrk="1" hangingPunct="1">
              <a:lnSpc>
                <a:spcPct val="100000"/>
              </a:lnSpc>
              <a:spcBef>
                <a:spcPct val="50000"/>
              </a:spcBef>
              <a:buFontTx/>
              <a:buNone/>
            </a:pPr>
            <a:r>
              <a:rPr lang="en-US" altLang="zh-CN" sz="1800">
                <a:latin typeface="华文中宋" panose="02010600040101010101" pitchFamily="2" charset="-122"/>
              </a:rPr>
              <a:t>  </a:t>
            </a:r>
            <a:endParaRPr lang="en-US" altLang="zh-CN" sz="1800">
              <a:latin typeface="华文中宋" panose="02010600040101010101" pitchFamily="2" charset="-122"/>
            </a:endParaRPr>
          </a:p>
        </p:txBody>
      </p:sp>
      <p:sp>
        <p:nvSpPr>
          <p:cNvPr id="46094" name="矩形 24"/>
          <p:cNvSpPr>
            <a:spLocks noChangeArrowheads="1"/>
          </p:cNvSpPr>
          <p:nvPr/>
        </p:nvSpPr>
        <p:spPr bwMode="auto">
          <a:xfrm>
            <a:off x="5773944" y="3852586"/>
            <a:ext cx="1800493" cy="4247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000">
                <a:solidFill>
                  <a:srgbClr val="000099"/>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rgbClr val="000099"/>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rgbClr val="000099"/>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rgbClr val="000099"/>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buFontTx/>
              <a:buNone/>
            </a:pPr>
            <a:r>
              <a:rPr lang="zh-CN" altLang="en-US" sz="1800" dirty="0">
                <a:solidFill>
                  <a:srgbClr val="FF0000"/>
                </a:solidFill>
              </a:rPr>
              <a:t>唇形密封圈密封</a:t>
            </a:r>
            <a:endParaRPr lang="zh-CN" altLang="en-US" sz="1800" dirty="0">
              <a:solidFill>
                <a:srgbClr val="FF0000"/>
              </a:solidFill>
            </a:endParaRPr>
          </a:p>
        </p:txBody>
      </p:sp>
      <p:sp>
        <p:nvSpPr>
          <p:cNvPr id="46096" name="矩形 27"/>
          <p:cNvSpPr>
            <a:spLocks noChangeArrowheads="1"/>
          </p:cNvSpPr>
          <p:nvPr/>
        </p:nvSpPr>
        <p:spPr bwMode="auto">
          <a:xfrm>
            <a:off x="2761008" y="6114498"/>
            <a:ext cx="1603375" cy="396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a:solidFill>
                  <a:srgbClr val="000099"/>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rgbClr val="000099"/>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rgbClr val="000099"/>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rgbClr val="000099"/>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buFontTx/>
              <a:buNone/>
            </a:pPr>
            <a:r>
              <a:rPr lang="zh-CN" altLang="en-US" sz="1800" dirty="0">
                <a:solidFill>
                  <a:srgbClr val="FF0000"/>
                </a:solidFill>
              </a:rPr>
              <a:t>密封环密封</a:t>
            </a:r>
            <a:endParaRPr lang="zh-CN" altLang="en-US" sz="1800" dirty="0">
              <a:solidFill>
                <a:srgbClr val="FF0000"/>
              </a:solidFill>
            </a:endParaRPr>
          </a:p>
        </p:txBody>
      </p:sp>
      <p:sp>
        <p:nvSpPr>
          <p:cNvPr id="39950" name="直接连接符 6"/>
          <p:cNvSpPr>
            <a:spLocks noChangeShapeType="1"/>
          </p:cNvSpPr>
          <p:nvPr/>
        </p:nvSpPr>
        <p:spPr bwMode="auto">
          <a:xfrm>
            <a:off x="0" y="765175"/>
            <a:ext cx="9144000" cy="0"/>
          </a:xfrm>
          <a:prstGeom prst="line">
            <a:avLst/>
          </a:prstGeom>
          <a:noFill/>
          <a:ln w="28575">
            <a:solidFill>
              <a:srgbClr val="CC3300"/>
            </a:solidFill>
            <a:miter lim="800000"/>
          </a:ln>
          <a:extLst>
            <a:ext uri="{909E8E84-426E-40DD-AFC4-6F175D3DCCD1}">
              <a14:hiddenFill xmlns:a14="http://schemas.microsoft.com/office/drawing/2010/main">
                <a:noFill/>
              </a14:hiddenFill>
            </a:ext>
          </a:extLst>
        </p:spPr>
        <p:txBody>
          <a:bodyPr/>
          <a:lstStyle/>
          <a:p>
            <a:endParaRPr lang="zh-CN" altLang="en-US"/>
          </a:p>
        </p:txBody>
      </p:sp>
      <p:pic>
        <p:nvPicPr>
          <p:cNvPr id="46098" name="Picture 18"/>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2644912" y="1023730"/>
            <a:ext cx="6179783" cy="27652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6099" name="Picture 19"/>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554370" y="4265543"/>
            <a:ext cx="3692525" cy="172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矩形 1"/>
          <p:cNvSpPr/>
          <p:nvPr/>
        </p:nvSpPr>
        <p:spPr>
          <a:xfrm>
            <a:off x="528123" y="1687420"/>
            <a:ext cx="2502608" cy="430246"/>
          </a:xfrm>
          <a:prstGeom prst="rect">
            <a:avLst/>
          </a:prstGeom>
        </p:spPr>
        <p:txBody>
          <a:bodyPr wrap="none">
            <a:spAutoFit/>
          </a:bodyPr>
          <a:lstStyle/>
          <a:p>
            <a:pPr>
              <a:buNone/>
            </a:pPr>
            <a:r>
              <a:rPr lang="zh-CN" altLang="en-US" b="1" dirty="0">
                <a:latin typeface="华文中宋" panose="02010600040101010101" pitchFamily="2" charset="-122"/>
              </a:rPr>
              <a:t>油润滑</a:t>
            </a:r>
            <a:r>
              <a:rPr lang="en-US" altLang="zh-CN" b="1" dirty="0">
                <a:latin typeface="华文中宋" panose="02010600040101010101" pitchFamily="2" charset="-122"/>
              </a:rPr>
              <a:t>v</a:t>
            </a:r>
            <a:r>
              <a:rPr lang="zh-CN" altLang="en-US" b="1" dirty="0">
                <a:latin typeface="华文中宋" panose="02010600040101010101" pitchFamily="2" charset="-122"/>
              </a:rPr>
              <a:t>＜</a:t>
            </a:r>
            <a:r>
              <a:rPr lang="en-US" altLang="zh-CN" b="1" dirty="0">
                <a:latin typeface="华文中宋" panose="02010600040101010101" pitchFamily="2" charset="-122"/>
              </a:rPr>
              <a:t>4~12m/s</a:t>
            </a:r>
            <a:endParaRPr lang="en-US" altLang="zh-CN" b="1" dirty="0">
              <a:latin typeface="华文中宋" panose="02010600040101010101" pitchFamily="2" charset="-122"/>
            </a:endParaRPr>
          </a:p>
        </p:txBody>
      </p:sp>
      <p:sp>
        <p:nvSpPr>
          <p:cNvPr id="8206" name="Rectangle 67"/>
          <p:cNvSpPr>
            <a:spLocks noChangeArrowheads="1"/>
          </p:cNvSpPr>
          <p:nvPr/>
        </p:nvSpPr>
        <p:spPr bwMode="auto">
          <a:xfrm>
            <a:off x="3162300" y="10637"/>
            <a:ext cx="4945380" cy="5530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kumimoji="1" sz="2000">
                <a:solidFill>
                  <a:srgbClr val="000099"/>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rgbClr val="000099"/>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rgbClr val="000099"/>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rgbClr val="000099"/>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lnSpc>
                <a:spcPct val="100000"/>
              </a:lnSpc>
              <a:buFontTx/>
              <a:buNone/>
            </a:pPr>
            <a:r>
              <a:rPr lang="en-US" altLang="zh-CN" sz="3000" dirty="0" smtClean="0">
                <a:solidFill>
                  <a:srgbClr val="CC3300"/>
                </a:solidFill>
                <a:latin typeface="黑体" panose="02010609060101010101" pitchFamily="49" charset="-122"/>
                <a:ea typeface="黑体" panose="02010609060101010101" pitchFamily="49" charset="-122"/>
              </a:rPr>
              <a:t>3.6-6  </a:t>
            </a:r>
            <a:r>
              <a:rPr lang="zh-CN" altLang="en-US" sz="3000" dirty="0">
                <a:solidFill>
                  <a:srgbClr val="CC3300"/>
                </a:solidFill>
                <a:latin typeface="黑体" panose="02010609060101010101" pitchFamily="49" charset="-122"/>
                <a:ea typeface="黑体" panose="02010609060101010101" pitchFamily="49" charset="-122"/>
              </a:rPr>
              <a:t>滚动轴承装置的设计</a:t>
            </a:r>
            <a:endParaRPr lang="zh-CN" altLang="en-US" sz="3000" dirty="0">
              <a:solidFill>
                <a:srgbClr val="CC3300"/>
              </a:solidFill>
              <a:latin typeface="黑体" panose="02010609060101010101" pitchFamily="49" charset="-122"/>
              <a:ea typeface="黑体" panose="02010609060101010101" pitchFamily="49" charset="-122"/>
            </a:endParaRPr>
          </a:p>
        </p:txBody>
      </p:sp>
    </p:spTree>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224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2" presetClass="entr" presetSubtype="8" fill="hold" grpId="0" nodeType="clickEffect">
                                  <p:stCondLst>
                                    <p:cond delay="0"/>
                                  </p:stCondLst>
                                  <p:childTnLst>
                                    <p:set>
                                      <p:cBhvr>
                                        <p:cTn id="10" dur="1" fill="hold">
                                          <p:stCondLst>
                                            <p:cond delay="0"/>
                                          </p:stCondLst>
                                        </p:cTn>
                                        <p:tgtEl>
                                          <p:spTgt spid="2"/>
                                        </p:tgtEl>
                                        <p:attrNameLst>
                                          <p:attrName>style.visibility</p:attrName>
                                        </p:attrNameLst>
                                      </p:cBhvr>
                                      <p:to>
                                        <p:strVal val="visible"/>
                                      </p:to>
                                    </p:set>
                                    <p:animEffect transition="in" filter="wipe(left)">
                                      <p:cBhvr>
                                        <p:cTn id="11" dur="500"/>
                                        <p:tgtEl>
                                          <p:spTgt spid="2"/>
                                        </p:tgtEl>
                                      </p:cBhvr>
                                    </p:animEffect>
                                  </p:childTnLst>
                                </p:cTn>
                              </p:par>
                            </p:childTnLst>
                          </p:cTn>
                        </p:par>
                        <p:par>
                          <p:cTn id="12" fill="hold">
                            <p:stCondLst>
                              <p:cond delay="500"/>
                            </p:stCondLst>
                            <p:childTnLst>
                              <p:par>
                                <p:cTn id="13" presetID="1" presetClass="entr" presetSubtype="0" fill="hold" nodeType="afterEffect">
                                  <p:stCondLst>
                                    <p:cond delay="0"/>
                                  </p:stCondLst>
                                  <p:childTnLst>
                                    <p:set>
                                      <p:cBhvr>
                                        <p:cTn id="14" dur="1" fill="hold">
                                          <p:stCondLst>
                                            <p:cond delay="499"/>
                                          </p:stCondLst>
                                        </p:cTn>
                                        <p:tgtEl>
                                          <p:spTgt spid="52253"/>
                                        </p:tgtEl>
                                        <p:attrNameLst>
                                          <p:attrName>style.visibility</p:attrName>
                                        </p:attrNameLst>
                                      </p:cBhvr>
                                      <p:to>
                                        <p:strVal val="visible"/>
                                      </p:to>
                                    </p:set>
                                  </p:childTnLst>
                                </p:cTn>
                              </p:par>
                            </p:childTnLst>
                          </p:cTn>
                        </p:par>
                        <p:par>
                          <p:cTn id="15" fill="hold">
                            <p:stCondLst>
                              <p:cond delay="1000"/>
                            </p:stCondLst>
                            <p:childTnLst>
                              <p:par>
                                <p:cTn id="16" presetID="1" presetClass="entr" presetSubtype="0" fill="hold" nodeType="afterEffect">
                                  <p:stCondLst>
                                    <p:cond delay="0"/>
                                  </p:stCondLst>
                                  <p:childTnLst>
                                    <p:set>
                                      <p:cBhvr>
                                        <p:cTn id="17" dur="1" fill="hold">
                                          <p:stCondLst>
                                            <p:cond delay="499"/>
                                          </p:stCondLst>
                                        </p:cTn>
                                        <p:tgtEl>
                                          <p:spTgt spid="52252"/>
                                        </p:tgtEl>
                                        <p:attrNameLst>
                                          <p:attrName>style.visibility</p:attrName>
                                        </p:attrNameLst>
                                      </p:cBhvr>
                                      <p:to>
                                        <p:strVal val="visible"/>
                                      </p:to>
                                    </p:set>
                                  </p:childTnLst>
                                </p:cTn>
                              </p:par>
                            </p:childTnLst>
                          </p:cTn>
                        </p:par>
                        <p:par>
                          <p:cTn id="18" fill="hold">
                            <p:stCondLst>
                              <p:cond delay="1500"/>
                            </p:stCondLst>
                            <p:childTnLst>
                              <p:par>
                                <p:cTn id="19" presetID="2" presetClass="entr" presetSubtype="8" fill="hold" nodeType="afterEffect">
                                  <p:stCondLst>
                                    <p:cond delay="0"/>
                                  </p:stCondLst>
                                  <p:childTnLst>
                                    <p:set>
                                      <p:cBhvr>
                                        <p:cTn id="20" dur="1" fill="hold">
                                          <p:stCondLst>
                                            <p:cond delay="0"/>
                                          </p:stCondLst>
                                        </p:cTn>
                                        <p:tgtEl>
                                          <p:spTgt spid="52254"/>
                                        </p:tgtEl>
                                        <p:attrNameLst>
                                          <p:attrName>style.visibility</p:attrName>
                                        </p:attrNameLst>
                                      </p:cBhvr>
                                      <p:to>
                                        <p:strVal val="visible"/>
                                      </p:to>
                                    </p:set>
                                    <p:anim calcmode="lin" valueType="num">
                                      <p:cBhvr additive="base">
                                        <p:cTn id="21" dur="500" fill="hold"/>
                                        <p:tgtEl>
                                          <p:spTgt spid="52254"/>
                                        </p:tgtEl>
                                        <p:attrNameLst>
                                          <p:attrName>ppt_x</p:attrName>
                                        </p:attrNameLst>
                                      </p:cBhvr>
                                      <p:tavLst>
                                        <p:tav tm="0">
                                          <p:val>
                                            <p:strVal val="0-#ppt_w/2"/>
                                          </p:val>
                                        </p:tav>
                                        <p:tav tm="100000">
                                          <p:val>
                                            <p:strVal val="#ppt_x"/>
                                          </p:val>
                                        </p:tav>
                                      </p:tavLst>
                                    </p:anim>
                                    <p:anim calcmode="lin" valueType="num">
                                      <p:cBhvr additive="base">
                                        <p:cTn id="22" dur="500" fill="hold"/>
                                        <p:tgtEl>
                                          <p:spTgt spid="52254"/>
                                        </p:tgtEl>
                                        <p:attrNameLst>
                                          <p:attrName>ppt_y</p:attrName>
                                        </p:attrNameLst>
                                      </p:cBhvr>
                                      <p:tavLst>
                                        <p:tav tm="0">
                                          <p:val>
                                            <p:strVal val="#ppt_y"/>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46098"/>
                                        </p:tgtEl>
                                        <p:attrNameLst>
                                          <p:attrName>style.visibility</p:attrName>
                                        </p:attrNameLst>
                                      </p:cBhvr>
                                      <p:to>
                                        <p:strVal val="visible"/>
                                      </p:to>
                                    </p:set>
                                  </p:childTnLst>
                                </p:cTn>
                              </p:par>
                            </p:childTnLst>
                          </p:cTn>
                        </p:par>
                        <p:par>
                          <p:cTn id="27" fill="hold">
                            <p:stCondLst>
                              <p:cond delay="0"/>
                            </p:stCondLst>
                            <p:childTnLst>
                              <p:par>
                                <p:cTn id="28" presetID="1" presetClass="entr" presetSubtype="0" fill="hold" grpId="0" nodeType="afterEffect">
                                  <p:stCondLst>
                                    <p:cond delay="0"/>
                                  </p:stCondLst>
                                  <p:childTnLst>
                                    <p:set>
                                      <p:cBhvr>
                                        <p:cTn id="29" dur="1" fill="hold">
                                          <p:stCondLst>
                                            <p:cond delay="0"/>
                                          </p:stCondLst>
                                        </p:cTn>
                                        <p:tgtEl>
                                          <p:spTgt spid="46094"/>
                                        </p:tgtEl>
                                        <p:attrNameLst>
                                          <p:attrName>style.visibility</p:attrName>
                                        </p:attrNameLst>
                                      </p:cBhvr>
                                      <p:to>
                                        <p:strVal val="visible"/>
                                      </p:to>
                                    </p:se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clickEffect">
                                  <p:stCondLst>
                                    <p:cond delay="0"/>
                                  </p:stCondLst>
                                  <p:childTnLst>
                                    <p:set>
                                      <p:cBhvr>
                                        <p:cTn id="33" dur="1" fill="hold">
                                          <p:stCondLst>
                                            <p:cond delay="0"/>
                                          </p:stCondLst>
                                        </p:cTn>
                                        <p:tgtEl>
                                          <p:spTgt spid="46099"/>
                                        </p:tgtEl>
                                        <p:attrNameLst>
                                          <p:attrName>style.visibility</p:attrName>
                                        </p:attrNameLst>
                                      </p:cBhvr>
                                      <p:to>
                                        <p:strVal val="visible"/>
                                      </p:to>
                                    </p:set>
                                  </p:childTnLst>
                                </p:cTn>
                              </p:par>
                            </p:childTnLst>
                          </p:cTn>
                        </p:par>
                        <p:par>
                          <p:cTn id="34" fill="hold">
                            <p:stCondLst>
                              <p:cond delay="0"/>
                            </p:stCondLst>
                            <p:childTnLst>
                              <p:par>
                                <p:cTn id="35" presetID="1" presetClass="entr" presetSubtype="0" fill="hold" grpId="0" nodeType="afterEffect">
                                  <p:stCondLst>
                                    <p:cond delay="0"/>
                                  </p:stCondLst>
                                  <p:childTnLst>
                                    <p:set>
                                      <p:cBhvr>
                                        <p:cTn id="36" dur="1" fill="hold">
                                          <p:stCondLst>
                                            <p:cond delay="0"/>
                                          </p:stCondLst>
                                        </p:cTn>
                                        <p:tgtEl>
                                          <p:spTgt spid="4609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2244" grpId="0"/>
      <p:bldP spid="46094" grpId="0"/>
      <p:bldP spid="46096" grpId="0"/>
      <p:bldP spid="2" grpId="0"/>
    </p:bldLst>
  </p:timing>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7120" name="Picture 16"/>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0" y="853071"/>
            <a:ext cx="4938230" cy="26559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0962" name="Rectangle 2"/>
          <p:cNvSpPr>
            <a:spLocks noGrp="1" noChangeArrowheads="1"/>
          </p:cNvSpPr>
          <p:nvPr>
            <p:ph type="title"/>
          </p:nvPr>
        </p:nvSpPr>
        <p:spPr bwMode="auto">
          <a:xfrm>
            <a:off x="6572250" y="723900"/>
            <a:ext cx="1885950" cy="1905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eaLnBrk="1" hangingPunct="1"/>
            <a:r>
              <a:rPr lang="zh-CN" altLang="en-US" sz="800" smtClean="0">
                <a:solidFill>
                  <a:schemeClr val="bg1"/>
                </a:solidFill>
                <a:latin typeface="华文中宋" panose="02010600040101010101" pitchFamily="2" charset="-122"/>
                <a:ea typeface="华文中宋" panose="02010600040101010101" pitchFamily="2" charset="-122"/>
              </a:rPr>
              <a:t>轴承装置的设计</a:t>
            </a:r>
            <a:r>
              <a:rPr lang="en-US" altLang="zh-CN" sz="800" smtClean="0">
                <a:solidFill>
                  <a:schemeClr val="bg1"/>
                </a:solidFill>
                <a:latin typeface="华文中宋" panose="02010600040101010101" pitchFamily="2" charset="-122"/>
                <a:ea typeface="华文中宋" panose="02010600040101010101" pitchFamily="2" charset="-122"/>
              </a:rPr>
              <a:t>4</a:t>
            </a:r>
            <a:endParaRPr lang="en-US" altLang="zh-CN" sz="800" smtClean="0">
              <a:solidFill>
                <a:schemeClr val="bg1"/>
              </a:solidFill>
              <a:latin typeface="华文中宋" panose="02010600040101010101" pitchFamily="2" charset="-122"/>
              <a:ea typeface="华文中宋" panose="02010600040101010101" pitchFamily="2" charset="-122"/>
            </a:endParaRPr>
          </a:p>
        </p:txBody>
      </p:sp>
      <p:sp>
        <p:nvSpPr>
          <p:cNvPr id="52244" name="Text Box 20"/>
          <p:cNvSpPr txBox="1">
            <a:spLocks noChangeArrowheads="1"/>
          </p:cNvSpPr>
          <p:nvPr/>
        </p:nvSpPr>
        <p:spPr bwMode="auto">
          <a:xfrm>
            <a:off x="254000" y="869950"/>
            <a:ext cx="3314148" cy="4985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2000">
                <a:solidFill>
                  <a:srgbClr val="000099"/>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rgbClr val="000099"/>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rgbClr val="000099"/>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rgbClr val="000099"/>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buFontTx/>
              <a:buNone/>
            </a:pPr>
            <a:r>
              <a:rPr lang="en-US" altLang="zh-CN" sz="2200" dirty="0">
                <a:solidFill>
                  <a:srgbClr val="0000FF"/>
                </a:solidFill>
              </a:rPr>
              <a:t>2</a:t>
            </a:r>
            <a:r>
              <a:rPr lang="zh-CN" altLang="en-US" sz="2200" dirty="0">
                <a:solidFill>
                  <a:srgbClr val="0000FF"/>
                </a:solidFill>
              </a:rPr>
              <a:t>．非接触式密封</a:t>
            </a:r>
            <a:endParaRPr lang="zh-CN" altLang="en-US" sz="2200" dirty="0">
              <a:solidFill>
                <a:srgbClr val="0000FF"/>
              </a:solidFill>
            </a:endParaRPr>
          </a:p>
        </p:txBody>
      </p:sp>
      <p:sp>
        <p:nvSpPr>
          <p:cNvPr id="47113" name="矩形 21"/>
          <p:cNvSpPr>
            <a:spLocks noChangeArrowheads="1"/>
          </p:cNvSpPr>
          <p:nvPr/>
        </p:nvSpPr>
        <p:spPr bwMode="auto">
          <a:xfrm>
            <a:off x="1477066" y="3678099"/>
            <a:ext cx="1108075" cy="395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000">
                <a:solidFill>
                  <a:srgbClr val="000099"/>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rgbClr val="000099"/>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rgbClr val="000099"/>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rgbClr val="000099"/>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buFontTx/>
              <a:buNone/>
            </a:pPr>
            <a:r>
              <a:rPr lang="zh-CN" altLang="en-US" sz="1800" dirty="0">
                <a:solidFill>
                  <a:srgbClr val="C00000"/>
                </a:solidFill>
              </a:rPr>
              <a:t>间隙密封</a:t>
            </a:r>
            <a:endParaRPr lang="zh-CN" altLang="en-US" sz="1800" dirty="0">
              <a:solidFill>
                <a:srgbClr val="C00000"/>
              </a:solidFill>
            </a:endParaRPr>
          </a:p>
        </p:txBody>
      </p:sp>
      <p:sp>
        <p:nvSpPr>
          <p:cNvPr id="47114" name="矩形 24"/>
          <p:cNvSpPr>
            <a:spLocks noChangeArrowheads="1"/>
          </p:cNvSpPr>
          <p:nvPr/>
        </p:nvSpPr>
        <p:spPr bwMode="auto">
          <a:xfrm>
            <a:off x="6218997" y="6262276"/>
            <a:ext cx="1107996" cy="396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000">
                <a:solidFill>
                  <a:srgbClr val="000099"/>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rgbClr val="000099"/>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rgbClr val="000099"/>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rgbClr val="000099"/>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buFontTx/>
              <a:buNone/>
            </a:pPr>
            <a:r>
              <a:rPr lang="zh-CN" altLang="en-US" sz="1800" dirty="0">
                <a:solidFill>
                  <a:srgbClr val="C00000"/>
                </a:solidFill>
              </a:rPr>
              <a:t>甩油密封</a:t>
            </a:r>
            <a:endParaRPr lang="zh-CN" altLang="en-US" sz="1800" dirty="0">
              <a:solidFill>
                <a:srgbClr val="C00000"/>
              </a:solidFill>
            </a:endParaRPr>
          </a:p>
        </p:txBody>
      </p:sp>
      <p:sp>
        <p:nvSpPr>
          <p:cNvPr id="40973" name="直接连接符 6"/>
          <p:cNvSpPr>
            <a:spLocks noChangeShapeType="1"/>
          </p:cNvSpPr>
          <p:nvPr/>
        </p:nvSpPr>
        <p:spPr bwMode="auto">
          <a:xfrm>
            <a:off x="0" y="765175"/>
            <a:ext cx="9144000" cy="0"/>
          </a:xfrm>
          <a:prstGeom prst="line">
            <a:avLst/>
          </a:prstGeom>
          <a:noFill/>
          <a:ln w="28575">
            <a:solidFill>
              <a:srgbClr val="CC3300"/>
            </a:solidFill>
            <a:miter lim="800000"/>
          </a:ln>
          <a:extLst>
            <a:ext uri="{909E8E84-426E-40DD-AFC4-6F175D3DCCD1}">
              <a14:hiddenFill xmlns:a14="http://schemas.microsoft.com/office/drawing/2010/main">
                <a:noFill/>
              </a14:hiddenFill>
            </a:ext>
          </a:extLst>
        </p:spPr>
        <p:txBody>
          <a:bodyPr/>
          <a:lstStyle/>
          <a:p>
            <a:endParaRPr lang="zh-CN" altLang="en-US"/>
          </a:p>
        </p:txBody>
      </p:sp>
      <p:pic>
        <p:nvPicPr>
          <p:cNvPr id="47121" name="Picture 17"/>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665384" y="3508927"/>
            <a:ext cx="5388666" cy="28507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206" name="Rectangle 67"/>
          <p:cNvSpPr>
            <a:spLocks noChangeArrowheads="1"/>
          </p:cNvSpPr>
          <p:nvPr/>
        </p:nvSpPr>
        <p:spPr bwMode="auto">
          <a:xfrm>
            <a:off x="3162300" y="10637"/>
            <a:ext cx="4945380" cy="5530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kumimoji="1" sz="2000">
                <a:solidFill>
                  <a:srgbClr val="000099"/>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rgbClr val="000099"/>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rgbClr val="000099"/>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rgbClr val="000099"/>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lnSpc>
                <a:spcPct val="100000"/>
              </a:lnSpc>
              <a:buFontTx/>
              <a:buNone/>
            </a:pPr>
            <a:r>
              <a:rPr lang="en-US" altLang="zh-CN" sz="3000" dirty="0" smtClean="0">
                <a:solidFill>
                  <a:srgbClr val="CC3300"/>
                </a:solidFill>
                <a:latin typeface="黑体" panose="02010609060101010101" pitchFamily="49" charset="-122"/>
                <a:ea typeface="黑体" panose="02010609060101010101" pitchFamily="49" charset="-122"/>
              </a:rPr>
              <a:t>3.6-6  </a:t>
            </a:r>
            <a:r>
              <a:rPr lang="zh-CN" altLang="en-US" sz="3000" dirty="0">
                <a:solidFill>
                  <a:srgbClr val="CC3300"/>
                </a:solidFill>
                <a:latin typeface="黑体" panose="02010609060101010101" pitchFamily="49" charset="-122"/>
                <a:ea typeface="黑体" panose="02010609060101010101" pitchFamily="49" charset="-122"/>
              </a:rPr>
              <a:t>滚动轴承装置的设计</a:t>
            </a:r>
            <a:endParaRPr lang="zh-CN" altLang="en-US" sz="3000" dirty="0">
              <a:solidFill>
                <a:srgbClr val="CC3300"/>
              </a:solidFill>
              <a:latin typeface="黑体" panose="02010609060101010101" pitchFamily="49" charset="-122"/>
              <a:ea typeface="黑体" panose="02010609060101010101" pitchFamily="49" charset="-122"/>
            </a:endParaRPr>
          </a:p>
        </p:txBody>
      </p:sp>
    </p:spTree>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52244"/>
                                        </p:tgtEl>
                                        <p:attrNameLst>
                                          <p:attrName>style.visibility</p:attrName>
                                        </p:attrNameLst>
                                      </p:cBhvr>
                                      <p:to>
                                        <p:strVal val="visible"/>
                                      </p:to>
                                    </p:set>
                                    <p:animEffect transition="in" filter="wipe(up)">
                                      <p:cBhvr>
                                        <p:cTn id="7" dur="500"/>
                                        <p:tgtEl>
                                          <p:spTgt spid="52244"/>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nodeType="clickEffect">
                                  <p:stCondLst>
                                    <p:cond delay="0"/>
                                  </p:stCondLst>
                                  <p:childTnLst>
                                    <p:set>
                                      <p:cBhvr>
                                        <p:cTn id="11" dur="1" fill="hold">
                                          <p:stCondLst>
                                            <p:cond delay="0"/>
                                          </p:stCondLst>
                                        </p:cTn>
                                        <p:tgtEl>
                                          <p:spTgt spid="47120"/>
                                        </p:tgtEl>
                                        <p:attrNameLst>
                                          <p:attrName>style.visibility</p:attrName>
                                        </p:attrNameLst>
                                      </p:cBhvr>
                                      <p:to>
                                        <p:strVal val="visible"/>
                                      </p:to>
                                    </p:set>
                                  </p:childTnLst>
                                </p:cTn>
                              </p:par>
                            </p:childTnLst>
                          </p:cTn>
                        </p:par>
                        <p:par>
                          <p:cTn id="12" fill="hold">
                            <p:stCondLst>
                              <p:cond delay="0"/>
                            </p:stCondLst>
                            <p:childTnLst>
                              <p:par>
                                <p:cTn id="13" presetID="1" presetClass="entr" presetSubtype="0" fill="hold" grpId="0" nodeType="afterEffect">
                                  <p:stCondLst>
                                    <p:cond delay="0"/>
                                  </p:stCondLst>
                                  <p:childTnLst>
                                    <p:set>
                                      <p:cBhvr>
                                        <p:cTn id="14" dur="1" fill="hold">
                                          <p:stCondLst>
                                            <p:cond delay="0"/>
                                          </p:stCondLst>
                                        </p:cTn>
                                        <p:tgtEl>
                                          <p:spTgt spid="4711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7121"/>
                                        </p:tgtEl>
                                        <p:attrNameLst>
                                          <p:attrName>style.visibility</p:attrName>
                                        </p:attrNameLst>
                                      </p:cBhvr>
                                      <p:to>
                                        <p:strVal val="visible"/>
                                      </p:to>
                                    </p:set>
                                  </p:childTnLst>
                                </p:cTn>
                              </p:par>
                            </p:childTnLst>
                          </p:cTn>
                        </p:par>
                        <p:par>
                          <p:cTn id="19" fill="hold">
                            <p:stCondLst>
                              <p:cond delay="0"/>
                            </p:stCondLst>
                            <p:childTnLst>
                              <p:par>
                                <p:cTn id="20" presetID="1" presetClass="entr" presetSubtype="0" fill="hold" grpId="0" nodeType="afterEffect">
                                  <p:stCondLst>
                                    <p:cond delay="0"/>
                                  </p:stCondLst>
                                  <p:childTnLst>
                                    <p:set>
                                      <p:cBhvr>
                                        <p:cTn id="21" dur="1" fill="hold">
                                          <p:stCondLst>
                                            <p:cond delay="0"/>
                                          </p:stCondLst>
                                        </p:cTn>
                                        <p:tgtEl>
                                          <p:spTgt spid="471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2244" grpId="0" autoUpdateAnimBg="0"/>
      <p:bldP spid="47113" grpId="0"/>
      <p:bldP spid="47114" grpId="0"/>
    </p:bldLst>
  </p:timing>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p:cNvSpPr>
            <a:spLocks noGrp="1" noChangeArrowheads="1"/>
          </p:cNvSpPr>
          <p:nvPr>
            <p:ph type="title"/>
          </p:nvPr>
        </p:nvSpPr>
        <p:spPr bwMode="auto">
          <a:xfrm>
            <a:off x="6572250" y="723900"/>
            <a:ext cx="1885950" cy="1905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eaLnBrk="1" hangingPunct="1"/>
            <a:r>
              <a:rPr lang="zh-CN" altLang="en-US" sz="800" smtClean="0">
                <a:solidFill>
                  <a:schemeClr val="bg1"/>
                </a:solidFill>
                <a:latin typeface="华文中宋" panose="02010600040101010101" pitchFamily="2" charset="-122"/>
                <a:ea typeface="华文中宋" panose="02010600040101010101" pitchFamily="2" charset="-122"/>
              </a:rPr>
              <a:t>轴承装置的设计</a:t>
            </a:r>
            <a:r>
              <a:rPr lang="en-US" altLang="zh-CN" sz="800" smtClean="0">
                <a:solidFill>
                  <a:schemeClr val="bg1"/>
                </a:solidFill>
                <a:latin typeface="华文中宋" panose="02010600040101010101" pitchFamily="2" charset="-122"/>
                <a:ea typeface="华文中宋" panose="02010600040101010101" pitchFamily="2" charset="-122"/>
              </a:rPr>
              <a:t>4</a:t>
            </a:r>
            <a:endParaRPr lang="en-US" altLang="zh-CN" sz="800" smtClean="0">
              <a:solidFill>
                <a:schemeClr val="bg1"/>
              </a:solidFill>
              <a:latin typeface="华文中宋" panose="02010600040101010101" pitchFamily="2" charset="-122"/>
              <a:ea typeface="华文中宋" panose="02010600040101010101" pitchFamily="2" charset="-122"/>
            </a:endParaRPr>
          </a:p>
        </p:txBody>
      </p:sp>
      <p:sp>
        <p:nvSpPr>
          <p:cNvPr id="52244" name="Text Box 20"/>
          <p:cNvSpPr txBox="1">
            <a:spLocks noChangeArrowheads="1"/>
          </p:cNvSpPr>
          <p:nvPr/>
        </p:nvSpPr>
        <p:spPr bwMode="auto">
          <a:xfrm>
            <a:off x="254000" y="869950"/>
            <a:ext cx="2946400" cy="4985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2000">
                <a:solidFill>
                  <a:srgbClr val="000099"/>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rgbClr val="000099"/>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rgbClr val="000099"/>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rgbClr val="000099"/>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buFontTx/>
              <a:buNone/>
            </a:pPr>
            <a:r>
              <a:rPr lang="en-US" altLang="zh-CN" sz="2200" dirty="0">
                <a:solidFill>
                  <a:srgbClr val="0000FF"/>
                </a:solidFill>
              </a:rPr>
              <a:t>2</a:t>
            </a:r>
            <a:r>
              <a:rPr lang="zh-CN" altLang="en-US" sz="2200" dirty="0">
                <a:solidFill>
                  <a:srgbClr val="0000FF"/>
                </a:solidFill>
              </a:rPr>
              <a:t>．非接触式密封</a:t>
            </a:r>
            <a:endParaRPr lang="zh-CN" altLang="en-US" sz="2200" dirty="0">
              <a:solidFill>
                <a:srgbClr val="0000FF"/>
              </a:solidFill>
            </a:endParaRPr>
          </a:p>
        </p:txBody>
      </p:sp>
      <p:pic>
        <p:nvPicPr>
          <p:cNvPr id="52252" name="Picture 28" descr="back1">
            <a:hlinkClick r:id="" action="ppaction://hlinkshowjump?jump=previousslide"/>
          </p:cNvPr>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8324850" y="6489700"/>
            <a:ext cx="306388" cy="306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2253" name="Picture 29" descr="NEXT1">
            <a:hlinkClick r:id="" action="ppaction://hlinkshowjump?jump=nextslide"/>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774113" y="6489700"/>
            <a:ext cx="306387" cy="306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2254" name="Picture 30" descr="rewind1">
            <a:hlinkClick r:id="" action="ppaction://hlinkshowjump?jump=firstslide"/>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875588" y="6489700"/>
            <a:ext cx="306387" cy="306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0967" name="Text Box 31"/>
          <p:cNvSpPr txBox="1">
            <a:spLocks noChangeArrowheads="1"/>
          </p:cNvSpPr>
          <p:nvPr/>
        </p:nvSpPr>
        <p:spPr bwMode="auto">
          <a:xfrm>
            <a:off x="7505700" y="5908675"/>
            <a:ext cx="9271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57150">
                <a:solidFill>
                  <a:srgbClr val="000000"/>
                </a:solidFill>
                <a:miter lim="800000"/>
                <a:headEnd/>
                <a:tailEnd/>
              </a14:hiddenLine>
            </a:ext>
          </a:extLst>
        </p:spPr>
        <p:txBody>
          <a:bodyPr>
            <a:spAutoFit/>
          </a:bodyPr>
          <a:lstStyle>
            <a:lvl1pPr eaLnBrk="0" hangingPunct="0">
              <a:defRPr kumimoji="1" sz="2000">
                <a:solidFill>
                  <a:srgbClr val="000099"/>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rgbClr val="000099"/>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rgbClr val="000099"/>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rgbClr val="000099"/>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9pPr>
          </a:lstStyle>
          <a:p>
            <a:pPr algn="ctr" eaLnBrk="1" hangingPunct="1">
              <a:lnSpc>
                <a:spcPct val="100000"/>
              </a:lnSpc>
              <a:spcBef>
                <a:spcPct val="50000"/>
              </a:spcBef>
              <a:buFontTx/>
              <a:buNone/>
            </a:pPr>
            <a:r>
              <a:rPr lang="en-US" altLang="zh-CN" sz="1800">
                <a:latin typeface="华文中宋" panose="02010600040101010101" pitchFamily="2" charset="-122"/>
              </a:rPr>
              <a:t>  </a:t>
            </a:r>
            <a:endParaRPr lang="en-US" altLang="zh-CN" sz="1800">
              <a:latin typeface="华文中宋" panose="02010600040101010101" pitchFamily="2" charset="-122"/>
            </a:endParaRPr>
          </a:p>
        </p:txBody>
      </p:sp>
      <p:sp>
        <p:nvSpPr>
          <p:cNvPr id="47117" name="矩形 22"/>
          <p:cNvSpPr>
            <a:spLocks noChangeArrowheads="1"/>
          </p:cNvSpPr>
          <p:nvPr/>
        </p:nvSpPr>
        <p:spPr bwMode="auto">
          <a:xfrm>
            <a:off x="1562597" y="4965990"/>
            <a:ext cx="20320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000">
                <a:solidFill>
                  <a:srgbClr val="000099"/>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rgbClr val="000099"/>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rgbClr val="000099"/>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rgbClr val="000099"/>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buFontTx/>
              <a:buNone/>
            </a:pPr>
            <a:r>
              <a:rPr lang="zh-CN" altLang="en-US" sz="1800" dirty="0">
                <a:solidFill>
                  <a:srgbClr val="FF0000"/>
                </a:solidFill>
              </a:rPr>
              <a:t>轴向布置曲路密封</a:t>
            </a:r>
            <a:endParaRPr lang="zh-CN" altLang="en-US" sz="1800" dirty="0">
              <a:solidFill>
                <a:srgbClr val="FF0000"/>
              </a:solidFill>
            </a:endParaRPr>
          </a:p>
        </p:txBody>
      </p:sp>
      <p:sp>
        <p:nvSpPr>
          <p:cNvPr id="47119" name="矩形 22"/>
          <p:cNvSpPr>
            <a:spLocks noChangeArrowheads="1"/>
          </p:cNvSpPr>
          <p:nvPr/>
        </p:nvSpPr>
        <p:spPr bwMode="auto">
          <a:xfrm>
            <a:off x="5258491" y="5062952"/>
            <a:ext cx="2031325" cy="396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000">
                <a:solidFill>
                  <a:srgbClr val="000099"/>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rgbClr val="000099"/>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rgbClr val="000099"/>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rgbClr val="000099"/>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buFontTx/>
              <a:buNone/>
            </a:pPr>
            <a:r>
              <a:rPr lang="zh-CN" altLang="en-US" sz="1800" dirty="0">
                <a:solidFill>
                  <a:srgbClr val="FF0000"/>
                </a:solidFill>
              </a:rPr>
              <a:t>径向布置曲路密封</a:t>
            </a:r>
            <a:endParaRPr lang="zh-CN" altLang="en-US" sz="1800" dirty="0">
              <a:solidFill>
                <a:srgbClr val="FF0000"/>
              </a:solidFill>
            </a:endParaRPr>
          </a:p>
        </p:txBody>
      </p:sp>
      <p:sp>
        <p:nvSpPr>
          <p:cNvPr id="40973" name="直接连接符 6"/>
          <p:cNvSpPr>
            <a:spLocks noChangeShapeType="1"/>
          </p:cNvSpPr>
          <p:nvPr/>
        </p:nvSpPr>
        <p:spPr bwMode="auto">
          <a:xfrm>
            <a:off x="0" y="765175"/>
            <a:ext cx="9144000" cy="0"/>
          </a:xfrm>
          <a:prstGeom prst="line">
            <a:avLst/>
          </a:prstGeom>
          <a:noFill/>
          <a:ln w="28575">
            <a:solidFill>
              <a:srgbClr val="CC3300"/>
            </a:solidFill>
            <a:miter lim="800000"/>
          </a:ln>
          <a:extLst>
            <a:ext uri="{909E8E84-426E-40DD-AFC4-6F175D3DCCD1}">
              <a14:hiddenFill xmlns:a14="http://schemas.microsoft.com/office/drawing/2010/main">
                <a:noFill/>
              </a14:hiddenFill>
            </a:ext>
          </a:extLst>
        </p:spPr>
        <p:txBody>
          <a:bodyPr/>
          <a:lstStyle/>
          <a:p>
            <a:endParaRPr lang="zh-CN" altLang="en-US"/>
          </a:p>
        </p:txBody>
      </p:sp>
      <p:pic>
        <p:nvPicPr>
          <p:cNvPr id="47122" name="Picture 18"/>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721690" y="1873249"/>
            <a:ext cx="6841865" cy="29869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206" name="Rectangle 67"/>
          <p:cNvSpPr>
            <a:spLocks noChangeArrowheads="1"/>
          </p:cNvSpPr>
          <p:nvPr/>
        </p:nvSpPr>
        <p:spPr bwMode="auto">
          <a:xfrm>
            <a:off x="3162300" y="10637"/>
            <a:ext cx="4945380" cy="5530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kumimoji="1" sz="2000">
                <a:solidFill>
                  <a:srgbClr val="000099"/>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rgbClr val="000099"/>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rgbClr val="000099"/>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rgbClr val="000099"/>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lnSpc>
                <a:spcPct val="100000"/>
              </a:lnSpc>
              <a:buFontTx/>
              <a:buNone/>
            </a:pPr>
            <a:r>
              <a:rPr lang="en-US" altLang="zh-CN" sz="3000" dirty="0" smtClean="0">
                <a:solidFill>
                  <a:srgbClr val="CC3300"/>
                </a:solidFill>
                <a:latin typeface="黑体" panose="02010609060101010101" pitchFamily="49" charset="-122"/>
                <a:ea typeface="黑体" panose="02010609060101010101" pitchFamily="49" charset="-122"/>
              </a:rPr>
              <a:t>3.6-6  </a:t>
            </a:r>
            <a:r>
              <a:rPr lang="zh-CN" altLang="en-US" sz="3000" dirty="0">
                <a:solidFill>
                  <a:srgbClr val="CC3300"/>
                </a:solidFill>
                <a:latin typeface="黑体" panose="02010609060101010101" pitchFamily="49" charset="-122"/>
                <a:ea typeface="黑体" panose="02010609060101010101" pitchFamily="49" charset="-122"/>
              </a:rPr>
              <a:t>滚动轴承装置的设计</a:t>
            </a:r>
            <a:endParaRPr lang="zh-CN" altLang="en-US" sz="3000" dirty="0">
              <a:solidFill>
                <a:srgbClr val="CC3300"/>
              </a:solidFill>
              <a:latin typeface="黑体" panose="02010609060101010101" pitchFamily="49" charset="-122"/>
              <a:ea typeface="黑体" panose="02010609060101010101" pitchFamily="49" charset="-122"/>
            </a:endParaRPr>
          </a:p>
        </p:txBody>
      </p:sp>
    </p:spTree>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52244"/>
                                        </p:tgtEl>
                                        <p:attrNameLst>
                                          <p:attrName>style.visibility</p:attrName>
                                        </p:attrNameLst>
                                      </p:cBhvr>
                                      <p:to>
                                        <p:strVal val="visible"/>
                                      </p:to>
                                    </p:set>
                                    <p:animEffect transition="in" filter="wipe(up)">
                                      <p:cBhvr>
                                        <p:cTn id="7" dur="500"/>
                                        <p:tgtEl>
                                          <p:spTgt spid="52244"/>
                                        </p:tgtEl>
                                      </p:cBhvr>
                                    </p:animEffect>
                                  </p:childTnLst>
                                </p:cTn>
                              </p:par>
                            </p:childTnLst>
                          </p:cTn>
                        </p:par>
                        <p:par>
                          <p:cTn id="8" fill="hold">
                            <p:stCondLst>
                              <p:cond delay="500"/>
                            </p:stCondLst>
                            <p:childTnLst>
                              <p:par>
                                <p:cTn id="9" presetID="1" presetClass="entr" presetSubtype="0" fill="hold" nodeType="afterEffect">
                                  <p:stCondLst>
                                    <p:cond delay="0"/>
                                  </p:stCondLst>
                                  <p:childTnLst>
                                    <p:set>
                                      <p:cBhvr>
                                        <p:cTn id="10" dur="1" fill="hold">
                                          <p:stCondLst>
                                            <p:cond delay="499"/>
                                          </p:stCondLst>
                                        </p:cTn>
                                        <p:tgtEl>
                                          <p:spTgt spid="52253"/>
                                        </p:tgtEl>
                                        <p:attrNameLst>
                                          <p:attrName>style.visibility</p:attrName>
                                        </p:attrNameLst>
                                      </p:cBhvr>
                                      <p:to>
                                        <p:strVal val="visible"/>
                                      </p:to>
                                    </p:set>
                                  </p:childTnLst>
                                </p:cTn>
                              </p:par>
                            </p:childTnLst>
                          </p:cTn>
                        </p:par>
                        <p:par>
                          <p:cTn id="11" fill="hold">
                            <p:stCondLst>
                              <p:cond delay="1000"/>
                            </p:stCondLst>
                            <p:childTnLst>
                              <p:par>
                                <p:cTn id="12" presetID="1" presetClass="entr" presetSubtype="0" fill="hold" nodeType="afterEffect">
                                  <p:stCondLst>
                                    <p:cond delay="0"/>
                                  </p:stCondLst>
                                  <p:childTnLst>
                                    <p:set>
                                      <p:cBhvr>
                                        <p:cTn id="13" dur="1" fill="hold">
                                          <p:stCondLst>
                                            <p:cond delay="499"/>
                                          </p:stCondLst>
                                        </p:cTn>
                                        <p:tgtEl>
                                          <p:spTgt spid="52252"/>
                                        </p:tgtEl>
                                        <p:attrNameLst>
                                          <p:attrName>style.visibility</p:attrName>
                                        </p:attrNameLst>
                                      </p:cBhvr>
                                      <p:to>
                                        <p:strVal val="visible"/>
                                      </p:to>
                                    </p:set>
                                  </p:childTnLst>
                                </p:cTn>
                              </p:par>
                            </p:childTnLst>
                          </p:cTn>
                        </p:par>
                        <p:par>
                          <p:cTn id="14" fill="hold">
                            <p:stCondLst>
                              <p:cond delay="1500"/>
                            </p:stCondLst>
                            <p:childTnLst>
                              <p:par>
                                <p:cTn id="15" presetID="2" presetClass="entr" presetSubtype="8" fill="hold" nodeType="afterEffect">
                                  <p:stCondLst>
                                    <p:cond delay="0"/>
                                  </p:stCondLst>
                                  <p:childTnLst>
                                    <p:set>
                                      <p:cBhvr>
                                        <p:cTn id="16" dur="1" fill="hold">
                                          <p:stCondLst>
                                            <p:cond delay="0"/>
                                          </p:stCondLst>
                                        </p:cTn>
                                        <p:tgtEl>
                                          <p:spTgt spid="52254"/>
                                        </p:tgtEl>
                                        <p:attrNameLst>
                                          <p:attrName>style.visibility</p:attrName>
                                        </p:attrNameLst>
                                      </p:cBhvr>
                                      <p:to>
                                        <p:strVal val="visible"/>
                                      </p:to>
                                    </p:set>
                                    <p:anim calcmode="lin" valueType="num">
                                      <p:cBhvr additive="base">
                                        <p:cTn id="17" dur="500" fill="hold"/>
                                        <p:tgtEl>
                                          <p:spTgt spid="52254"/>
                                        </p:tgtEl>
                                        <p:attrNameLst>
                                          <p:attrName>ppt_x</p:attrName>
                                        </p:attrNameLst>
                                      </p:cBhvr>
                                      <p:tavLst>
                                        <p:tav tm="0">
                                          <p:val>
                                            <p:strVal val="0-#ppt_w/2"/>
                                          </p:val>
                                        </p:tav>
                                        <p:tav tm="100000">
                                          <p:val>
                                            <p:strVal val="#ppt_x"/>
                                          </p:val>
                                        </p:tav>
                                      </p:tavLst>
                                    </p:anim>
                                    <p:anim calcmode="lin" valueType="num">
                                      <p:cBhvr additive="base">
                                        <p:cTn id="18" dur="500" fill="hold"/>
                                        <p:tgtEl>
                                          <p:spTgt spid="52254"/>
                                        </p:tgtEl>
                                        <p:attrNameLst>
                                          <p:attrName>ppt_y</p:attrName>
                                        </p:attrNameLst>
                                      </p:cBhvr>
                                      <p:tavLst>
                                        <p:tav tm="0">
                                          <p:val>
                                            <p:strVal val="#ppt_y"/>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7122"/>
                                        </p:tgtEl>
                                        <p:attrNameLst>
                                          <p:attrName>style.visibility</p:attrName>
                                        </p:attrNameLst>
                                      </p:cBhvr>
                                      <p:to>
                                        <p:strVal val="visible"/>
                                      </p:to>
                                    </p:set>
                                  </p:childTnLst>
                                </p:cTn>
                              </p:par>
                            </p:childTnLst>
                          </p:cTn>
                        </p:par>
                        <p:par>
                          <p:cTn id="23" fill="hold">
                            <p:stCondLst>
                              <p:cond delay="0"/>
                            </p:stCondLst>
                            <p:childTnLst>
                              <p:par>
                                <p:cTn id="24" presetID="1" presetClass="entr" presetSubtype="0" fill="hold" grpId="0" nodeType="afterEffect">
                                  <p:stCondLst>
                                    <p:cond delay="0"/>
                                  </p:stCondLst>
                                  <p:childTnLst>
                                    <p:set>
                                      <p:cBhvr>
                                        <p:cTn id="25" dur="1" fill="hold">
                                          <p:stCondLst>
                                            <p:cond delay="0"/>
                                          </p:stCondLst>
                                        </p:cTn>
                                        <p:tgtEl>
                                          <p:spTgt spid="47117"/>
                                        </p:tgtEl>
                                        <p:attrNameLst>
                                          <p:attrName>style.visibility</p:attrName>
                                        </p:attrNameLst>
                                      </p:cBhvr>
                                      <p:to>
                                        <p:strVal val="visible"/>
                                      </p:to>
                                    </p:set>
                                  </p:childTnLst>
                                </p:cTn>
                              </p:par>
                            </p:childTnLst>
                          </p:cTn>
                        </p:par>
                        <p:par>
                          <p:cTn id="26" fill="hold">
                            <p:stCondLst>
                              <p:cond delay="0"/>
                            </p:stCondLst>
                            <p:childTnLst>
                              <p:par>
                                <p:cTn id="27" presetID="1" presetClass="entr" presetSubtype="0" fill="hold" grpId="0" nodeType="afterEffect">
                                  <p:stCondLst>
                                    <p:cond delay="0"/>
                                  </p:stCondLst>
                                  <p:childTnLst>
                                    <p:set>
                                      <p:cBhvr>
                                        <p:cTn id="28" dur="1" fill="hold">
                                          <p:stCondLst>
                                            <p:cond delay="0"/>
                                          </p:stCondLst>
                                        </p:cTn>
                                        <p:tgtEl>
                                          <p:spTgt spid="471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2244" grpId="0" autoUpdateAnimBg="0"/>
      <p:bldP spid="47117" grpId="0"/>
      <p:bldP spid="47119" grpId="0"/>
    </p:bldLst>
  </p:timing>
</p:sld>
</file>

<file path=ppt/slides/slide13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7657" name="Text Box 9"/>
          <p:cNvSpPr txBox="1">
            <a:spLocks noChangeArrowheads="1"/>
          </p:cNvSpPr>
          <p:nvPr/>
        </p:nvSpPr>
        <p:spPr bwMode="auto">
          <a:xfrm>
            <a:off x="94615" y="866140"/>
            <a:ext cx="2723823"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000">
                <a:solidFill>
                  <a:srgbClr val="000099"/>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rgbClr val="000099"/>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rgbClr val="000099"/>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rgbClr val="000099"/>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lnSpc>
                <a:spcPct val="100000"/>
              </a:lnSpc>
              <a:buNone/>
            </a:pPr>
            <a:r>
              <a:rPr lang="zh-CN" altLang="en-US" sz="2200" dirty="0">
                <a:solidFill>
                  <a:srgbClr val="FF0000"/>
                </a:solidFill>
                <a:latin typeface="黑体" panose="02010609060101010101" pitchFamily="49" charset="-122"/>
                <a:ea typeface="黑体" panose="02010609060101010101" pitchFamily="49" charset="-122"/>
              </a:rPr>
              <a:t>九、滚动轴承的装拆</a:t>
            </a:r>
            <a:endParaRPr lang="zh-CN" altLang="en-US" sz="2200" dirty="0">
              <a:solidFill>
                <a:srgbClr val="FF0000"/>
              </a:solidFill>
              <a:latin typeface="黑体" panose="02010609060101010101" pitchFamily="49" charset="-122"/>
              <a:ea typeface="黑体" panose="02010609060101010101" pitchFamily="49" charset="-122"/>
            </a:endParaRPr>
          </a:p>
        </p:txBody>
      </p:sp>
      <p:sp>
        <p:nvSpPr>
          <p:cNvPr id="27660" name="Text Box 12"/>
          <p:cNvSpPr txBox="1">
            <a:spLocks noChangeArrowheads="1"/>
          </p:cNvSpPr>
          <p:nvPr/>
        </p:nvSpPr>
        <p:spPr bwMode="auto">
          <a:xfrm>
            <a:off x="0" y="1266825"/>
            <a:ext cx="8855075"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a:solidFill>
                  <a:srgbClr val="000099"/>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rgbClr val="000099"/>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rgbClr val="000099"/>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rgbClr val="000099"/>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buFontTx/>
              <a:buNone/>
            </a:pPr>
            <a:r>
              <a:rPr lang="zh-CN" altLang="en-US" dirty="0">
                <a:latin typeface="Tahoma" panose="020B0604030504040204" pitchFamily="34" charset="0"/>
              </a:rPr>
              <a:t>　　装拆滚动轴承时，</a:t>
            </a:r>
            <a:r>
              <a:rPr lang="zh-CN" altLang="en-US" dirty="0">
                <a:solidFill>
                  <a:srgbClr val="FF0000"/>
                </a:solidFill>
                <a:latin typeface="Tahoma" panose="020B0604030504040204" pitchFamily="34" charset="0"/>
              </a:rPr>
              <a:t>不能通过滚动体来传力，</a:t>
            </a:r>
            <a:r>
              <a:rPr lang="zh-CN" altLang="en-US" dirty="0">
                <a:latin typeface="Tahoma" panose="020B0604030504040204" pitchFamily="34" charset="0"/>
              </a:rPr>
              <a:t>以免使滚道或滚动体造成损伤。由于轴承的配合较紧，装拆时以使用专门的工具为宜。 </a:t>
            </a:r>
            <a:endParaRPr lang="zh-CN" altLang="en-US" dirty="0">
              <a:latin typeface="Tahoma" panose="020B0604030504040204" pitchFamily="34" charset="0"/>
            </a:endParaRPr>
          </a:p>
        </p:txBody>
      </p:sp>
      <p:grpSp>
        <p:nvGrpSpPr>
          <p:cNvPr id="2" name="Group 40"/>
          <p:cNvGrpSpPr/>
          <p:nvPr/>
        </p:nvGrpSpPr>
        <p:grpSpPr bwMode="auto">
          <a:xfrm>
            <a:off x="512763" y="2243138"/>
            <a:ext cx="3238500" cy="2135187"/>
            <a:chOff x="587" y="2749"/>
            <a:chExt cx="2040" cy="1345"/>
          </a:xfrm>
        </p:grpSpPr>
        <p:pic>
          <p:nvPicPr>
            <p:cNvPr id="42003" name="Picture 26" descr="装入错误1"/>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587" y="2749"/>
              <a:ext cx="1027"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2004" name="Picture 27" descr="装入错误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00" y="2749"/>
              <a:ext cx="1027"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2005" name="Text Box 38"/>
            <p:cNvSpPr txBox="1">
              <a:spLocks noChangeArrowheads="1"/>
            </p:cNvSpPr>
            <p:nvPr/>
          </p:nvSpPr>
          <p:spPr bwMode="auto">
            <a:xfrm>
              <a:off x="1216" y="3806"/>
              <a:ext cx="91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000">
                  <a:solidFill>
                    <a:srgbClr val="000099"/>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rgbClr val="000099"/>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rgbClr val="000099"/>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rgbClr val="000099"/>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buFontTx/>
                <a:buNone/>
              </a:pPr>
              <a:r>
                <a:rPr lang="zh-CN" altLang="en-US" dirty="0">
                  <a:latin typeface="Tahoma" panose="020B0604030504040204" pitchFamily="34" charset="0"/>
                </a:rPr>
                <a:t>错误的施力</a:t>
              </a:r>
              <a:endParaRPr lang="zh-CN" altLang="en-US" dirty="0">
                <a:latin typeface="Tahoma" panose="020B0604030504040204" pitchFamily="34" charset="0"/>
              </a:endParaRPr>
            </a:p>
          </p:txBody>
        </p:sp>
      </p:grpSp>
      <p:grpSp>
        <p:nvGrpSpPr>
          <p:cNvPr id="3" name="Group 41"/>
          <p:cNvGrpSpPr/>
          <p:nvPr/>
        </p:nvGrpSpPr>
        <p:grpSpPr bwMode="auto">
          <a:xfrm>
            <a:off x="4152900" y="2257425"/>
            <a:ext cx="3654425" cy="2114550"/>
            <a:chOff x="2616" y="2750"/>
            <a:chExt cx="2302" cy="1332"/>
          </a:xfrm>
        </p:grpSpPr>
        <p:pic>
          <p:nvPicPr>
            <p:cNvPr id="42000" name="Picture 28" descr="装入正确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616" y="2750"/>
              <a:ext cx="1152" cy="11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2001" name="Picture 29" descr="装入正确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766" y="2750"/>
              <a:ext cx="1152" cy="11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2002" name="Text Box 39"/>
            <p:cNvSpPr txBox="1">
              <a:spLocks noChangeArrowheads="1"/>
            </p:cNvSpPr>
            <p:nvPr/>
          </p:nvSpPr>
          <p:spPr bwMode="auto">
            <a:xfrm>
              <a:off x="3310" y="3794"/>
              <a:ext cx="91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000">
                  <a:solidFill>
                    <a:srgbClr val="000099"/>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rgbClr val="000099"/>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rgbClr val="000099"/>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rgbClr val="000099"/>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buFontTx/>
                <a:buNone/>
              </a:pPr>
              <a:r>
                <a:rPr lang="zh-CN" altLang="en-US" dirty="0">
                  <a:latin typeface="Tahoma" panose="020B0604030504040204" pitchFamily="34" charset="0"/>
                </a:rPr>
                <a:t>正确的施力</a:t>
              </a:r>
              <a:endParaRPr lang="zh-CN" altLang="en-US" dirty="0">
                <a:latin typeface="Tahoma" panose="020B0604030504040204" pitchFamily="34" charset="0"/>
              </a:endParaRPr>
            </a:p>
          </p:txBody>
        </p:sp>
      </p:grpSp>
      <p:pic>
        <p:nvPicPr>
          <p:cNvPr id="27690" name="Picture 42" descr="back1">
            <a:hlinkClick r:id="" action="ppaction://hlinkshowjump?jump=previousslide"/>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8324850" y="6489700"/>
            <a:ext cx="306388" cy="306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7691" name="Picture 43" descr="NEXT1">
            <a:hlinkClick r:id="" action="ppaction://hlinkshowjump?jump=nextslide"/>
          </p:cNvPr>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8774113" y="6489700"/>
            <a:ext cx="306387" cy="306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7692" name="Picture 44" descr="rewind1">
            <a:hlinkClick r:id="" action="ppaction://hlinkshowjump?jump=firstslide"/>
          </p:cNvPr>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7875588" y="6489700"/>
            <a:ext cx="306387" cy="306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1993" name="Text Box 45"/>
          <p:cNvSpPr txBox="1">
            <a:spLocks noChangeArrowheads="1"/>
          </p:cNvSpPr>
          <p:nvPr/>
        </p:nvSpPr>
        <p:spPr bwMode="auto">
          <a:xfrm>
            <a:off x="7505700" y="5908675"/>
            <a:ext cx="9271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57150">
                <a:solidFill>
                  <a:srgbClr val="000000"/>
                </a:solidFill>
                <a:miter lim="800000"/>
                <a:headEnd/>
                <a:tailEnd/>
              </a14:hiddenLine>
            </a:ext>
          </a:extLst>
        </p:spPr>
        <p:txBody>
          <a:bodyPr>
            <a:spAutoFit/>
          </a:bodyPr>
          <a:lstStyle>
            <a:lvl1pPr eaLnBrk="0" hangingPunct="0">
              <a:defRPr kumimoji="1" sz="2000">
                <a:solidFill>
                  <a:srgbClr val="000099"/>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rgbClr val="000099"/>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rgbClr val="000099"/>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rgbClr val="000099"/>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9pPr>
          </a:lstStyle>
          <a:p>
            <a:pPr algn="ctr" eaLnBrk="1" hangingPunct="1">
              <a:lnSpc>
                <a:spcPct val="100000"/>
              </a:lnSpc>
              <a:spcBef>
                <a:spcPct val="50000"/>
              </a:spcBef>
              <a:buFontTx/>
              <a:buNone/>
            </a:pPr>
            <a:r>
              <a:rPr lang="en-US" altLang="zh-CN" sz="1800">
                <a:latin typeface="华文中宋" panose="02010600040101010101" pitchFamily="2" charset="-122"/>
              </a:rPr>
              <a:t>  </a:t>
            </a:r>
            <a:endParaRPr lang="en-US" altLang="zh-CN" sz="1800">
              <a:latin typeface="华文中宋" panose="02010600040101010101" pitchFamily="2" charset="-122"/>
            </a:endParaRPr>
          </a:p>
        </p:txBody>
      </p:sp>
      <p:pic>
        <p:nvPicPr>
          <p:cNvPr id="48138" name="Picture 50"/>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41300" y="4501515"/>
            <a:ext cx="3505200" cy="1771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7" name="Text Box 9"/>
          <p:cNvSpPr txBox="1">
            <a:spLocks noChangeArrowheads="1"/>
          </p:cNvSpPr>
          <p:nvPr/>
        </p:nvSpPr>
        <p:spPr bwMode="auto">
          <a:xfrm>
            <a:off x="1333500" y="6488113"/>
            <a:ext cx="1570038"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000">
                <a:solidFill>
                  <a:srgbClr val="000099"/>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rgbClr val="000099"/>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rgbClr val="000099"/>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rgbClr val="000099"/>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lnSpc>
                <a:spcPct val="100000"/>
              </a:lnSpc>
              <a:buFontTx/>
              <a:buNone/>
            </a:pPr>
            <a:r>
              <a:rPr lang="zh-CN" altLang="en-US" sz="1800">
                <a:latin typeface="Tahoma" panose="020B0604030504040204" pitchFamily="34" charset="0"/>
              </a:rPr>
              <a:t>从轴上拆轴承</a:t>
            </a:r>
            <a:endParaRPr lang="zh-CN" altLang="en-US" sz="1800">
              <a:latin typeface="Tahoma" panose="020B0604030504040204" pitchFamily="34" charset="0"/>
            </a:endParaRPr>
          </a:p>
        </p:txBody>
      </p:sp>
      <p:pic>
        <p:nvPicPr>
          <p:cNvPr id="48140" name="Picture 51"/>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5456238" y="4533900"/>
            <a:ext cx="1457325" cy="1828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9" name="Text Box 9"/>
          <p:cNvSpPr txBox="1">
            <a:spLocks noChangeArrowheads="1"/>
          </p:cNvSpPr>
          <p:nvPr/>
        </p:nvSpPr>
        <p:spPr bwMode="auto">
          <a:xfrm>
            <a:off x="5410200" y="6488113"/>
            <a:ext cx="1800225"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000">
                <a:solidFill>
                  <a:srgbClr val="000099"/>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rgbClr val="000099"/>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rgbClr val="000099"/>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rgbClr val="000099"/>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lnSpc>
                <a:spcPct val="100000"/>
              </a:lnSpc>
              <a:buFontTx/>
              <a:buNone/>
            </a:pPr>
            <a:r>
              <a:rPr lang="zh-CN" altLang="en-US" sz="1800">
                <a:latin typeface="Tahoma" panose="020B0604030504040204" pitchFamily="34" charset="0"/>
              </a:rPr>
              <a:t>在轴上安装轴承</a:t>
            </a:r>
            <a:endParaRPr lang="zh-CN" altLang="en-US" sz="1800">
              <a:latin typeface="Tahoma" panose="020B0604030504040204" pitchFamily="34" charset="0"/>
            </a:endParaRPr>
          </a:p>
        </p:txBody>
      </p:sp>
      <p:sp>
        <p:nvSpPr>
          <p:cNvPr id="41999" name="直接连接符 6"/>
          <p:cNvSpPr>
            <a:spLocks noChangeShapeType="1"/>
          </p:cNvSpPr>
          <p:nvPr/>
        </p:nvSpPr>
        <p:spPr bwMode="auto">
          <a:xfrm>
            <a:off x="0" y="765175"/>
            <a:ext cx="9144000" cy="0"/>
          </a:xfrm>
          <a:prstGeom prst="line">
            <a:avLst/>
          </a:prstGeom>
          <a:noFill/>
          <a:ln w="28575">
            <a:solidFill>
              <a:srgbClr val="CC3300"/>
            </a:solidFill>
            <a:miter lim="800000"/>
          </a:ln>
          <a:extLst>
            <a:ext uri="{909E8E84-426E-40DD-AFC4-6F175D3DCCD1}">
              <a14:hiddenFill xmlns:a14="http://schemas.microsoft.com/office/drawing/2010/main">
                <a:noFill/>
              </a14:hiddenFill>
            </a:ext>
          </a:extLst>
        </p:spPr>
        <p:txBody>
          <a:bodyPr/>
          <a:lstStyle/>
          <a:p>
            <a:endParaRPr lang="zh-CN" altLang="en-US"/>
          </a:p>
        </p:txBody>
      </p:sp>
      <p:sp>
        <p:nvSpPr>
          <p:cNvPr id="8206" name="Rectangle 67"/>
          <p:cNvSpPr>
            <a:spLocks noChangeArrowheads="1"/>
          </p:cNvSpPr>
          <p:nvPr/>
        </p:nvSpPr>
        <p:spPr bwMode="auto">
          <a:xfrm>
            <a:off x="3162300" y="10637"/>
            <a:ext cx="4945380" cy="5530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kumimoji="1" sz="2000">
                <a:solidFill>
                  <a:srgbClr val="000099"/>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rgbClr val="000099"/>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rgbClr val="000099"/>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rgbClr val="000099"/>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lnSpc>
                <a:spcPct val="100000"/>
              </a:lnSpc>
              <a:buFontTx/>
              <a:buNone/>
            </a:pPr>
            <a:r>
              <a:rPr lang="en-US" altLang="zh-CN" sz="3000" dirty="0" smtClean="0">
                <a:solidFill>
                  <a:srgbClr val="CC3300"/>
                </a:solidFill>
                <a:latin typeface="黑体" panose="02010609060101010101" pitchFamily="49" charset="-122"/>
                <a:ea typeface="黑体" panose="02010609060101010101" pitchFamily="49" charset="-122"/>
              </a:rPr>
              <a:t>3.6-6  </a:t>
            </a:r>
            <a:r>
              <a:rPr lang="zh-CN" altLang="en-US" sz="3000" dirty="0">
                <a:solidFill>
                  <a:srgbClr val="CC3300"/>
                </a:solidFill>
                <a:latin typeface="黑体" panose="02010609060101010101" pitchFamily="49" charset="-122"/>
                <a:ea typeface="黑体" panose="02010609060101010101" pitchFamily="49" charset="-122"/>
              </a:rPr>
              <a:t>滚动轴承装置的设计</a:t>
            </a:r>
            <a:endParaRPr lang="zh-CN" altLang="en-US" sz="3000" dirty="0">
              <a:solidFill>
                <a:srgbClr val="CC3300"/>
              </a:solidFill>
              <a:latin typeface="黑体" panose="02010609060101010101" pitchFamily="49" charset="-122"/>
              <a:ea typeface="黑体" panose="02010609060101010101" pitchFamily="49" charset="-122"/>
            </a:endParaRPr>
          </a:p>
        </p:txBody>
      </p:sp>
    </p:spTree>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765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766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3" presetClass="entr" presetSubtype="10" fill="hold" nodeType="clickEffect">
                                  <p:stCondLst>
                                    <p:cond delay="0"/>
                                  </p:stCondLst>
                                  <p:childTnLst>
                                    <p:set>
                                      <p:cBhvr>
                                        <p:cTn id="14" dur="1" fill="hold">
                                          <p:stCondLst>
                                            <p:cond delay="0"/>
                                          </p:stCondLst>
                                        </p:cTn>
                                        <p:tgtEl>
                                          <p:spTgt spid="2"/>
                                        </p:tgtEl>
                                        <p:attrNameLst>
                                          <p:attrName>style.visibility</p:attrName>
                                        </p:attrNameLst>
                                      </p:cBhvr>
                                      <p:to>
                                        <p:strVal val="visible"/>
                                      </p:to>
                                    </p:set>
                                    <p:animEffect transition="in" filter="blinds(horizontal)">
                                      <p:cBhvr>
                                        <p:cTn id="15" dur="500"/>
                                        <p:tgtEl>
                                          <p:spTgt spid="2"/>
                                        </p:tgtEl>
                                      </p:cBhvr>
                                    </p:animEffect>
                                  </p:childTnLst>
                                </p:cTn>
                              </p:par>
                            </p:childTnLst>
                          </p:cTn>
                        </p:par>
                      </p:childTnLst>
                    </p:cTn>
                  </p:par>
                  <p:par>
                    <p:cTn id="16" fill="hold">
                      <p:stCondLst>
                        <p:cond delay="indefinite"/>
                      </p:stCondLst>
                      <p:childTnLst>
                        <p:par>
                          <p:cTn id="17" fill="hold">
                            <p:stCondLst>
                              <p:cond delay="0"/>
                            </p:stCondLst>
                            <p:childTnLst>
                              <p:par>
                                <p:cTn id="18" presetID="3" presetClass="entr" presetSubtype="5" fill="hold" nodeType="clickEffect">
                                  <p:stCondLst>
                                    <p:cond delay="0"/>
                                  </p:stCondLst>
                                  <p:childTnLst>
                                    <p:set>
                                      <p:cBhvr>
                                        <p:cTn id="19" dur="1" fill="hold">
                                          <p:stCondLst>
                                            <p:cond delay="0"/>
                                          </p:stCondLst>
                                        </p:cTn>
                                        <p:tgtEl>
                                          <p:spTgt spid="3"/>
                                        </p:tgtEl>
                                        <p:attrNameLst>
                                          <p:attrName>style.visibility</p:attrName>
                                        </p:attrNameLst>
                                      </p:cBhvr>
                                      <p:to>
                                        <p:strVal val="visible"/>
                                      </p:to>
                                    </p:set>
                                    <p:animEffect transition="in" filter="blinds(vertical)">
                                      <p:cBhvr>
                                        <p:cTn id="20" dur="500"/>
                                        <p:tgtEl>
                                          <p:spTgt spid="3"/>
                                        </p:tgtEl>
                                      </p:cBhvr>
                                    </p:animEffec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48138"/>
                                        </p:tgtEl>
                                        <p:attrNameLst>
                                          <p:attrName>style.visibility</p:attrName>
                                        </p:attrNameLst>
                                      </p:cBhvr>
                                      <p:to>
                                        <p:strVal val="visible"/>
                                      </p:to>
                                    </p:set>
                                  </p:childTnLst>
                                </p:cTn>
                              </p:par>
                            </p:childTnLst>
                          </p:cTn>
                        </p:par>
                        <p:par>
                          <p:cTn id="25" fill="hold">
                            <p:stCondLst>
                              <p:cond delay="0"/>
                            </p:stCondLst>
                            <p:childTnLst>
                              <p:par>
                                <p:cTn id="26" presetID="22" presetClass="entr" presetSubtype="8" fill="hold" grpId="0" nodeType="afterEffect">
                                  <p:stCondLst>
                                    <p:cond delay="0"/>
                                  </p:stCondLst>
                                  <p:childTnLst>
                                    <p:set>
                                      <p:cBhvr>
                                        <p:cTn id="27" dur="1" fill="hold">
                                          <p:stCondLst>
                                            <p:cond delay="0"/>
                                          </p:stCondLst>
                                        </p:cTn>
                                        <p:tgtEl>
                                          <p:spTgt spid="27"/>
                                        </p:tgtEl>
                                        <p:attrNameLst>
                                          <p:attrName>style.visibility</p:attrName>
                                        </p:attrNameLst>
                                      </p:cBhvr>
                                      <p:to>
                                        <p:strVal val="visible"/>
                                      </p:to>
                                    </p:set>
                                    <p:animEffect transition="in" filter="wipe(left)">
                                      <p:cBhvr>
                                        <p:cTn id="28" dur="500"/>
                                        <p:tgtEl>
                                          <p:spTgt spid="27"/>
                                        </p:tgtEl>
                                      </p:cBhvr>
                                    </p:animEffec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48140"/>
                                        </p:tgtEl>
                                        <p:attrNameLst>
                                          <p:attrName>style.visibility</p:attrName>
                                        </p:attrNameLst>
                                      </p:cBhvr>
                                      <p:to>
                                        <p:strVal val="visible"/>
                                      </p:to>
                                    </p:set>
                                  </p:childTnLst>
                                </p:cTn>
                              </p:par>
                            </p:childTnLst>
                          </p:cTn>
                        </p:par>
                        <p:par>
                          <p:cTn id="33" fill="hold">
                            <p:stCondLst>
                              <p:cond delay="0"/>
                            </p:stCondLst>
                            <p:childTnLst>
                              <p:par>
                                <p:cTn id="34" presetID="22" presetClass="entr" presetSubtype="8" fill="hold" grpId="0" nodeType="afterEffect">
                                  <p:stCondLst>
                                    <p:cond delay="0"/>
                                  </p:stCondLst>
                                  <p:childTnLst>
                                    <p:set>
                                      <p:cBhvr>
                                        <p:cTn id="35" dur="1" fill="hold">
                                          <p:stCondLst>
                                            <p:cond delay="0"/>
                                          </p:stCondLst>
                                        </p:cTn>
                                        <p:tgtEl>
                                          <p:spTgt spid="29"/>
                                        </p:tgtEl>
                                        <p:attrNameLst>
                                          <p:attrName>style.visibility</p:attrName>
                                        </p:attrNameLst>
                                      </p:cBhvr>
                                      <p:to>
                                        <p:strVal val="visible"/>
                                      </p:to>
                                    </p:set>
                                    <p:animEffect transition="in" filter="wipe(left)">
                                      <p:cBhvr>
                                        <p:cTn id="36" dur="500"/>
                                        <p:tgtEl>
                                          <p:spTgt spid="29"/>
                                        </p:tgtEl>
                                      </p:cBhvr>
                                    </p:animEffect>
                                  </p:childTnLst>
                                </p:cTn>
                              </p:par>
                            </p:childTnLst>
                          </p:cTn>
                        </p:par>
                        <p:par>
                          <p:cTn id="37" fill="hold">
                            <p:stCondLst>
                              <p:cond delay="500"/>
                            </p:stCondLst>
                            <p:childTnLst>
                              <p:par>
                                <p:cTn id="38" presetID="1" presetClass="entr" presetSubtype="0" fill="hold" nodeType="afterEffect">
                                  <p:stCondLst>
                                    <p:cond delay="0"/>
                                  </p:stCondLst>
                                  <p:childTnLst>
                                    <p:set>
                                      <p:cBhvr>
                                        <p:cTn id="39" dur="1" fill="hold">
                                          <p:stCondLst>
                                            <p:cond delay="499"/>
                                          </p:stCondLst>
                                        </p:cTn>
                                        <p:tgtEl>
                                          <p:spTgt spid="27691"/>
                                        </p:tgtEl>
                                        <p:attrNameLst>
                                          <p:attrName>style.visibility</p:attrName>
                                        </p:attrNameLst>
                                      </p:cBhvr>
                                      <p:to>
                                        <p:strVal val="visible"/>
                                      </p:to>
                                    </p:set>
                                  </p:childTnLst>
                                </p:cTn>
                              </p:par>
                            </p:childTnLst>
                          </p:cTn>
                        </p:par>
                        <p:par>
                          <p:cTn id="40" fill="hold">
                            <p:stCondLst>
                              <p:cond delay="1000"/>
                            </p:stCondLst>
                            <p:childTnLst>
                              <p:par>
                                <p:cTn id="41" presetID="1" presetClass="entr" presetSubtype="0" fill="hold" nodeType="afterEffect">
                                  <p:stCondLst>
                                    <p:cond delay="0"/>
                                  </p:stCondLst>
                                  <p:childTnLst>
                                    <p:set>
                                      <p:cBhvr>
                                        <p:cTn id="42" dur="1" fill="hold">
                                          <p:stCondLst>
                                            <p:cond delay="499"/>
                                          </p:stCondLst>
                                        </p:cTn>
                                        <p:tgtEl>
                                          <p:spTgt spid="27690"/>
                                        </p:tgtEl>
                                        <p:attrNameLst>
                                          <p:attrName>style.visibility</p:attrName>
                                        </p:attrNameLst>
                                      </p:cBhvr>
                                      <p:to>
                                        <p:strVal val="visible"/>
                                      </p:to>
                                    </p:set>
                                  </p:childTnLst>
                                </p:cTn>
                              </p:par>
                            </p:childTnLst>
                          </p:cTn>
                        </p:par>
                        <p:par>
                          <p:cTn id="43" fill="hold">
                            <p:stCondLst>
                              <p:cond delay="1500"/>
                            </p:stCondLst>
                            <p:childTnLst>
                              <p:par>
                                <p:cTn id="44" presetID="2" presetClass="entr" presetSubtype="8" fill="hold" nodeType="afterEffect">
                                  <p:stCondLst>
                                    <p:cond delay="0"/>
                                  </p:stCondLst>
                                  <p:childTnLst>
                                    <p:set>
                                      <p:cBhvr>
                                        <p:cTn id="45" dur="1" fill="hold">
                                          <p:stCondLst>
                                            <p:cond delay="0"/>
                                          </p:stCondLst>
                                        </p:cTn>
                                        <p:tgtEl>
                                          <p:spTgt spid="27692"/>
                                        </p:tgtEl>
                                        <p:attrNameLst>
                                          <p:attrName>style.visibility</p:attrName>
                                        </p:attrNameLst>
                                      </p:cBhvr>
                                      <p:to>
                                        <p:strVal val="visible"/>
                                      </p:to>
                                    </p:set>
                                    <p:anim calcmode="lin" valueType="num">
                                      <p:cBhvr additive="base">
                                        <p:cTn id="46" dur="500" fill="hold"/>
                                        <p:tgtEl>
                                          <p:spTgt spid="27692"/>
                                        </p:tgtEl>
                                        <p:attrNameLst>
                                          <p:attrName>ppt_x</p:attrName>
                                        </p:attrNameLst>
                                      </p:cBhvr>
                                      <p:tavLst>
                                        <p:tav tm="0">
                                          <p:val>
                                            <p:strVal val="0-#ppt_w/2"/>
                                          </p:val>
                                        </p:tav>
                                        <p:tav tm="100000">
                                          <p:val>
                                            <p:strVal val="#ppt_x"/>
                                          </p:val>
                                        </p:tav>
                                      </p:tavLst>
                                    </p:anim>
                                    <p:anim calcmode="lin" valueType="num">
                                      <p:cBhvr additive="base">
                                        <p:cTn id="47" dur="500" fill="hold"/>
                                        <p:tgtEl>
                                          <p:spTgt spid="2769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657" grpId="0"/>
      <p:bldP spid="27660" grpId="0"/>
      <p:bldP spid="27" grpId="0" autoUpdateAnimBg="0"/>
      <p:bldP spid="29" grpId="0" autoUpdateAnimBg="0"/>
    </p:bldLst>
  </p:timing>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Box 3"/>
          <p:cNvSpPr txBox="1">
            <a:spLocks noChangeArrowheads="1"/>
          </p:cNvSpPr>
          <p:nvPr/>
        </p:nvSpPr>
        <p:spPr bwMode="auto">
          <a:xfrm>
            <a:off x="488315" y="575310"/>
            <a:ext cx="8148320" cy="5308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3343275" indent="-3343275">
              <a:defRPr kumimoji="1" sz="2400">
                <a:solidFill>
                  <a:schemeClr val="tx1"/>
                </a:solidFill>
                <a:latin typeface="Times New Roman" panose="02020603050405020304" pitchFamily="18" charset="0"/>
                <a:ea typeface="宋体" panose="02010600030101010101" pitchFamily="2" charset="-122"/>
              </a:defRPr>
            </a:lvl1pPr>
            <a:lvl2pPr marL="3533775">
              <a:defRPr kumimoji="1" sz="2400">
                <a:solidFill>
                  <a:schemeClr val="tx1"/>
                </a:solidFill>
                <a:latin typeface="Times New Roman" panose="02020603050405020304" pitchFamily="18" charset="0"/>
                <a:ea typeface="宋体" panose="02010600030101010101" pitchFamily="2" charset="-122"/>
              </a:defRPr>
            </a:lvl2pPr>
            <a:lvl3pPr marL="3724275">
              <a:defRPr kumimoji="1" sz="2400">
                <a:solidFill>
                  <a:schemeClr val="tx1"/>
                </a:solidFill>
                <a:latin typeface="Times New Roman" panose="02020603050405020304" pitchFamily="18" charset="0"/>
                <a:ea typeface="宋体" panose="02010600030101010101" pitchFamily="2" charset="-122"/>
              </a:defRPr>
            </a:lvl3pPr>
            <a:lvl4pPr marL="3914775">
              <a:defRPr kumimoji="1" sz="2400">
                <a:solidFill>
                  <a:schemeClr val="tx1"/>
                </a:solidFill>
                <a:latin typeface="Times New Roman" panose="02020603050405020304" pitchFamily="18" charset="0"/>
                <a:ea typeface="宋体" panose="02010600030101010101" pitchFamily="2" charset="-122"/>
              </a:defRPr>
            </a:lvl4pPr>
            <a:lvl5pPr marL="4105275">
              <a:defRPr kumimoji="1" sz="2400">
                <a:solidFill>
                  <a:schemeClr val="tx1"/>
                </a:solidFill>
                <a:latin typeface="Times New Roman" panose="02020603050405020304" pitchFamily="18" charset="0"/>
                <a:ea typeface="宋体" panose="02010600030101010101" pitchFamily="2" charset="-122"/>
              </a:defRPr>
            </a:lvl5pPr>
            <a:lvl6pPr marL="456247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501967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547687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593407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indent="0">
              <a:lnSpc>
                <a:spcPct val="130000"/>
              </a:lnSpc>
              <a:buNone/>
            </a:pPr>
            <a:r>
              <a:rPr lang="zh-CN" altLang="en-US" sz="2200" dirty="0">
                <a:solidFill>
                  <a:srgbClr val="000099"/>
                </a:solidFill>
                <a:effectLst>
                  <a:outerShdw blurRad="38100" dist="38100" dir="2700000" algn="tl">
                    <a:srgbClr val="C0C0C0"/>
                  </a:outerShdw>
                </a:effectLst>
                <a:latin typeface="黑体" panose="02010609060101010101" pitchFamily="49" charset="-122"/>
                <a:ea typeface="黑体" panose="02010609060101010101" pitchFamily="49" charset="-122"/>
              </a:rPr>
              <a:t>温差法</a:t>
            </a:r>
            <a:r>
              <a:rPr lang="zh-CN" altLang="en-US" sz="2200" dirty="0">
                <a:latin typeface="黑体" panose="02010609060101010101" pitchFamily="49" charset="-122"/>
                <a:ea typeface="黑体" panose="02010609060101010101" pitchFamily="49" charset="-122"/>
              </a:rPr>
              <a:t>（大尺寸轴承）：热油＜</a:t>
            </a:r>
            <a:r>
              <a:rPr lang="en-US" altLang="zh-CN" sz="2200" dirty="0">
                <a:latin typeface="黑体" panose="02010609060101010101" pitchFamily="49" charset="-122"/>
                <a:ea typeface="黑体" panose="02010609060101010101" pitchFamily="49" charset="-122"/>
              </a:rPr>
              <a:t>80~90℃</a:t>
            </a:r>
            <a:r>
              <a:rPr lang="zh-CN" altLang="en-US" sz="2200" dirty="0">
                <a:latin typeface="黑体" panose="02010609060101010101" pitchFamily="49" charset="-122"/>
                <a:ea typeface="黑体" panose="02010609060101010101" pitchFamily="49" charset="-122"/>
              </a:rPr>
              <a:t>加热轴承或干冰冷却轴颈。</a:t>
            </a:r>
            <a:endParaRPr lang="zh-CN" altLang="en-US" sz="2200" dirty="0">
              <a:latin typeface="黑体" panose="02010609060101010101" pitchFamily="49" charset="-122"/>
              <a:ea typeface="黑体" panose="02010609060101010101" pitchFamily="49" charset="-122"/>
            </a:endParaRPr>
          </a:p>
        </p:txBody>
      </p:sp>
      <p:sp>
        <p:nvSpPr>
          <p:cNvPr id="5" name="Text Box 4"/>
          <p:cNvSpPr txBox="1">
            <a:spLocks noChangeArrowheads="1"/>
          </p:cNvSpPr>
          <p:nvPr/>
        </p:nvSpPr>
        <p:spPr bwMode="auto">
          <a:xfrm>
            <a:off x="467360" y="1256665"/>
            <a:ext cx="8528685" cy="565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2755900" indent="-2755900">
              <a:defRPr kumimoji="1" sz="2400">
                <a:solidFill>
                  <a:schemeClr val="tx1"/>
                </a:solidFill>
                <a:latin typeface="Times New Roman" panose="02020603050405020304" pitchFamily="18" charset="0"/>
                <a:ea typeface="宋体" panose="02010600030101010101" pitchFamily="2" charset="-122"/>
              </a:defRPr>
            </a:lvl1pPr>
            <a:lvl2pPr marL="3149600">
              <a:defRPr kumimoji="1" sz="2400">
                <a:solidFill>
                  <a:schemeClr val="tx1"/>
                </a:solidFill>
                <a:latin typeface="Times New Roman" panose="02020603050405020304" pitchFamily="18" charset="0"/>
                <a:ea typeface="宋体" panose="02010600030101010101" pitchFamily="2" charset="-122"/>
              </a:defRPr>
            </a:lvl2pPr>
            <a:lvl3pPr marL="3340100">
              <a:defRPr kumimoji="1" sz="2400">
                <a:solidFill>
                  <a:schemeClr val="tx1"/>
                </a:solidFill>
                <a:latin typeface="Times New Roman" panose="02020603050405020304" pitchFamily="18" charset="0"/>
                <a:ea typeface="宋体" panose="02010600030101010101" pitchFamily="2" charset="-122"/>
              </a:defRPr>
            </a:lvl3pPr>
            <a:lvl4pPr marL="3530600">
              <a:defRPr kumimoji="1" sz="2400">
                <a:solidFill>
                  <a:schemeClr val="tx1"/>
                </a:solidFill>
                <a:latin typeface="Times New Roman" panose="02020603050405020304" pitchFamily="18" charset="0"/>
                <a:ea typeface="宋体" panose="02010600030101010101" pitchFamily="2" charset="-122"/>
              </a:defRPr>
            </a:lvl4pPr>
            <a:lvl5pPr marL="3721100">
              <a:defRPr kumimoji="1" sz="2400">
                <a:solidFill>
                  <a:schemeClr val="tx1"/>
                </a:solidFill>
                <a:latin typeface="Times New Roman" panose="02020603050405020304" pitchFamily="18" charset="0"/>
                <a:ea typeface="宋体" panose="02010600030101010101" pitchFamily="2" charset="-122"/>
              </a:defRPr>
            </a:lvl5pPr>
            <a:lvl6pPr marL="41783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46355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50927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55499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indent="0">
              <a:lnSpc>
                <a:spcPct val="140000"/>
              </a:lnSpc>
              <a:buNone/>
            </a:pPr>
            <a:r>
              <a:rPr lang="zh-CN" altLang="en-US" sz="2200" dirty="0">
                <a:solidFill>
                  <a:srgbClr val="000099"/>
                </a:solidFill>
                <a:effectLst>
                  <a:outerShdw blurRad="38100" dist="38100" dir="2700000" algn="tl">
                    <a:srgbClr val="C0C0C0"/>
                  </a:outerShdw>
                </a:effectLst>
                <a:latin typeface="黑体" panose="02010609060101010101" pitchFamily="49" charset="-122"/>
                <a:ea typeface="黑体" panose="02010609060101010101" pitchFamily="49" charset="-122"/>
              </a:rPr>
              <a:t>压入法</a:t>
            </a:r>
            <a:r>
              <a:rPr lang="zh-CN" altLang="en-US" sz="2200" dirty="0">
                <a:latin typeface="黑体" panose="02010609060101010101" pitchFamily="49" charset="-122"/>
                <a:ea typeface="黑体" panose="02010609060101010101" pitchFamily="49" charset="-122"/>
              </a:rPr>
              <a:t>（大批量）：中小型轴承用软锤敲入或用套筒压住内圈敲入。</a:t>
            </a:r>
            <a:endParaRPr lang="zh-CN" altLang="en-US" sz="2200" dirty="0">
              <a:latin typeface="黑体" panose="02010609060101010101" pitchFamily="49" charset="-122"/>
              <a:ea typeface="黑体" panose="02010609060101010101" pitchFamily="49" charset="-122"/>
            </a:endParaRPr>
          </a:p>
        </p:txBody>
      </p:sp>
      <p:sp>
        <p:nvSpPr>
          <p:cNvPr id="6" name="Text Box 8"/>
          <p:cNvSpPr txBox="1">
            <a:spLocks noChangeArrowheads="1"/>
          </p:cNvSpPr>
          <p:nvPr/>
        </p:nvSpPr>
        <p:spPr bwMode="auto">
          <a:xfrm>
            <a:off x="1368425" y="5964873"/>
            <a:ext cx="2927350" cy="5532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660400" indent="-660400">
              <a:defRPr kumimoji="1" sz="2400">
                <a:solidFill>
                  <a:schemeClr val="tx1"/>
                </a:solidFill>
                <a:latin typeface="Times New Roman" panose="02020603050405020304" pitchFamily="18" charset="0"/>
                <a:ea typeface="宋体" panose="02010600030101010101" pitchFamily="2" charset="-122"/>
              </a:defRPr>
            </a:lvl1pPr>
            <a:lvl2pPr marL="850900">
              <a:defRPr kumimoji="1" sz="2400">
                <a:solidFill>
                  <a:schemeClr val="tx1"/>
                </a:solidFill>
                <a:latin typeface="Times New Roman" panose="02020603050405020304" pitchFamily="18" charset="0"/>
                <a:ea typeface="宋体" panose="02010600030101010101" pitchFamily="2" charset="-122"/>
              </a:defRPr>
            </a:lvl2pPr>
            <a:lvl3pPr marL="1041400">
              <a:defRPr kumimoji="1" sz="2400">
                <a:solidFill>
                  <a:schemeClr val="tx1"/>
                </a:solidFill>
                <a:latin typeface="Times New Roman" panose="02020603050405020304" pitchFamily="18" charset="0"/>
                <a:ea typeface="宋体" panose="02010600030101010101" pitchFamily="2" charset="-122"/>
              </a:defRPr>
            </a:lvl3pPr>
            <a:lvl4pPr>
              <a:defRPr kumimoji="1" sz="2400">
                <a:solidFill>
                  <a:schemeClr val="tx1"/>
                </a:solidFill>
                <a:latin typeface="Times New Roman" panose="02020603050405020304" pitchFamily="18" charset="0"/>
                <a:ea typeface="宋体" panose="02010600030101010101" pitchFamily="2" charset="-122"/>
              </a:defRPr>
            </a:lvl4pPr>
            <a:lvl5pPr>
              <a:defRPr kumimoji="1" sz="2400">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indent="0">
              <a:lnSpc>
                <a:spcPct val="140000"/>
              </a:lnSpc>
              <a:buNone/>
            </a:pPr>
            <a:r>
              <a:rPr lang="zh-CN" altLang="en-US" sz="2200" b="1" dirty="0">
                <a:latin typeface="华文中宋" panose="02010600040101010101" pitchFamily="2" charset="-122"/>
                <a:ea typeface="华文中宋" panose="02010600040101010101" pitchFamily="2" charset="-122"/>
              </a:rPr>
              <a:t>拆：专用拆卸</a:t>
            </a:r>
            <a:r>
              <a:rPr lang="zh-CN" altLang="en-US" b="1" dirty="0">
                <a:latin typeface="华文中宋" panose="02010600040101010101" pitchFamily="2" charset="-122"/>
                <a:ea typeface="华文中宋" panose="02010600040101010101" pitchFamily="2" charset="-122"/>
              </a:rPr>
              <a:t>器。</a:t>
            </a:r>
            <a:endParaRPr lang="zh-CN" altLang="en-US" b="1" dirty="0">
              <a:solidFill>
                <a:srgbClr val="CC3300"/>
              </a:solidFill>
              <a:effectLst>
                <a:outerShdw blurRad="38100" dist="38100" dir="2700000" algn="tl">
                  <a:srgbClr val="C0C0C0"/>
                </a:outerShdw>
              </a:effectLst>
              <a:latin typeface="华文中宋" panose="02010600040101010101" pitchFamily="2" charset="-122"/>
              <a:ea typeface="华文中宋" panose="02010600040101010101" pitchFamily="2" charset="-122"/>
            </a:endParaRPr>
          </a:p>
        </p:txBody>
      </p:sp>
      <p:grpSp>
        <p:nvGrpSpPr>
          <p:cNvPr id="7" name="Group 10"/>
          <p:cNvGrpSpPr/>
          <p:nvPr/>
        </p:nvGrpSpPr>
        <p:grpSpPr bwMode="auto">
          <a:xfrm>
            <a:off x="5910870" y="5234209"/>
            <a:ext cx="808037" cy="1216025"/>
            <a:chOff x="4236" y="3012"/>
            <a:chExt cx="675" cy="1016"/>
          </a:xfrm>
        </p:grpSpPr>
        <p:sp>
          <p:nvSpPr>
            <p:cNvPr id="8" name="Rectangle 11"/>
            <p:cNvSpPr>
              <a:spLocks noChangeArrowheads="1"/>
            </p:cNvSpPr>
            <p:nvPr/>
          </p:nvSpPr>
          <p:spPr bwMode="auto">
            <a:xfrm>
              <a:off x="4263" y="3351"/>
              <a:ext cx="306" cy="336"/>
            </a:xfrm>
            <a:prstGeom prst="rect">
              <a:avLst/>
            </a:prstGeom>
            <a:noFill/>
            <a:ln w="19050">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 name="Rectangle 12"/>
            <p:cNvSpPr>
              <a:spLocks noChangeArrowheads="1"/>
            </p:cNvSpPr>
            <p:nvPr/>
          </p:nvSpPr>
          <p:spPr bwMode="auto">
            <a:xfrm>
              <a:off x="4569" y="3222"/>
              <a:ext cx="342" cy="594"/>
            </a:xfrm>
            <a:prstGeom prst="rect">
              <a:avLst/>
            </a:prstGeom>
            <a:noFill/>
            <a:ln w="19050">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 name="Rectangle 13" descr="浅色上对角线"/>
            <p:cNvSpPr>
              <a:spLocks noChangeArrowheads="1"/>
            </p:cNvSpPr>
            <p:nvPr/>
          </p:nvSpPr>
          <p:spPr bwMode="auto">
            <a:xfrm>
              <a:off x="4264" y="3234"/>
              <a:ext cx="306" cy="120"/>
            </a:xfrm>
            <a:prstGeom prst="rect">
              <a:avLst/>
            </a:prstGeom>
            <a:pattFill prst="ltUpDiag">
              <a:fgClr>
                <a:schemeClr val="tx1"/>
              </a:fgClr>
              <a:bgClr>
                <a:schemeClr val="bg1"/>
              </a:bgClr>
            </a:pattFill>
            <a:ln w="19050">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 name="Rectangle 14" descr="浅色上对角线"/>
            <p:cNvSpPr>
              <a:spLocks noChangeArrowheads="1"/>
            </p:cNvSpPr>
            <p:nvPr/>
          </p:nvSpPr>
          <p:spPr bwMode="auto">
            <a:xfrm>
              <a:off x="4264" y="3012"/>
              <a:ext cx="306" cy="120"/>
            </a:xfrm>
            <a:prstGeom prst="rect">
              <a:avLst/>
            </a:prstGeom>
            <a:pattFill prst="ltUpDiag">
              <a:fgClr>
                <a:schemeClr val="tx1"/>
              </a:fgClr>
              <a:bgClr>
                <a:schemeClr val="bg1"/>
              </a:bgClr>
            </a:pattFill>
            <a:ln w="19050">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 name="Oval 15"/>
            <p:cNvSpPr>
              <a:spLocks noChangeArrowheads="1"/>
            </p:cNvSpPr>
            <p:nvPr/>
          </p:nvSpPr>
          <p:spPr bwMode="auto">
            <a:xfrm>
              <a:off x="4324" y="3090"/>
              <a:ext cx="180" cy="180"/>
            </a:xfrm>
            <a:prstGeom prst="ellipse">
              <a:avLst/>
            </a:prstGeom>
            <a:solidFill>
              <a:schemeClr val="bg1"/>
            </a:solidFill>
            <a:ln w="1905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 name="Line 16"/>
            <p:cNvSpPr>
              <a:spLocks noChangeShapeType="1"/>
            </p:cNvSpPr>
            <p:nvPr/>
          </p:nvSpPr>
          <p:spPr bwMode="auto">
            <a:xfrm flipV="1">
              <a:off x="4569" y="3114"/>
              <a:ext cx="0" cy="120"/>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 name="Line 17"/>
            <p:cNvSpPr>
              <a:spLocks noChangeShapeType="1"/>
            </p:cNvSpPr>
            <p:nvPr/>
          </p:nvSpPr>
          <p:spPr bwMode="auto">
            <a:xfrm flipV="1">
              <a:off x="4264" y="3096"/>
              <a:ext cx="0" cy="144"/>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 name="Rectangle 18" descr="浅色上对角线"/>
            <p:cNvSpPr>
              <a:spLocks noChangeArrowheads="1"/>
            </p:cNvSpPr>
            <p:nvPr/>
          </p:nvSpPr>
          <p:spPr bwMode="auto">
            <a:xfrm>
              <a:off x="4264" y="3908"/>
              <a:ext cx="306" cy="120"/>
            </a:xfrm>
            <a:prstGeom prst="rect">
              <a:avLst/>
            </a:prstGeom>
            <a:pattFill prst="ltUpDiag">
              <a:fgClr>
                <a:schemeClr val="tx1"/>
              </a:fgClr>
              <a:bgClr>
                <a:schemeClr val="bg1"/>
              </a:bgClr>
            </a:pattFill>
            <a:ln w="19050">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6" name="Rectangle 19" descr="浅色上对角线"/>
            <p:cNvSpPr>
              <a:spLocks noChangeArrowheads="1"/>
            </p:cNvSpPr>
            <p:nvPr/>
          </p:nvSpPr>
          <p:spPr bwMode="auto">
            <a:xfrm>
              <a:off x="4264" y="3686"/>
              <a:ext cx="306" cy="120"/>
            </a:xfrm>
            <a:prstGeom prst="rect">
              <a:avLst/>
            </a:prstGeom>
            <a:pattFill prst="ltUpDiag">
              <a:fgClr>
                <a:schemeClr val="tx1"/>
              </a:fgClr>
              <a:bgClr>
                <a:schemeClr val="bg1"/>
              </a:bgClr>
            </a:pattFill>
            <a:ln w="19050">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7" name="Oval 20"/>
            <p:cNvSpPr>
              <a:spLocks noChangeArrowheads="1"/>
            </p:cNvSpPr>
            <p:nvPr/>
          </p:nvSpPr>
          <p:spPr bwMode="auto">
            <a:xfrm>
              <a:off x="4324" y="3764"/>
              <a:ext cx="180" cy="172"/>
            </a:xfrm>
            <a:prstGeom prst="ellipse">
              <a:avLst/>
            </a:prstGeom>
            <a:solidFill>
              <a:schemeClr val="bg1"/>
            </a:solidFill>
            <a:ln w="1905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8" name="Line 21"/>
            <p:cNvSpPr>
              <a:spLocks noChangeShapeType="1"/>
            </p:cNvSpPr>
            <p:nvPr/>
          </p:nvSpPr>
          <p:spPr bwMode="auto">
            <a:xfrm flipV="1">
              <a:off x="4569" y="3788"/>
              <a:ext cx="0" cy="120"/>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9" name="Line 22"/>
            <p:cNvSpPr>
              <a:spLocks noChangeShapeType="1"/>
            </p:cNvSpPr>
            <p:nvPr/>
          </p:nvSpPr>
          <p:spPr bwMode="auto">
            <a:xfrm flipV="1">
              <a:off x="4264" y="3770"/>
              <a:ext cx="0" cy="144"/>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0" name="Line 23"/>
            <p:cNvSpPr>
              <a:spLocks noChangeShapeType="1"/>
            </p:cNvSpPr>
            <p:nvPr/>
          </p:nvSpPr>
          <p:spPr bwMode="auto">
            <a:xfrm>
              <a:off x="4240" y="3375"/>
              <a:ext cx="0" cy="282"/>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1" name="Line 24"/>
            <p:cNvSpPr>
              <a:spLocks noChangeShapeType="1"/>
            </p:cNvSpPr>
            <p:nvPr/>
          </p:nvSpPr>
          <p:spPr bwMode="auto">
            <a:xfrm flipH="1" flipV="1">
              <a:off x="4236" y="3654"/>
              <a:ext cx="27" cy="27"/>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2" name="Line 25"/>
            <p:cNvSpPr>
              <a:spLocks noChangeShapeType="1"/>
            </p:cNvSpPr>
            <p:nvPr/>
          </p:nvSpPr>
          <p:spPr bwMode="auto">
            <a:xfrm flipH="1">
              <a:off x="4242" y="3351"/>
              <a:ext cx="27" cy="27"/>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pic>
        <p:nvPicPr>
          <p:cNvPr id="23" name="Picture 33" descr="未标题-1"/>
          <p:cNvPicPr>
            <a:picLocks noChangeAspect="1" noChangeArrowheads="1"/>
          </p:cNvPicPr>
          <p:nvPr/>
        </p:nvPicPr>
        <p:blipFill>
          <a:blip r:embed="rId1" cstate="print">
            <a:lum bright="-6000" contrast="12000"/>
            <a:extLst>
              <a:ext uri="{28A0092B-C50C-407E-A947-70E740481C1C}">
                <a14:useLocalDpi xmlns:a14="http://schemas.microsoft.com/office/drawing/2010/main" val="0"/>
              </a:ext>
            </a:extLst>
          </a:blip>
          <a:srcRect r="6714"/>
          <a:stretch>
            <a:fillRect/>
          </a:stretch>
        </p:blipFill>
        <p:spPr bwMode="auto">
          <a:xfrm>
            <a:off x="636326" y="2247169"/>
            <a:ext cx="3284538" cy="2768600"/>
          </a:xfrm>
          <a:prstGeom prst="rect">
            <a:avLst/>
          </a:prstGeom>
          <a:noFill/>
          <a:extLst>
            <a:ext uri="{909E8E84-426E-40DD-AFC4-6F175D3DCCD1}">
              <a14:hiddenFill xmlns:a14="http://schemas.microsoft.com/office/drawing/2010/main">
                <a:solidFill>
                  <a:srgbClr val="FFFFFF"/>
                </a:solidFill>
              </a14:hiddenFill>
            </a:ext>
          </a:extLst>
        </p:spPr>
      </p:pic>
      <p:pic>
        <p:nvPicPr>
          <p:cNvPr id="24" name="Picture 34" descr="未标题-1"/>
          <p:cNvPicPr>
            <a:picLocks noChangeAspect="1" noChangeArrowheads="1"/>
          </p:cNvPicPr>
          <p:nvPr/>
        </p:nvPicPr>
        <p:blipFill>
          <a:blip r:embed="rId2" cstate="print">
            <a:clrChange>
              <a:clrFrom>
                <a:srgbClr val="FFFFFF"/>
              </a:clrFrom>
              <a:clrTo>
                <a:srgbClr val="FFFFFF">
                  <a:alpha val="0"/>
                </a:srgbClr>
              </a:clrTo>
            </a:clrChange>
            <a:lum bright="-6000" contrast="12000"/>
            <a:extLst>
              <a:ext uri="{28A0092B-C50C-407E-A947-70E740481C1C}">
                <a14:useLocalDpi xmlns:a14="http://schemas.microsoft.com/office/drawing/2010/main" val="0"/>
              </a:ext>
            </a:extLst>
          </a:blip>
          <a:srcRect/>
          <a:stretch>
            <a:fillRect/>
          </a:stretch>
        </p:blipFill>
        <p:spPr bwMode="auto">
          <a:xfrm>
            <a:off x="4202113" y="2277429"/>
            <a:ext cx="4941887" cy="2111375"/>
          </a:xfrm>
          <a:prstGeom prst="rect">
            <a:avLst/>
          </a:prstGeom>
          <a:noFill/>
          <a:extLst>
            <a:ext uri="{909E8E84-426E-40DD-AFC4-6F175D3DCCD1}">
              <a14:hiddenFill xmlns:a14="http://schemas.microsoft.com/office/drawing/2010/main">
                <a:solidFill>
                  <a:srgbClr val="FFFFFF"/>
                </a:solidFill>
              </a14:hiddenFill>
            </a:ext>
          </a:extLst>
        </p:spPr>
      </p:pic>
      <p:sp>
        <p:nvSpPr>
          <p:cNvPr id="25" name="Text Box 35"/>
          <p:cNvSpPr txBox="1">
            <a:spLocks noChangeArrowheads="1"/>
          </p:cNvSpPr>
          <p:nvPr/>
        </p:nvSpPr>
        <p:spPr bwMode="auto">
          <a:xfrm>
            <a:off x="1225550" y="5497513"/>
            <a:ext cx="4031873" cy="4300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buNone/>
            </a:pPr>
            <a:r>
              <a:rPr lang="zh-CN" altLang="en-US" b="1" dirty="0"/>
              <a:t>装拆载荷不允许通过滚动体传递。</a:t>
            </a:r>
            <a:endParaRPr lang="zh-CN" altLang="en-US" b="1" dirty="0"/>
          </a:p>
        </p:txBody>
      </p:sp>
      <p:grpSp>
        <p:nvGrpSpPr>
          <p:cNvPr id="26" name="Group 54"/>
          <p:cNvGrpSpPr/>
          <p:nvPr/>
        </p:nvGrpSpPr>
        <p:grpSpPr bwMode="auto">
          <a:xfrm>
            <a:off x="6956066" y="5279488"/>
            <a:ext cx="1219200" cy="1216025"/>
            <a:chOff x="4676" y="3501"/>
            <a:chExt cx="768" cy="766"/>
          </a:xfrm>
        </p:grpSpPr>
        <p:grpSp>
          <p:nvGrpSpPr>
            <p:cNvPr id="27" name="Group 52"/>
            <p:cNvGrpSpPr/>
            <p:nvPr/>
          </p:nvGrpSpPr>
          <p:grpSpPr bwMode="auto">
            <a:xfrm>
              <a:off x="4935" y="3501"/>
              <a:ext cx="509" cy="766"/>
              <a:chOff x="4935" y="3485"/>
              <a:chExt cx="509" cy="766"/>
            </a:xfrm>
          </p:grpSpPr>
          <p:sp>
            <p:nvSpPr>
              <p:cNvPr id="29" name="Rectangle 37"/>
              <p:cNvSpPr>
                <a:spLocks noChangeArrowheads="1"/>
              </p:cNvSpPr>
              <p:nvPr/>
            </p:nvSpPr>
            <p:spPr bwMode="auto">
              <a:xfrm>
                <a:off x="4955" y="3741"/>
                <a:ext cx="231" cy="253"/>
              </a:xfrm>
              <a:prstGeom prst="rect">
                <a:avLst/>
              </a:prstGeom>
              <a:noFill/>
              <a:ln w="19050">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0" name="Rectangle 38"/>
              <p:cNvSpPr>
                <a:spLocks noChangeArrowheads="1"/>
              </p:cNvSpPr>
              <p:nvPr/>
            </p:nvSpPr>
            <p:spPr bwMode="auto">
              <a:xfrm>
                <a:off x="5186" y="3690"/>
                <a:ext cx="258" cy="354"/>
              </a:xfrm>
              <a:prstGeom prst="rect">
                <a:avLst/>
              </a:prstGeom>
              <a:noFill/>
              <a:ln w="19050">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1" name="Rectangle 39" descr="浅色上对角线"/>
              <p:cNvSpPr>
                <a:spLocks noChangeArrowheads="1"/>
              </p:cNvSpPr>
              <p:nvPr/>
            </p:nvSpPr>
            <p:spPr bwMode="auto">
              <a:xfrm>
                <a:off x="4956" y="3652"/>
                <a:ext cx="231" cy="91"/>
              </a:xfrm>
              <a:prstGeom prst="rect">
                <a:avLst/>
              </a:prstGeom>
              <a:pattFill prst="ltUpDiag">
                <a:fgClr>
                  <a:schemeClr val="tx1"/>
                </a:fgClr>
                <a:bgClr>
                  <a:schemeClr val="bg1"/>
                </a:bgClr>
              </a:pattFill>
              <a:ln w="19050">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2" name="Rectangle 40" descr="浅色上对角线"/>
              <p:cNvSpPr>
                <a:spLocks noChangeArrowheads="1"/>
              </p:cNvSpPr>
              <p:nvPr/>
            </p:nvSpPr>
            <p:spPr bwMode="auto">
              <a:xfrm>
                <a:off x="4956" y="3485"/>
                <a:ext cx="231" cy="90"/>
              </a:xfrm>
              <a:prstGeom prst="rect">
                <a:avLst/>
              </a:prstGeom>
              <a:pattFill prst="ltUpDiag">
                <a:fgClr>
                  <a:schemeClr val="tx1"/>
                </a:fgClr>
                <a:bgClr>
                  <a:schemeClr val="bg1"/>
                </a:bgClr>
              </a:pattFill>
              <a:ln w="19050">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3" name="Oval 41"/>
              <p:cNvSpPr>
                <a:spLocks noChangeArrowheads="1"/>
              </p:cNvSpPr>
              <p:nvPr/>
            </p:nvSpPr>
            <p:spPr bwMode="auto">
              <a:xfrm>
                <a:off x="5001" y="3544"/>
                <a:ext cx="136" cy="136"/>
              </a:xfrm>
              <a:prstGeom prst="ellipse">
                <a:avLst/>
              </a:prstGeom>
              <a:solidFill>
                <a:schemeClr val="bg1"/>
              </a:solidFill>
              <a:ln w="1905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4" name="Line 42"/>
              <p:cNvSpPr>
                <a:spLocks noChangeShapeType="1"/>
              </p:cNvSpPr>
              <p:nvPr/>
            </p:nvSpPr>
            <p:spPr bwMode="auto">
              <a:xfrm flipV="1">
                <a:off x="5187" y="3562"/>
                <a:ext cx="0" cy="90"/>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5" name="Line 43"/>
              <p:cNvSpPr>
                <a:spLocks noChangeShapeType="1"/>
              </p:cNvSpPr>
              <p:nvPr/>
            </p:nvSpPr>
            <p:spPr bwMode="auto">
              <a:xfrm flipV="1">
                <a:off x="4956" y="3548"/>
                <a:ext cx="0" cy="109"/>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6" name="Rectangle 44" descr="浅色上对角线"/>
              <p:cNvSpPr>
                <a:spLocks noChangeArrowheads="1"/>
              </p:cNvSpPr>
              <p:nvPr/>
            </p:nvSpPr>
            <p:spPr bwMode="auto">
              <a:xfrm>
                <a:off x="4956" y="4161"/>
                <a:ext cx="231" cy="90"/>
              </a:xfrm>
              <a:prstGeom prst="rect">
                <a:avLst/>
              </a:prstGeom>
              <a:pattFill prst="ltUpDiag">
                <a:fgClr>
                  <a:schemeClr val="tx1"/>
                </a:fgClr>
                <a:bgClr>
                  <a:schemeClr val="bg1"/>
                </a:bgClr>
              </a:pattFill>
              <a:ln w="19050">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7" name="Rectangle 45" descr="浅色上对角线"/>
              <p:cNvSpPr>
                <a:spLocks noChangeArrowheads="1"/>
              </p:cNvSpPr>
              <p:nvPr/>
            </p:nvSpPr>
            <p:spPr bwMode="auto">
              <a:xfrm>
                <a:off x="4956" y="3993"/>
                <a:ext cx="231" cy="91"/>
              </a:xfrm>
              <a:prstGeom prst="rect">
                <a:avLst/>
              </a:prstGeom>
              <a:pattFill prst="ltUpDiag">
                <a:fgClr>
                  <a:schemeClr val="tx1"/>
                </a:fgClr>
                <a:bgClr>
                  <a:schemeClr val="bg1"/>
                </a:bgClr>
              </a:pattFill>
              <a:ln w="19050">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8" name="Oval 46"/>
              <p:cNvSpPr>
                <a:spLocks noChangeArrowheads="1"/>
              </p:cNvSpPr>
              <p:nvPr/>
            </p:nvSpPr>
            <p:spPr bwMode="auto">
              <a:xfrm>
                <a:off x="5001" y="4052"/>
                <a:ext cx="136" cy="136"/>
              </a:xfrm>
              <a:prstGeom prst="ellipse">
                <a:avLst/>
              </a:prstGeom>
              <a:solidFill>
                <a:schemeClr val="bg1"/>
              </a:solidFill>
              <a:ln w="1905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9" name="Line 47"/>
              <p:cNvSpPr>
                <a:spLocks noChangeShapeType="1"/>
              </p:cNvSpPr>
              <p:nvPr/>
            </p:nvSpPr>
            <p:spPr bwMode="auto">
              <a:xfrm flipV="1">
                <a:off x="5187" y="4070"/>
                <a:ext cx="0" cy="91"/>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0" name="Line 48"/>
              <p:cNvSpPr>
                <a:spLocks noChangeShapeType="1"/>
              </p:cNvSpPr>
              <p:nvPr/>
            </p:nvSpPr>
            <p:spPr bwMode="auto">
              <a:xfrm flipV="1">
                <a:off x="4956" y="4056"/>
                <a:ext cx="0" cy="109"/>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1" name="Line 49"/>
              <p:cNvSpPr>
                <a:spLocks noChangeShapeType="1"/>
              </p:cNvSpPr>
              <p:nvPr/>
            </p:nvSpPr>
            <p:spPr bwMode="auto">
              <a:xfrm>
                <a:off x="4938" y="3759"/>
                <a:ext cx="0" cy="212"/>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2" name="Line 50"/>
              <p:cNvSpPr>
                <a:spLocks noChangeShapeType="1"/>
              </p:cNvSpPr>
              <p:nvPr/>
            </p:nvSpPr>
            <p:spPr bwMode="auto">
              <a:xfrm flipH="1" flipV="1">
                <a:off x="4935" y="3969"/>
                <a:ext cx="20" cy="20"/>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3" name="Line 51"/>
              <p:cNvSpPr>
                <a:spLocks noChangeShapeType="1"/>
              </p:cNvSpPr>
              <p:nvPr/>
            </p:nvSpPr>
            <p:spPr bwMode="auto">
              <a:xfrm flipH="1">
                <a:off x="4940" y="3741"/>
                <a:ext cx="20" cy="20"/>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28" name="AutoShape 53"/>
            <p:cNvSpPr>
              <a:spLocks noChangeArrowheads="1"/>
            </p:cNvSpPr>
            <p:nvPr/>
          </p:nvSpPr>
          <p:spPr bwMode="auto">
            <a:xfrm>
              <a:off x="4676" y="3836"/>
              <a:ext cx="156" cy="56"/>
            </a:xfrm>
            <a:prstGeom prst="rightArrow">
              <a:avLst>
                <a:gd name="adj1" fmla="val 50000"/>
                <a:gd name="adj2" fmla="val 69643"/>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Tree>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left)">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wipe(left)">
                                      <p:cBhvr>
                                        <p:cTn id="12" dur="50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23"/>
                                        </p:tgtEl>
                                        <p:attrNameLst>
                                          <p:attrName>style.visibility</p:attrName>
                                        </p:attrNameLst>
                                      </p:cBhvr>
                                      <p:to>
                                        <p:strVal val="visible"/>
                                      </p:to>
                                    </p:set>
                                    <p:animEffect transition="in" filter="wipe(left)">
                                      <p:cBhvr>
                                        <p:cTn id="17" dur="500"/>
                                        <p:tgtEl>
                                          <p:spTgt spid="23"/>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25"/>
                                        </p:tgtEl>
                                        <p:attrNameLst>
                                          <p:attrName>style.visibility</p:attrName>
                                        </p:attrNameLst>
                                      </p:cBhvr>
                                      <p:to>
                                        <p:strVal val="visible"/>
                                      </p:to>
                                    </p:set>
                                    <p:animEffect transition="in" filter="wipe(left)">
                                      <p:cBhvr>
                                        <p:cTn id="22" dur="500"/>
                                        <p:tgtEl>
                                          <p:spTgt spid="25"/>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6"/>
                                        </p:tgtEl>
                                        <p:attrNameLst>
                                          <p:attrName>style.visibility</p:attrName>
                                        </p:attrNameLst>
                                      </p:cBhvr>
                                      <p:to>
                                        <p:strVal val="visible"/>
                                      </p:to>
                                    </p:set>
                                    <p:animEffect transition="in" filter="wipe(left)">
                                      <p:cBhvr>
                                        <p:cTn id="27" dur="500"/>
                                        <p:tgtEl>
                                          <p:spTgt spid="6"/>
                                        </p:tgtEl>
                                      </p:cBhvr>
                                    </p:animEffect>
                                  </p:childTnLst>
                                </p:cTn>
                              </p:par>
                            </p:childTnLst>
                          </p:cTn>
                        </p:par>
                        <p:par>
                          <p:cTn id="28" fill="hold">
                            <p:stCondLst>
                              <p:cond delay="500"/>
                            </p:stCondLst>
                            <p:childTnLst>
                              <p:par>
                                <p:cTn id="29" presetID="22" presetClass="entr" presetSubtype="8" fill="hold" nodeType="afterEffect">
                                  <p:stCondLst>
                                    <p:cond delay="0"/>
                                  </p:stCondLst>
                                  <p:childTnLst>
                                    <p:set>
                                      <p:cBhvr>
                                        <p:cTn id="30" dur="1" fill="hold">
                                          <p:stCondLst>
                                            <p:cond delay="0"/>
                                          </p:stCondLst>
                                        </p:cTn>
                                        <p:tgtEl>
                                          <p:spTgt spid="24"/>
                                        </p:tgtEl>
                                        <p:attrNameLst>
                                          <p:attrName>style.visibility</p:attrName>
                                        </p:attrNameLst>
                                      </p:cBhvr>
                                      <p:to>
                                        <p:strVal val="visible"/>
                                      </p:to>
                                    </p:set>
                                    <p:animEffect transition="in" filter="wipe(left)">
                                      <p:cBhvr>
                                        <p:cTn id="31" dur="500"/>
                                        <p:tgtEl>
                                          <p:spTgt spid="24"/>
                                        </p:tgtEl>
                                      </p:cBhvr>
                                    </p:animEffect>
                                  </p:childTnLst>
                                </p:cTn>
                              </p:par>
                            </p:childTnLst>
                          </p:cTn>
                        </p:par>
                      </p:childTnLst>
                    </p:cTn>
                  </p:par>
                  <p:par>
                    <p:cTn id="32" fill="hold">
                      <p:stCondLst>
                        <p:cond delay="indefinite"/>
                      </p:stCondLst>
                      <p:childTnLst>
                        <p:par>
                          <p:cTn id="33" fill="hold">
                            <p:stCondLst>
                              <p:cond delay="0"/>
                            </p:stCondLst>
                            <p:childTnLst>
                              <p:par>
                                <p:cTn id="34" presetID="22" presetClass="entr" presetSubtype="8" fill="hold" nodeType="clickEffect">
                                  <p:stCondLst>
                                    <p:cond delay="0"/>
                                  </p:stCondLst>
                                  <p:childTnLst>
                                    <p:set>
                                      <p:cBhvr>
                                        <p:cTn id="35" dur="1" fill="hold">
                                          <p:stCondLst>
                                            <p:cond delay="0"/>
                                          </p:stCondLst>
                                        </p:cTn>
                                        <p:tgtEl>
                                          <p:spTgt spid="7"/>
                                        </p:tgtEl>
                                        <p:attrNameLst>
                                          <p:attrName>style.visibility</p:attrName>
                                        </p:attrNameLst>
                                      </p:cBhvr>
                                      <p:to>
                                        <p:strVal val="visible"/>
                                      </p:to>
                                    </p:set>
                                    <p:animEffect transition="in" filter="wipe(left)">
                                      <p:cBhvr>
                                        <p:cTn id="36" dur="500"/>
                                        <p:tgtEl>
                                          <p:spTgt spid="7"/>
                                        </p:tgtEl>
                                      </p:cBhvr>
                                    </p:animEffect>
                                  </p:childTnLst>
                                </p:cTn>
                              </p:par>
                            </p:childTnLst>
                          </p:cTn>
                        </p:par>
                      </p:childTnLst>
                    </p:cTn>
                  </p:par>
                  <p:par>
                    <p:cTn id="37" fill="hold">
                      <p:stCondLst>
                        <p:cond delay="indefinite"/>
                      </p:stCondLst>
                      <p:childTnLst>
                        <p:par>
                          <p:cTn id="38" fill="hold">
                            <p:stCondLst>
                              <p:cond delay="0"/>
                            </p:stCondLst>
                            <p:childTnLst>
                              <p:par>
                                <p:cTn id="39" presetID="22" presetClass="entr" presetSubtype="8" fill="hold" nodeType="clickEffect">
                                  <p:stCondLst>
                                    <p:cond delay="0"/>
                                  </p:stCondLst>
                                  <p:childTnLst>
                                    <p:set>
                                      <p:cBhvr>
                                        <p:cTn id="40" dur="1" fill="hold">
                                          <p:stCondLst>
                                            <p:cond delay="0"/>
                                          </p:stCondLst>
                                        </p:cTn>
                                        <p:tgtEl>
                                          <p:spTgt spid="26"/>
                                        </p:tgtEl>
                                        <p:attrNameLst>
                                          <p:attrName>style.visibility</p:attrName>
                                        </p:attrNameLst>
                                      </p:cBhvr>
                                      <p:to>
                                        <p:strVal val="visible"/>
                                      </p:to>
                                    </p:set>
                                    <p:animEffect transition="in" filter="wipe(left)">
                                      <p:cBhvr>
                                        <p:cTn id="41" dur="5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ldLvl="0" animBg="1" autoUpdateAnimBg="0"/>
      <p:bldP spid="5" grpId="0" bldLvl="0" animBg="1" autoUpdateAnimBg="0"/>
      <p:bldP spid="6" grpId="0" bldLvl="0" animBg="1" autoUpdateAnimBg="0"/>
      <p:bldP spid="25" grpId="0" bldLvl="0" animBg="1"/>
    </p:bldLst>
  </p:timing>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4"/>
          <p:cNvSpPr>
            <a:spLocks noGrp="1" noChangeArrowheads="1"/>
          </p:cNvSpPr>
          <p:nvPr>
            <p:ph type="title"/>
          </p:nvPr>
        </p:nvSpPr>
        <p:spPr bwMode="auto">
          <a:xfrm>
            <a:off x="5486400" y="673100"/>
            <a:ext cx="1854200" cy="177800"/>
          </a:xfr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p>
            <a:pPr eaLnBrk="1" hangingPunct="1"/>
            <a:r>
              <a:rPr lang="zh-CN" altLang="en-US" sz="800" smtClean="0">
                <a:solidFill>
                  <a:schemeClr val="bg1"/>
                </a:solidFill>
                <a:latin typeface="华文中宋" panose="02010600040101010101" pitchFamily="2" charset="-122"/>
                <a:ea typeface="华文中宋" panose="02010600040101010101" pitchFamily="2" charset="-122"/>
              </a:rPr>
              <a:t>轴承装置的设计</a:t>
            </a:r>
            <a:r>
              <a:rPr lang="en-US" altLang="zh-CN" sz="800" smtClean="0">
                <a:solidFill>
                  <a:schemeClr val="bg1"/>
                </a:solidFill>
                <a:latin typeface="华文中宋" panose="02010600040101010101" pitchFamily="2" charset="-122"/>
                <a:ea typeface="华文中宋" panose="02010600040101010101" pitchFamily="2" charset="-122"/>
              </a:rPr>
              <a:t>6</a:t>
            </a:r>
            <a:endParaRPr lang="en-US" altLang="zh-CN" sz="800" smtClean="0">
              <a:solidFill>
                <a:schemeClr val="bg1"/>
              </a:solidFill>
              <a:latin typeface="华文中宋" panose="02010600040101010101" pitchFamily="2" charset="-122"/>
              <a:ea typeface="华文中宋" panose="02010600040101010101" pitchFamily="2" charset="-122"/>
            </a:endParaRPr>
          </a:p>
        </p:txBody>
      </p:sp>
      <p:sp>
        <p:nvSpPr>
          <p:cNvPr id="28694" name="Text Box 22"/>
          <p:cNvSpPr txBox="1">
            <a:spLocks noChangeArrowheads="1"/>
          </p:cNvSpPr>
          <p:nvPr/>
        </p:nvSpPr>
        <p:spPr bwMode="auto">
          <a:xfrm>
            <a:off x="241300" y="2238375"/>
            <a:ext cx="8553450" cy="822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nSpc>
                <a:spcPct val="120000"/>
              </a:lnSpc>
              <a:buChar char="•"/>
              <a:defRPr kumimoji="1" sz="2000">
                <a:solidFill>
                  <a:srgbClr val="000099"/>
                </a:solidFill>
                <a:latin typeface="Times New Roman" panose="02020603050405020304" pitchFamily="18" charset="0"/>
                <a:ea typeface="华文中宋" panose="02010600040101010101" pitchFamily="2" charset="-122"/>
              </a:defRPr>
            </a:lvl1pPr>
            <a:lvl2pPr marL="742950" indent="-285750">
              <a:lnSpc>
                <a:spcPct val="120000"/>
              </a:lnSpc>
              <a:buChar char="•"/>
              <a:defRPr kumimoji="1" sz="2000">
                <a:solidFill>
                  <a:srgbClr val="000099"/>
                </a:solidFill>
                <a:latin typeface="Times New Roman" panose="02020603050405020304" pitchFamily="18" charset="0"/>
                <a:ea typeface="华文中宋" panose="02010600040101010101" pitchFamily="2" charset="-122"/>
              </a:defRPr>
            </a:lvl2pPr>
            <a:lvl3pPr marL="1143000" indent="-228600">
              <a:lnSpc>
                <a:spcPct val="120000"/>
              </a:lnSpc>
              <a:buChar char="•"/>
              <a:defRPr kumimoji="1" sz="2000">
                <a:solidFill>
                  <a:srgbClr val="000099"/>
                </a:solidFill>
                <a:latin typeface="Times New Roman" panose="02020603050405020304" pitchFamily="18" charset="0"/>
                <a:ea typeface="华文中宋" panose="02010600040101010101" pitchFamily="2" charset="-122"/>
              </a:defRPr>
            </a:lvl3pPr>
            <a:lvl4pPr marL="1600200" indent="-228600">
              <a:lnSpc>
                <a:spcPct val="120000"/>
              </a:lnSpc>
              <a:buChar char="•"/>
              <a:defRPr kumimoji="1" sz="2000">
                <a:solidFill>
                  <a:srgbClr val="000099"/>
                </a:solidFill>
                <a:latin typeface="Times New Roman" panose="02020603050405020304" pitchFamily="18" charset="0"/>
                <a:ea typeface="华文中宋" panose="02010600040101010101" pitchFamily="2" charset="-122"/>
              </a:defRPr>
            </a:lvl4pPr>
            <a:lvl5pPr marL="2057400" indent="-228600">
              <a:lnSpc>
                <a:spcPct val="120000"/>
              </a:lnSpc>
              <a:buChar char="•"/>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buFontTx/>
              <a:buBlip>
                <a:blip r:embed="rId1"/>
              </a:buBlip>
            </a:pPr>
            <a:r>
              <a:rPr lang="en-US" altLang="zh-CN"/>
              <a:t> </a:t>
            </a:r>
            <a:r>
              <a:rPr lang="zh-CN" altLang="en-US"/>
              <a:t>对于一根轴上两个支承的座孔，必须尽可能地保持同心。最好的办法是采</a:t>
            </a:r>
            <a:endParaRPr lang="zh-CN" altLang="en-US"/>
          </a:p>
          <a:p>
            <a:pPr eaLnBrk="1" hangingPunct="1">
              <a:buFontTx/>
              <a:buNone/>
            </a:pPr>
            <a:r>
              <a:rPr lang="zh-CN" altLang="en-US"/>
              <a:t>   用整体结构的外壳，并把两轴承孔一次镗出；</a:t>
            </a:r>
            <a:endParaRPr lang="zh-CN" altLang="en-US"/>
          </a:p>
        </p:txBody>
      </p:sp>
      <p:sp>
        <p:nvSpPr>
          <p:cNvPr id="28695" name="Text Box 23"/>
          <p:cNvSpPr txBox="1">
            <a:spLocks noChangeArrowheads="1"/>
          </p:cNvSpPr>
          <p:nvPr/>
        </p:nvSpPr>
        <p:spPr bwMode="auto">
          <a:xfrm>
            <a:off x="261178" y="3131724"/>
            <a:ext cx="8553450" cy="822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nSpc>
                <a:spcPct val="120000"/>
              </a:lnSpc>
              <a:buChar char="•"/>
              <a:defRPr kumimoji="1" sz="2000">
                <a:solidFill>
                  <a:srgbClr val="000099"/>
                </a:solidFill>
                <a:latin typeface="Times New Roman" panose="02020603050405020304" pitchFamily="18" charset="0"/>
                <a:ea typeface="华文中宋" panose="02010600040101010101" pitchFamily="2" charset="-122"/>
              </a:defRPr>
            </a:lvl1pPr>
            <a:lvl2pPr marL="742950" indent="-285750">
              <a:lnSpc>
                <a:spcPct val="120000"/>
              </a:lnSpc>
              <a:buChar char="•"/>
              <a:defRPr kumimoji="1" sz="2000">
                <a:solidFill>
                  <a:srgbClr val="000099"/>
                </a:solidFill>
                <a:latin typeface="Times New Roman" panose="02020603050405020304" pitchFamily="18" charset="0"/>
                <a:ea typeface="华文中宋" panose="02010600040101010101" pitchFamily="2" charset="-122"/>
              </a:defRPr>
            </a:lvl2pPr>
            <a:lvl3pPr marL="1143000" indent="-228600">
              <a:lnSpc>
                <a:spcPct val="120000"/>
              </a:lnSpc>
              <a:buChar char="•"/>
              <a:defRPr kumimoji="1" sz="2000">
                <a:solidFill>
                  <a:srgbClr val="000099"/>
                </a:solidFill>
                <a:latin typeface="Times New Roman" panose="02020603050405020304" pitchFamily="18" charset="0"/>
                <a:ea typeface="华文中宋" panose="02010600040101010101" pitchFamily="2" charset="-122"/>
              </a:defRPr>
            </a:lvl3pPr>
            <a:lvl4pPr marL="1600200" indent="-228600">
              <a:lnSpc>
                <a:spcPct val="120000"/>
              </a:lnSpc>
              <a:buChar char="•"/>
              <a:defRPr kumimoji="1" sz="2000">
                <a:solidFill>
                  <a:srgbClr val="000099"/>
                </a:solidFill>
                <a:latin typeface="Times New Roman" panose="02020603050405020304" pitchFamily="18" charset="0"/>
                <a:ea typeface="华文中宋" panose="02010600040101010101" pitchFamily="2" charset="-122"/>
              </a:defRPr>
            </a:lvl4pPr>
            <a:lvl5pPr marL="2057400" indent="-228600">
              <a:lnSpc>
                <a:spcPct val="120000"/>
              </a:lnSpc>
              <a:buChar char="•"/>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buFontTx/>
              <a:buBlip>
                <a:blip r:embed="rId1"/>
              </a:buBlip>
            </a:pPr>
            <a:r>
              <a:rPr lang="en-US" altLang="zh-CN" dirty="0"/>
              <a:t> </a:t>
            </a:r>
            <a:r>
              <a:rPr lang="zh-CN" altLang="en-US" dirty="0"/>
              <a:t>正确选择轴承的配合，保证轴承正常运转，防止内圈与轴、外圈与外壳孔</a:t>
            </a:r>
            <a:endParaRPr lang="zh-CN" altLang="en-US" dirty="0"/>
          </a:p>
          <a:p>
            <a:pPr eaLnBrk="1" hangingPunct="1">
              <a:buFontTx/>
              <a:buNone/>
            </a:pPr>
            <a:r>
              <a:rPr lang="zh-CN" altLang="en-US" dirty="0"/>
              <a:t>    在工作时发生相对转动；</a:t>
            </a:r>
            <a:endParaRPr lang="zh-CN" altLang="en-US" dirty="0"/>
          </a:p>
        </p:txBody>
      </p:sp>
      <p:sp>
        <p:nvSpPr>
          <p:cNvPr id="28696" name="Text Box 24"/>
          <p:cNvSpPr txBox="1">
            <a:spLocks noChangeArrowheads="1"/>
          </p:cNvSpPr>
          <p:nvPr/>
        </p:nvSpPr>
        <p:spPr bwMode="auto">
          <a:xfrm>
            <a:off x="241300" y="4044950"/>
            <a:ext cx="8553450" cy="822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nSpc>
                <a:spcPct val="120000"/>
              </a:lnSpc>
              <a:buChar char="•"/>
              <a:defRPr kumimoji="1" sz="2000">
                <a:solidFill>
                  <a:srgbClr val="000099"/>
                </a:solidFill>
                <a:latin typeface="Times New Roman" panose="02020603050405020304" pitchFamily="18" charset="0"/>
                <a:ea typeface="华文中宋" panose="02010600040101010101" pitchFamily="2" charset="-122"/>
              </a:defRPr>
            </a:lvl1pPr>
            <a:lvl2pPr marL="742950" indent="-285750">
              <a:lnSpc>
                <a:spcPct val="120000"/>
              </a:lnSpc>
              <a:buChar char="•"/>
              <a:defRPr kumimoji="1" sz="2000">
                <a:solidFill>
                  <a:srgbClr val="000099"/>
                </a:solidFill>
                <a:latin typeface="Times New Roman" panose="02020603050405020304" pitchFamily="18" charset="0"/>
                <a:ea typeface="华文中宋" panose="02010600040101010101" pitchFamily="2" charset="-122"/>
              </a:defRPr>
            </a:lvl2pPr>
            <a:lvl3pPr marL="1143000" indent="-228600">
              <a:lnSpc>
                <a:spcPct val="120000"/>
              </a:lnSpc>
              <a:buChar char="•"/>
              <a:defRPr kumimoji="1" sz="2000">
                <a:solidFill>
                  <a:srgbClr val="000099"/>
                </a:solidFill>
                <a:latin typeface="Times New Roman" panose="02020603050405020304" pitchFamily="18" charset="0"/>
                <a:ea typeface="华文中宋" panose="02010600040101010101" pitchFamily="2" charset="-122"/>
              </a:defRPr>
            </a:lvl3pPr>
            <a:lvl4pPr marL="1600200" indent="-228600">
              <a:lnSpc>
                <a:spcPct val="120000"/>
              </a:lnSpc>
              <a:buChar char="•"/>
              <a:defRPr kumimoji="1" sz="2000">
                <a:solidFill>
                  <a:srgbClr val="000099"/>
                </a:solidFill>
                <a:latin typeface="Times New Roman" panose="02020603050405020304" pitchFamily="18" charset="0"/>
                <a:ea typeface="华文中宋" panose="02010600040101010101" pitchFamily="2" charset="-122"/>
              </a:defRPr>
            </a:lvl4pPr>
            <a:lvl5pPr marL="2057400" indent="-228600">
              <a:lnSpc>
                <a:spcPct val="120000"/>
              </a:lnSpc>
              <a:buChar char="•"/>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buFontTx/>
              <a:buBlip>
                <a:blip r:embed="rId1"/>
              </a:buBlip>
            </a:pPr>
            <a:r>
              <a:rPr lang="en-US" altLang="zh-CN" dirty="0"/>
              <a:t> </a:t>
            </a:r>
            <a:r>
              <a:rPr lang="zh-CN" altLang="en-US" dirty="0"/>
              <a:t>在安装轴承的过程中，应确保实施安装轴承的力不作用的滚动体上，否则</a:t>
            </a:r>
            <a:endParaRPr lang="zh-CN" altLang="en-US" dirty="0"/>
          </a:p>
          <a:p>
            <a:pPr eaLnBrk="1" hangingPunct="1">
              <a:buFontTx/>
              <a:buNone/>
            </a:pPr>
            <a:r>
              <a:rPr lang="zh-CN" altLang="en-US" dirty="0"/>
              <a:t>    将使轴承损坏；</a:t>
            </a:r>
            <a:endParaRPr lang="zh-CN" altLang="en-US" dirty="0"/>
          </a:p>
        </p:txBody>
      </p:sp>
      <p:grpSp>
        <p:nvGrpSpPr>
          <p:cNvPr id="28704" name="Group 32"/>
          <p:cNvGrpSpPr/>
          <p:nvPr/>
        </p:nvGrpSpPr>
        <p:grpSpPr bwMode="auto">
          <a:xfrm>
            <a:off x="241300" y="4948238"/>
            <a:ext cx="8616950" cy="822325"/>
            <a:chOff x="152" y="3117"/>
            <a:chExt cx="5428" cy="518"/>
          </a:xfrm>
        </p:grpSpPr>
        <p:grpSp>
          <p:nvGrpSpPr>
            <p:cNvPr id="28691" name="Group 27"/>
            <p:cNvGrpSpPr/>
            <p:nvPr/>
          </p:nvGrpSpPr>
          <p:grpSpPr bwMode="auto">
            <a:xfrm>
              <a:off x="2089" y="3386"/>
              <a:ext cx="774" cy="239"/>
              <a:chOff x="4526" y="3412"/>
              <a:chExt cx="774" cy="239"/>
            </a:xfrm>
          </p:grpSpPr>
          <p:pic>
            <p:nvPicPr>
              <p:cNvPr id="28693" name="Picture 18" descr="POINT"/>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070" y="3421"/>
                <a:ext cx="230"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ext Box 19"/>
              <p:cNvSpPr txBox="1">
                <a:spLocks noChangeArrowheads="1"/>
              </p:cNvSpPr>
              <p:nvPr/>
            </p:nvSpPr>
            <p:spPr bwMode="auto">
              <a:xfrm>
                <a:off x="4526" y="3412"/>
                <a:ext cx="564" cy="2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nSpc>
                    <a:spcPct val="120000"/>
                  </a:lnSpc>
                  <a:buChar char="•"/>
                  <a:defRPr kumimoji="1" sz="2000">
                    <a:solidFill>
                      <a:srgbClr val="000099"/>
                    </a:solidFill>
                    <a:latin typeface="Times New Roman" panose="02020603050405020304" pitchFamily="18" charset="0"/>
                    <a:ea typeface="华文中宋" panose="02010600040101010101" pitchFamily="2" charset="-122"/>
                  </a:defRPr>
                </a:lvl1pPr>
                <a:lvl2pPr marL="742950" indent="-285750">
                  <a:lnSpc>
                    <a:spcPct val="120000"/>
                  </a:lnSpc>
                  <a:buChar char="•"/>
                  <a:defRPr kumimoji="1" sz="2000">
                    <a:solidFill>
                      <a:srgbClr val="000099"/>
                    </a:solidFill>
                    <a:latin typeface="Times New Roman" panose="02020603050405020304" pitchFamily="18" charset="0"/>
                    <a:ea typeface="华文中宋" panose="02010600040101010101" pitchFamily="2" charset="-122"/>
                  </a:defRPr>
                </a:lvl2pPr>
                <a:lvl3pPr marL="1143000" indent="-228600">
                  <a:lnSpc>
                    <a:spcPct val="120000"/>
                  </a:lnSpc>
                  <a:buChar char="•"/>
                  <a:defRPr kumimoji="1" sz="2000">
                    <a:solidFill>
                      <a:srgbClr val="000099"/>
                    </a:solidFill>
                    <a:latin typeface="Times New Roman" panose="02020603050405020304" pitchFamily="18" charset="0"/>
                    <a:ea typeface="华文中宋" panose="02010600040101010101" pitchFamily="2" charset="-122"/>
                  </a:defRPr>
                </a:lvl3pPr>
                <a:lvl4pPr marL="1600200" indent="-228600">
                  <a:lnSpc>
                    <a:spcPct val="120000"/>
                  </a:lnSpc>
                  <a:buChar char="•"/>
                  <a:defRPr kumimoji="1" sz="2000">
                    <a:solidFill>
                      <a:srgbClr val="000099"/>
                    </a:solidFill>
                    <a:latin typeface="Times New Roman" panose="02020603050405020304" pitchFamily="18" charset="0"/>
                    <a:ea typeface="华文中宋" panose="02010600040101010101" pitchFamily="2" charset="-122"/>
                  </a:defRPr>
                </a:lvl4pPr>
                <a:lvl5pPr marL="2057400" indent="-228600">
                  <a:lnSpc>
                    <a:spcPct val="120000"/>
                  </a:lnSpc>
                  <a:buChar char="•"/>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buFontTx/>
                  <a:buNone/>
                </a:pPr>
                <a:r>
                  <a:rPr lang="zh-CN" altLang="en-US" sz="1400">
                    <a:solidFill>
                      <a:srgbClr val="CC3300"/>
                    </a:solidFill>
                    <a:latin typeface="Tahoma" panose="020B0604030504040204" pitchFamily="34" charset="0"/>
                  </a:rPr>
                  <a:t>更多说明</a:t>
                </a:r>
                <a:endParaRPr lang="zh-CN" altLang="en-US" sz="1400">
                  <a:solidFill>
                    <a:srgbClr val="CC3300"/>
                  </a:solidFill>
                  <a:latin typeface="Tahoma" panose="020B0604030504040204" pitchFamily="34" charset="0"/>
                </a:endParaRPr>
              </a:p>
            </p:txBody>
          </p:sp>
        </p:grpSp>
        <p:sp>
          <p:nvSpPr>
            <p:cNvPr id="28692" name="Text Box 25"/>
            <p:cNvSpPr txBox="1">
              <a:spLocks noChangeArrowheads="1"/>
            </p:cNvSpPr>
            <p:nvPr/>
          </p:nvSpPr>
          <p:spPr bwMode="auto">
            <a:xfrm>
              <a:off x="152" y="3117"/>
              <a:ext cx="5428" cy="5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nSpc>
                  <a:spcPct val="120000"/>
                </a:lnSpc>
                <a:buChar char="•"/>
                <a:defRPr kumimoji="1" sz="2000">
                  <a:solidFill>
                    <a:srgbClr val="000099"/>
                  </a:solidFill>
                  <a:latin typeface="Times New Roman" panose="02020603050405020304" pitchFamily="18" charset="0"/>
                  <a:ea typeface="华文中宋" panose="02010600040101010101" pitchFamily="2" charset="-122"/>
                </a:defRPr>
              </a:lvl1pPr>
              <a:lvl2pPr marL="742950" indent="-285750">
                <a:lnSpc>
                  <a:spcPct val="120000"/>
                </a:lnSpc>
                <a:buChar char="•"/>
                <a:defRPr kumimoji="1" sz="2000">
                  <a:solidFill>
                    <a:srgbClr val="000099"/>
                  </a:solidFill>
                  <a:latin typeface="Times New Roman" panose="02020603050405020304" pitchFamily="18" charset="0"/>
                  <a:ea typeface="华文中宋" panose="02010600040101010101" pitchFamily="2" charset="-122"/>
                </a:defRPr>
              </a:lvl2pPr>
              <a:lvl3pPr marL="1143000" indent="-228600">
                <a:lnSpc>
                  <a:spcPct val="120000"/>
                </a:lnSpc>
                <a:buChar char="•"/>
                <a:defRPr kumimoji="1" sz="2000">
                  <a:solidFill>
                    <a:srgbClr val="000099"/>
                  </a:solidFill>
                  <a:latin typeface="Times New Roman" panose="02020603050405020304" pitchFamily="18" charset="0"/>
                  <a:ea typeface="华文中宋" panose="02010600040101010101" pitchFamily="2" charset="-122"/>
                </a:defRPr>
              </a:lvl3pPr>
              <a:lvl4pPr marL="1600200" indent="-228600">
                <a:lnSpc>
                  <a:spcPct val="120000"/>
                </a:lnSpc>
                <a:buChar char="•"/>
                <a:defRPr kumimoji="1" sz="2000">
                  <a:solidFill>
                    <a:srgbClr val="000099"/>
                  </a:solidFill>
                  <a:latin typeface="Times New Roman" panose="02020603050405020304" pitchFamily="18" charset="0"/>
                  <a:ea typeface="华文中宋" panose="02010600040101010101" pitchFamily="2" charset="-122"/>
                </a:defRPr>
              </a:lvl4pPr>
              <a:lvl5pPr marL="2057400" indent="-228600">
                <a:lnSpc>
                  <a:spcPct val="120000"/>
                </a:lnSpc>
                <a:buChar char="•"/>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buFontTx/>
                <a:buBlip>
                  <a:blip r:embed="rId1"/>
                </a:buBlip>
              </a:pPr>
              <a:r>
                <a:rPr lang="en-US" altLang="zh-CN" dirty="0"/>
                <a:t>  </a:t>
              </a:r>
              <a:r>
                <a:rPr lang="zh-CN" altLang="en-US" dirty="0"/>
                <a:t>对轴承适当地预紧，以此提高轴承的旋转精度，增加轴承装置的刚度、减</a:t>
              </a:r>
              <a:endParaRPr lang="zh-CN" altLang="en-US" dirty="0"/>
            </a:p>
            <a:p>
              <a:pPr eaLnBrk="1" hangingPunct="1">
                <a:buFontTx/>
                <a:buNone/>
              </a:pPr>
              <a:r>
                <a:rPr lang="zh-CN" altLang="en-US" dirty="0"/>
                <a:t>    小机器工作时轴的振动。</a:t>
              </a:r>
              <a:endParaRPr lang="zh-CN" altLang="en-US" dirty="0"/>
            </a:p>
          </p:txBody>
        </p:sp>
      </p:grpSp>
      <p:sp>
        <p:nvSpPr>
          <p:cNvPr id="28698" name="Text Box 26"/>
          <p:cNvSpPr txBox="1">
            <a:spLocks noChangeArrowheads="1"/>
          </p:cNvSpPr>
          <p:nvPr/>
        </p:nvSpPr>
        <p:spPr bwMode="auto">
          <a:xfrm>
            <a:off x="668338" y="798513"/>
            <a:ext cx="57721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nSpc>
                <a:spcPct val="120000"/>
              </a:lnSpc>
              <a:buChar char="•"/>
              <a:defRPr kumimoji="1" sz="2000">
                <a:solidFill>
                  <a:srgbClr val="000099"/>
                </a:solidFill>
                <a:latin typeface="Times New Roman" panose="02020603050405020304" pitchFamily="18" charset="0"/>
                <a:ea typeface="华文中宋" panose="02010600040101010101" pitchFamily="2" charset="-122"/>
              </a:defRPr>
            </a:lvl1pPr>
            <a:lvl2pPr marL="742950" indent="-285750">
              <a:lnSpc>
                <a:spcPct val="120000"/>
              </a:lnSpc>
              <a:buChar char="•"/>
              <a:defRPr kumimoji="1" sz="2000">
                <a:solidFill>
                  <a:srgbClr val="000099"/>
                </a:solidFill>
                <a:latin typeface="Times New Roman" panose="02020603050405020304" pitchFamily="18" charset="0"/>
                <a:ea typeface="华文中宋" panose="02010600040101010101" pitchFamily="2" charset="-122"/>
              </a:defRPr>
            </a:lvl2pPr>
            <a:lvl3pPr marL="1143000" indent="-228600">
              <a:lnSpc>
                <a:spcPct val="120000"/>
              </a:lnSpc>
              <a:buChar char="•"/>
              <a:defRPr kumimoji="1" sz="2000">
                <a:solidFill>
                  <a:srgbClr val="000099"/>
                </a:solidFill>
                <a:latin typeface="Times New Roman" panose="02020603050405020304" pitchFamily="18" charset="0"/>
                <a:ea typeface="华文中宋" panose="02010600040101010101" pitchFamily="2" charset="-122"/>
              </a:defRPr>
            </a:lvl3pPr>
            <a:lvl4pPr marL="1600200" indent="-228600">
              <a:lnSpc>
                <a:spcPct val="120000"/>
              </a:lnSpc>
              <a:buChar char="•"/>
              <a:defRPr kumimoji="1" sz="2000">
                <a:solidFill>
                  <a:srgbClr val="000099"/>
                </a:solidFill>
                <a:latin typeface="Times New Roman" panose="02020603050405020304" pitchFamily="18" charset="0"/>
                <a:ea typeface="华文中宋" panose="02010600040101010101" pitchFamily="2" charset="-122"/>
              </a:defRPr>
            </a:lvl4pPr>
            <a:lvl5pPr marL="2057400" indent="-228600">
              <a:lnSpc>
                <a:spcPct val="120000"/>
              </a:lnSpc>
              <a:buChar char="•"/>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buFontTx/>
              <a:buNone/>
            </a:pPr>
            <a:r>
              <a:rPr lang="zh-CN" altLang="en-US"/>
              <a:t>在进行滚动轴承的安装设计时，应注意以下问题：</a:t>
            </a:r>
            <a:endParaRPr lang="zh-CN" altLang="en-US"/>
          </a:p>
        </p:txBody>
      </p:sp>
      <p:sp>
        <p:nvSpPr>
          <p:cNvPr id="28687" name="Text Box 21"/>
          <p:cNvSpPr txBox="1">
            <a:spLocks noChangeArrowheads="1"/>
          </p:cNvSpPr>
          <p:nvPr/>
        </p:nvSpPr>
        <p:spPr bwMode="auto">
          <a:xfrm>
            <a:off x="241300" y="1335088"/>
            <a:ext cx="8553450" cy="822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nSpc>
                <a:spcPct val="120000"/>
              </a:lnSpc>
              <a:buChar char="•"/>
              <a:defRPr kumimoji="1" sz="2000">
                <a:solidFill>
                  <a:srgbClr val="000099"/>
                </a:solidFill>
                <a:latin typeface="Times New Roman" panose="02020603050405020304" pitchFamily="18" charset="0"/>
                <a:ea typeface="华文中宋" panose="02010600040101010101" pitchFamily="2" charset="-122"/>
              </a:defRPr>
            </a:lvl1pPr>
            <a:lvl2pPr marL="742950" indent="-285750">
              <a:lnSpc>
                <a:spcPct val="120000"/>
              </a:lnSpc>
              <a:buChar char="•"/>
              <a:defRPr kumimoji="1" sz="2000">
                <a:solidFill>
                  <a:srgbClr val="000099"/>
                </a:solidFill>
                <a:latin typeface="Times New Roman" panose="02020603050405020304" pitchFamily="18" charset="0"/>
                <a:ea typeface="华文中宋" panose="02010600040101010101" pitchFamily="2" charset="-122"/>
              </a:defRPr>
            </a:lvl2pPr>
            <a:lvl3pPr marL="1143000" indent="-228600">
              <a:lnSpc>
                <a:spcPct val="120000"/>
              </a:lnSpc>
              <a:buChar char="•"/>
              <a:defRPr kumimoji="1" sz="2000">
                <a:solidFill>
                  <a:srgbClr val="000099"/>
                </a:solidFill>
                <a:latin typeface="Times New Roman" panose="02020603050405020304" pitchFamily="18" charset="0"/>
                <a:ea typeface="华文中宋" panose="02010600040101010101" pitchFamily="2" charset="-122"/>
              </a:defRPr>
            </a:lvl3pPr>
            <a:lvl4pPr marL="1600200" indent="-228600">
              <a:lnSpc>
                <a:spcPct val="120000"/>
              </a:lnSpc>
              <a:buChar char="•"/>
              <a:defRPr kumimoji="1" sz="2000">
                <a:solidFill>
                  <a:srgbClr val="000099"/>
                </a:solidFill>
                <a:latin typeface="Times New Roman" panose="02020603050405020304" pitchFamily="18" charset="0"/>
                <a:ea typeface="华文中宋" panose="02010600040101010101" pitchFamily="2" charset="-122"/>
              </a:defRPr>
            </a:lvl4pPr>
            <a:lvl5pPr marL="2057400" indent="-228600">
              <a:lnSpc>
                <a:spcPct val="120000"/>
              </a:lnSpc>
              <a:buChar char="•"/>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buFontTx/>
              <a:buBlip>
                <a:blip r:embed="rId1"/>
              </a:buBlip>
            </a:pPr>
            <a:r>
              <a:rPr lang="en-US" altLang="zh-CN"/>
              <a:t> </a:t>
            </a:r>
            <a:r>
              <a:rPr lang="zh-CN" altLang="en-US"/>
              <a:t>应尽量保证轴及轴承座有足够的刚度，以避免过大的变形使滚动体受阻滞</a:t>
            </a:r>
            <a:endParaRPr lang="zh-CN" altLang="en-US"/>
          </a:p>
          <a:p>
            <a:pPr eaLnBrk="1" hangingPunct="1">
              <a:buFontTx/>
              <a:buNone/>
            </a:pPr>
            <a:r>
              <a:rPr lang="zh-CN" altLang="en-US"/>
              <a:t>    而使轴承提前损坏；</a:t>
            </a:r>
            <a:endParaRPr lang="zh-CN" altLang="en-US"/>
          </a:p>
        </p:txBody>
      </p:sp>
      <p:pic>
        <p:nvPicPr>
          <p:cNvPr id="28706" name="Picture 34" descr="back1">
            <a:hlinkClick r:id="" action="ppaction://hlinkshowjump?jump=previousslide"/>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753475" y="6489700"/>
            <a:ext cx="306388" cy="3063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pic>
        <p:nvPicPr>
          <p:cNvPr id="28708" name="Picture 36" descr="rewind1">
            <a:hlinkClick r:id="" action="ppaction://hlinkshowjump?jump=firstslide"/>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8304213" y="6489700"/>
            <a:ext cx="306387" cy="306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8709" name="Text Box 37"/>
          <p:cNvSpPr txBox="1">
            <a:spLocks noChangeArrowheads="1"/>
          </p:cNvSpPr>
          <p:nvPr/>
        </p:nvSpPr>
        <p:spPr bwMode="auto">
          <a:xfrm>
            <a:off x="7505700" y="5908675"/>
            <a:ext cx="9271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571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120000"/>
              </a:lnSpc>
              <a:buChar char="•"/>
              <a:defRPr kumimoji="1" sz="2000">
                <a:solidFill>
                  <a:srgbClr val="000099"/>
                </a:solidFill>
                <a:latin typeface="Times New Roman" panose="02020603050405020304" pitchFamily="18" charset="0"/>
                <a:ea typeface="华文中宋" panose="02010600040101010101" pitchFamily="2" charset="-122"/>
              </a:defRPr>
            </a:lvl1pPr>
            <a:lvl2pPr marL="742950" indent="-285750">
              <a:lnSpc>
                <a:spcPct val="120000"/>
              </a:lnSpc>
              <a:buChar char="•"/>
              <a:defRPr kumimoji="1" sz="2000">
                <a:solidFill>
                  <a:srgbClr val="000099"/>
                </a:solidFill>
                <a:latin typeface="Times New Roman" panose="02020603050405020304" pitchFamily="18" charset="0"/>
                <a:ea typeface="华文中宋" panose="02010600040101010101" pitchFamily="2" charset="-122"/>
              </a:defRPr>
            </a:lvl2pPr>
            <a:lvl3pPr marL="1143000" indent="-228600">
              <a:lnSpc>
                <a:spcPct val="120000"/>
              </a:lnSpc>
              <a:buChar char="•"/>
              <a:defRPr kumimoji="1" sz="2000">
                <a:solidFill>
                  <a:srgbClr val="000099"/>
                </a:solidFill>
                <a:latin typeface="Times New Roman" panose="02020603050405020304" pitchFamily="18" charset="0"/>
                <a:ea typeface="华文中宋" panose="02010600040101010101" pitchFamily="2" charset="-122"/>
              </a:defRPr>
            </a:lvl3pPr>
            <a:lvl4pPr marL="1600200" indent="-228600">
              <a:lnSpc>
                <a:spcPct val="120000"/>
              </a:lnSpc>
              <a:buChar char="•"/>
              <a:defRPr kumimoji="1" sz="2000">
                <a:solidFill>
                  <a:srgbClr val="000099"/>
                </a:solidFill>
                <a:latin typeface="Times New Roman" panose="02020603050405020304" pitchFamily="18" charset="0"/>
                <a:ea typeface="华文中宋" panose="02010600040101010101" pitchFamily="2" charset="-122"/>
              </a:defRPr>
            </a:lvl4pPr>
            <a:lvl5pPr marL="2057400" indent="-228600">
              <a:lnSpc>
                <a:spcPct val="120000"/>
              </a:lnSpc>
              <a:buChar char="•"/>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9pPr>
          </a:lstStyle>
          <a:p>
            <a:pPr algn="ctr" eaLnBrk="1" hangingPunct="1">
              <a:lnSpc>
                <a:spcPct val="100000"/>
              </a:lnSpc>
              <a:spcBef>
                <a:spcPct val="50000"/>
              </a:spcBef>
              <a:buFontTx/>
              <a:buNone/>
            </a:pPr>
            <a:r>
              <a:rPr lang="en-US" altLang="zh-CN" sz="1800">
                <a:latin typeface="华文中宋" panose="02010600040101010101" pitchFamily="2" charset="-122"/>
              </a:rPr>
              <a:t>  </a:t>
            </a:r>
            <a:endParaRPr lang="en-US" altLang="zh-CN" sz="1800">
              <a:latin typeface="华文中宋" panose="02010600040101010101" pitchFamily="2" charset="-122"/>
            </a:endParaRPr>
          </a:p>
        </p:txBody>
      </p:sp>
    </p:spTree>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28698"/>
                                        </p:tgtEl>
                                        <p:attrNameLst>
                                          <p:attrName>style.visibility</p:attrName>
                                        </p:attrNameLst>
                                      </p:cBhvr>
                                      <p:to>
                                        <p:strVal val="visible"/>
                                      </p:to>
                                    </p:set>
                                    <p:animEffect transition="in" filter="wipe(left)">
                                      <p:cBhvr>
                                        <p:cTn id="7" dur="500"/>
                                        <p:tgtEl>
                                          <p:spTgt spid="28698"/>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28694"/>
                                        </p:tgtEl>
                                        <p:attrNameLst>
                                          <p:attrName>style.visibility</p:attrName>
                                        </p:attrNameLst>
                                      </p:cBhvr>
                                      <p:to>
                                        <p:strVal val="visible"/>
                                      </p:to>
                                    </p:set>
                                    <p:animEffect transition="in" filter="wipe(left)">
                                      <p:cBhvr>
                                        <p:cTn id="12" dur="500"/>
                                        <p:tgtEl>
                                          <p:spTgt spid="28694"/>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28695"/>
                                        </p:tgtEl>
                                        <p:attrNameLst>
                                          <p:attrName>style.visibility</p:attrName>
                                        </p:attrNameLst>
                                      </p:cBhvr>
                                      <p:to>
                                        <p:strVal val="visible"/>
                                      </p:to>
                                    </p:set>
                                    <p:animEffect transition="in" filter="wipe(left)">
                                      <p:cBhvr>
                                        <p:cTn id="17" dur="500"/>
                                        <p:tgtEl>
                                          <p:spTgt spid="28695"/>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28696"/>
                                        </p:tgtEl>
                                        <p:attrNameLst>
                                          <p:attrName>style.visibility</p:attrName>
                                        </p:attrNameLst>
                                      </p:cBhvr>
                                      <p:to>
                                        <p:strVal val="visible"/>
                                      </p:to>
                                    </p:set>
                                    <p:animEffect transition="in" filter="wipe(left)">
                                      <p:cBhvr>
                                        <p:cTn id="22" dur="500"/>
                                        <p:tgtEl>
                                          <p:spTgt spid="28696"/>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28704"/>
                                        </p:tgtEl>
                                        <p:attrNameLst>
                                          <p:attrName>style.visibility</p:attrName>
                                        </p:attrNameLst>
                                      </p:cBhvr>
                                      <p:to>
                                        <p:strVal val="visible"/>
                                      </p:to>
                                    </p:set>
                                    <p:animEffect transition="in" filter="wipe(left)">
                                      <p:cBhvr>
                                        <p:cTn id="27" dur="500"/>
                                        <p:tgtEl>
                                          <p:spTgt spid="28704"/>
                                        </p:tgtEl>
                                      </p:cBhvr>
                                    </p:animEffect>
                                  </p:childTnLst>
                                </p:cTn>
                              </p:par>
                            </p:childTnLst>
                          </p:cTn>
                        </p:par>
                        <p:par>
                          <p:cTn id="28" fill="hold">
                            <p:stCondLst>
                              <p:cond delay="500"/>
                            </p:stCondLst>
                            <p:childTnLst>
                              <p:par>
                                <p:cTn id="29" presetID="9" presetClass="entr" presetSubtype="0" fill="hold" nodeType="afterEffect">
                                  <p:stCondLst>
                                    <p:cond delay="0"/>
                                  </p:stCondLst>
                                  <p:childTnLst>
                                    <p:set>
                                      <p:cBhvr>
                                        <p:cTn id="30" dur="1" fill="hold">
                                          <p:stCondLst>
                                            <p:cond delay="0"/>
                                          </p:stCondLst>
                                        </p:cTn>
                                        <p:tgtEl>
                                          <p:spTgt spid="28706"/>
                                        </p:tgtEl>
                                        <p:attrNameLst>
                                          <p:attrName>style.visibility</p:attrName>
                                        </p:attrNameLst>
                                      </p:cBhvr>
                                      <p:to>
                                        <p:strVal val="visible"/>
                                      </p:to>
                                    </p:set>
                                    <p:animEffect transition="in" filter="dissolve">
                                      <p:cBhvr>
                                        <p:cTn id="31" dur="500"/>
                                        <p:tgtEl>
                                          <p:spTgt spid="28706"/>
                                        </p:tgtEl>
                                      </p:cBhvr>
                                    </p:animEffect>
                                  </p:childTnLst>
                                </p:cTn>
                              </p:par>
                            </p:childTnLst>
                          </p:cTn>
                        </p:par>
                        <p:par>
                          <p:cTn id="32" fill="hold">
                            <p:stCondLst>
                              <p:cond delay="1000"/>
                            </p:stCondLst>
                            <p:childTnLst>
                              <p:par>
                                <p:cTn id="33" presetID="2" presetClass="entr" presetSubtype="8" fill="hold" nodeType="afterEffect">
                                  <p:stCondLst>
                                    <p:cond delay="0"/>
                                  </p:stCondLst>
                                  <p:childTnLst>
                                    <p:set>
                                      <p:cBhvr>
                                        <p:cTn id="34" dur="1" fill="hold">
                                          <p:stCondLst>
                                            <p:cond delay="0"/>
                                          </p:stCondLst>
                                        </p:cTn>
                                        <p:tgtEl>
                                          <p:spTgt spid="28708"/>
                                        </p:tgtEl>
                                        <p:attrNameLst>
                                          <p:attrName>style.visibility</p:attrName>
                                        </p:attrNameLst>
                                      </p:cBhvr>
                                      <p:to>
                                        <p:strVal val="visible"/>
                                      </p:to>
                                    </p:set>
                                    <p:anim calcmode="lin" valueType="num">
                                      <p:cBhvr additive="base">
                                        <p:cTn id="35" dur="500" fill="hold"/>
                                        <p:tgtEl>
                                          <p:spTgt spid="28708"/>
                                        </p:tgtEl>
                                        <p:attrNameLst>
                                          <p:attrName>ppt_x</p:attrName>
                                        </p:attrNameLst>
                                      </p:cBhvr>
                                      <p:tavLst>
                                        <p:tav tm="0">
                                          <p:val>
                                            <p:strVal val="0-#ppt_w/2"/>
                                          </p:val>
                                        </p:tav>
                                        <p:tav tm="100000">
                                          <p:val>
                                            <p:strVal val="#ppt_x"/>
                                          </p:val>
                                        </p:tav>
                                      </p:tavLst>
                                    </p:anim>
                                    <p:anim calcmode="lin" valueType="num">
                                      <p:cBhvr additive="base">
                                        <p:cTn id="36" dur="500" fill="hold"/>
                                        <p:tgtEl>
                                          <p:spTgt spid="28708"/>
                                        </p:tgtEl>
                                        <p:attrNameLst>
                                          <p:attrName>ppt_y</p:attrName>
                                        </p:attrNameLst>
                                      </p:cBhvr>
                                      <p:tavLst>
                                        <p:tav tm="0">
                                          <p:val>
                                            <p:strVal val="#ppt_y"/>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2" presetClass="entr" presetSubtype="8" fill="hold" grpId="0" nodeType="clickEffect">
                                  <p:stCondLst>
                                    <p:cond delay="0"/>
                                  </p:stCondLst>
                                  <p:childTnLst>
                                    <p:set>
                                      <p:cBhvr>
                                        <p:cTn id="40" dur="1" fill="hold">
                                          <p:stCondLst>
                                            <p:cond delay="0"/>
                                          </p:stCondLst>
                                        </p:cTn>
                                        <p:tgtEl>
                                          <p:spTgt spid="28709"/>
                                        </p:tgtEl>
                                        <p:attrNameLst>
                                          <p:attrName>style.visibility</p:attrName>
                                        </p:attrNameLst>
                                      </p:cBhvr>
                                      <p:to>
                                        <p:strVal val="visible"/>
                                      </p:to>
                                    </p:set>
                                    <p:anim calcmode="lin" valueType="num">
                                      <p:cBhvr additive="base">
                                        <p:cTn id="41" dur="500" fill="hold"/>
                                        <p:tgtEl>
                                          <p:spTgt spid="28709"/>
                                        </p:tgtEl>
                                        <p:attrNameLst>
                                          <p:attrName>ppt_x</p:attrName>
                                        </p:attrNameLst>
                                      </p:cBhvr>
                                      <p:tavLst>
                                        <p:tav tm="0">
                                          <p:val>
                                            <p:strVal val="0-#ppt_w/2"/>
                                          </p:val>
                                        </p:tav>
                                        <p:tav tm="100000">
                                          <p:val>
                                            <p:strVal val="#ppt_x"/>
                                          </p:val>
                                        </p:tav>
                                      </p:tavLst>
                                    </p:anim>
                                    <p:anim calcmode="lin" valueType="num">
                                      <p:cBhvr additive="base">
                                        <p:cTn id="42" dur="500" fill="hold"/>
                                        <p:tgtEl>
                                          <p:spTgt spid="28709"/>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694" grpId="0" autoUpdateAnimBg="0"/>
      <p:bldP spid="28695" grpId="0" autoUpdateAnimBg="0"/>
      <p:bldP spid="28696" grpId="0" autoUpdateAnimBg="0"/>
      <p:bldP spid="28698" grpId="0" autoUpdateAnimBg="0"/>
      <p:bldP spid="28709" grpId="0" autoUpdateAnimBg="0"/>
    </p:bldLst>
  </p:timing>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34176" name="Group 32"/>
          <p:cNvGrpSpPr/>
          <p:nvPr/>
        </p:nvGrpSpPr>
        <p:grpSpPr bwMode="auto">
          <a:xfrm>
            <a:off x="454025" y="442913"/>
            <a:ext cx="8396288" cy="4262438"/>
            <a:chOff x="286" y="285"/>
            <a:chExt cx="5289" cy="2685"/>
          </a:xfrm>
        </p:grpSpPr>
        <p:pic>
          <p:nvPicPr>
            <p:cNvPr id="134148" name="Picture 4" descr="Drawing2"/>
            <p:cNvPicPr>
              <a:picLocks noChangeAspect="1" noChangeArrowheads="1"/>
            </p:cNvPicPr>
            <p:nvPr/>
          </p:nvPicPr>
          <p:blipFill>
            <a:blip r:embed="rId1">
              <a:extLst>
                <a:ext uri="{28A0092B-C50C-407E-A947-70E740481C1C}">
                  <a14:useLocalDpi xmlns:a14="http://schemas.microsoft.com/office/drawing/2010/main" val="0"/>
                </a:ext>
              </a:extLst>
            </a:blip>
            <a:srcRect t="5898" b="24756"/>
            <a:stretch>
              <a:fillRect/>
            </a:stretch>
          </p:blipFill>
          <p:spPr bwMode="auto">
            <a:xfrm>
              <a:off x="702" y="1079"/>
              <a:ext cx="4607" cy="18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4150" name="Rectangle 6"/>
            <p:cNvSpPr>
              <a:spLocks noChangeArrowheads="1"/>
            </p:cNvSpPr>
            <p:nvPr/>
          </p:nvSpPr>
          <p:spPr bwMode="auto">
            <a:xfrm>
              <a:off x="286" y="285"/>
              <a:ext cx="5289" cy="7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nchor="ctr">
              <a:spAutoFit/>
            </a:bodyPr>
            <a:lstStyle>
              <a:lvl1pPr marL="1073150" indent="-1073150">
                <a:defRPr>
                  <a:solidFill>
                    <a:schemeClr val="tx1"/>
                  </a:solidFill>
                  <a:latin typeface="Arial" panose="020B0604020202020204" pitchFamily="34" charset="0"/>
                  <a:ea typeface="宋体" panose="02010600030101010101" pitchFamily="2" charset="-122"/>
                </a:defRPr>
              </a:lvl1pPr>
              <a:lvl2pPr marL="1252855">
                <a:defRPr>
                  <a:solidFill>
                    <a:schemeClr val="tx1"/>
                  </a:solidFill>
                  <a:latin typeface="Arial" panose="020B0604020202020204" pitchFamily="34" charset="0"/>
                  <a:ea typeface="宋体" panose="02010600030101010101" pitchFamily="2" charset="-122"/>
                </a:defRPr>
              </a:lvl2pPr>
              <a:lvl3pPr marL="1431925">
                <a:defRPr>
                  <a:solidFill>
                    <a:schemeClr val="tx1"/>
                  </a:solidFill>
                  <a:latin typeface="Arial" panose="020B0604020202020204" pitchFamily="34" charset="0"/>
                  <a:ea typeface="宋体" panose="02010600030101010101" pitchFamily="2" charset="-122"/>
                </a:defRPr>
              </a:lvl3pPr>
              <a:lvl4pPr marL="1611630">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indent="0">
                <a:buNone/>
              </a:pPr>
              <a:r>
                <a:rPr lang="en-US" altLang="zh-CN">
                  <a:latin typeface="黑体" panose="02010609060101010101" pitchFamily="49" charset="-122"/>
                  <a:ea typeface="黑体" panose="02010609060101010101" pitchFamily="49" charset="-122"/>
                  <a:cs typeface="黑体" panose="02010609060101010101" pitchFamily="49" charset="-122"/>
                </a:rPr>
                <a:t>[</a:t>
              </a:r>
              <a:r>
                <a:rPr lang="zh-CN" altLang="en-US">
                  <a:solidFill>
                    <a:srgbClr val="FF0000"/>
                  </a:solidFill>
                  <a:latin typeface="黑体" panose="02010609060101010101" pitchFamily="49" charset="-122"/>
                  <a:ea typeface="黑体" panose="02010609060101010101" pitchFamily="49" charset="-122"/>
                  <a:cs typeface="黑体" panose="02010609060101010101" pitchFamily="49" charset="-122"/>
                </a:rPr>
                <a:t>例</a:t>
              </a:r>
              <a:r>
                <a:rPr lang="en-US" altLang="zh-CN">
                  <a:latin typeface="黑体" panose="02010609060101010101" pitchFamily="49" charset="-122"/>
                  <a:ea typeface="黑体" panose="02010609060101010101" pitchFamily="49" charset="-122"/>
                  <a:cs typeface="黑体" panose="02010609060101010101" pitchFamily="49" charset="-122"/>
                </a:rPr>
                <a:t>] </a:t>
              </a:r>
              <a:r>
                <a:rPr lang="zh-CN" altLang="en-US">
                  <a:latin typeface="黑体" panose="02010609060101010101" pitchFamily="49" charset="-122"/>
                  <a:ea typeface="黑体" panose="02010609060101010101" pitchFamily="49" charset="-122"/>
                  <a:cs typeface="黑体" panose="02010609060101010101" pitchFamily="49" charset="-122"/>
                </a:rPr>
                <a:t>图示为一对圆锥滚子轴承支承的轴系，齿轮稀油润滑，轴承脂润滑，轴端装有联轴器。</a:t>
              </a:r>
              <a:endParaRPr lang="zh-CN" altLang="en-US">
                <a:latin typeface="黑体" panose="02010609060101010101" pitchFamily="49" charset="-122"/>
                <a:ea typeface="黑体" panose="02010609060101010101" pitchFamily="49" charset="-122"/>
                <a:cs typeface="黑体" panose="02010609060101010101" pitchFamily="49" charset="-122"/>
              </a:endParaRPr>
            </a:p>
            <a:p>
              <a:pPr marL="0" indent="0">
                <a:buNone/>
              </a:pPr>
              <a:r>
                <a:rPr lang="zh-CN" altLang="en-US">
                  <a:latin typeface="黑体" panose="02010609060101010101" pitchFamily="49" charset="-122"/>
                  <a:ea typeface="黑体" panose="02010609060101010101" pitchFamily="49" charset="-122"/>
                  <a:cs typeface="黑体" panose="02010609060101010101" pitchFamily="49" charset="-122"/>
                </a:rPr>
                <a:t>   试：在图中错误处写出序号，说明错误的原因</a:t>
              </a:r>
              <a:endParaRPr lang="zh-CN" altLang="en-US">
                <a:latin typeface="黑体" panose="02010609060101010101" pitchFamily="49" charset="-122"/>
                <a:ea typeface="黑体" panose="02010609060101010101" pitchFamily="49" charset="-122"/>
                <a:cs typeface="黑体" panose="02010609060101010101" pitchFamily="49" charset="-122"/>
              </a:endParaRPr>
            </a:p>
          </p:txBody>
        </p:sp>
      </p:grpSp>
      <p:sp>
        <p:nvSpPr>
          <p:cNvPr id="134151" name="Oval 7"/>
          <p:cNvSpPr>
            <a:spLocks noChangeArrowheads="1"/>
          </p:cNvSpPr>
          <p:nvPr/>
        </p:nvSpPr>
        <p:spPr bwMode="auto">
          <a:xfrm>
            <a:off x="1681163" y="3768725"/>
            <a:ext cx="401637" cy="417513"/>
          </a:xfrm>
          <a:prstGeom prst="ellipse">
            <a:avLst/>
          </a:prstGeom>
          <a:noFill/>
          <a:ln w="19050">
            <a:solidFill>
              <a:srgbClr val="FF0000"/>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indent="0" algn="ctr">
              <a:buNone/>
            </a:pPr>
            <a:r>
              <a:rPr lang="en-US" altLang="zh-CN" sz="2400">
                <a:solidFill>
                  <a:srgbClr val="FF0000"/>
                </a:solidFill>
                <a:latin typeface="幼圆" panose="02010509060101010101" pitchFamily="49" charset="-122"/>
              </a:rPr>
              <a:t>1</a:t>
            </a:r>
            <a:endParaRPr lang="en-US" altLang="zh-CN" sz="2400">
              <a:solidFill>
                <a:srgbClr val="FF0000"/>
              </a:solidFill>
              <a:latin typeface="幼圆" panose="02010509060101010101" pitchFamily="49" charset="-122"/>
            </a:endParaRPr>
          </a:p>
        </p:txBody>
      </p:sp>
      <p:sp>
        <p:nvSpPr>
          <p:cNvPr id="134152" name="Oval 8"/>
          <p:cNvSpPr>
            <a:spLocks noChangeArrowheads="1"/>
          </p:cNvSpPr>
          <p:nvPr/>
        </p:nvSpPr>
        <p:spPr bwMode="auto">
          <a:xfrm>
            <a:off x="2698750" y="3708400"/>
            <a:ext cx="401638" cy="417513"/>
          </a:xfrm>
          <a:prstGeom prst="ellipse">
            <a:avLst/>
          </a:prstGeom>
          <a:noFill/>
          <a:ln w="19050">
            <a:solidFill>
              <a:srgbClr val="FF0000"/>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indent="0" algn="ctr">
              <a:buNone/>
            </a:pPr>
            <a:r>
              <a:rPr lang="en-US" altLang="zh-CN" sz="2400">
                <a:solidFill>
                  <a:srgbClr val="FF0000"/>
                </a:solidFill>
                <a:latin typeface="幼圆" panose="02010509060101010101" pitchFamily="49" charset="-122"/>
              </a:rPr>
              <a:t>2</a:t>
            </a:r>
            <a:endParaRPr lang="en-US" altLang="zh-CN" sz="2400">
              <a:solidFill>
                <a:srgbClr val="FF0000"/>
              </a:solidFill>
              <a:latin typeface="幼圆" panose="02010509060101010101" pitchFamily="49" charset="-122"/>
            </a:endParaRPr>
          </a:p>
        </p:txBody>
      </p:sp>
      <p:sp>
        <p:nvSpPr>
          <p:cNvPr id="134154" name="Oval 10"/>
          <p:cNvSpPr>
            <a:spLocks noChangeArrowheads="1"/>
          </p:cNvSpPr>
          <p:nvPr/>
        </p:nvSpPr>
        <p:spPr bwMode="auto">
          <a:xfrm>
            <a:off x="3703638" y="4157663"/>
            <a:ext cx="401637" cy="417512"/>
          </a:xfrm>
          <a:prstGeom prst="ellipse">
            <a:avLst/>
          </a:prstGeom>
          <a:noFill/>
          <a:ln w="19050">
            <a:solidFill>
              <a:srgbClr val="FF0000"/>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indent="0" algn="ctr">
              <a:buNone/>
            </a:pPr>
            <a:r>
              <a:rPr lang="en-US" altLang="zh-CN" sz="2400">
                <a:solidFill>
                  <a:srgbClr val="FF0000"/>
                </a:solidFill>
                <a:latin typeface="幼圆" panose="02010509060101010101" pitchFamily="49" charset="-122"/>
              </a:rPr>
              <a:t>4</a:t>
            </a:r>
            <a:endParaRPr lang="en-US" altLang="zh-CN" sz="2400">
              <a:solidFill>
                <a:srgbClr val="FF0000"/>
              </a:solidFill>
              <a:latin typeface="幼圆" panose="02010509060101010101" pitchFamily="49" charset="-122"/>
            </a:endParaRPr>
          </a:p>
        </p:txBody>
      </p:sp>
      <p:grpSp>
        <p:nvGrpSpPr>
          <p:cNvPr id="134160" name="Group 16"/>
          <p:cNvGrpSpPr/>
          <p:nvPr/>
        </p:nvGrpSpPr>
        <p:grpSpPr bwMode="auto">
          <a:xfrm>
            <a:off x="3943350" y="3108325"/>
            <a:ext cx="2816225" cy="449263"/>
            <a:chOff x="2484" y="1841"/>
            <a:chExt cx="1774" cy="283"/>
          </a:xfrm>
        </p:grpSpPr>
        <p:sp>
          <p:nvSpPr>
            <p:cNvPr id="134156" name="Oval 12"/>
            <p:cNvSpPr>
              <a:spLocks noChangeArrowheads="1"/>
            </p:cNvSpPr>
            <p:nvPr/>
          </p:nvSpPr>
          <p:spPr bwMode="auto">
            <a:xfrm>
              <a:off x="2484" y="1841"/>
              <a:ext cx="253" cy="263"/>
            </a:xfrm>
            <a:prstGeom prst="ellipse">
              <a:avLst/>
            </a:prstGeom>
            <a:noFill/>
            <a:ln w="19050">
              <a:solidFill>
                <a:srgbClr val="FF0000"/>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indent="0" algn="ctr">
                <a:buNone/>
              </a:pPr>
              <a:r>
                <a:rPr lang="en-US" altLang="zh-CN" sz="2400">
                  <a:solidFill>
                    <a:srgbClr val="FF0000"/>
                  </a:solidFill>
                  <a:latin typeface="幼圆" panose="02010509060101010101" pitchFamily="49" charset="-122"/>
                </a:rPr>
                <a:t>5</a:t>
              </a:r>
              <a:endParaRPr lang="en-US" altLang="zh-CN" sz="2400">
                <a:solidFill>
                  <a:srgbClr val="FF0000"/>
                </a:solidFill>
                <a:latin typeface="幼圆" panose="02010509060101010101" pitchFamily="49" charset="-122"/>
              </a:endParaRPr>
            </a:p>
          </p:txBody>
        </p:sp>
        <p:sp>
          <p:nvSpPr>
            <p:cNvPr id="134157" name="Oval 13"/>
            <p:cNvSpPr>
              <a:spLocks noChangeArrowheads="1"/>
            </p:cNvSpPr>
            <p:nvPr/>
          </p:nvSpPr>
          <p:spPr bwMode="auto">
            <a:xfrm>
              <a:off x="4005" y="1861"/>
              <a:ext cx="253" cy="263"/>
            </a:xfrm>
            <a:prstGeom prst="ellipse">
              <a:avLst/>
            </a:prstGeom>
            <a:noFill/>
            <a:ln w="19050">
              <a:solidFill>
                <a:srgbClr val="FF0000"/>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indent="0" algn="ctr">
                <a:buNone/>
              </a:pPr>
              <a:r>
                <a:rPr lang="en-US" altLang="zh-CN" sz="2400">
                  <a:solidFill>
                    <a:srgbClr val="FF0000"/>
                  </a:solidFill>
                  <a:latin typeface="幼圆" panose="02010509060101010101" pitchFamily="49" charset="-122"/>
                </a:rPr>
                <a:t>5</a:t>
              </a:r>
              <a:endParaRPr lang="en-US" altLang="zh-CN" sz="2400">
                <a:solidFill>
                  <a:srgbClr val="FF0000"/>
                </a:solidFill>
                <a:latin typeface="幼圆" panose="02010509060101010101" pitchFamily="49" charset="-122"/>
              </a:endParaRPr>
            </a:p>
          </p:txBody>
        </p:sp>
      </p:grpSp>
      <p:grpSp>
        <p:nvGrpSpPr>
          <p:cNvPr id="134159" name="Group 15"/>
          <p:cNvGrpSpPr/>
          <p:nvPr/>
        </p:nvGrpSpPr>
        <p:grpSpPr bwMode="auto">
          <a:xfrm>
            <a:off x="2878138" y="2462213"/>
            <a:ext cx="5018087" cy="433387"/>
            <a:chOff x="1813" y="1434"/>
            <a:chExt cx="3161" cy="273"/>
          </a:xfrm>
        </p:grpSpPr>
        <p:sp>
          <p:nvSpPr>
            <p:cNvPr id="134153" name="Oval 9"/>
            <p:cNvSpPr>
              <a:spLocks noChangeArrowheads="1"/>
            </p:cNvSpPr>
            <p:nvPr/>
          </p:nvSpPr>
          <p:spPr bwMode="auto">
            <a:xfrm>
              <a:off x="1813" y="1444"/>
              <a:ext cx="253" cy="263"/>
            </a:xfrm>
            <a:prstGeom prst="ellipse">
              <a:avLst/>
            </a:prstGeom>
            <a:noFill/>
            <a:ln w="19050">
              <a:solidFill>
                <a:srgbClr val="FF0000"/>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indent="0" algn="ctr">
                <a:buNone/>
              </a:pPr>
              <a:r>
                <a:rPr lang="en-US" altLang="zh-CN" sz="2400">
                  <a:solidFill>
                    <a:srgbClr val="FF0000"/>
                  </a:solidFill>
                  <a:latin typeface="幼圆" panose="02010509060101010101" pitchFamily="49" charset="-122"/>
                </a:rPr>
                <a:t>3</a:t>
              </a:r>
              <a:endParaRPr lang="en-US" altLang="zh-CN" sz="2400">
                <a:solidFill>
                  <a:srgbClr val="FF0000"/>
                </a:solidFill>
                <a:latin typeface="幼圆" panose="02010509060101010101" pitchFamily="49" charset="-122"/>
              </a:endParaRPr>
            </a:p>
          </p:txBody>
        </p:sp>
        <p:sp>
          <p:nvSpPr>
            <p:cNvPr id="134158" name="Oval 14"/>
            <p:cNvSpPr>
              <a:spLocks noChangeArrowheads="1"/>
            </p:cNvSpPr>
            <p:nvPr/>
          </p:nvSpPr>
          <p:spPr bwMode="auto">
            <a:xfrm>
              <a:off x="4721" y="1434"/>
              <a:ext cx="253" cy="263"/>
            </a:xfrm>
            <a:prstGeom prst="ellipse">
              <a:avLst/>
            </a:prstGeom>
            <a:noFill/>
            <a:ln w="19050">
              <a:solidFill>
                <a:srgbClr val="FF0000"/>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indent="0" algn="ctr">
                <a:buNone/>
              </a:pPr>
              <a:r>
                <a:rPr lang="en-US" altLang="zh-CN" sz="2400">
                  <a:solidFill>
                    <a:srgbClr val="FF0000"/>
                  </a:solidFill>
                  <a:latin typeface="幼圆" panose="02010509060101010101" pitchFamily="49" charset="-122"/>
                </a:rPr>
                <a:t>3</a:t>
              </a:r>
              <a:endParaRPr lang="en-US" altLang="zh-CN" sz="2400">
                <a:solidFill>
                  <a:srgbClr val="FF0000"/>
                </a:solidFill>
                <a:latin typeface="幼圆" panose="02010509060101010101" pitchFamily="49" charset="-122"/>
              </a:endParaRPr>
            </a:p>
          </p:txBody>
        </p:sp>
      </p:grpSp>
      <p:sp>
        <p:nvSpPr>
          <p:cNvPr id="134161" name="Oval 17"/>
          <p:cNvSpPr>
            <a:spLocks noChangeArrowheads="1"/>
          </p:cNvSpPr>
          <p:nvPr/>
        </p:nvSpPr>
        <p:spPr bwMode="auto">
          <a:xfrm>
            <a:off x="4303713" y="3605213"/>
            <a:ext cx="403225" cy="415925"/>
          </a:xfrm>
          <a:prstGeom prst="ellipse">
            <a:avLst/>
          </a:prstGeom>
          <a:noFill/>
          <a:ln w="19050">
            <a:solidFill>
              <a:srgbClr val="FF0000"/>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indent="0" algn="ctr">
              <a:buNone/>
            </a:pPr>
            <a:r>
              <a:rPr lang="en-US" altLang="zh-CN" sz="2400">
                <a:solidFill>
                  <a:srgbClr val="FF0000"/>
                </a:solidFill>
                <a:latin typeface="幼圆" panose="02010509060101010101" pitchFamily="49" charset="-122"/>
              </a:rPr>
              <a:t>6</a:t>
            </a:r>
            <a:endParaRPr lang="en-US" altLang="zh-CN" sz="2400">
              <a:solidFill>
                <a:srgbClr val="FF0000"/>
              </a:solidFill>
              <a:latin typeface="幼圆" panose="02010509060101010101" pitchFamily="49" charset="-122"/>
            </a:endParaRPr>
          </a:p>
        </p:txBody>
      </p:sp>
      <p:sp>
        <p:nvSpPr>
          <p:cNvPr id="134162" name="Oval 18"/>
          <p:cNvSpPr>
            <a:spLocks noChangeArrowheads="1"/>
          </p:cNvSpPr>
          <p:nvPr/>
        </p:nvSpPr>
        <p:spPr bwMode="auto">
          <a:xfrm>
            <a:off x="5595938" y="3500438"/>
            <a:ext cx="403225" cy="415925"/>
          </a:xfrm>
          <a:prstGeom prst="ellipse">
            <a:avLst/>
          </a:prstGeom>
          <a:noFill/>
          <a:ln w="19050">
            <a:solidFill>
              <a:srgbClr val="FF0000"/>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indent="0" algn="ctr">
              <a:buNone/>
            </a:pPr>
            <a:r>
              <a:rPr lang="en-US" altLang="zh-CN" sz="2400">
                <a:solidFill>
                  <a:srgbClr val="FF0000"/>
                </a:solidFill>
                <a:latin typeface="幼圆" panose="02010509060101010101" pitchFamily="49" charset="-122"/>
              </a:rPr>
              <a:t>7</a:t>
            </a:r>
            <a:endParaRPr lang="en-US" altLang="zh-CN" sz="2400">
              <a:solidFill>
                <a:srgbClr val="FF0000"/>
              </a:solidFill>
              <a:latin typeface="幼圆" panose="02010509060101010101" pitchFamily="49" charset="-122"/>
            </a:endParaRPr>
          </a:p>
        </p:txBody>
      </p:sp>
      <p:sp>
        <p:nvSpPr>
          <p:cNvPr id="134163" name="Oval 19"/>
          <p:cNvSpPr>
            <a:spLocks noChangeArrowheads="1"/>
          </p:cNvSpPr>
          <p:nvPr/>
        </p:nvSpPr>
        <p:spPr bwMode="auto">
          <a:xfrm>
            <a:off x="6975475" y="3187700"/>
            <a:ext cx="403225" cy="415925"/>
          </a:xfrm>
          <a:prstGeom prst="ellipse">
            <a:avLst/>
          </a:prstGeom>
          <a:noFill/>
          <a:ln w="19050">
            <a:solidFill>
              <a:srgbClr val="FF0000"/>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indent="0" algn="ctr">
              <a:buNone/>
            </a:pPr>
            <a:r>
              <a:rPr lang="en-US" altLang="zh-CN" sz="2400">
                <a:solidFill>
                  <a:srgbClr val="FF0000"/>
                </a:solidFill>
                <a:latin typeface="幼圆" panose="02010509060101010101" pitchFamily="49" charset="-122"/>
              </a:rPr>
              <a:t>8</a:t>
            </a:r>
            <a:endParaRPr lang="en-US" altLang="zh-CN" sz="2400">
              <a:solidFill>
                <a:srgbClr val="FF0000"/>
              </a:solidFill>
              <a:latin typeface="幼圆" panose="02010509060101010101" pitchFamily="49" charset="-122"/>
            </a:endParaRPr>
          </a:p>
        </p:txBody>
      </p:sp>
      <p:sp>
        <p:nvSpPr>
          <p:cNvPr id="134164" name="Oval 20"/>
          <p:cNvSpPr>
            <a:spLocks noChangeArrowheads="1"/>
          </p:cNvSpPr>
          <p:nvPr/>
        </p:nvSpPr>
        <p:spPr bwMode="auto">
          <a:xfrm>
            <a:off x="7307263" y="3938588"/>
            <a:ext cx="403225" cy="415925"/>
          </a:xfrm>
          <a:prstGeom prst="ellipse">
            <a:avLst/>
          </a:prstGeom>
          <a:noFill/>
          <a:ln w="19050">
            <a:solidFill>
              <a:srgbClr val="FF0000"/>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indent="0" algn="ctr">
              <a:buNone/>
            </a:pPr>
            <a:r>
              <a:rPr lang="en-US" altLang="zh-CN" sz="2400">
                <a:solidFill>
                  <a:srgbClr val="FF0000"/>
                </a:solidFill>
                <a:latin typeface="幼圆" panose="02010509060101010101" pitchFamily="49" charset="-122"/>
              </a:rPr>
              <a:t>9</a:t>
            </a:r>
            <a:endParaRPr lang="en-US" altLang="zh-CN" sz="2400">
              <a:solidFill>
                <a:srgbClr val="FF0000"/>
              </a:solidFill>
              <a:latin typeface="幼圆" panose="02010509060101010101" pitchFamily="49" charset="-122"/>
            </a:endParaRPr>
          </a:p>
        </p:txBody>
      </p:sp>
      <p:sp>
        <p:nvSpPr>
          <p:cNvPr id="134165" name="Text Box 21"/>
          <p:cNvSpPr txBox="1">
            <a:spLocks noChangeArrowheads="1"/>
          </p:cNvSpPr>
          <p:nvPr/>
        </p:nvSpPr>
        <p:spPr bwMode="auto">
          <a:xfrm>
            <a:off x="1335088" y="5175250"/>
            <a:ext cx="5816600" cy="519113"/>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indent="0">
              <a:buNone/>
            </a:pPr>
            <a:r>
              <a:rPr lang="en-US" altLang="zh-CN">
                <a:sym typeface="Wingdings" panose="05000000000000000000" pitchFamily="2" charset="2"/>
              </a:rPr>
              <a:t></a:t>
            </a:r>
            <a:r>
              <a:rPr lang="zh-CN" altLang="en-US">
                <a:sym typeface="Wingdings" panose="05000000000000000000" pitchFamily="2" charset="2"/>
              </a:rPr>
              <a:t>轴段过长，与端盖接触上了。</a:t>
            </a:r>
            <a:endParaRPr lang="zh-CN" altLang="en-US">
              <a:sym typeface="Wingdings" panose="05000000000000000000" pitchFamily="2" charset="2"/>
            </a:endParaRPr>
          </a:p>
        </p:txBody>
      </p:sp>
      <p:sp>
        <p:nvSpPr>
          <p:cNvPr id="134166" name="Rectangle 22"/>
          <p:cNvSpPr>
            <a:spLocks noChangeArrowheads="1"/>
          </p:cNvSpPr>
          <p:nvPr/>
        </p:nvSpPr>
        <p:spPr bwMode="auto">
          <a:xfrm>
            <a:off x="1335088" y="4748213"/>
            <a:ext cx="7324725" cy="829945"/>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60680" indent="-360680">
              <a:defRPr>
                <a:solidFill>
                  <a:schemeClr val="tx1"/>
                </a:solidFill>
                <a:latin typeface="Arial" panose="020B0604020202020204" pitchFamily="34" charset="0"/>
                <a:ea typeface="宋体" panose="02010600030101010101" pitchFamily="2" charset="-122"/>
              </a:defRPr>
            </a:lvl1pPr>
            <a:lvl2pPr marL="539750">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indent="0">
              <a:buNone/>
            </a:pPr>
            <a:r>
              <a:rPr lang="en-US" altLang="zh-CN">
                <a:latin typeface="黑体" panose="02010609060101010101" pitchFamily="49" charset="-122"/>
                <a:ea typeface="黑体" panose="02010609060101010101" pitchFamily="49" charset="-122"/>
                <a:cs typeface="黑体" panose="02010609060101010101" pitchFamily="49" charset="-122"/>
                <a:sym typeface="Wingdings" panose="05000000000000000000" pitchFamily="2" charset="2"/>
              </a:rPr>
              <a:t></a:t>
            </a:r>
            <a:r>
              <a:rPr lang="zh-CN" altLang="en-US">
                <a:latin typeface="黑体" panose="02010609060101010101" pitchFamily="49" charset="-122"/>
                <a:ea typeface="黑体" panose="02010609060101010101" pitchFamily="49" charset="-122"/>
                <a:cs typeface="黑体" panose="02010609060101010101" pitchFamily="49" charset="-122"/>
                <a:sym typeface="Wingdings" panose="05000000000000000000" pitchFamily="2" charset="2"/>
              </a:rPr>
              <a:t>联轴器键槽未开通，键顶面与联轴器键槽底面应有间隙，该处轴上键槽应与装齿轮的轴上键槽位于同一母线上。</a:t>
            </a:r>
            <a:endParaRPr lang="zh-CN" altLang="en-US">
              <a:latin typeface="黑体" panose="02010609060101010101" pitchFamily="49" charset="-122"/>
              <a:ea typeface="黑体" panose="02010609060101010101" pitchFamily="49" charset="-122"/>
              <a:cs typeface="黑体" panose="02010609060101010101" pitchFamily="49" charset="-122"/>
              <a:sym typeface="Wingdings" panose="05000000000000000000" pitchFamily="2" charset="2"/>
            </a:endParaRPr>
          </a:p>
        </p:txBody>
      </p:sp>
      <p:sp>
        <p:nvSpPr>
          <p:cNvPr id="134167" name="Rectangle 23"/>
          <p:cNvSpPr>
            <a:spLocks noChangeArrowheads="1"/>
          </p:cNvSpPr>
          <p:nvPr/>
        </p:nvSpPr>
        <p:spPr bwMode="auto">
          <a:xfrm>
            <a:off x="1335088" y="5175250"/>
            <a:ext cx="5145087" cy="519113"/>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indent="0">
              <a:buNone/>
            </a:pPr>
            <a:r>
              <a:rPr lang="en-US" altLang="zh-CN">
                <a:sym typeface="Wingdings" panose="05000000000000000000" pitchFamily="2" charset="2"/>
              </a:rPr>
              <a:t></a:t>
            </a:r>
            <a:r>
              <a:rPr lang="zh-CN" altLang="en-US">
                <a:sym typeface="Wingdings" panose="05000000000000000000" pitchFamily="2" charset="2"/>
              </a:rPr>
              <a:t>轴承端盖与轴不能直接接触。</a:t>
            </a:r>
            <a:endParaRPr lang="zh-CN" altLang="en-US">
              <a:sym typeface="Wingdings" panose="05000000000000000000" pitchFamily="2" charset="2"/>
            </a:endParaRPr>
          </a:p>
        </p:txBody>
      </p:sp>
      <p:sp>
        <p:nvSpPr>
          <p:cNvPr id="134168" name="Rectangle 24"/>
          <p:cNvSpPr>
            <a:spLocks noChangeArrowheads="1"/>
          </p:cNvSpPr>
          <p:nvPr/>
        </p:nvSpPr>
        <p:spPr bwMode="auto">
          <a:xfrm>
            <a:off x="1335088" y="5175250"/>
            <a:ext cx="5859462" cy="519113"/>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indent="0">
              <a:buNone/>
            </a:pPr>
            <a:r>
              <a:rPr lang="en-US" altLang="zh-CN">
                <a:sym typeface="Wingdings" panose="05000000000000000000" pitchFamily="2" charset="2"/>
              </a:rPr>
              <a:t></a:t>
            </a:r>
            <a:r>
              <a:rPr lang="zh-CN" altLang="en-US">
                <a:sym typeface="Wingdings" panose="05000000000000000000" pitchFamily="2" charset="2"/>
              </a:rPr>
              <a:t>轴承端盖与箱体间应有调整垫片。</a:t>
            </a:r>
            <a:endParaRPr lang="zh-CN" altLang="en-US">
              <a:sym typeface="Wingdings" panose="05000000000000000000" pitchFamily="2" charset="2"/>
            </a:endParaRPr>
          </a:p>
        </p:txBody>
      </p:sp>
      <p:sp>
        <p:nvSpPr>
          <p:cNvPr id="134169" name="Rectangle 25"/>
          <p:cNvSpPr>
            <a:spLocks noChangeArrowheads="1"/>
          </p:cNvSpPr>
          <p:nvPr/>
        </p:nvSpPr>
        <p:spPr bwMode="auto">
          <a:xfrm>
            <a:off x="1335088" y="5175250"/>
            <a:ext cx="6931025" cy="519113"/>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indent="0">
              <a:buNone/>
            </a:pPr>
            <a:r>
              <a:rPr lang="en-US" altLang="zh-CN">
                <a:sym typeface="Wingdings" panose="05000000000000000000" pitchFamily="2" charset="2"/>
              </a:rPr>
              <a:t></a:t>
            </a:r>
            <a:r>
              <a:rPr lang="zh-CN" altLang="en-US">
                <a:sym typeface="Wingdings" panose="05000000000000000000" pitchFamily="2" charset="2"/>
              </a:rPr>
              <a:t>滚动轴承与轴采用过盈联接，不应有键。</a:t>
            </a:r>
            <a:endParaRPr lang="zh-CN" altLang="en-US">
              <a:sym typeface="Wingdings" panose="05000000000000000000" pitchFamily="2" charset="2"/>
            </a:endParaRPr>
          </a:p>
        </p:txBody>
      </p:sp>
      <p:sp>
        <p:nvSpPr>
          <p:cNvPr id="134170" name="Rectangle 26"/>
          <p:cNvSpPr>
            <a:spLocks noChangeArrowheads="1"/>
          </p:cNvSpPr>
          <p:nvPr/>
        </p:nvSpPr>
        <p:spPr bwMode="auto">
          <a:xfrm>
            <a:off x="1335088" y="5175250"/>
            <a:ext cx="2287587" cy="519113"/>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indent="0">
              <a:buNone/>
            </a:pPr>
            <a:r>
              <a:rPr lang="en-US" altLang="zh-CN">
                <a:sym typeface="Wingdings" panose="05000000000000000000" pitchFamily="2" charset="2"/>
              </a:rPr>
              <a:t></a:t>
            </a:r>
            <a:r>
              <a:rPr lang="zh-CN" altLang="en-US">
                <a:sym typeface="Wingdings" panose="05000000000000000000" pitchFamily="2" charset="2"/>
              </a:rPr>
              <a:t>缺挡油环。</a:t>
            </a:r>
            <a:endParaRPr lang="zh-CN" altLang="en-US">
              <a:sym typeface="Wingdings" panose="05000000000000000000" pitchFamily="2" charset="2"/>
            </a:endParaRPr>
          </a:p>
        </p:txBody>
      </p:sp>
      <p:sp>
        <p:nvSpPr>
          <p:cNvPr id="134171" name="Rectangle 27"/>
          <p:cNvSpPr>
            <a:spLocks noChangeArrowheads="1"/>
          </p:cNvSpPr>
          <p:nvPr/>
        </p:nvSpPr>
        <p:spPr bwMode="auto">
          <a:xfrm>
            <a:off x="1335088" y="5175250"/>
            <a:ext cx="5502275" cy="519113"/>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indent="0">
              <a:buNone/>
            </a:pPr>
            <a:r>
              <a:rPr lang="en-US" altLang="zh-CN" dirty="0">
                <a:sym typeface="Wingdings" panose="05000000000000000000" pitchFamily="2" charset="2"/>
              </a:rPr>
              <a:t></a:t>
            </a:r>
            <a:r>
              <a:rPr lang="zh-CN" altLang="en-US" dirty="0">
                <a:sym typeface="Wingdings" panose="05000000000000000000" pitchFamily="2" charset="2"/>
              </a:rPr>
              <a:t>出现过定位，齿轮定位不可靠。</a:t>
            </a:r>
            <a:endParaRPr lang="zh-CN" altLang="en-US" dirty="0">
              <a:sym typeface="Wingdings" panose="05000000000000000000" pitchFamily="2" charset="2"/>
            </a:endParaRPr>
          </a:p>
        </p:txBody>
      </p:sp>
      <p:sp>
        <p:nvSpPr>
          <p:cNvPr id="134172" name="Rectangle 28"/>
          <p:cNvSpPr>
            <a:spLocks noChangeArrowheads="1"/>
          </p:cNvSpPr>
          <p:nvPr/>
        </p:nvSpPr>
        <p:spPr bwMode="auto">
          <a:xfrm>
            <a:off x="1335088" y="5175250"/>
            <a:ext cx="4787900" cy="519113"/>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indent="0">
              <a:buNone/>
            </a:pPr>
            <a:r>
              <a:rPr lang="en-US" altLang="zh-CN">
                <a:sym typeface="Wingdings" panose="05000000000000000000" pitchFamily="2" charset="2"/>
              </a:rPr>
              <a:t></a:t>
            </a:r>
            <a:r>
              <a:rPr lang="zh-CN" altLang="en-US">
                <a:sym typeface="Wingdings" panose="05000000000000000000" pitchFamily="2" charset="2"/>
              </a:rPr>
              <a:t>齿轮右端未定位，缺轴环。</a:t>
            </a:r>
            <a:endParaRPr lang="zh-CN" altLang="en-US">
              <a:sym typeface="Wingdings" panose="05000000000000000000" pitchFamily="2" charset="2"/>
            </a:endParaRPr>
          </a:p>
        </p:txBody>
      </p:sp>
      <p:sp>
        <p:nvSpPr>
          <p:cNvPr id="134173" name="Rectangle 29"/>
          <p:cNvSpPr>
            <a:spLocks noChangeArrowheads="1"/>
          </p:cNvSpPr>
          <p:nvPr/>
        </p:nvSpPr>
        <p:spPr bwMode="auto">
          <a:xfrm>
            <a:off x="1335088" y="5175250"/>
            <a:ext cx="4073525" cy="519113"/>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indent="0">
              <a:buNone/>
            </a:pPr>
            <a:r>
              <a:rPr lang="en-US" altLang="zh-CN">
                <a:sym typeface="Wingdings" panose="05000000000000000000" pitchFamily="2" charset="2"/>
              </a:rPr>
              <a:t></a:t>
            </a:r>
            <a:r>
              <a:rPr lang="zh-CN" altLang="en-US">
                <a:sym typeface="Wingdings" panose="05000000000000000000" pitchFamily="2" charset="2"/>
              </a:rPr>
              <a:t>滚动轴承方向装反了。</a:t>
            </a:r>
            <a:endParaRPr lang="zh-CN" altLang="en-US">
              <a:sym typeface="Wingdings" panose="05000000000000000000" pitchFamily="2" charset="2"/>
            </a:endParaRPr>
          </a:p>
        </p:txBody>
      </p:sp>
    </p:spTree>
  </p:cSld>
  <p:clrMapOvr>
    <a:masterClrMapping/>
  </p:clrMapOvr>
  <mc:AlternateContent xmlns:mc="http://schemas.openxmlformats.org/markup-compatibility/2006">
    <mc:Choice xmlns:p14="http://schemas.microsoft.com/office/powerpoint/2010/main" Requires="p14">
      <p:transition spd="slow" p14:dur="999"/>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134176"/>
                                        </p:tgtEl>
                                        <p:attrNameLst>
                                          <p:attrName>style.visibility</p:attrName>
                                        </p:attrNameLst>
                                      </p:cBhvr>
                                      <p:to>
                                        <p:strVal val="visible"/>
                                      </p:to>
                                    </p:set>
                                    <p:animEffect transition="in" filter="wipe(left)">
                                      <p:cBhvr>
                                        <p:cTn id="7" dur="500"/>
                                        <p:tgtEl>
                                          <p:spTgt spid="134176"/>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34151"/>
                                        </p:tgtEl>
                                        <p:attrNameLst>
                                          <p:attrName>style.visibility</p:attrName>
                                        </p:attrNameLst>
                                      </p:cBhvr>
                                      <p:to>
                                        <p:strVal val="visible"/>
                                      </p:to>
                                    </p:set>
                                    <p:animEffect transition="in" filter="wipe(left)">
                                      <p:cBhvr>
                                        <p:cTn id="12" dur="500"/>
                                        <p:tgtEl>
                                          <p:spTgt spid="134151"/>
                                        </p:tgtEl>
                                      </p:cBhvr>
                                    </p:animEffect>
                                  </p:childTnLst>
                                </p:cTn>
                              </p:par>
                            </p:childTnLst>
                          </p:cTn>
                        </p:par>
                        <p:par>
                          <p:cTn id="13" fill="hold">
                            <p:stCondLst>
                              <p:cond delay="500"/>
                            </p:stCondLst>
                            <p:childTnLst>
                              <p:par>
                                <p:cTn id="14" presetID="22" presetClass="entr" presetSubtype="8" fill="hold" grpId="0" nodeType="afterEffect">
                                  <p:stCondLst>
                                    <p:cond delay="0"/>
                                  </p:stCondLst>
                                  <p:childTnLst>
                                    <p:set>
                                      <p:cBhvr>
                                        <p:cTn id="15" dur="1" fill="hold">
                                          <p:stCondLst>
                                            <p:cond delay="0"/>
                                          </p:stCondLst>
                                        </p:cTn>
                                        <p:tgtEl>
                                          <p:spTgt spid="134166"/>
                                        </p:tgtEl>
                                        <p:attrNameLst>
                                          <p:attrName>style.visibility</p:attrName>
                                        </p:attrNameLst>
                                      </p:cBhvr>
                                      <p:to>
                                        <p:strVal val="visible"/>
                                      </p:to>
                                    </p:set>
                                    <p:animEffect transition="in" filter="wipe(left)">
                                      <p:cBhvr>
                                        <p:cTn id="16" dur="500"/>
                                        <p:tgtEl>
                                          <p:spTgt spid="134166"/>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xit" presetSubtype="8" fill="hold" grpId="1" nodeType="clickEffect">
                                  <p:stCondLst>
                                    <p:cond delay="0"/>
                                  </p:stCondLst>
                                  <p:childTnLst>
                                    <p:animEffect transition="out" filter="wipe(left)">
                                      <p:cBhvr>
                                        <p:cTn id="20" dur="500"/>
                                        <p:tgtEl>
                                          <p:spTgt spid="134166"/>
                                        </p:tgtEl>
                                      </p:cBhvr>
                                    </p:animEffect>
                                    <p:set>
                                      <p:cBhvr>
                                        <p:cTn id="21" dur="1" fill="hold">
                                          <p:stCondLst>
                                            <p:cond delay="499"/>
                                          </p:stCondLst>
                                        </p:cTn>
                                        <p:tgtEl>
                                          <p:spTgt spid="134166"/>
                                        </p:tgtEl>
                                        <p:attrNameLst>
                                          <p:attrName>style.visibility</p:attrName>
                                        </p:attrNameLst>
                                      </p:cBhvr>
                                      <p:to>
                                        <p:strVal val="hidden"/>
                                      </p:to>
                                    </p:set>
                                  </p:childTnLst>
                                </p:cTn>
                              </p:par>
                            </p:childTnLst>
                          </p:cTn>
                        </p:par>
                        <p:par>
                          <p:cTn id="22" fill="hold">
                            <p:stCondLst>
                              <p:cond delay="500"/>
                            </p:stCondLst>
                            <p:childTnLst>
                              <p:par>
                                <p:cTn id="23" presetID="22" presetClass="entr" presetSubtype="8" fill="hold" grpId="0" nodeType="afterEffect">
                                  <p:stCondLst>
                                    <p:cond delay="0"/>
                                  </p:stCondLst>
                                  <p:childTnLst>
                                    <p:set>
                                      <p:cBhvr>
                                        <p:cTn id="24" dur="1" fill="hold">
                                          <p:stCondLst>
                                            <p:cond delay="0"/>
                                          </p:stCondLst>
                                        </p:cTn>
                                        <p:tgtEl>
                                          <p:spTgt spid="134152"/>
                                        </p:tgtEl>
                                        <p:attrNameLst>
                                          <p:attrName>style.visibility</p:attrName>
                                        </p:attrNameLst>
                                      </p:cBhvr>
                                      <p:to>
                                        <p:strVal val="visible"/>
                                      </p:to>
                                    </p:set>
                                    <p:animEffect transition="in" filter="wipe(left)">
                                      <p:cBhvr>
                                        <p:cTn id="25" dur="500"/>
                                        <p:tgtEl>
                                          <p:spTgt spid="134152"/>
                                        </p:tgtEl>
                                      </p:cBhvr>
                                    </p:animEffect>
                                  </p:childTnLst>
                                </p:cTn>
                              </p:par>
                            </p:childTnLst>
                          </p:cTn>
                        </p:par>
                        <p:par>
                          <p:cTn id="26" fill="hold">
                            <p:stCondLst>
                              <p:cond delay="1000"/>
                            </p:stCondLst>
                            <p:childTnLst>
                              <p:par>
                                <p:cTn id="27" presetID="22" presetClass="entr" presetSubtype="8" fill="hold" grpId="0" nodeType="afterEffect">
                                  <p:stCondLst>
                                    <p:cond delay="0"/>
                                  </p:stCondLst>
                                  <p:childTnLst>
                                    <p:set>
                                      <p:cBhvr>
                                        <p:cTn id="28" dur="1" fill="hold">
                                          <p:stCondLst>
                                            <p:cond delay="0"/>
                                          </p:stCondLst>
                                        </p:cTn>
                                        <p:tgtEl>
                                          <p:spTgt spid="134167"/>
                                        </p:tgtEl>
                                        <p:attrNameLst>
                                          <p:attrName>style.visibility</p:attrName>
                                        </p:attrNameLst>
                                      </p:cBhvr>
                                      <p:to>
                                        <p:strVal val="visible"/>
                                      </p:to>
                                    </p:set>
                                    <p:animEffect transition="in" filter="wipe(left)">
                                      <p:cBhvr>
                                        <p:cTn id="29" dur="500"/>
                                        <p:tgtEl>
                                          <p:spTgt spid="134167"/>
                                        </p:tgtEl>
                                      </p:cBhvr>
                                    </p:animEffect>
                                  </p:childTnLst>
                                </p:cTn>
                              </p:par>
                            </p:childTnLst>
                          </p:cTn>
                        </p:par>
                      </p:childTnLst>
                    </p:cTn>
                  </p:par>
                  <p:par>
                    <p:cTn id="30" fill="hold">
                      <p:stCondLst>
                        <p:cond delay="indefinite"/>
                      </p:stCondLst>
                      <p:childTnLst>
                        <p:par>
                          <p:cTn id="31" fill="hold">
                            <p:stCondLst>
                              <p:cond delay="0"/>
                            </p:stCondLst>
                            <p:childTnLst>
                              <p:par>
                                <p:cTn id="32" presetID="22" presetClass="exit" presetSubtype="8" fill="hold" grpId="1" nodeType="clickEffect">
                                  <p:stCondLst>
                                    <p:cond delay="0"/>
                                  </p:stCondLst>
                                  <p:childTnLst>
                                    <p:animEffect transition="out" filter="wipe(left)">
                                      <p:cBhvr>
                                        <p:cTn id="33" dur="500"/>
                                        <p:tgtEl>
                                          <p:spTgt spid="134167"/>
                                        </p:tgtEl>
                                      </p:cBhvr>
                                    </p:animEffect>
                                    <p:set>
                                      <p:cBhvr>
                                        <p:cTn id="34" dur="1" fill="hold">
                                          <p:stCondLst>
                                            <p:cond delay="499"/>
                                          </p:stCondLst>
                                        </p:cTn>
                                        <p:tgtEl>
                                          <p:spTgt spid="134167"/>
                                        </p:tgtEl>
                                        <p:attrNameLst>
                                          <p:attrName>style.visibility</p:attrName>
                                        </p:attrNameLst>
                                      </p:cBhvr>
                                      <p:to>
                                        <p:strVal val="hidden"/>
                                      </p:to>
                                    </p:set>
                                  </p:childTnLst>
                                </p:cTn>
                              </p:par>
                            </p:childTnLst>
                          </p:cTn>
                        </p:par>
                        <p:par>
                          <p:cTn id="35" fill="hold">
                            <p:stCondLst>
                              <p:cond delay="500"/>
                            </p:stCondLst>
                            <p:childTnLst>
                              <p:par>
                                <p:cTn id="36" presetID="22" presetClass="entr" presetSubtype="8" fill="hold" nodeType="afterEffect">
                                  <p:stCondLst>
                                    <p:cond delay="0"/>
                                  </p:stCondLst>
                                  <p:childTnLst>
                                    <p:set>
                                      <p:cBhvr>
                                        <p:cTn id="37" dur="1" fill="hold">
                                          <p:stCondLst>
                                            <p:cond delay="0"/>
                                          </p:stCondLst>
                                        </p:cTn>
                                        <p:tgtEl>
                                          <p:spTgt spid="134159"/>
                                        </p:tgtEl>
                                        <p:attrNameLst>
                                          <p:attrName>style.visibility</p:attrName>
                                        </p:attrNameLst>
                                      </p:cBhvr>
                                      <p:to>
                                        <p:strVal val="visible"/>
                                      </p:to>
                                    </p:set>
                                    <p:animEffect transition="in" filter="wipe(left)">
                                      <p:cBhvr>
                                        <p:cTn id="38" dur="500"/>
                                        <p:tgtEl>
                                          <p:spTgt spid="134159"/>
                                        </p:tgtEl>
                                      </p:cBhvr>
                                    </p:animEffect>
                                  </p:childTnLst>
                                </p:cTn>
                              </p:par>
                            </p:childTnLst>
                          </p:cTn>
                        </p:par>
                        <p:par>
                          <p:cTn id="39" fill="hold">
                            <p:stCondLst>
                              <p:cond delay="1000"/>
                            </p:stCondLst>
                            <p:childTnLst>
                              <p:par>
                                <p:cTn id="40" presetID="22" presetClass="entr" presetSubtype="8" fill="hold" grpId="0" nodeType="afterEffect">
                                  <p:stCondLst>
                                    <p:cond delay="0"/>
                                  </p:stCondLst>
                                  <p:childTnLst>
                                    <p:set>
                                      <p:cBhvr>
                                        <p:cTn id="41" dur="1" fill="hold">
                                          <p:stCondLst>
                                            <p:cond delay="0"/>
                                          </p:stCondLst>
                                        </p:cTn>
                                        <p:tgtEl>
                                          <p:spTgt spid="134168"/>
                                        </p:tgtEl>
                                        <p:attrNameLst>
                                          <p:attrName>style.visibility</p:attrName>
                                        </p:attrNameLst>
                                      </p:cBhvr>
                                      <p:to>
                                        <p:strVal val="visible"/>
                                      </p:to>
                                    </p:set>
                                    <p:animEffect transition="in" filter="wipe(left)">
                                      <p:cBhvr>
                                        <p:cTn id="42" dur="500"/>
                                        <p:tgtEl>
                                          <p:spTgt spid="134168"/>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xit" presetSubtype="8" fill="hold" grpId="1" nodeType="clickEffect">
                                  <p:stCondLst>
                                    <p:cond delay="0"/>
                                  </p:stCondLst>
                                  <p:childTnLst>
                                    <p:animEffect transition="out" filter="wipe(left)">
                                      <p:cBhvr>
                                        <p:cTn id="46" dur="500"/>
                                        <p:tgtEl>
                                          <p:spTgt spid="134168"/>
                                        </p:tgtEl>
                                      </p:cBhvr>
                                    </p:animEffect>
                                    <p:set>
                                      <p:cBhvr>
                                        <p:cTn id="47" dur="1" fill="hold">
                                          <p:stCondLst>
                                            <p:cond delay="499"/>
                                          </p:stCondLst>
                                        </p:cTn>
                                        <p:tgtEl>
                                          <p:spTgt spid="134168"/>
                                        </p:tgtEl>
                                        <p:attrNameLst>
                                          <p:attrName>style.visibility</p:attrName>
                                        </p:attrNameLst>
                                      </p:cBhvr>
                                      <p:to>
                                        <p:strVal val="hidden"/>
                                      </p:to>
                                    </p:set>
                                  </p:childTnLst>
                                </p:cTn>
                              </p:par>
                            </p:childTnLst>
                          </p:cTn>
                        </p:par>
                        <p:par>
                          <p:cTn id="48" fill="hold">
                            <p:stCondLst>
                              <p:cond delay="500"/>
                            </p:stCondLst>
                            <p:childTnLst>
                              <p:par>
                                <p:cTn id="49" presetID="22" presetClass="entr" presetSubtype="8" fill="hold" grpId="0" nodeType="afterEffect">
                                  <p:stCondLst>
                                    <p:cond delay="0"/>
                                  </p:stCondLst>
                                  <p:childTnLst>
                                    <p:set>
                                      <p:cBhvr>
                                        <p:cTn id="50" dur="1" fill="hold">
                                          <p:stCondLst>
                                            <p:cond delay="0"/>
                                          </p:stCondLst>
                                        </p:cTn>
                                        <p:tgtEl>
                                          <p:spTgt spid="134154"/>
                                        </p:tgtEl>
                                        <p:attrNameLst>
                                          <p:attrName>style.visibility</p:attrName>
                                        </p:attrNameLst>
                                      </p:cBhvr>
                                      <p:to>
                                        <p:strVal val="visible"/>
                                      </p:to>
                                    </p:set>
                                    <p:animEffect transition="in" filter="wipe(left)">
                                      <p:cBhvr>
                                        <p:cTn id="51" dur="500"/>
                                        <p:tgtEl>
                                          <p:spTgt spid="134154"/>
                                        </p:tgtEl>
                                      </p:cBhvr>
                                    </p:animEffect>
                                  </p:childTnLst>
                                </p:cTn>
                              </p:par>
                            </p:childTnLst>
                          </p:cTn>
                        </p:par>
                        <p:par>
                          <p:cTn id="52" fill="hold">
                            <p:stCondLst>
                              <p:cond delay="1000"/>
                            </p:stCondLst>
                            <p:childTnLst>
                              <p:par>
                                <p:cTn id="53" presetID="22" presetClass="entr" presetSubtype="8" fill="hold" grpId="0" nodeType="afterEffect">
                                  <p:stCondLst>
                                    <p:cond delay="0"/>
                                  </p:stCondLst>
                                  <p:childTnLst>
                                    <p:set>
                                      <p:cBhvr>
                                        <p:cTn id="54" dur="1" fill="hold">
                                          <p:stCondLst>
                                            <p:cond delay="0"/>
                                          </p:stCondLst>
                                        </p:cTn>
                                        <p:tgtEl>
                                          <p:spTgt spid="134169"/>
                                        </p:tgtEl>
                                        <p:attrNameLst>
                                          <p:attrName>style.visibility</p:attrName>
                                        </p:attrNameLst>
                                      </p:cBhvr>
                                      <p:to>
                                        <p:strVal val="visible"/>
                                      </p:to>
                                    </p:set>
                                    <p:animEffect transition="in" filter="wipe(left)">
                                      <p:cBhvr>
                                        <p:cTn id="55" dur="500"/>
                                        <p:tgtEl>
                                          <p:spTgt spid="134169"/>
                                        </p:tgtEl>
                                      </p:cBhvr>
                                    </p:animEffect>
                                  </p:childTnLst>
                                </p:cTn>
                              </p:par>
                            </p:childTnLst>
                          </p:cTn>
                        </p:par>
                      </p:childTnLst>
                    </p:cTn>
                  </p:par>
                  <p:par>
                    <p:cTn id="56" fill="hold">
                      <p:stCondLst>
                        <p:cond delay="indefinite"/>
                      </p:stCondLst>
                      <p:childTnLst>
                        <p:par>
                          <p:cTn id="57" fill="hold">
                            <p:stCondLst>
                              <p:cond delay="0"/>
                            </p:stCondLst>
                            <p:childTnLst>
                              <p:par>
                                <p:cTn id="58" presetID="22" presetClass="exit" presetSubtype="8" fill="hold" grpId="1" nodeType="clickEffect">
                                  <p:stCondLst>
                                    <p:cond delay="0"/>
                                  </p:stCondLst>
                                  <p:childTnLst>
                                    <p:animEffect transition="out" filter="wipe(left)">
                                      <p:cBhvr>
                                        <p:cTn id="59" dur="500"/>
                                        <p:tgtEl>
                                          <p:spTgt spid="134169"/>
                                        </p:tgtEl>
                                      </p:cBhvr>
                                    </p:animEffect>
                                    <p:set>
                                      <p:cBhvr>
                                        <p:cTn id="60" dur="1" fill="hold">
                                          <p:stCondLst>
                                            <p:cond delay="499"/>
                                          </p:stCondLst>
                                        </p:cTn>
                                        <p:tgtEl>
                                          <p:spTgt spid="134169"/>
                                        </p:tgtEl>
                                        <p:attrNameLst>
                                          <p:attrName>style.visibility</p:attrName>
                                        </p:attrNameLst>
                                      </p:cBhvr>
                                      <p:to>
                                        <p:strVal val="hidden"/>
                                      </p:to>
                                    </p:set>
                                  </p:childTnLst>
                                </p:cTn>
                              </p:par>
                            </p:childTnLst>
                          </p:cTn>
                        </p:par>
                        <p:par>
                          <p:cTn id="61" fill="hold">
                            <p:stCondLst>
                              <p:cond delay="500"/>
                            </p:stCondLst>
                            <p:childTnLst>
                              <p:par>
                                <p:cTn id="62" presetID="22" presetClass="entr" presetSubtype="8" fill="hold" nodeType="afterEffect">
                                  <p:stCondLst>
                                    <p:cond delay="0"/>
                                  </p:stCondLst>
                                  <p:childTnLst>
                                    <p:set>
                                      <p:cBhvr>
                                        <p:cTn id="63" dur="1" fill="hold">
                                          <p:stCondLst>
                                            <p:cond delay="0"/>
                                          </p:stCondLst>
                                        </p:cTn>
                                        <p:tgtEl>
                                          <p:spTgt spid="134160"/>
                                        </p:tgtEl>
                                        <p:attrNameLst>
                                          <p:attrName>style.visibility</p:attrName>
                                        </p:attrNameLst>
                                      </p:cBhvr>
                                      <p:to>
                                        <p:strVal val="visible"/>
                                      </p:to>
                                    </p:set>
                                    <p:animEffect transition="in" filter="wipe(left)">
                                      <p:cBhvr>
                                        <p:cTn id="64" dur="500"/>
                                        <p:tgtEl>
                                          <p:spTgt spid="134160"/>
                                        </p:tgtEl>
                                      </p:cBhvr>
                                    </p:animEffect>
                                  </p:childTnLst>
                                </p:cTn>
                              </p:par>
                            </p:childTnLst>
                          </p:cTn>
                        </p:par>
                        <p:par>
                          <p:cTn id="65" fill="hold">
                            <p:stCondLst>
                              <p:cond delay="1000"/>
                            </p:stCondLst>
                            <p:childTnLst>
                              <p:par>
                                <p:cTn id="66" presetID="22" presetClass="entr" presetSubtype="8" fill="hold" grpId="0" nodeType="afterEffect">
                                  <p:stCondLst>
                                    <p:cond delay="0"/>
                                  </p:stCondLst>
                                  <p:childTnLst>
                                    <p:set>
                                      <p:cBhvr>
                                        <p:cTn id="67" dur="1" fill="hold">
                                          <p:stCondLst>
                                            <p:cond delay="0"/>
                                          </p:stCondLst>
                                        </p:cTn>
                                        <p:tgtEl>
                                          <p:spTgt spid="134170"/>
                                        </p:tgtEl>
                                        <p:attrNameLst>
                                          <p:attrName>style.visibility</p:attrName>
                                        </p:attrNameLst>
                                      </p:cBhvr>
                                      <p:to>
                                        <p:strVal val="visible"/>
                                      </p:to>
                                    </p:set>
                                    <p:animEffect transition="in" filter="wipe(left)">
                                      <p:cBhvr>
                                        <p:cTn id="68" dur="500"/>
                                        <p:tgtEl>
                                          <p:spTgt spid="134170"/>
                                        </p:tgtEl>
                                      </p:cBhvr>
                                    </p:animEffect>
                                  </p:childTnLst>
                                </p:cTn>
                              </p:par>
                            </p:childTnLst>
                          </p:cTn>
                        </p:par>
                      </p:childTnLst>
                    </p:cTn>
                  </p:par>
                  <p:par>
                    <p:cTn id="69" fill="hold">
                      <p:stCondLst>
                        <p:cond delay="indefinite"/>
                      </p:stCondLst>
                      <p:childTnLst>
                        <p:par>
                          <p:cTn id="70" fill="hold">
                            <p:stCondLst>
                              <p:cond delay="0"/>
                            </p:stCondLst>
                            <p:childTnLst>
                              <p:par>
                                <p:cTn id="71" presetID="22" presetClass="exit" presetSubtype="8" fill="hold" grpId="1" nodeType="clickEffect">
                                  <p:stCondLst>
                                    <p:cond delay="0"/>
                                  </p:stCondLst>
                                  <p:childTnLst>
                                    <p:animEffect transition="out" filter="wipe(left)">
                                      <p:cBhvr>
                                        <p:cTn id="72" dur="500"/>
                                        <p:tgtEl>
                                          <p:spTgt spid="134170"/>
                                        </p:tgtEl>
                                      </p:cBhvr>
                                    </p:animEffect>
                                    <p:set>
                                      <p:cBhvr>
                                        <p:cTn id="73" dur="1" fill="hold">
                                          <p:stCondLst>
                                            <p:cond delay="499"/>
                                          </p:stCondLst>
                                        </p:cTn>
                                        <p:tgtEl>
                                          <p:spTgt spid="134170"/>
                                        </p:tgtEl>
                                        <p:attrNameLst>
                                          <p:attrName>style.visibility</p:attrName>
                                        </p:attrNameLst>
                                      </p:cBhvr>
                                      <p:to>
                                        <p:strVal val="hidden"/>
                                      </p:to>
                                    </p:set>
                                  </p:childTnLst>
                                </p:cTn>
                              </p:par>
                            </p:childTnLst>
                          </p:cTn>
                        </p:par>
                        <p:par>
                          <p:cTn id="74" fill="hold">
                            <p:stCondLst>
                              <p:cond delay="500"/>
                            </p:stCondLst>
                            <p:childTnLst>
                              <p:par>
                                <p:cTn id="75" presetID="22" presetClass="entr" presetSubtype="8" fill="hold" grpId="0" nodeType="afterEffect">
                                  <p:stCondLst>
                                    <p:cond delay="0"/>
                                  </p:stCondLst>
                                  <p:childTnLst>
                                    <p:set>
                                      <p:cBhvr>
                                        <p:cTn id="76" dur="1" fill="hold">
                                          <p:stCondLst>
                                            <p:cond delay="0"/>
                                          </p:stCondLst>
                                        </p:cTn>
                                        <p:tgtEl>
                                          <p:spTgt spid="134161"/>
                                        </p:tgtEl>
                                        <p:attrNameLst>
                                          <p:attrName>style.visibility</p:attrName>
                                        </p:attrNameLst>
                                      </p:cBhvr>
                                      <p:to>
                                        <p:strVal val="visible"/>
                                      </p:to>
                                    </p:set>
                                    <p:animEffect transition="in" filter="wipe(left)">
                                      <p:cBhvr>
                                        <p:cTn id="77" dur="500"/>
                                        <p:tgtEl>
                                          <p:spTgt spid="134161"/>
                                        </p:tgtEl>
                                      </p:cBhvr>
                                    </p:animEffect>
                                  </p:childTnLst>
                                </p:cTn>
                              </p:par>
                            </p:childTnLst>
                          </p:cTn>
                        </p:par>
                        <p:par>
                          <p:cTn id="78" fill="hold">
                            <p:stCondLst>
                              <p:cond delay="1000"/>
                            </p:stCondLst>
                            <p:childTnLst>
                              <p:par>
                                <p:cTn id="79" presetID="22" presetClass="entr" presetSubtype="8" fill="hold" grpId="0" nodeType="afterEffect">
                                  <p:stCondLst>
                                    <p:cond delay="0"/>
                                  </p:stCondLst>
                                  <p:childTnLst>
                                    <p:set>
                                      <p:cBhvr>
                                        <p:cTn id="80" dur="1" fill="hold">
                                          <p:stCondLst>
                                            <p:cond delay="0"/>
                                          </p:stCondLst>
                                        </p:cTn>
                                        <p:tgtEl>
                                          <p:spTgt spid="134171"/>
                                        </p:tgtEl>
                                        <p:attrNameLst>
                                          <p:attrName>style.visibility</p:attrName>
                                        </p:attrNameLst>
                                      </p:cBhvr>
                                      <p:to>
                                        <p:strVal val="visible"/>
                                      </p:to>
                                    </p:set>
                                    <p:animEffect transition="in" filter="wipe(left)">
                                      <p:cBhvr>
                                        <p:cTn id="81" dur="500"/>
                                        <p:tgtEl>
                                          <p:spTgt spid="134171"/>
                                        </p:tgtEl>
                                      </p:cBhvr>
                                    </p:animEffect>
                                  </p:childTnLst>
                                </p:cTn>
                              </p:par>
                            </p:childTnLst>
                          </p:cTn>
                        </p:par>
                      </p:childTnLst>
                    </p:cTn>
                  </p:par>
                  <p:par>
                    <p:cTn id="82" fill="hold">
                      <p:stCondLst>
                        <p:cond delay="indefinite"/>
                      </p:stCondLst>
                      <p:childTnLst>
                        <p:par>
                          <p:cTn id="83" fill="hold">
                            <p:stCondLst>
                              <p:cond delay="0"/>
                            </p:stCondLst>
                            <p:childTnLst>
                              <p:par>
                                <p:cTn id="84" presetID="22" presetClass="exit" presetSubtype="8" fill="hold" grpId="1" nodeType="clickEffect">
                                  <p:stCondLst>
                                    <p:cond delay="0"/>
                                  </p:stCondLst>
                                  <p:childTnLst>
                                    <p:animEffect transition="out" filter="wipe(left)">
                                      <p:cBhvr>
                                        <p:cTn id="85" dur="500"/>
                                        <p:tgtEl>
                                          <p:spTgt spid="134171"/>
                                        </p:tgtEl>
                                      </p:cBhvr>
                                    </p:animEffect>
                                    <p:set>
                                      <p:cBhvr>
                                        <p:cTn id="86" dur="1" fill="hold">
                                          <p:stCondLst>
                                            <p:cond delay="499"/>
                                          </p:stCondLst>
                                        </p:cTn>
                                        <p:tgtEl>
                                          <p:spTgt spid="134171"/>
                                        </p:tgtEl>
                                        <p:attrNameLst>
                                          <p:attrName>style.visibility</p:attrName>
                                        </p:attrNameLst>
                                      </p:cBhvr>
                                      <p:to>
                                        <p:strVal val="hidden"/>
                                      </p:to>
                                    </p:set>
                                  </p:childTnLst>
                                </p:cTn>
                              </p:par>
                            </p:childTnLst>
                          </p:cTn>
                        </p:par>
                        <p:par>
                          <p:cTn id="87" fill="hold">
                            <p:stCondLst>
                              <p:cond delay="500"/>
                            </p:stCondLst>
                            <p:childTnLst>
                              <p:par>
                                <p:cTn id="88" presetID="22" presetClass="entr" presetSubtype="8" fill="hold" grpId="0" nodeType="afterEffect">
                                  <p:stCondLst>
                                    <p:cond delay="0"/>
                                  </p:stCondLst>
                                  <p:childTnLst>
                                    <p:set>
                                      <p:cBhvr>
                                        <p:cTn id="89" dur="1" fill="hold">
                                          <p:stCondLst>
                                            <p:cond delay="0"/>
                                          </p:stCondLst>
                                        </p:cTn>
                                        <p:tgtEl>
                                          <p:spTgt spid="134162"/>
                                        </p:tgtEl>
                                        <p:attrNameLst>
                                          <p:attrName>style.visibility</p:attrName>
                                        </p:attrNameLst>
                                      </p:cBhvr>
                                      <p:to>
                                        <p:strVal val="visible"/>
                                      </p:to>
                                    </p:set>
                                    <p:animEffect transition="in" filter="wipe(left)">
                                      <p:cBhvr>
                                        <p:cTn id="90" dur="500"/>
                                        <p:tgtEl>
                                          <p:spTgt spid="134162"/>
                                        </p:tgtEl>
                                      </p:cBhvr>
                                    </p:animEffect>
                                  </p:childTnLst>
                                </p:cTn>
                              </p:par>
                            </p:childTnLst>
                          </p:cTn>
                        </p:par>
                        <p:par>
                          <p:cTn id="91" fill="hold">
                            <p:stCondLst>
                              <p:cond delay="1000"/>
                            </p:stCondLst>
                            <p:childTnLst>
                              <p:par>
                                <p:cTn id="92" presetID="22" presetClass="entr" presetSubtype="8" fill="hold" grpId="0" nodeType="afterEffect">
                                  <p:stCondLst>
                                    <p:cond delay="0"/>
                                  </p:stCondLst>
                                  <p:childTnLst>
                                    <p:set>
                                      <p:cBhvr>
                                        <p:cTn id="93" dur="1" fill="hold">
                                          <p:stCondLst>
                                            <p:cond delay="0"/>
                                          </p:stCondLst>
                                        </p:cTn>
                                        <p:tgtEl>
                                          <p:spTgt spid="134172"/>
                                        </p:tgtEl>
                                        <p:attrNameLst>
                                          <p:attrName>style.visibility</p:attrName>
                                        </p:attrNameLst>
                                      </p:cBhvr>
                                      <p:to>
                                        <p:strVal val="visible"/>
                                      </p:to>
                                    </p:set>
                                    <p:animEffect transition="in" filter="wipe(left)">
                                      <p:cBhvr>
                                        <p:cTn id="94" dur="500"/>
                                        <p:tgtEl>
                                          <p:spTgt spid="134172"/>
                                        </p:tgtEl>
                                      </p:cBhvr>
                                    </p:animEffect>
                                  </p:childTnLst>
                                </p:cTn>
                              </p:par>
                            </p:childTnLst>
                          </p:cTn>
                        </p:par>
                      </p:childTnLst>
                    </p:cTn>
                  </p:par>
                  <p:par>
                    <p:cTn id="95" fill="hold">
                      <p:stCondLst>
                        <p:cond delay="indefinite"/>
                      </p:stCondLst>
                      <p:childTnLst>
                        <p:par>
                          <p:cTn id="96" fill="hold">
                            <p:stCondLst>
                              <p:cond delay="0"/>
                            </p:stCondLst>
                            <p:childTnLst>
                              <p:par>
                                <p:cTn id="97" presetID="22" presetClass="exit" presetSubtype="8" fill="hold" grpId="1" nodeType="clickEffect">
                                  <p:stCondLst>
                                    <p:cond delay="0"/>
                                  </p:stCondLst>
                                  <p:childTnLst>
                                    <p:animEffect transition="out" filter="wipe(left)">
                                      <p:cBhvr>
                                        <p:cTn id="98" dur="500"/>
                                        <p:tgtEl>
                                          <p:spTgt spid="134172"/>
                                        </p:tgtEl>
                                      </p:cBhvr>
                                    </p:animEffect>
                                    <p:set>
                                      <p:cBhvr>
                                        <p:cTn id="99" dur="1" fill="hold">
                                          <p:stCondLst>
                                            <p:cond delay="499"/>
                                          </p:stCondLst>
                                        </p:cTn>
                                        <p:tgtEl>
                                          <p:spTgt spid="134172"/>
                                        </p:tgtEl>
                                        <p:attrNameLst>
                                          <p:attrName>style.visibility</p:attrName>
                                        </p:attrNameLst>
                                      </p:cBhvr>
                                      <p:to>
                                        <p:strVal val="hidden"/>
                                      </p:to>
                                    </p:set>
                                  </p:childTnLst>
                                </p:cTn>
                              </p:par>
                            </p:childTnLst>
                          </p:cTn>
                        </p:par>
                        <p:par>
                          <p:cTn id="100" fill="hold">
                            <p:stCondLst>
                              <p:cond delay="500"/>
                            </p:stCondLst>
                            <p:childTnLst>
                              <p:par>
                                <p:cTn id="101" presetID="22" presetClass="entr" presetSubtype="8" fill="hold" grpId="0" nodeType="afterEffect">
                                  <p:stCondLst>
                                    <p:cond delay="0"/>
                                  </p:stCondLst>
                                  <p:childTnLst>
                                    <p:set>
                                      <p:cBhvr>
                                        <p:cTn id="102" dur="1" fill="hold">
                                          <p:stCondLst>
                                            <p:cond delay="0"/>
                                          </p:stCondLst>
                                        </p:cTn>
                                        <p:tgtEl>
                                          <p:spTgt spid="134163"/>
                                        </p:tgtEl>
                                        <p:attrNameLst>
                                          <p:attrName>style.visibility</p:attrName>
                                        </p:attrNameLst>
                                      </p:cBhvr>
                                      <p:to>
                                        <p:strVal val="visible"/>
                                      </p:to>
                                    </p:set>
                                    <p:animEffect transition="in" filter="wipe(left)">
                                      <p:cBhvr>
                                        <p:cTn id="103" dur="500"/>
                                        <p:tgtEl>
                                          <p:spTgt spid="134163"/>
                                        </p:tgtEl>
                                      </p:cBhvr>
                                    </p:animEffect>
                                  </p:childTnLst>
                                </p:cTn>
                              </p:par>
                            </p:childTnLst>
                          </p:cTn>
                        </p:par>
                        <p:par>
                          <p:cTn id="104" fill="hold">
                            <p:stCondLst>
                              <p:cond delay="1000"/>
                            </p:stCondLst>
                            <p:childTnLst>
                              <p:par>
                                <p:cTn id="105" presetID="22" presetClass="entr" presetSubtype="8" fill="hold" grpId="0" nodeType="afterEffect">
                                  <p:stCondLst>
                                    <p:cond delay="0"/>
                                  </p:stCondLst>
                                  <p:childTnLst>
                                    <p:set>
                                      <p:cBhvr>
                                        <p:cTn id="106" dur="1" fill="hold">
                                          <p:stCondLst>
                                            <p:cond delay="0"/>
                                          </p:stCondLst>
                                        </p:cTn>
                                        <p:tgtEl>
                                          <p:spTgt spid="134173"/>
                                        </p:tgtEl>
                                        <p:attrNameLst>
                                          <p:attrName>style.visibility</p:attrName>
                                        </p:attrNameLst>
                                      </p:cBhvr>
                                      <p:to>
                                        <p:strVal val="visible"/>
                                      </p:to>
                                    </p:set>
                                    <p:animEffect transition="in" filter="wipe(left)">
                                      <p:cBhvr>
                                        <p:cTn id="107" dur="500"/>
                                        <p:tgtEl>
                                          <p:spTgt spid="134173"/>
                                        </p:tgtEl>
                                      </p:cBhvr>
                                    </p:animEffect>
                                  </p:childTnLst>
                                </p:cTn>
                              </p:par>
                            </p:childTnLst>
                          </p:cTn>
                        </p:par>
                      </p:childTnLst>
                    </p:cTn>
                  </p:par>
                  <p:par>
                    <p:cTn id="108" fill="hold">
                      <p:stCondLst>
                        <p:cond delay="indefinite"/>
                      </p:stCondLst>
                      <p:childTnLst>
                        <p:par>
                          <p:cTn id="109" fill="hold">
                            <p:stCondLst>
                              <p:cond delay="0"/>
                            </p:stCondLst>
                            <p:childTnLst>
                              <p:par>
                                <p:cTn id="110" presetID="22" presetClass="exit" presetSubtype="8" fill="hold" grpId="1" nodeType="clickEffect">
                                  <p:stCondLst>
                                    <p:cond delay="0"/>
                                  </p:stCondLst>
                                  <p:childTnLst>
                                    <p:animEffect transition="out" filter="wipe(left)">
                                      <p:cBhvr>
                                        <p:cTn id="111" dur="500"/>
                                        <p:tgtEl>
                                          <p:spTgt spid="134173"/>
                                        </p:tgtEl>
                                      </p:cBhvr>
                                    </p:animEffect>
                                    <p:set>
                                      <p:cBhvr>
                                        <p:cTn id="112" dur="1" fill="hold">
                                          <p:stCondLst>
                                            <p:cond delay="499"/>
                                          </p:stCondLst>
                                        </p:cTn>
                                        <p:tgtEl>
                                          <p:spTgt spid="134173"/>
                                        </p:tgtEl>
                                        <p:attrNameLst>
                                          <p:attrName>style.visibility</p:attrName>
                                        </p:attrNameLst>
                                      </p:cBhvr>
                                      <p:to>
                                        <p:strVal val="hidden"/>
                                      </p:to>
                                    </p:set>
                                  </p:childTnLst>
                                </p:cTn>
                              </p:par>
                            </p:childTnLst>
                          </p:cTn>
                        </p:par>
                        <p:par>
                          <p:cTn id="113" fill="hold">
                            <p:stCondLst>
                              <p:cond delay="500"/>
                            </p:stCondLst>
                            <p:childTnLst>
                              <p:par>
                                <p:cTn id="114" presetID="22" presetClass="entr" presetSubtype="8" fill="hold" grpId="0" nodeType="afterEffect">
                                  <p:stCondLst>
                                    <p:cond delay="0"/>
                                  </p:stCondLst>
                                  <p:childTnLst>
                                    <p:set>
                                      <p:cBhvr>
                                        <p:cTn id="115" dur="1" fill="hold">
                                          <p:stCondLst>
                                            <p:cond delay="0"/>
                                          </p:stCondLst>
                                        </p:cTn>
                                        <p:tgtEl>
                                          <p:spTgt spid="134164"/>
                                        </p:tgtEl>
                                        <p:attrNameLst>
                                          <p:attrName>style.visibility</p:attrName>
                                        </p:attrNameLst>
                                      </p:cBhvr>
                                      <p:to>
                                        <p:strVal val="visible"/>
                                      </p:to>
                                    </p:set>
                                    <p:animEffect transition="in" filter="wipe(left)">
                                      <p:cBhvr>
                                        <p:cTn id="116" dur="500"/>
                                        <p:tgtEl>
                                          <p:spTgt spid="134164"/>
                                        </p:tgtEl>
                                      </p:cBhvr>
                                    </p:animEffect>
                                  </p:childTnLst>
                                </p:cTn>
                              </p:par>
                            </p:childTnLst>
                          </p:cTn>
                        </p:par>
                        <p:par>
                          <p:cTn id="117" fill="hold">
                            <p:stCondLst>
                              <p:cond delay="1000"/>
                            </p:stCondLst>
                            <p:childTnLst>
                              <p:par>
                                <p:cTn id="118" presetID="22" presetClass="entr" presetSubtype="8" fill="hold" grpId="0" nodeType="afterEffect">
                                  <p:stCondLst>
                                    <p:cond delay="0"/>
                                  </p:stCondLst>
                                  <p:childTnLst>
                                    <p:set>
                                      <p:cBhvr>
                                        <p:cTn id="119" dur="1" fill="hold">
                                          <p:stCondLst>
                                            <p:cond delay="0"/>
                                          </p:stCondLst>
                                        </p:cTn>
                                        <p:tgtEl>
                                          <p:spTgt spid="134165"/>
                                        </p:tgtEl>
                                        <p:attrNameLst>
                                          <p:attrName>style.visibility</p:attrName>
                                        </p:attrNameLst>
                                      </p:cBhvr>
                                      <p:to>
                                        <p:strVal val="visible"/>
                                      </p:to>
                                    </p:set>
                                    <p:animEffect transition="in" filter="wipe(left)">
                                      <p:cBhvr>
                                        <p:cTn id="120" dur="500"/>
                                        <p:tgtEl>
                                          <p:spTgt spid="13416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4151" grpId="0" bldLvl="0" animBg="1"/>
      <p:bldP spid="134152" grpId="0" bldLvl="0" animBg="1"/>
      <p:bldP spid="134154" grpId="0" bldLvl="0" animBg="1"/>
      <p:bldP spid="134161" grpId="0" bldLvl="0" animBg="1"/>
      <p:bldP spid="134162" grpId="0" bldLvl="0" animBg="1"/>
      <p:bldP spid="134163" grpId="0" bldLvl="0" animBg="1"/>
      <p:bldP spid="134164" grpId="0" bldLvl="0" animBg="1"/>
      <p:bldP spid="134165" grpId="0" bldLvl="0" animBg="1"/>
      <p:bldP spid="134166" grpId="0" bldLvl="0" animBg="1"/>
      <p:bldP spid="134166" grpId="1" bldLvl="0" animBg="1"/>
      <p:bldP spid="134167" grpId="0" bldLvl="0" animBg="1"/>
      <p:bldP spid="134167" grpId="1" bldLvl="0" animBg="1"/>
      <p:bldP spid="134168" grpId="0" bldLvl="0" animBg="1"/>
      <p:bldP spid="134168" grpId="1" bldLvl="0" animBg="1"/>
      <p:bldP spid="134169" grpId="0" bldLvl="0" animBg="1"/>
      <p:bldP spid="134169" grpId="1" bldLvl="0" animBg="1"/>
      <p:bldP spid="134170" grpId="0" bldLvl="0" animBg="1"/>
      <p:bldP spid="134170" grpId="1" bldLvl="0" animBg="1"/>
      <p:bldP spid="134171" grpId="0" bldLvl="0" animBg="1"/>
      <p:bldP spid="134171" grpId="1" bldLvl="0" animBg="1"/>
      <p:bldP spid="134172" grpId="0" bldLvl="0" animBg="1"/>
      <p:bldP spid="134172" grpId="1" bldLvl="0" animBg="1"/>
      <p:bldP spid="134173" grpId="0" bldLvl="0" animBg="1"/>
      <p:bldP spid="134173" grpId="1" bldLvl="0" animBg="1"/>
    </p:bldLst>
  </p:timing>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文本框 2"/>
          <p:cNvSpPr txBox="1"/>
          <p:nvPr>
            <p:custDataLst>
              <p:tags r:id="rId1"/>
            </p:custDataLst>
          </p:nvPr>
        </p:nvSpPr>
        <p:spPr>
          <a:xfrm>
            <a:off x="914400" y="635000"/>
            <a:ext cx="7315200" cy="2143125"/>
          </a:xfrm>
          <a:prstGeom prst="rect">
            <a:avLst/>
          </a:prstGeom>
          <a:noFill/>
        </p:spPr>
        <p:txBody>
          <a:bodyPr wrap="square" rtlCol="0" anchor="ctr" anchorCtr="0">
            <a:noAutofit/>
          </a:bodyPr>
          <a:p>
            <a:pPr lvl="0" algn="l">
              <a:buNone/>
            </a:pPr>
            <a:r>
              <a:rPr lang="en-US" altLang="zh-CN" sz="2600" b="1">
                <a:solidFill>
                  <a:schemeClr val="accent4">
                    <a:lumMod val="75000"/>
                  </a:schemeClr>
                </a:solidFill>
                <a:latin typeface="宋体" panose="02010600030101010101" pitchFamily="2" charset="-122"/>
                <a:ea typeface="宋体" panose="02010600030101010101" pitchFamily="2" charset="-122"/>
                <a:cs typeface="宋体" panose="02010600030101010101" pitchFamily="2" charset="-122"/>
                <a:sym typeface="+mn-ea"/>
              </a:rPr>
              <a:t>1</a:t>
            </a:r>
            <a:r>
              <a:rPr lang="zh-CN" altLang="en-US" sz="2600" b="1">
                <a:solidFill>
                  <a:schemeClr val="accent4">
                    <a:lumMod val="75000"/>
                  </a:schemeClr>
                </a:solidFill>
                <a:latin typeface="宋体" panose="02010600030101010101" pitchFamily="2" charset="-122"/>
                <a:ea typeface="宋体" panose="02010600030101010101" pitchFamily="2" charset="-122"/>
                <a:cs typeface="宋体" panose="02010600030101010101" pitchFamily="2" charset="-122"/>
                <a:sym typeface="+mn-ea"/>
              </a:rPr>
              <a:t>、</a:t>
            </a:r>
            <a:r>
              <a:rPr lang="zh-CN" sz="2600" b="1">
                <a:solidFill>
                  <a:schemeClr val="accent4">
                    <a:lumMod val="75000"/>
                  </a:schemeClr>
                </a:solidFill>
                <a:latin typeface="宋体" panose="02010600030101010101" pitchFamily="2" charset="-122"/>
                <a:ea typeface="宋体" panose="02010600030101010101" pitchFamily="2" charset="-122"/>
                <a:cs typeface="宋体" panose="02010600030101010101" pitchFamily="2" charset="-122"/>
                <a:sym typeface="+mn-ea"/>
              </a:rPr>
              <a:t>对于工作温度变化较大的长轴，轴承组应采用</a:t>
            </a:r>
            <a:r>
              <a:rPr lang="en-US" sz="2600" b="1">
                <a:solidFill>
                  <a:schemeClr val="accent4">
                    <a:lumMod val="75000"/>
                  </a:schemeClr>
                </a:solidFill>
                <a:latin typeface="宋体" panose="02010600030101010101" pitchFamily="2" charset="-122"/>
                <a:ea typeface="宋体" panose="02010600030101010101" pitchFamily="2" charset="-122"/>
                <a:cs typeface="宋体" panose="02010600030101010101" pitchFamily="2" charset="-122"/>
                <a:sym typeface="+mn-ea"/>
              </a:rPr>
              <a:t>____</a:t>
            </a:r>
            <a:r>
              <a:rPr lang="zh-CN" sz="2600" b="1">
                <a:solidFill>
                  <a:schemeClr val="accent4">
                    <a:lumMod val="75000"/>
                  </a:schemeClr>
                </a:solidFill>
                <a:latin typeface="宋体" panose="02010600030101010101" pitchFamily="2" charset="-122"/>
                <a:ea typeface="宋体" panose="02010600030101010101" pitchFamily="2" charset="-122"/>
                <a:cs typeface="宋体" panose="02010600030101010101" pitchFamily="2" charset="-122"/>
                <a:sym typeface="+mn-ea"/>
              </a:rPr>
              <a:t>的轴向固定方式。  </a:t>
            </a:r>
            <a:endParaRPr lang="zh-CN" altLang="en-US" sz="2600">
              <a:solidFill>
                <a:srgbClr val="000000"/>
              </a:solidFill>
              <a:latin typeface="微软雅黑" panose="020B0503020204020204" charset="-122"/>
              <a:ea typeface="微软雅黑" panose="020B0503020204020204" charset="-122"/>
            </a:endParaRPr>
          </a:p>
        </p:txBody>
      </p:sp>
      <p:sp>
        <p:nvSpPr>
          <p:cNvPr id="4" name="文本框 3"/>
          <p:cNvSpPr txBox="1"/>
          <p:nvPr>
            <p:custDataLst>
              <p:tags r:id="rId2"/>
            </p:custDataLst>
          </p:nvPr>
        </p:nvSpPr>
        <p:spPr>
          <a:xfrm>
            <a:off x="1828800" y="2785745"/>
            <a:ext cx="6400800" cy="642620"/>
          </a:xfrm>
          <a:prstGeom prst="rect">
            <a:avLst/>
          </a:prstGeom>
          <a:noFill/>
        </p:spPr>
        <p:txBody>
          <a:bodyPr wrap="square" rtlCol="0" anchor="ctr" anchorCtr="0">
            <a:noAutofit/>
          </a:bodyPr>
          <a:p>
            <a:pPr lvl="0" algn="l">
              <a:buNone/>
            </a:pPr>
            <a:r>
              <a:rPr lang="zh-CN" sz="2600" b="1">
                <a:solidFill>
                  <a:schemeClr val="accent4">
                    <a:lumMod val="75000"/>
                  </a:schemeClr>
                </a:solidFill>
                <a:latin typeface="宋体" panose="02010600030101010101" pitchFamily="2" charset="-122"/>
                <a:ea typeface="宋体" panose="02010600030101010101" pitchFamily="2" charset="-122"/>
                <a:cs typeface="宋体" panose="02010600030101010101" pitchFamily="2" charset="-122"/>
                <a:sym typeface="+mn-ea"/>
              </a:rPr>
              <a:t>两端游动 </a:t>
            </a:r>
            <a:endParaRPr lang="zh-CN" altLang="en-US" sz="2600">
              <a:solidFill>
                <a:srgbClr val="000000"/>
              </a:solidFill>
              <a:latin typeface="微软雅黑" panose="020B0503020204020204" charset="-122"/>
              <a:ea typeface="微软雅黑" panose="020B0503020204020204" charset="-122"/>
            </a:endParaRPr>
          </a:p>
        </p:txBody>
      </p:sp>
      <p:sp>
        <p:nvSpPr>
          <p:cNvPr id="5" name="文本框 4"/>
          <p:cNvSpPr txBox="1"/>
          <p:nvPr>
            <p:custDataLst>
              <p:tags r:id="rId3"/>
            </p:custDataLst>
          </p:nvPr>
        </p:nvSpPr>
        <p:spPr>
          <a:xfrm>
            <a:off x="1828800" y="3642995"/>
            <a:ext cx="6400800" cy="642620"/>
          </a:xfrm>
          <a:prstGeom prst="rect">
            <a:avLst/>
          </a:prstGeom>
          <a:noFill/>
        </p:spPr>
        <p:txBody>
          <a:bodyPr wrap="square" rtlCol="0" anchor="ctr" anchorCtr="0">
            <a:noAutofit/>
          </a:bodyPr>
          <a:p>
            <a:pPr lvl="0" algn="l">
              <a:buNone/>
            </a:pPr>
            <a:r>
              <a:rPr lang="zh-CN" sz="2600" b="1">
                <a:solidFill>
                  <a:schemeClr val="accent4">
                    <a:lumMod val="75000"/>
                  </a:schemeClr>
                </a:solidFill>
                <a:latin typeface="宋体" panose="02010600030101010101" pitchFamily="2" charset="-122"/>
                <a:ea typeface="宋体" panose="02010600030101010101" pitchFamily="2" charset="-122"/>
                <a:cs typeface="宋体" panose="02010600030101010101" pitchFamily="2" charset="-122"/>
                <a:sym typeface="+mn-ea"/>
              </a:rPr>
              <a:t>一端固定、一端游动</a:t>
            </a:r>
            <a:endParaRPr lang="zh-CN" altLang="en-US" sz="2600">
              <a:solidFill>
                <a:srgbClr val="000000"/>
              </a:solidFill>
              <a:latin typeface="微软雅黑" panose="020B0503020204020204" charset="-122"/>
              <a:ea typeface="微软雅黑" panose="020B0503020204020204" charset="-122"/>
            </a:endParaRPr>
          </a:p>
        </p:txBody>
      </p:sp>
      <p:sp>
        <p:nvSpPr>
          <p:cNvPr id="6" name="文本框 5"/>
          <p:cNvSpPr txBox="1"/>
          <p:nvPr>
            <p:custDataLst>
              <p:tags r:id="rId4"/>
            </p:custDataLst>
          </p:nvPr>
        </p:nvSpPr>
        <p:spPr>
          <a:xfrm>
            <a:off x="1828800" y="4500245"/>
            <a:ext cx="6400800" cy="642620"/>
          </a:xfrm>
          <a:prstGeom prst="rect">
            <a:avLst/>
          </a:prstGeom>
          <a:noFill/>
        </p:spPr>
        <p:txBody>
          <a:bodyPr wrap="square" rtlCol="0" anchor="ctr" anchorCtr="0">
            <a:noAutofit/>
          </a:bodyPr>
          <a:p>
            <a:pPr lvl="0" algn="l">
              <a:buNone/>
            </a:pPr>
            <a:r>
              <a:rPr lang="zh-CN" sz="2600" b="1">
                <a:solidFill>
                  <a:schemeClr val="accent4">
                    <a:lumMod val="75000"/>
                  </a:schemeClr>
                </a:solidFill>
                <a:latin typeface="宋体" panose="02010600030101010101" pitchFamily="2" charset="-122"/>
                <a:ea typeface="宋体" panose="02010600030101010101" pitchFamily="2" charset="-122"/>
                <a:cs typeface="宋体" panose="02010600030101010101" pitchFamily="2" charset="-122"/>
                <a:sym typeface="+mn-ea"/>
              </a:rPr>
              <a:t>两端单向固定 </a:t>
            </a:r>
            <a:r>
              <a:rPr lang="en-US" altLang="zh-CN" sz="2600" b="1">
                <a:solidFill>
                  <a:schemeClr val="accent4">
                    <a:lumMod val="75000"/>
                  </a:schemeClr>
                </a:solidFill>
                <a:latin typeface="宋体" panose="02010600030101010101" pitchFamily="2" charset="-122"/>
                <a:ea typeface="宋体" panose="02010600030101010101" pitchFamily="2" charset="-122"/>
                <a:cs typeface="宋体" panose="02010600030101010101" pitchFamily="2" charset="-122"/>
                <a:sym typeface="+mn-ea"/>
              </a:rPr>
              <a:t> </a:t>
            </a:r>
            <a:endParaRPr lang="zh-CN" altLang="en-US" sz="2600">
              <a:solidFill>
                <a:srgbClr val="000000"/>
              </a:solidFill>
              <a:latin typeface="微软雅黑" panose="020B0503020204020204" charset="-122"/>
              <a:ea typeface="微软雅黑" panose="020B0503020204020204" charset="-122"/>
            </a:endParaRPr>
          </a:p>
        </p:txBody>
      </p:sp>
      <p:sp>
        <p:nvSpPr>
          <p:cNvPr id="8" name="椭圆 7"/>
          <p:cNvSpPr>
            <a:spLocks noChangeAspect="1"/>
          </p:cNvSpPr>
          <p:nvPr>
            <p:custDataLst>
              <p:tags r:id="rId5"/>
            </p:custDataLst>
          </p:nvPr>
        </p:nvSpPr>
        <p:spPr>
          <a:xfrm>
            <a:off x="1114425" y="2849880"/>
            <a:ext cx="514350" cy="514350"/>
          </a:xfrm>
          <a:prstGeom prst="ellipse">
            <a:avLst/>
          </a:prstGeom>
          <a:solidFill>
            <a:srgbClr val="808080"/>
          </a:solidFill>
          <a:ln w="12700" cap="flat" cmpd="sng" algn="ctr">
            <a:solidFill>
              <a:srgbClr val="000000"/>
            </a:solidFill>
            <a:prstDash val="solid"/>
            <a:round/>
            <a:headEnd type="none" w="med" len="med"/>
            <a:tailEnd type="none" w="med" len="med"/>
          </a:ln>
        </p:spPr>
        <p:txBody>
          <a:bodyPr vert="horz" wrap="square" lIns="90000" tIns="46800" rIns="90000" bIns="46800" numCol="1" anchor="ctr" anchorCtr="1" compatLnSpc="1">
            <a:noAutofit/>
          </a:bodyPr>
          <a:p>
            <a:pPr marL="0" marR="0" indent="0" algn="l" defTabSz="914400" rtl="0" eaLnBrk="1" fontAlgn="base" latinLnBrk="0" hangingPunct="1">
              <a:lnSpc>
                <a:spcPct val="100000"/>
              </a:lnSpc>
              <a:spcBef>
                <a:spcPct val="0"/>
              </a:spcBef>
              <a:spcAft>
                <a:spcPct val="0"/>
              </a:spcAft>
              <a:buClrTx/>
              <a:buSzTx/>
              <a:buFontTx/>
              <a:buNone/>
            </a:pPr>
            <a:r>
              <a:rPr kumimoji="1" lang="zh-CN" altLang="en-US" sz="1600" b="0" i="0" u="none" strike="noStrike" cap="none" normalizeH="0" baseline="0" smtClean="0">
                <a:ln>
                  <a:noFill/>
                </a:ln>
                <a:solidFill>
                  <a:srgbClr val="FFFFFF"/>
                </a:solidFill>
                <a:effectLst/>
                <a:latin typeface="微软雅黑" panose="020B0503020204020204" charset="-122"/>
                <a:ea typeface="微软雅黑" panose="020B0503020204020204" charset="-122"/>
              </a:rPr>
              <a:t>A</a:t>
            </a:r>
            <a:endParaRPr kumimoji="1" lang="zh-CN" altLang="en-US" sz="1600" b="0" i="0" u="none" strike="noStrike" cap="none" normalizeH="0" baseline="0" smtClean="0">
              <a:ln>
                <a:noFill/>
              </a:ln>
              <a:solidFill>
                <a:srgbClr val="FFFFFF"/>
              </a:solidFill>
              <a:effectLst/>
              <a:latin typeface="微软雅黑" panose="020B0503020204020204" charset="-122"/>
              <a:ea typeface="微软雅黑" panose="020B0503020204020204" charset="-122"/>
            </a:endParaRPr>
          </a:p>
        </p:txBody>
      </p:sp>
      <p:sp>
        <p:nvSpPr>
          <p:cNvPr id="9" name="椭圆 8"/>
          <p:cNvSpPr>
            <a:spLocks noChangeAspect="1"/>
          </p:cNvSpPr>
          <p:nvPr>
            <p:custDataLst>
              <p:tags r:id="rId6"/>
            </p:custDataLst>
          </p:nvPr>
        </p:nvSpPr>
        <p:spPr>
          <a:xfrm>
            <a:off x="1114425" y="3707130"/>
            <a:ext cx="514350" cy="514350"/>
          </a:xfrm>
          <a:prstGeom prst="ellipse">
            <a:avLst/>
          </a:prstGeom>
          <a:solidFill>
            <a:srgbClr val="00FF00"/>
          </a:solidFill>
          <a:ln w="25400" cap="flat" cmpd="sng" algn="ctr">
            <a:solidFill>
              <a:srgbClr val="000000"/>
            </a:solidFill>
            <a:prstDash val="solid"/>
            <a:round/>
            <a:headEnd type="none" w="med" len="med"/>
            <a:tailEnd type="none" w="med" len="med"/>
          </a:ln>
        </p:spPr>
        <p:txBody>
          <a:bodyPr vert="horz" wrap="square" lIns="90000" tIns="46800" rIns="90000" bIns="46800" numCol="1" anchor="ctr" anchorCtr="1" compatLnSpc="1">
            <a:noAutofit/>
          </a:bodyPr>
          <a:p>
            <a:pPr marL="0" marR="0" indent="0" algn="l" defTabSz="914400" rtl="0" eaLnBrk="1" fontAlgn="base" latinLnBrk="0" hangingPunct="1">
              <a:lnSpc>
                <a:spcPct val="100000"/>
              </a:lnSpc>
              <a:spcBef>
                <a:spcPct val="0"/>
              </a:spcBef>
              <a:spcAft>
                <a:spcPct val="0"/>
              </a:spcAft>
              <a:buClrTx/>
              <a:buSzTx/>
              <a:buFontTx/>
              <a:buNone/>
            </a:pPr>
            <a:r>
              <a:rPr kumimoji="1" lang="zh-CN" altLang="en-US" sz="1600" b="0" i="0" u="none" strike="noStrike" cap="none" normalizeH="0" baseline="0" smtClean="0">
                <a:ln>
                  <a:noFill/>
                </a:ln>
                <a:solidFill>
                  <a:srgbClr val="FFFFFF"/>
                </a:solidFill>
                <a:effectLst/>
                <a:latin typeface="微软雅黑" panose="020B0503020204020204" charset="-122"/>
                <a:ea typeface="微软雅黑" panose="020B0503020204020204" charset="-122"/>
              </a:rPr>
              <a:t>B</a:t>
            </a:r>
            <a:endParaRPr kumimoji="1" lang="zh-CN" altLang="en-US" sz="1600" b="0" i="0" u="none" strike="noStrike" cap="none" normalizeH="0" baseline="0" smtClean="0">
              <a:ln>
                <a:noFill/>
              </a:ln>
              <a:solidFill>
                <a:srgbClr val="FFFFFF"/>
              </a:solidFill>
              <a:effectLst/>
              <a:latin typeface="微软雅黑" panose="020B0503020204020204" charset="-122"/>
              <a:ea typeface="微软雅黑" panose="020B0503020204020204" charset="-122"/>
            </a:endParaRPr>
          </a:p>
        </p:txBody>
      </p:sp>
      <p:sp>
        <p:nvSpPr>
          <p:cNvPr id="10" name="椭圆 9"/>
          <p:cNvSpPr>
            <a:spLocks noChangeAspect="1"/>
          </p:cNvSpPr>
          <p:nvPr>
            <p:custDataLst>
              <p:tags r:id="rId7"/>
            </p:custDataLst>
          </p:nvPr>
        </p:nvSpPr>
        <p:spPr>
          <a:xfrm>
            <a:off x="1114425" y="4564380"/>
            <a:ext cx="514350" cy="514350"/>
          </a:xfrm>
          <a:prstGeom prst="ellipse">
            <a:avLst/>
          </a:prstGeom>
          <a:solidFill>
            <a:srgbClr val="808080"/>
          </a:solidFill>
          <a:ln w="12700" cap="flat" cmpd="sng" algn="ctr">
            <a:solidFill>
              <a:srgbClr val="000000"/>
            </a:solidFill>
            <a:prstDash val="solid"/>
            <a:round/>
            <a:headEnd type="none" w="med" len="med"/>
            <a:tailEnd type="none" w="med" len="med"/>
          </a:ln>
        </p:spPr>
        <p:txBody>
          <a:bodyPr vert="horz" wrap="square" lIns="90000" tIns="46800" rIns="90000" bIns="46800" numCol="1" anchor="ctr" anchorCtr="1" compatLnSpc="1">
            <a:noAutofit/>
          </a:bodyPr>
          <a:p>
            <a:pPr marL="0" marR="0" indent="0" algn="l" defTabSz="914400" rtl="0" eaLnBrk="1" fontAlgn="base" latinLnBrk="0" hangingPunct="1">
              <a:lnSpc>
                <a:spcPct val="100000"/>
              </a:lnSpc>
              <a:spcBef>
                <a:spcPct val="0"/>
              </a:spcBef>
              <a:spcAft>
                <a:spcPct val="0"/>
              </a:spcAft>
              <a:buClrTx/>
              <a:buSzTx/>
              <a:buFontTx/>
              <a:buNone/>
            </a:pPr>
            <a:r>
              <a:rPr kumimoji="1" lang="zh-CN" altLang="en-US" sz="1600" b="0" i="0" u="none" strike="noStrike" cap="none" normalizeH="0" baseline="0" smtClean="0">
                <a:ln>
                  <a:noFill/>
                </a:ln>
                <a:solidFill>
                  <a:srgbClr val="FFFFFF"/>
                </a:solidFill>
                <a:effectLst/>
                <a:latin typeface="微软雅黑" panose="020B0503020204020204" charset="-122"/>
                <a:ea typeface="微软雅黑" panose="020B0503020204020204" charset="-122"/>
              </a:rPr>
              <a:t>C</a:t>
            </a:r>
            <a:endParaRPr kumimoji="1" lang="zh-CN" altLang="en-US" sz="1600" b="0" i="0" u="none" strike="noStrike" cap="none" normalizeH="0" baseline="0" smtClean="0">
              <a:ln>
                <a:noFill/>
              </a:ln>
              <a:solidFill>
                <a:srgbClr val="FFFFFF"/>
              </a:solidFill>
              <a:effectLst/>
              <a:latin typeface="微软雅黑" panose="020B0503020204020204" charset="-122"/>
              <a:ea typeface="微软雅黑" panose="020B0503020204020204" charset="-122"/>
            </a:endParaRPr>
          </a:p>
        </p:txBody>
      </p:sp>
      <p:sp>
        <p:nvSpPr>
          <p:cNvPr id="12" name="圆角矩形 11"/>
          <p:cNvSpPr/>
          <p:nvPr>
            <p:custDataLst>
              <p:tags r:id="rId8"/>
            </p:custDataLst>
          </p:nvPr>
        </p:nvSpPr>
        <p:spPr>
          <a:xfrm>
            <a:off x="6172200" y="6214745"/>
            <a:ext cx="1543050" cy="411480"/>
          </a:xfrm>
          <a:prstGeom prst="roundRect">
            <a:avLst/>
          </a:prstGeom>
          <a:solidFill>
            <a:srgbClr val="808080"/>
          </a:solidFill>
          <a:ln w="38100" cap="flat" cmpd="sng" algn="ctr">
            <a:solidFill>
              <a:srgbClr val="000000"/>
            </a:solidFill>
            <a:prstDash val="solid"/>
            <a:round/>
            <a:headEnd type="none" w="med" len="med"/>
            <a:tailEnd type="none" w="med" len="med"/>
          </a:ln>
        </p:spPr>
        <p:txBody>
          <a:bodyPr vert="horz" wrap="square" lIns="90000" tIns="46800" rIns="90000" bIns="46800" numCol="1" anchor="ctr" anchorCtr="1" compatLnSpc="1">
            <a:noAutofit/>
          </a:bodyPr>
          <a:p>
            <a:pPr marL="0" marR="0" indent="0" algn="l" defTabSz="914400" rtl="0" eaLnBrk="1" fontAlgn="base" latinLnBrk="0" hangingPunct="1">
              <a:lnSpc>
                <a:spcPct val="100000"/>
              </a:lnSpc>
              <a:spcBef>
                <a:spcPct val="0"/>
              </a:spcBef>
              <a:spcAft>
                <a:spcPct val="0"/>
              </a:spcAft>
              <a:buClrTx/>
              <a:buSzTx/>
              <a:buFontTx/>
              <a:buNone/>
            </a:pPr>
            <a:r>
              <a:rPr kumimoji="1" lang="zh-CN" altLang="en-US" sz="1600" b="0" i="0" u="none" strike="noStrike" cap="none" normalizeH="0" baseline="0" smtClean="0">
                <a:ln>
                  <a:noFill/>
                </a:ln>
                <a:solidFill>
                  <a:srgbClr val="FFFFFF"/>
                </a:solidFill>
                <a:effectLst/>
                <a:latin typeface="微软雅黑" panose="020B0503020204020204" charset="-122"/>
                <a:ea typeface="微软雅黑" panose="020B0503020204020204" charset="-122"/>
              </a:rPr>
              <a:t>提交</a:t>
            </a:r>
            <a:endParaRPr kumimoji="1" lang="zh-CN" altLang="en-US" sz="1600" b="0" i="0" u="none" strike="noStrike" cap="none" normalizeH="0" baseline="0" smtClean="0">
              <a:ln>
                <a:noFill/>
              </a:ln>
              <a:solidFill>
                <a:srgbClr val="FFFFFF"/>
              </a:solidFill>
              <a:effectLst/>
              <a:latin typeface="微软雅黑" panose="020B0503020204020204" charset="-122"/>
              <a:ea typeface="微软雅黑" panose="020B0503020204020204" charset="-122"/>
            </a:endParaRPr>
          </a:p>
        </p:txBody>
      </p:sp>
      <p:grpSp>
        <p:nvGrpSpPr>
          <p:cNvPr id="17" name="组合 16"/>
          <p:cNvGrpSpPr/>
          <p:nvPr>
            <p:custDataLst>
              <p:tags r:id="rId9"/>
            </p:custDataLst>
          </p:nvPr>
        </p:nvGrpSpPr>
        <p:grpSpPr>
          <a:xfrm>
            <a:off x="0" y="0"/>
            <a:ext cx="9144000" cy="635000"/>
            <a:chOff x="0" y="0"/>
            <a:chExt cx="14400" cy="1000"/>
          </a:xfrm>
        </p:grpSpPr>
        <p:sp>
          <p:nvSpPr>
            <p:cNvPr id="13" name="TitleBackground"/>
            <p:cNvSpPr/>
            <p:nvPr>
              <p:custDataLst>
                <p:tags r:id="rId10"/>
              </p:custDataLst>
            </p:nvPr>
          </p:nvSpPr>
          <p:spPr>
            <a:xfrm>
              <a:off x="0" y="0"/>
              <a:ext cx="14400" cy="1000"/>
            </a:xfrm>
            <a:prstGeom prst="rect">
              <a:avLst/>
            </a:prstGeom>
            <a:solidFill>
              <a:srgbClr val="F6F7F8"/>
            </a:solidFill>
            <a:ln w="9525" cap="flat" cmpd="sng" algn="ctr">
              <a:noFill/>
              <a:prstDash val="solid"/>
              <a:round/>
              <a:headEnd type="none" w="med" len="med"/>
              <a:tailEnd type="none" w="med" len="med"/>
            </a:ln>
          </p:spPr>
          <p:txBody>
            <a:bodyPr vert="horz" wrap="square" lIns="90000" tIns="46800" rIns="90000" bIns="46800" numCol="1" anchor="t" anchorCtr="0" compatLnSpc="1"/>
            <a:p>
              <a:pPr marL="0" marR="0" indent="0" algn="l" defTabSz="914400" rtl="0" eaLnBrk="1" fontAlgn="base" latinLnBrk="0" hangingPunct="1">
                <a:lnSpc>
                  <a:spcPct val="100000"/>
                </a:lnSpc>
                <a:spcBef>
                  <a:spcPct val="0"/>
                </a:spcBef>
                <a:spcAft>
                  <a:spcPct val="0"/>
                </a:spcAft>
                <a:buClrTx/>
                <a:buSzTx/>
                <a:buFontTx/>
                <a:buNone/>
              </a:pPr>
              <a:endParaRPr kumimoji="1" lang="zh-CN" altLang="en-US" sz="2200" b="0" i="0" u="none" strike="noStrike" cap="none" normalizeH="0" baseline="0" smtClean="0">
                <a:ln>
                  <a:noFill/>
                </a:ln>
                <a:solidFill>
                  <a:schemeClr val="tx1"/>
                </a:solidFill>
                <a:effectLst/>
                <a:latin typeface="Tahoma" panose="020B0604030504040204" pitchFamily="34" charset="0"/>
                <a:ea typeface="华文中宋" panose="02010600040101010101" pitchFamily="2" charset="-122"/>
              </a:endParaRPr>
            </a:p>
          </p:txBody>
        </p:sp>
        <p:sp>
          <p:nvSpPr>
            <p:cNvPr id="14" name="ColorBlock"/>
            <p:cNvSpPr/>
            <p:nvPr>
              <p:custDataLst>
                <p:tags r:id="rId11"/>
              </p:custDataLst>
            </p:nvPr>
          </p:nvSpPr>
          <p:spPr>
            <a:xfrm>
              <a:off x="0" y="0"/>
              <a:ext cx="300" cy="1000"/>
            </a:xfrm>
            <a:prstGeom prst="rect">
              <a:avLst/>
            </a:prstGeom>
            <a:solidFill>
              <a:srgbClr val="639EF4"/>
            </a:solidFill>
            <a:ln w="9525" cap="flat" cmpd="sng" algn="ctr">
              <a:noFill/>
              <a:prstDash val="solid"/>
              <a:round/>
              <a:headEnd type="none" w="med" len="med"/>
              <a:tailEnd type="none" w="med" len="med"/>
            </a:ln>
          </p:spPr>
          <p:txBody>
            <a:bodyPr vert="horz" wrap="square" lIns="90000" tIns="46800" rIns="90000" bIns="46800" numCol="1" anchor="t" anchorCtr="0" compatLnSpc="1"/>
            <a:p>
              <a:pPr marL="0" marR="0" indent="0" algn="l" defTabSz="914400" rtl="0" eaLnBrk="1" fontAlgn="base" latinLnBrk="0" hangingPunct="1">
                <a:lnSpc>
                  <a:spcPct val="100000"/>
                </a:lnSpc>
                <a:spcBef>
                  <a:spcPct val="0"/>
                </a:spcBef>
                <a:spcAft>
                  <a:spcPct val="0"/>
                </a:spcAft>
                <a:buClrTx/>
                <a:buSzTx/>
                <a:buFontTx/>
                <a:buNone/>
              </a:pPr>
              <a:endParaRPr kumimoji="1" lang="zh-CN" altLang="en-US" sz="2200" b="0" i="0" u="none" strike="noStrike" cap="none" normalizeH="0" baseline="0" smtClean="0">
                <a:ln>
                  <a:noFill/>
                </a:ln>
                <a:solidFill>
                  <a:schemeClr val="tx1"/>
                </a:solidFill>
                <a:effectLst/>
                <a:latin typeface="Tahoma" panose="020B0604030504040204" pitchFamily="34" charset="0"/>
                <a:ea typeface="华文中宋" panose="02010600040101010101" pitchFamily="2" charset="-122"/>
              </a:endParaRPr>
            </a:p>
          </p:txBody>
        </p:sp>
        <p:sp>
          <p:nvSpPr>
            <p:cNvPr id="15" name="TypeText"/>
            <p:cNvSpPr txBox="1"/>
            <p:nvPr>
              <p:custDataLst>
                <p:tags r:id="rId12"/>
              </p:custDataLst>
            </p:nvPr>
          </p:nvSpPr>
          <p:spPr>
            <a:xfrm>
              <a:off x="400" y="0"/>
              <a:ext cx="3000" cy="1000"/>
            </a:xfrm>
            <a:prstGeom prst="rect">
              <a:avLst/>
            </a:prstGeom>
            <a:noFill/>
          </p:spPr>
          <p:txBody>
            <a:bodyPr wrap="none" rtlCol="0" anchor="ctr" anchorCtr="0">
              <a:noAutofit/>
            </a:bodyPr>
            <a:p>
              <a:pPr lvl="0" algn="l">
                <a:buNone/>
              </a:pPr>
              <a:r>
                <a:rPr lang="zh-CN" altLang="en-US" sz="2600">
                  <a:solidFill>
                    <a:srgbClr val="000000"/>
                  </a:solidFill>
                  <a:latin typeface="微软雅黑" panose="020B0503020204020204" charset="-122"/>
                  <a:ea typeface="微软雅黑" panose="020B0503020204020204" charset="-122"/>
                </a:rPr>
                <a:t>单选题</a:t>
              </a:r>
              <a:endParaRPr lang="zh-CN" altLang="en-US" sz="2600">
                <a:solidFill>
                  <a:srgbClr val="000000"/>
                </a:solidFill>
                <a:latin typeface="微软雅黑" panose="020B0503020204020204" charset="-122"/>
                <a:ea typeface="微软雅黑" panose="020B0503020204020204" charset="-122"/>
              </a:endParaRPr>
            </a:p>
          </p:txBody>
        </p:sp>
        <p:sp>
          <p:nvSpPr>
            <p:cNvPr id="16" name="TipText"/>
            <p:cNvSpPr txBox="1"/>
            <p:nvPr>
              <p:custDataLst>
                <p:tags r:id="rId13"/>
              </p:custDataLst>
            </p:nvPr>
          </p:nvSpPr>
          <p:spPr>
            <a:xfrm>
              <a:off x="2248" y="172"/>
              <a:ext cx="3600" cy="800"/>
            </a:xfrm>
            <a:prstGeom prst="rect">
              <a:avLst/>
            </a:prstGeom>
            <a:noFill/>
          </p:spPr>
          <p:txBody>
            <a:bodyPr wrap="none" rtlCol="0" anchor="ctr" anchorCtr="0">
              <a:noAutofit/>
            </a:bodyPr>
            <a:p>
              <a:pPr lvl="0" algn="l">
                <a:buNone/>
              </a:pPr>
              <a:r>
                <a:rPr lang="zh-CN" altLang="en-US" sz="2000">
                  <a:solidFill>
                    <a:srgbClr val="808080"/>
                  </a:solidFill>
                  <a:latin typeface="微软雅黑" panose="020B0503020204020204" charset="-122"/>
                  <a:ea typeface="微软雅黑" panose="020B0503020204020204" charset="-122"/>
                  <a:cs typeface="微软雅黑" panose="020B0503020204020204" charset="-122"/>
                </a:rPr>
                <a:t>2分</a:t>
              </a:r>
              <a:endParaRPr lang="zh-CN" altLang="en-US" sz="2000">
                <a:solidFill>
                  <a:srgbClr val="808080"/>
                </a:solidFill>
                <a:latin typeface="微软雅黑" panose="020B0503020204020204" charset="-122"/>
                <a:ea typeface="微软雅黑" panose="020B0503020204020204" charset="-122"/>
                <a:cs typeface="微软雅黑" panose="020B0503020204020204" charset="-122"/>
              </a:endParaRPr>
            </a:p>
          </p:txBody>
        </p:sp>
      </p:grpSp>
      <p:pic>
        <p:nvPicPr>
          <p:cNvPr id="2" name="图片 1" descr="tmpBDBE"/>
          <p:cNvPicPr>
            <a:picLocks noChangeAspect="1"/>
          </p:cNvPicPr>
          <p:nvPr>
            <p:custDataLst>
              <p:tags r:id="rId14"/>
            </p:custDataLst>
          </p:nvPr>
        </p:nvPicPr>
        <p:blipFill>
          <a:blip r:embed="rId15"/>
          <a:stretch>
            <a:fillRect/>
          </a:stretch>
        </p:blipFill>
        <p:spPr>
          <a:xfrm>
            <a:off x="7594600" y="63500"/>
            <a:ext cx="1422400" cy="508000"/>
          </a:xfrm>
          <a:prstGeom prst="rect">
            <a:avLst/>
          </a:prstGeom>
        </p:spPr>
      </p:pic>
    </p:spTree>
    <p:custDataLst>
      <p:tags r:id="rId16"/>
    </p:custDataLst>
  </p:cSld>
  <p:clrMapOvr>
    <a:masterClrMapping/>
  </p:clrMapOvr>
  <p:transition>
    <p:wipe dir="r"/>
  </p:transition>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8683" name="Picture 12"/>
          <p:cNvPicPr>
            <a:picLocks noChangeAspect="1" noChangeArrowheads="1"/>
          </p:cNvPicPr>
          <p:nvPr/>
        </p:nvPicPr>
        <p:blipFill>
          <a:blip r:embed="rId1">
            <a:extLst>
              <a:ext uri="{28A0092B-C50C-407E-A947-70E740481C1C}">
                <a14:useLocalDpi xmlns:a14="http://schemas.microsoft.com/office/drawing/2010/main" val="0"/>
              </a:ext>
            </a:extLst>
          </a:blip>
          <a:srcRect r="40193"/>
          <a:stretch>
            <a:fillRect/>
          </a:stretch>
        </p:blipFill>
        <p:spPr bwMode="auto">
          <a:xfrm>
            <a:off x="0" y="260985"/>
            <a:ext cx="4885055" cy="28632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 name="Picture 18" descr="未标题-2">
            <a:hlinkClick r:id="rId2" action="ppaction://hlinkfile"/>
          </p:cNvPr>
          <p:cNvPicPr>
            <a:picLocks noChangeAspect="1" noChangeArrowheads="1"/>
          </p:cNvPicPr>
          <p:nvPr/>
        </p:nvPicPr>
        <p:blipFill>
          <a:blip r:embed="rId3">
            <a:extLst>
              <a:ext uri="{28A0092B-C50C-407E-A947-70E740481C1C}">
                <a14:useLocalDpi xmlns:a14="http://schemas.microsoft.com/office/drawing/2010/main" val="0"/>
              </a:ext>
            </a:extLst>
          </a:blip>
          <a:srcRect t="3091" b="9852"/>
          <a:stretch>
            <a:fillRect/>
          </a:stretch>
        </p:blipFill>
        <p:spPr bwMode="auto">
          <a:xfrm>
            <a:off x="5003800" y="260985"/>
            <a:ext cx="4027170" cy="2816860"/>
          </a:xfrm>
          <a:prstGeom prst="rect">
            <a:avLst/>
          </a:prstGeom>
          <a:noFill/>
          <a:extLst>
            <a:ext uri="{909E8E84-426E-40DD-AFC4-6F175D3DCCD1}">
              <a14:hiddenFill xmlns:a14="http://schemas.microsoft.com/office/drawing/2010/main">
                <a:solidFill>
                  <a:srgbClr val="FFFFFF"/>
                </a:solidFill>
              </a14:hiddenFill>
            </a:ext>
          </a:extLst>
        </p:spPr>
      </p:pic>
      <p:pic>
        <p:nvPicPr>
          <p:cNvPr id="38924" name="Picture 12"/>
          <p:cNvPicPr>
            <a:picLocks noChangeAspect="1" noChangeArrowheads="1"/>
          </p:cNvPicPr>
          <p:nvPr/>
        </p:nvPicPr>
        <p:blipFill>
          <a:blip r:embed="rId4">
            <a:lum bright="36000" contrast="-48000"/>
            <a:extLst>
              <a:ext uri="{BEBA8EAE-BF5A-486C-A8C5-ECC9F3942E4B}">
                <a14:imgProps xmlns:a14="http://schemas.microsoft.com/office/drawing/2010/main">
                  <a14:imgLayer r:embed="rId5">
                    <a14:imgEffect>
                      <a14:sharpenSoften amount="50000"/>
                    </a14:imgEffect>
                  </a14:imgLayer>
                </a14:imgProps>
              </a:ext>
              <a:ext uri="{28A0092B-C50C-407E-A947-70E740481C1C}">
                <a14:useLocalDpi xmlns:a14="http://schemas.microsoft.com/office/drawing/2010/main" val="0"/>
              </a:ext>
            </a:extLst>
          </a:blip>
          <a:srcRect/>
          <a:stretch>
            <a:fillRect/>
          </a:stretch>
        </p:blipFill>
        <p:spPr bwMode="auto">
          <a:xfrm>
            <a:off x="683619" y="2996372"/>
            <a:ext cx="6756400" cy="3644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892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文本框 2"/>
          <p:cNvSpPr txBox="1"/>
          <p:nvPr>
            <p:custDataLst>
              <p:tags r:id="rId1"/>
            </p:custDataLst>
          </p:nvPr>
        </p:nvSpPr>
        <p:spPr>
          <a:xfrm>
            <a:off x="914400" y="635000"/>
            <a:ext cx="7315200" cy="2143125"/>
          </a:xfrm>
          <a:prstGeom prst="rect">
            <a:avLst/>
          </a:prstGeom>
          <a:noFill/>
        </p:spPr>
        <p:txBody>
          <a:bodyPr wrap="square" rtlCol="0" anchor="ctr" anchorCtr="0">
            <a:noAutofit/>
          </a:bodyPr>
          <a:p>
            <a:pPr lvl="0" algn="l">
              <a:buNone/>
            </a:pPr>
            <a:r>
              <a:rPr lang="en-US" altLang="zh-CN" sz="2600" b="1">
                <a:solidFill>
                  <a:schemeClr val="accent4">
                    <a:lumMod val="75000"/>
                  </a:schemeClr>
                </a:solidFill>
                <a:latin typeface="宋体" panose="02010600030101010101" pitchFamily="2" charset="-122"/>
                <a:ea typeface="宋体" panose="02010600030101010101" pitchFamily="2" charset="-122"/>
                <a:cs typeface="宋体" panose="02010600030101010101" pitchFamily="2" charset="-122"/>
                <a:sym typeface="+mn-ea"/>
              </a:rPr>
              <a:t>2</a:t>
            </a:r>
            <a:r>
              <a:rPr lang="zh-CN" altLang="en-US" sz="2600" b="1">
                <a:solidFill>
                  <a:schemeClr val="accent4">
                    <a:lumMod val="75000"/>
                  </a:schemeClr>
                </a:solidFill>
                <a:latin typeface="宋体" panose="02010600030101010101" pitchFamily="2" charset="-122"/>
                <a:ea typeface="宋体" panose="02010600030101010101" pitchFamily="2" charset="-122"/>
                <a:cs typeface="宋体" panose="02010600030101010101" pitchFamily="2" charset="-122"/>
                <a:sym typeface="+mn-ea"/>
              </a:rPr>
              <a:t>、各类滚动轴承的润滑方式</a:t>
            </a:r>
            <a:r>
              <a:rPr lang="zh-CN" sz="2600" b="1">
                <a:solidFill>
                  <a:schemeClr val="accent4">
                    <a:lumMod val="75000"/>
                  </a:schemeClr>
                </a:solidFill>
                <a:latin typeface="宋体" panose="02010600030101010101" pitchFamily="2" charset="-122"/>
                <a:ea typeface="宋体" panose="02010600030101010101" pitchFamily="2" charset="-122"/>
                <a:cs typeface="宋体" panose="02010600030101010101" pitchFamily="2" charset="-122"/>
                <a:sym typeface="+mn-ea"/>
              </a:rPr>
              <a:t>，通常根据轴承的</a:t>
            </a:r>
            <a:r>
              <a:rPr lang="en-US" sz="2600" b="1">
                <a:solidFill>
                  <a:schemeClr val="accent4">
                    <a:lumMod val="75000"/>
                  </a:schemeClr>
                </a:solidFill>
                <a:latin typeface="宋体" panose="02010600030101010101" pitchFamily="2" charset="-122"/>
                <a:ea typeface="宋体" panose="02010600030101010101" pitchFamily="2" charset="-122"/>
                <a:cs typeface="宋体" panose="02010600030101010101" pitchFamily="2" charset="-122"/>
                <a:sym typeface="+mn-ea"/>
              </a:rPr>
              <a:t>____</a:t>
            </a:r>
            <a:r>
              <a:rPr lang="zh-CN" sz="2600" b="1">
                <a:solidFill>
                  <a:schemeClr val="accent4">
                    <a:lumMod val="75000"/>
                  </a:schemeClr>
                </a:solidFill>
                <a:latin typeface="宋体" panose="02010600030101010101" pitchFamily="2" charset="-122"/>
                <a:ea typeface="宋体" panose="02010600030101010101" pitchFamily="2" charset="-122"/>
                <a:cs typeface="宋体" panose="02010600030101010101" pitchFamily="2" charset="-122"/>
                <a:sym typeface="+mn-ea"/>
              </a:rPr>
              <a:t>的来选择。</a:t>
            </a:r>
            <a:endParaRPr lang="zh-CN" altLang="en-US" sz="2600">
              <a:solidFill>
                <a:srgbClr val="000000"/>
              </a:solidFill>
              <a:latin typeface="微软雅黑" panose="020B0503020204020204" charset="-122"/>
              <a:ea typeface="微软雅黑" panose="020B0503020204020204" charset="-122"/>
            </a:endParaRPr>
          </a:p>
        </p:txBody>
      </p:sp>
      <p:sp>
        <p:nvSpPr>
          <p:cNvPr id="4" name="文本框 3"/>
          <p:cNvSpPr txBox="1"/>
          <p:nvPr>
            <p:custDataLst>
              <p:tags r:id="rId2"/>
            </p:custDataLst>
          </p:nvPr>
        </p:nvSpPr>
        <p:spPr>
          <a:xfrm>
            <a:off x="1907540" y="2780665"/>
            <a:ext cx="6400800" cy="642620"/>
          </a:xfrm>
          <a:prstGeom prst="rect">
            <a:avLst/>
          </a:prstGeom>
          <a:noFill/>
        </p:spPr>
        <p:txBody>
          <a:bodyPr wrap="square" rtlCol="0" anchor="ctr" anchorCtr="0">
            <a:noAutofit/>
          </a:bodyPr>
          <a:p>
            <a:pPr marL="0" indent="0" eaLnBrk="1" latinLnBrk="0" hangingPunct="1">
              <a:lnSpc>
                <a:spcPct val="120000"/>
              </a:lnSpc>
              <a:buNone/>
            </a:pPr>
            <a:r>
              <a:rPr lang="zh-CN" sz="2600" b="1">
                <a:solidFill>
                  <a:schemeClr val="accent4">
                    <a:lumMod val="75000"/>
                  </a:schemeClr>
                </a:solidFill>
                <a:latin typeface="宋体" panose="02010600030101010101" pitchFamily="2" charset="-122"/>
                <a:ea typeface="宋体" panose="02010600030101010101" pitchFamily="2" charset="-122"/>
                <a:cs typeface="宋体" panose="02010600030101010101" pitchFamily="2" charset="-122"/>
                <a:sym typeface="+mn-ea"/>
              </a:rPr>
              <a:t>转速</a:t>
            </a:r>
            <a:r>
              <a:rPr lang="en-US" altLang="zh-CN" sz="2600" b="1" i="1">
                <a:solidFill>
                  <a:schemeClr val="accent4">
                    <a:lumMod val="75000"/>
                  </a:schemeClr>
                </a:solidFill>
                <a:latin typeface="宋体" panose="02010600030101010101" pitchFamily="2" charset="-122"/>
                <a:ea typeface="宋体" panose="02010600030101010101" pitchFamily="2" charset="-122"/>
                <a:cs typeface="宋体" panose="02010600030101010101" pitchFamily="2" charset="-122"/>
                <a:sym typeface="+mn-ea"/>
              </a:rPr>
              <a:t>n</a:t>
            </a:r>
            <a:r>
              <a:rPr lang="en-US" altLang="zh-CN" sz="2600" b="1">
                <a:solidFill>
                  <a:schemeClr val="accent4">
                    <a:lumMod val="75000"/>
                  </a:schemeClr>
                </a:solidFill>
                <a:latin typeface="宋体" panose="02010600030101010101" pitchFamily="2" charset="-122"/>
                <a:ea typeface="宋体" panose="02010600030101010101" pitchFamily="2" charset="-122"/>
                <a:cs typeface="宋体" panose="02010600030101010101" pitchFamily="2" charset="-122"/>
                <a:sym typeface="+mn-ea"/>
              </a:rPr>
              <a:t> </a:t>
            </a:r>
            <a:endParaRPr lang="zh-CN" altLang="en-US" sz="2600">
              <a:solidFill>
                <a:srgbClr val="000000"/>
              </a:solidFill>
              <a:latin typeface="微软雅黑" panose="020B0503020204020204" charset="-122"/>
              <a:ea typeface="微软雅黑" panose="020B0503020204020204" charset="-122"/>
            </a:endParaRPr>
          </a:p>
        </p:txBody>
      </p:sp>
      <p:sp>
        <p:nvSpPr>
          <p:cNvPr id="5" name="文本框 4"/>
          <p:cNvSpPr txBox="1"/>
          <p:nvPr>
            <p:custDataLst>
              <p:tags r:id="rId3"/>
            </p:custDataLst>
          </p:nvPr>
        </p:nvSpPr>
        <p:spPr>
          <a:xfrm>
            <a:off x="1828800" y="3642995"/>
            <a:ext cx="6400800" cy="642620"/>
          </a:xfrm>
          <a:prstGeom prst="rect">
            <a:avLst/>
          </a:prstGeom>
          <a:noFill/>
        </p:spPr>
        <p:txBody>
          <a:bodyPr wrap="square" rtlCol="0" anchor="ctr" anchorCtr="0">
            <a:noAutofit/>
          </a:bodyPr>
          <a:p>
            <a:pPr lvl="0" algn="l">
              <a:buNone/>
            </a:pPr>
            <a:r>
              <a:rPr lang="zh-CN" altLang="en-US" sz="2600" b="1">
                <a:solidFill>
                  <a:schemeClr val="accent4">
                    <a:lumMod val="75000"/>
                  </a:schemeClr>
                </a:solidFill>
                <a:latin typeface="宋体" panose="02010600030101010101" pitchFamily="2" charset="-122"/>
                <a:ea typeface="宋体" panose="02010600030101010101" pitchFamily="2" charset="-122"/>
                <a:cs typeface="宋体" panose="02010600030101010101" pitchFamily="2" charset="-122"/>
                <a:sym typeface="+mn-ea"/>
              </a:rPr>
              <a:t>当量动载荷</a:t>
            </a:r>
            <a:r>
              <a:rPr lang="en-US" altLang="zh-CN" sz="2600" b="1" i="1">
                <a:solidFill>
                  <a:schemeClr val="accent4">
                    <a:lumMod val="75000"/>
                  </a:schemeClr>
                </a:solidFill>
                <a:latin typeface="宋体" panose="02010600030101010101" pitchFamily="2" charset="-122"/>
                <a:ea typeface="宋体" panose="02010600030101010101" pitchFamily="2" charset="-122"/>
                <a:cs typeface="宋体" panose="02010600030101010101" pitchFamily="2" charset="-122"/>
                <a:sym typeface="+mn-ea"/>
              </a:rPr>
              <a:t>P</a:t>
            </a:r>
            <a:r>
              <a:rPr lang="zh-CN" sz="2600" b="1" i="1">
                <a:solidFill>
                  <a:schemeClr val="accent4">
                    <a:lumMod val="75000"/>
                  </a:schemeClr>
                </a:solidFill>
                <a:latin typeface="宋体" panose="02010600030101010101" pitchFamily="2" charset="-122"/>
                <a:ea typeface="宋体" panose="02010600030101010101" pitchFamily="2" charset="-122"/>
                <a:cs typeface="宋体" panose="02010600030101010101" pitchFamily="2" charset="-122"/>
                <a:sym typeface="+mn-ea"/>
              </a:rPr>
              <a:t> </a:t>
            </a:r>
            <a:endParaRPr lang="zh-CN" altLang="en-US" sz="2600" b="1">
              <a:solidFill>
                <a:schemeClr val="accent4">
                  <a:lumMod val="75000"/>
                </a:schemeClr>
              </a:solidFill>
              <a:latin typeface="宋体" panose="02010600030101010101" pitchFamily="2" charset="-122"/>
              <a:ea typeface="宋体" panose="02010600030101010101" pitchFamily="2" charset="-122"/>
              <a:cs typeface="宋体" panose="02010600030101010101" pitchFamily="2" charset="-122"/>
            </a:endParaRPr>
          </a:p>
        </p:txBody>
      </p:sp>
      <p:sp>
        <p:nvSpPr>
          <p:cNvPr id="6" name="文本框 5"/>
          <p:cNvSpPr txBox="1"/>
          <p:nvPr>
            <p:custDataLst>
              <p:tags r:id="rId4"/>
            </p:custDataLst>
          </p:nvPr>
        </p:nvSpPr>
        <p:spPr>
          <a:xfrm>
            <a:off x="1828800" y="4500245"/>
            <a:ext cx="6400800" cy="642620"/>
          </a:xfrm>
          <a:prstGeom prst="rect">
            <a:avLst/>
          </a:prstGeom>
          <a:noFill/>
        </p:spPr>
        <p:txBody>
          <a:bodyPr wrap="square" rtlCol="0" anchor="ctr" anchorCtr="0">
            <a:noAutofit/>
          </a:bodyPr>
          <a:p>
            <a:pPr lvl="0" algn="l">
              <a:buNone/>
            </a:pPr>
            <a:r>
              <a:rPr lang="zh-CN" sz="2600" b="1">
                <a:solidFill>
                  <a:schemeClr val="accent4">
                    <a:lumMod val="75000"/>
                  </a:schemeClr>
                </a:solidFill>
                <a:latin typeface="宋体" panose="02010600030101010101" pitchFamily="2" charset="-122"/>
                <a:ea typeface="宋体" panose="02010600030101010101" pitchFamily="2" charset="-122"/>
                <a:cs typeface="宋体" panose="02010600030101010101" pitchFamily="2" charset="-122"/>
                <a:sym typeface="+mn-ea"/>
              </a:rPr>
              <a:t>轴颈圆周速度</a:t>
            </a:r>
            <a:r>
              <a:rPr lang="en-US" altLang="zh-CN" sz="2600" b="1" i="1">
                <a:solidFill>
                  <a:schemeClr val="accent4">
                    <a:lumMod val="75000"/>
                  </a:schemeClr>
                </a:solidFill>
                <a:latin typeface="宋体" panose="02010600030101010101" pitchFamily="2" charset="-122"/>
                <a:ea typeface="宋体" panose="02010600030101010101" pitchFamily="2" charset="-122"/>
                <a:cs typeface="宋体" panose="02010600030101010101" pitchFamily="2" charset="-122"/>
                <a:sym typeface="+mn-ea"/>
              </a:rPr>
              <a:t>v </a:t>
            </a:r>
            <a:endParaRPr lang="zh-CN" altLang="en-US" sz="2600">
              <a:solidFill>
                <a:srgbClr val="000000"/>
              </a:solidFill>
              <a:latin typeface="微软雅黑" panose="020B0503020204020204" charset="-122"/>
              <a:ea typeface="微软雅黑" panose="020B0503020204020204" charset="-122"/>
            </a:endParaRPr>
          </a:p>
        </p:txBody>
      </p:sp>
      <p:sp>
        <p:nvSpPr>
          <p:cNvPr id="7" name="文本框 6"/>
          <p:cNvSpPr txBox="1"/>
          <p:nvPr>
            <p:custDataLst>
              <p:tags r:id="rId5"/>
            </p:custDataLst>
          </p:nvPr>
        </p:nvSpPr>
        <p:spPr>
          <a:xfrm>
            <a:off x="1835785" y="5372735"/>
            <a:ext cx="6400800" cy="642620"/>
          </a:xfrm>
          <a:prstGeom prst="rect">
            <a:avLst/>
          </a:prstGeom>
          <a:noFill/>
        </p:spPr>
        <p:txBody>
          <a:bodyPr wrap="square" rtlCol="0" anchor="ctr" anchorCtr="0">
            <a:noAutofit/>
          </a:bodyPr>
          <a:p>
            <a:pPr lvl="0" algn="l">
              <a:buNone/>
            </a:pPr>
            <a:r>
              <a:rPr lang="zh-CN" altLang="en-US" sz="2600" b="1">
                <a:solidFill>
                  <a:schemeClr val="accent4">
                    <a:lumMod val="75000"/>
                  </a:schemeClr>
                </a:solidFill>
                <a:latin typeface="宋体" panose="02010600030101010101" pitchFamily="2" charset="-122"/>
                <a:ea typeface="宋体" panose="02010600030101010101" pitchFamily="2" charset="-122"/>
                <a:cs typeface="宋体" panose="02010600030101010101" pitchFamily="2" charset="-122"/>
                <a:sym typeface="+mn-ea"/>
              </a:rPr>
              <a:t>内径与转速的乘积</a:t>
            </a:r>
            <a:r>
              <a:rPr lang="en-US" altLang="zh-CN" sz="2600" b="1" i="1">
                <a:solidFill>
                  <a:schemeClr val="accent4">
                    <a:lumMod val="75000"/>
                  </a:schemeClr>
                </a:solidFill>
                <a:latin typeface="宋体" panose="02010600030101010101" pitchFamily="2" charset="-122"/>
                <a:ea typeface="宋体" panose="02010600030101010101" pitchFamily="2" charset="-122"/>
                <a:cs typeface="宋体" panose="02010600030101010101" pitchFamily="2" charset="-122"/>
                <a:sym typeface="+mn-ea"/>
              </a:rPr>
              <a:t>dn</a:t>
            </a:r>
            <a:endParaRPr lang="zh-CN" altLang="en-US" sz="2600">
              <a:solidFill>
                <a:srgbClr val="000000"/>
              </a:solidFill>
              <a:latin typeface="微软雅黑" panose="020B0503020204020204" charset="-122"/>
              <a:ea typeface="微软雅黑" panose="020B0503020204020204" charset="-122"/>
            </a:endParaRPr>
          </a:p>
        </p:txBody>
      </p:sp>
      <p:sp>
        <p:nvSpPr>
          <p:cNvPr id="8" name="椭圆 7"/>
          <p:cNvSpPr>
            <a:spLocks noChangeAspect="1"/>
          </p:cNvSpPr>
          <p:nvPr>
            <p:custDataLst>
              <p:tags r:id="rId6"/>
            </p:custDataLst>
          </p:nvPr>
        </p:nvSpPr>
        <p:spPr>
          <a:xfrm>
            <a:off x="1114425" y="2849880"/>
            <a:ext cx="514350" cy="514350"/>
          </a:xfrm>
          <a:prstGeom prst="ellipse">
            <a:avLst/>
          </a:prstGeom>
          <a:solidFill>
            <a:srgbClr val="808080"/>
          </a:solidFill>
          <a:ln w="12700" cap="flat" cmpd="sng" algn="ctr">
            <a:solidFill>
              <a:srgbClr val="000000"/>
            </a:solidFill>
            <a:prstDash val="solid"/>
            <a:round/>
            <a:headEnd type="none" w="med" len="med"/>
            <a:tailEnd type="none" w="med" len="med"/>
          </a:ln>
        </p:spPr>
        <p:txBody>
          <a:bodyPr vert="horz" wrap="square" lIns="90000" tIns="46800" rIns="90000" bIns="46800" numCol="1" anchor="ctr" anchorCtr="1" compatLnSpc="1">
            <a:noAutofit/>
          </a:bodyPr>
          <a:p>
            <a:pPr marL="0" marR="0" indent="0" algn="l" defTabSz="914400" rtl="0" eaLnBrk="1" fontAlgn="base" latinLnBrk="0" hangingPunct="1">
              <a:lnSpc>
                <a:spcPct val="100000"/>
              </a:lnSpc>
              <a:spcBef>
                <a:spcPct val="0"/>
              </a:spcBef>
              <a:spcAft>
                <a:spcPct val="0"/>
              </a:spcAft>
              <a:buClrTx/>
              <a:buSzTx/>
              <a:buFontTx/>
              <a:buNone/>
            </a:pPr>
            <a:r>
              <a:rPr kumimoji="1" lang="zh-CN" altLang="en-US" sz="1600" b="0" i="0" u="none" strike="noStrike" cap="none" normalizeH="0" baseline="0" smtClean="0">
                <a:ln>
                  <a:noFill/>
                </a:ln>
                <a:solidFill>
                  <a:srgbClr val="FFFFFF"/>
                </a:solidFill>
                <a:effectLst/>
                <a:latin typeface="微软雅黑" panose="020B0503020204020204" charset="-122"/>
                <a:ea typeface="微软雅黑" panose="020B0503020204020204" charset="-122"/>
              </a:rPr>
              <a:t>A</a:t>
            </a:r>
            <a:endParaRPr kumimoji="1" lang="zh-CN" altLang="en-US" sz="1600" b="0" i="0" u="none" strike="noStrike" cap="none" normalizeH="0" baseline="0" smtClean="0">
              <a:ln>
                <a:noFill/>
              </a:ln>
              <a:solidFill>
                <a:srgbClr val="FFFFFF"/>
              </a:solidFill>
              <a:effectLst/>
              <a:latin typeface="微软雅黑" panose="020B0503020204020204" charset="-122"/>
              <a:ea typeface="微软雅黑" panose="020B0503020204020204" charset="-122"/>
            </a:endParaRPr>
          </a:p>
        </p:txBody>
      </p:sp>
      <p:sp>
        <p:nvSpPr>
          <p:cNvPr id="9" name="椭圆 8"/>
          <p:cNvSpPr>
            <a:spLocks noChangeAspect="1"/>
          </p:cNvSpPr>
          <p:nvPr>
            <p:custDataLst>
              <p:tags r:id="rId7"/>
            </p:custDataLst>
          </p:nvPr>
        </p:nvSpPr>
        <p:spPr>
          <a:xfrm>
            <a:off x="1114425" y="3707130"/>
            <a:ext cx="514350" cy="514350"/>
          </a:xfrm>
          <a:prstGeom prst="ellipse">
            <a:avLst/>
          </a:prstGeom>
          <a:solidFill>
            <a:srgbClr val="808080"/>
          </a:solidFill>
          <a:ln w="12700" cap="flat" cmpd="sng" algn="ctr">
            <a:solidFill>
              <a:srgbClr val="000000"/>
            </a:solidFill>
            <a:prstDash val="solid"/>
            <a:round/>
            <a:headEnd type="none" w="med" len="med"/>
            <a:tailEnd type="none" w="med" len="med"/>
          </a:ln>
        </p:spPr>
        <p:txBody>
          <a:bodyPr vert="horz" wrap="square" lIns="90000" tIns="46800" rIns="90000" bIns="46800" numCol="1" anchor="ctr" anchorCtr="1" compatLnSpc="1">
            <a:noAutofit/>
          </a:bodyPr>
          <a:p>
            <a:pPr marL="0" marR="0" indent="0" algn="l" defTabSz="914400" rtl="0" eaLnBrk="1" fontAlgn="base" latinLnBrk="0" hangingPunct="1">
              <a:lnSpc>
                <a:spcPct val="100000"/>
              </a:lnSpc>
              <a:spcBef>
                <a:spcPct val="0"/>
              </a:spcBef>
              <a:spcAft>
                <a:spcPct val="0"/>
              </a:spcAft>
              <a:buClrTx/>
              <a:buSzTx/>
              <a:buFontTx/>
              <a:buNone/>
            </a:pPr>
            <a:r>
              <a:rPr kumimoji="1" lang="zh-CN" altLang="en-US" sz="1600" b="0" i="0" u="none" strike="noStrike" cap="none" normalizeH="0" baseline="0" smtClean="0">
                <a:ln>
                  <a:noFill/>
                </a:ln>
                <a:solidFill>
                  <a:srgbClr val="FFFFFF"/>
                </a:solidFill>
                <a:effectLst/>
                <a:latin typeface="微软雅黑" panose="020B0503020204020204" charset="-122"/>
                <a:ea typeface="微软雅黑" panose="020B0503020204020204" charset="-122"/>
              </a:rPr>
              <a:t>B</a:t>
            </a:r>
            <a:endParaRPr kumimoji="1" lang="zh-CN" altLang="en-US" sz="1600" b="0" i="0" u="none" strike="noStrike" cap="none" normalizeH="0" baseline="0" smtClean="0">
              <a:ln>
                <a:noFill/>
              </a:ln>
              <a:solidFill>
                <a:srgbClr val="FFFFFF"/>
              </a:solidFill>
              <a:effectLst/>
              <a:latin typeface="微软雅黑" panose="020B0503020204020204" charset="-122"/>
              <a:ea typeface="微软雅黑" panose="020B0503020204020204" charset="-122"/>
            </a:endParaRPr>
          </a:p>
        </p:txBody>
      </p:sp>
      <p:sp>
        <p:nvSpPr>
          <p:cNvPr id="10" name="椭圆 9"/>
          <p:cNvSpPr>
            <a:spLocks noChangeAspect="1"/>
          </p:cNvSpPr>
          <p:nvPr>
            <p:custDataLst>
              <p:tags r:id="rId8"/>
            </p:custDataLst>
          </p:nvPr>
        </p:nvSpPr>
        <p:spPr>
          <a:xfrm>
            <a:off x="1114425" y="4564380"/>
            <a:ext cx="514350" cy="514350"/>
          </a:xfrm>
          <a:prstGeom prst="ellipse">
            <a:avLst/>
          </a:prstGeom>
          <a:solidFill>
            <a:srgbClr val="808080"/>
          </a:solidFill>
          <a:ln w="12700" cap="flat" cmpd="sng" algn="ctr">
            <a:solidFill>
              <a:srgbClr val="000000"/>
            </a:solidFill>
            <a:prstDash val="solid"/>
            <a:round/>
            <a:headEnd type="none" w="med" len="med"/>
            <a:tailEnd type="none" w="med" len="med"/>
          </a:ln>
        </p:spPr>
        <p:txBody>
          <a:bodyPr vert="horz" wrap="square" lIns="90000" tIns="46800" rIns="90000" bIns="46800" numCol="1" anchor="ctr" anchorCtr="1" compatLnSpc="1">
            <a:noAutofit/>
          </a:bodyPr>
          <a:p>
            <a:pPr marL="0" marR="0" indent="0" algn="l" defTabSz="914400" rtl="0" eaLnBrk="1" fontAlgn="base" latinLnBrk="0" hangingPunct="1">
              <a:lnSpc>
                <a:spcPct val="100000"/>
              </a:lnSpc>
              <a:spcBef>
                <a:spcPct val="0"/>
              </a:spcBef>
              <a:spcAft>
                <a:spcPct val="0"/>
              </a:spcAft>
              <a:buClrTx/>
              <a:buSzTx/>
              <a:buFontTx/>
              <a:buNone/>
            </a:pPr>
            <a:r>
              <a:rPr kumimoji="1" lang="zh-CN" altLang="en-US" sz="1600" b="0" i="0" u="none" strike="noStrike" cap="none" normalizeH="0" baseline="0" smtClean="0">
                <a:ln>
                  <a:noFill/>
                </a:ln>
                <a:solidFill>
                  <a:srgbClr val="FFFFFF"/>
                </a:solidFill>
                <a:effectLst/>
                <a:latin typeface="微软雅黑" panose="020B0503020204020204" charset="-122"/>
                <a:ea typeface="微软雅黑" panose="020B0503020204020204" charset="-122"/>
              </a:rPr>
              <a:t>C</a:t>
            </a:r>
            <a:endParaRPr kumimoji="1" lang="zh-CN" altLang="en-US" sz="1600" b="0" i="0" u="none" strike="noStrike" cap="none" normalizeH="0" baseline="0" smtClean="0">
              <a:ln>
                <a:noFill/>
              </a:ln>
              <a:solidFill>
                <a:srgbClr val="FFFFFF"/>
              </a:solidFill>
              <a:effectLst/>
              <a:latin typeface="微软雅黑" panose="020B0503020204020204" charset="-122"/>
              <a:ea typeface="微软雅黑" panose="020B0503020204020204" charset="-122"/>
            </a:endParaRPr>
          </a:p>
        </p:txBody>
      </p:sp>
      <p:sp>
        <p:nvSpPr>
          <p:cNvPr id="11" name="椭圆 10"/>
          <p:cNvSpPr>
            <a:spLocks noChangeAspect="1"/>
          </p:cNvSpPr>
          <p:nvPr>
            <p:custDataLst>
              <p:tags r:id="rId9"/>
            </p:custDataLst>
          </p:nvPr>
        </p:nvSpPr>
        <p:spPr>
          <a:xfrm>
            <a:off x="1114425" y="5421630"/>
            <a:ext cx="514350" cy="514350"/>
          </a:xfrm>
          <a:prstGeom prst="ellipse">
            <a:avLst/>
          </a:prstGeom>
          <a:solidFill>
            <a:srgbClr val="00FF00"/>
          </a:solidFill>
          <a:ln w="25400" cap="flat" cmpd="sng" algn="ctr">
            <a:solidFill>
              <a:srgbClr val="000000"/>
            </a:solidFill>
            <a:prstDash val="solid"/>
            <a:round/>
            <a:headEnd type="none" w="med" len="med"/>
            <a:tailEnd type="none" w="med" len="med"/>
          </a:ln>
        </p:spPr>
        <p:txBody>
          <a:bodyPr vert="horz" wrap="square" lIns="90000" tIns="46800" rIns="90000" bIns="46800" numCol="1" anchor="ctr" anchorCtr="1" compatLnSpc="1">
            <a:noAutofit/>
          </a:bodyPr>
          <a:p>
            <a:pPr marL="0" marR="0" indent="0" algn="l" defTabSz="914400" rtl="0" eaLnBrk="1" fontAlgn="base" latinLnBrk="0" hangingPunct="1">
              <a:lnSpc>
                <a:spcPct val="100000"/>
              </a:lnSpc>
              <a:spcBef>
                <a:spcPct val="0"/>
              </a:spcBef>
              <a:spcAft>
                <a:spcPct val="0"/>
              </a:spcAft>
              <a:buClrTx/>
              <a:buSzTx/>
              <a:buFontTx/>
              <a:buNone/>
            </a:pPr>
            <a:r>
              <a:rPr kumimoji="1" lang="zh-CN" altLang="en-US" sz="1600" b="0" i="0" u="none" strike="noStrike" cap="none" normalizeH="0" baseline="0" smtClean="0">
                <a:ln>
                  <a:noFill/>
                </a:ln>
                <a:solidFill>
                  <a:srgbClr val="FFFFFF"/>
                </a:solidFill>
                <a:effectLst/>
                <a:latin typeface="微软雅黑" panose="020B0503020204020204" charset="-122"/>
                <a:ea typeface="微软雅黑" panose="020B0503020204020204" charset="-122"/>
              </a:rPr>
              <a:t>D</a:t>
            </a:r>
            <a:endParaRPr kumimoji="1" lang="zh-CN" altLang="en-US" sz="1600" b="0" i="0" u="none" strike="noStrike" cap="none" normalizeH="0" baseline="0" smtClean="0">
              <a:ln>
                <a:noFill/>
              </a:ln>
              <a:solidFill>
                <a:srgbClr val="FFFFFF"/>
              </a:solidFill>
              <a:effectLst/>
              <a:latin typeface="微软雅黑" panose="020B0503020204020204" charset="-122"/>
              <a:ea typeface="微软雅黑" panose="020B0503020204020204" charset="-122"/>
            </a:endParaRPr>
          </a:p>
        </p:txBody>
      </p:sp>
      <p:sp>
        <p:nvSpPr>
          <p:cNvPr id="12" name="圆角矩形 11"/>
          <p:cNvSpPr/>
          <p:nvPr>
            <p:custDataLst>
              <p:tags r:id="rId10"/>
            </p:custDataLst>
          </p:nvPr>
        </p:nvSpPr>
        <p:spPr>
          <a:xfrm>
            <a:off x="6172200" y="6214745"/>
            <a:ext cx="1543050" cy="411480"/>
          </a:xfrm>
          <a:prstGeom prst="roundRect">
            <a:avLst/>
          </a:prstGeom>
          <a:solidFill>
            <a:srgbClr val="808080"/>
          </a:solidFill>
          <a:ln w="38100" cap="flat" cmpd="sng" algn="ctr">
            <a:solidFill>
              <a:srgbClr val="000000"/>
            </a:solidFill>
            <a:prstDash val="solid"/>
            <a:round/>
            <a:headEnd type="none" w="med" len="med"/>
            <a:tailEnd type="none" w="med" len="med"/>
          </a:ln>
        </p:spPr>
        <p:txBody>
          <a:bodyPr vert="horz" wrap="square" lIns="90000" tIns="46800" rIns="90000" bIns="46800" numCol="1" anchor="ctr" anchorCtr="1" compatLnSpc="1">
            <a:noAutofit/>
          </a:bodyPr>
          <a:p>
            <a:pPr marL="0" marR="0" indent="0" algn="l" defTabSz="914400" rtl="0" eaLnBrk="1" fontAlgn="base" latinLnBrk="0" hangingPunct="1">
              <a:lnSpc>
                <a:spcPct val="100000"/>
              </a:lnSpc>
              <a:spcBef>
                <a:spcPct val="0"/>
              </a:spcBef>
              <a:spcAft>
                <a:spcPct val="0"/>
              </a:spcAft>
              <a:buClrTx/>
              <a:buSzTx/>
              <a:buFontTx/>
              <a:buNone/>
            </a:pPr>
            <a:r>
              <a:rPr kumimoji="1" lang="zh-CN" altLang="en-US" sz="1600" b="0" i="0" u="none" strike="noStrike" cap="none" normalizeH="0" baseline="0" smtClean="0">
                <a:ln>
                  <a:noFill/>
                </a:ln>
                <a:solidFill>
                  <a:srgbClr val="FFFFFF"/>
                </a:solidFill>
                <a:effectLst/>
                <a:latin typeface="微软雅黑" panose="020B0503020204020204" charset="-122"/>
                <a:ea typeface="微软雅黑" panose="020B0503020204020204" charset="-122"/>
              </a:rPr>
              <a:t>提交</a:t>
            </a:r>
            <a:endParaRPr kumimoji="1" lang="zh-CN" altLang="en-US" sz="1600" b="0" i="0" u="none" strike="noStrike" cap="none" normalizeH="0" baseline="0" smtClean="0">
              <a:ln>
                <a:noFill/>
              </a:ln>
              <a:solidFill>
                <a:srgbClr val="FFFFFF"/>
              </a:solidFill>
              <a:effectLst/>
              <a:latin typeface="微软雅黑" panose="020B0503020204020204" charset="-122"/>
              <a:ea typeface="微软雅黑" panose="020B0503020204020204" charset="-122"/>
            </a:endParaRPr>
          </a:p>
        </p:txBody>
      </p:sp>
      <p:grpSp>
        <p:nvGrpSpPr>
          <p:cNvPr id="17" name="组合 16"/>
          <p:cNvGrpSpPr/>
          <p:nvPr>
            <p:custDataLst>
              <p:tags r:id="rId11"/>
            </p:custDataLst>
          </p:nvPr>
        </p:nvGrpSpPr>
        <p:grpSpPr>
          <a:xfrm>
            <a:off x="0" y="0"/>
            <a:ext cx="9144000" cy="635000"/>
            <a:chOff x="0" y="0"/>
            <a:chExt cx="14400" cy="1000"/>
          </a:xfrm>
        </p:grpSpPr>
        <p:sp>
          <p:nvSpPr>
            <p:cNvPr id="13" name="TitleBackground"/>
            <p:cNvSpPr/>
            <p:nvPr>
              <p:custDataLst>
                <p:tags r:id="rId12"/>
              </p:custDataLst>
            </p:nvPr>
          </p:nvSpPr>
          <p:spPr>
            <a:xfrm>
              <a:off x="0" y="0"/>
              <a:ext cx="14400" cy="1000"/>
            </a:xfrm>
            <a:prstGeom prst="rect">
              <a:avLst/>
            </a:prstGeom>
            <a:solidFill>
              <a:srgbClr val="F6F7F8"/>
            </a:solidFill>
            <a:ln w="9525" cap="flat" cmpd="sng" algn="ctr">
              <a:noFill/>
              <a:prstDash val="solid"/>
              <a:round/>
              <a:headEnd type="none" w="med" len="med"/>
              <a:tailEnd type="none" w="med" len="med"/>
            </a:ln>
          </p:spPr>
          <p:txBody>
            <a:bodyPr vert="horz" wrap="square" lIns="90000" tIns="46800" rIns="90000" bIns="46800" numCol="1" anchor="t" anchorCtr="0" compatLnSpc="1"/>
            <a:p>
              <a:pPr marL="0" marR="0" indent="0" algn="l" defTabSz="914400" rtl="0" eaLnBrk="1" fontAlgn="base" latinLnBrk="0" hangingPunct="1">
                <a:lnSpc>
                  <a:spcPct val="100000"/>
                </a:lnSpc>
                <a:spcBef>
                  <a:spcPct val="0"/>
                </a:spcBef>
                <a:spcAft>
                  <a:spcPct val="0"/>
                </a:spcAft>
                <a:buClrTx/>
                <a:buSzTx/>
                <a:buFontTx/>
                <a:buNone/>
              </a:pPr>
              <a:endParaRPr kumimoji="1" lang="zh-CN" altLang="en-US" sz="2200" b="0" i="0" u="none" strike="noStrike" cap="none" normalizeH="0" baseline="0" smtClean="0">
                <a:ln>
                  <a:noFill/>
                </a:ln>
                <a:solidFill>
                  <a:schemeClr val="tx1"/>
                </a:solidFill>
                <a:effectLst/>
                <a:latin typeface="Tahoma" panose="020B0604030504040204" pitchFamily="34" charset="0"/>
                <a:ea typeface="华文中宋" panose="02010600040101010101" pitchFamily="2" charset="-122"/>
              </a:endParaRPr>
            </a:p>
          </p:txBody>
        </p:sp>
        <p:sp>
          <p:nvSpPr>
            <p:cNvPr id="14" name="ColorBlock"/>
            <p:cNvSpPr/>
            <p:nvPr>
              <p:custDataLst>
                <p:tags r:id="rId13"/>
              </p:custDataLst>
            </p:nvPr>
          </p:nvSpPr>
          <p:spPr>
            <a:xfrm>
              <a:off x="0" y="0"/>
              <a:ext cx="300" cy="1000"/>
            </a:xfrm>
            <a:prstGeom prst="rect">
              <a:avLst/>
            </a:prstGeom>
            <a:solidFill>
              <a:srgbClr val="639EF4"/>
            </a:solidFill>
            <a:ln w="9525" cap="flat" cmpd="sng" algn="ctr">
              <a:noFill/>
              <a:prstDash val="solid"/>
              <a:round/>
              <a:headEnd type="none" w="med" len="med"/>
              <a:tailEnd type="none" w="med" len="med"/>
            </a:ln>
          </p:spPr>
          <p:txBody>
            <a:bodyPr vert="horz" wrap="square" lIns="90000" tIns="46800" rIns="90000" bIns="46800" numCol="1" anchor="t" anchorCtr="0" compatLnSpc="1"/>
            <a:p>
              <a:pPr marL="0" marR="0" indent="0" algn="l" defTabSz="914400" rtl="0" eaLnBrk="1" fontAlgn="base" latinLnBrk="0" hangingPunct="1">
                <a:lnSpc>
                  <a:spcPct val="100000"/>
                </a:lnSpc>
                <a:spcBef>
                  <a:spcPct val="0"/>
                </a:spcBef>
                <a:spcAft>
                  <a:spcPct val="0"/>
                </a:spcAft>
                <a:buClrTx/>
                <a:buSzTx/>
                <a:buFontTx/>
                <a:buNone/>
              </a:pPr>
              <a:endParaRPr kumimoji="1" lang="zh-CN" altLang="en-US" sz="2200" b="0" i="0" u="none" strike="noStrike" cap="none" normalizeH="0" baseline="0" smtClean="0">
                <a:ln>
                  <a:noFill/>
                </a:ln>
                <a:solidFill>
                  <a:schemeClr val="tx1"/>
                </a:solidFill>
                <a:effectLst/>
                <a:latin typeface="Tahoma" panose="020B0604030504040204" pitchFamily="34" charset="0"/>
                <a:ea typeface="华文中宋" panose="02010600040101010101" pitchFamily="2" charset="-122"/>
              </a:endParaRPr>
            </a:p>
          </p:txBody>
        </p:sp>
        <p:sp>
          <p:nvSpPr>
            <p:cNvPr id="15" name="TypeText"/>
            <p:cNvSpPr txBox="1"/>
            <p:nvPr>
              <p:custDataLst>
                <p:tags r:id="rId14"/>
              </p:custDataLst>
            </p:nvPr>
          </p:nvSpPr>
          <p:spPr>
            <a:xfrm>
              <a:off x="400" y="0"/>
              <a:ext cx="3000" cy="1000"/>
            </a:xfrm>
            <a:prstGeom prst="rect">
              <a:avLst/>
            </a:prstGeom>
            <a:noFill/>
          </p:spPr>
          <p:txBody>
            <a:bodyPr wrap="none" rtlCol="0" anchor="ctr" anchorCtr="0">
              <a:noAutofit/>
            </a:bodyPr>
            <a:p>
              <a:pPr lvl="0" algn="l">
                <a:buNone/>
              </a:pPr>
              <a:r>
                <a:rPr lang="zh-CN" altLang="en-US" sz="2600">
                  <a:solidFill>
                    <a:srgbClr val="000000"/>
                  </a:solidFill>
                  <a:latin typeface="微软雅黑" panose="020B0503020204020204" charset="-122"/>
                  <a:ea typeface="微软雅黑" panose="020B0503020204020204" charset="-122"/>
                </a:rPr>
                <a:t>单选题</a:t>
              </a:r>
              <a:endParaRPr lang="zh-CN" altLang="en-US" sz="2600">
                <a:solidFill>
                  <a:srgbClr val="000000"/>
                </a:solidFill>
                <a:latin typeface="微软雅黑" panose="020B0503020204020204" charset="-122"/>
                <a:ea typeface="微软雅黑" panose="020B0503020204020204" charset="-122"/>
              </a:endParaRPr>
            </a:p>
          </p:txBody>
        </p:sp>
        <p:sp>
          <p:nvSpPr>
            <p:cNvPr id="16" name="TipText"/>
            <p:cNvSpPr txBox="1"/>
            <p:nvPr>
              <p:custDataLst>
                <p:tags r:id="rId15"/>
              </p:custDataLst>
            </p:nvPr>
          </p:nvSpPr>
          <p:spPr>
            <a:xfrm>
              <a:off x="2248" y="172"/>
              <a:ext cx="3600" cy="800"/>
            </a:xfrm>
            <a:prstGeom prst="rect">
              <a:avLst/>
            </a:prstGeom>
            <a:noFill/>
          </p:spPr>
          <p:txBody>
            <a:bodyPr wrap="none" rtlCol="0" anchor="ctr" anchorCtr="0">
              <a:noAutofit/>
            </a:bodyPr>
            <a:p>
              <a:pPr lvl="0" algn="l">
                <a:buNone/>
              </a:pPr>
              <a:r>
                <a:rPr lang="zh-CN" altLang="en-US" sz="2000">
                  <a:solidFill>
                    <a:srgbClr val="808080"/>
                  </a:solidFill>
                  <a:latin typeface="微软雅黑" panose="020B0503020204020204" charset="-122"/>
                  <a:ea typeface="微软雅黑" panose="020B0503020204020204" charset="-122"/>
                  <a:cs typeface="微软雅黑" panose="020B0503020204020204" charset="-122"/>
                </a:rPr>
                <a:t>2分</a:t>
              </a:r>
              <a:endParaRPr lang="zh-CN" altLang="en-US" sz="2000">
                <a:solidFill>
                  <a:srgbClr val="808080"/>
                </a:solidFill>
                <a:latin typeface="微软雅黑" panose="020B0503020204020204" charset="-122"/>
                <a:ea typeface="微软雅黑" panose="020B0503020204020204" charset="-122"/>
                <a:cs typeface="微软雅黑" panose="020B0503020204020204" charset="-122"/>
              </a:endParaRPr>
            </a:p>
          </p:txBody>
        </p:sp>
      </p:grpSp>
      <p:pic>
        <p:nvPicPr>
          <p:cNvPr id="2" name="图片 1" descr="tmpBDBE"/>
          <p:cNvPicPr>
            <a:picLocks noChangeAspect="1"/>
          </p:cNvPicPr>
          <p:nvPr>
            <p:custDataLst>
              <p:tags r:id="rId16"/>
            </p:custDataLst>
          </p:nvPr>
        </p:nvPicPr>
        <p:blipFill>
          <a:blip r:embed="rId17"/>
          <a:stretch>
            <a:fillRect/>
          </a:stretch>
        </p:blipFill>
        <p:spPr>
          <a:xfrm>
            <a:off x="7594600" y="63500"/>
            <a:ext cx="1422400" cy="508000"/>
          </a:xfrm>
          <a:prstGeom prst="rect">
            <a:avLst/>
          </a:prstGeom>
        </p:spPr>
      </p:pic>
    </p:spTree>
    <p:custDataLst>
      <p:tags r:id="rId18"/>
    </p:custDataLst>
  </p:cSld>
  <p:clrMapOvr>
    <a:masterClrMapping/>
  </p:clrMapOvr>
  <p:transition>
    <p:wipe dir="r"/>
  </p:transition>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文本框 2"/>
          <p:cNvSpPr txBox="1"/>
          <p:nvPr>
            <p:custDataLst>
              <p:tags r:id="rId1"/>
            </p:custDataLst>
          </p:nvPr>
        </p:nvSpPr>
        <p:spPr>
          <a:xfrm>
            <a:off x="914400" y="635000"/>
            <a:ext cx="7315200" cy="2143125"/>
          </a:xfrm>
          <a:prstGeom prst="rect">
            <a:avLst/>
          </a:prstGeom>
          <a:noFill/>
        </p:spPr>
        <p:txBody>
          <a:bodyPr wrap="square" rtlCol="0" anchor="ctr" anchorCtr="0">
            <a:noAutofit/>
          </a:bodyPr>
          <a:p>
            <a:pPr lvl="0" algn="l">
              <a:buNone/>
            </a:pPr>
            <a:r>
              <a:rPr lang="en-US" altLang="zh-CN" sz="2600" b="1">
                <a:solidFill>
                  <a:schemeClr val="accent4">
                    <a:lumMod val="75000"/>
                  </a:schemeClr>
                </a:solidFill>
                <a:latin typeface="宋体" panose="02010600030101010101" pitchFamily="2" charset="-122"/>
                <a:ea typeface="宋体" panose="02010600030101010101" pitchFamily="2" charset="-122"/>
                <a:cs typeface="宋体" panose="02010600030101010101" pitchFamily="2" charset="-122"/>
                <a:sym typeface="+mn-ea"/>
              </a:rPr>
              <a:t>3</a:t>
            </a:r>
            <a:r>
              <a:rPr lang="zh-CN" altLang="en-US" sz="2600" b="1">
                <a:solidFill>
                  <a:schemeClr val="accent4">
                    <a:lumMod val="75000"/>
                  </a:schemeClr>
                </a:solidFill>
                <a:latin typeface="宋体" panose="02010600030101010101" pitchFamily="2" charset="-122"/>
                <a:ea typeface="宋体" panose="02010600030101010101" pitchFamily="2" charset="-122"/>
                <a:cs typeface="宋体" panose="02010600030101010101" pitchFamily="2" charset="-122"/>
                <a:sym typeface="+mn-ea"/>
              </a:rPr>
              <a:t>、为了保证轴承内圈与轴肩端面的良好接触，轴承的圆角半径</a:t>
            </a:r>
            <a:r>
              <a:rPr lang="en-US" altLang="zh-CN" sz="2600" b="1">
                <a:solidFill>
                  <a:schemeClr val="accent4">
                    <a:lumMod val="75000"/>
                  </a:schemeClr>
                </a:solidFill>
                <a:latin typeface="宋体" panose="02010600030101010101" pitchFamily="2" charset="-122"/>
                <a:ea typeface="宋体" panose="02010600030101010101" pitchFamily="2" charset="-122"/>
                <a:cs typeface="宋体" panose="02010600030101010101" pitchFamily="2" charset="-122"/>
                <a:sym typeface="+mn-ea"/>
              </a:rPr>
              <a:t>R</a:t>
            </a:r>
            <a:r>
              <a:rPr lang="zh-CN" altLang="en-US" sz="2600" b="1">
                <a:solidFill>
                  <a:schemeClr val="accent4">
                    <a:lumMod val="75000"/>
                  </a:schemeClr>
                </a:solidFill>
                <a:latin typeface="宋体" panose="02010600030101010101" pitchFamily="2" charset="-122"/>
                <a:ea typeface="宋体" panose="02010600030101010101" pitchFamily="2" charset="-122"/>
                <a:cs typeface="宋体" panose="02010600030101010101" pitchFamily="2" charset="-122"/>
                <a:sym typeface="+mn-ea"/>
              </a:rPr>
              <a:t>与轴肩处的圆角半径</a:t>
            </a:r>
            <a:r>
              <a:rPr lang="en-US" altLang="zh-CN" sz="2600" b="1">
                <a:solidFill>
                  <a:schemeClr val="accent4">
                    <a:lumMod val="75000"/>
                  </a:schemeClr>
                </a:solidFill>
                <a:latin typeface="宋体" panose="02010600030101010101" pitchFamily="2" charset="-122"/>
                <a:ea typeface="宋体" panose="02010600030101010101" pitchFamily="2" charset="-122"/>
                <a:cs typeface="宋体" panose="02010600030101010101" pitchFamily="2" charset="-122"/>
                <a:sym typeface="+mn-ea"/>
              </a:rPr>
              <a:t>r</a:t>
            </a:r>
            <a:r>
              <a:rPr lang="zh-CN" altLang="en-US" sz="2600" b="1">
                <a:solidFill>
                  <a:schemeClr val="accent4">
                    <a:lumMod val="75000"/>
                  </a:schemeClr>
                </a:solidFill>
                <a:latin typeface="宋体" panose="02010600030101010101" pitchFamily="2" charset="-122"/>
                <a:ea typeface="宋体" panose="02010600030101010101" pitchFamily="2" charset="-122"/>
                <a:cs typeface="宋体" panose="02010600030101010101" pitchFamily="2" charset="-122"/>
                <a:sym typeface="+mn-ea"/>
              </a:rPr>
              <a:t>应有</a:t>
            </a:r>
            <a:r>
              <a:rPr lang="en-US" sz="2600" b="1">
                <a:solidFill>
                  <a:schemeClr val="accent4">
                    <a:lumMod val="75000"/>
                  </a:schemeClr>
                </a:solidFill>
                <a:latin typeface="宋体" panose="02010600030101010101" pitchFamily="2" charset="-122"/>
                <a:ea typeface="宋体" panose="02010600030101010101" pitchFamily="2" charset="-122"/>
                <a:cs typeface="宋体" panose="02010600030101010101" pitchFamily="2" charset="-122"/>
                <a:sym typeface="+mn-ea"/>
              </a:rPr>
              <a:t>____</a:t>
            </a:r>
            <a:r>
              <a:rPr lang="zh-CN" sz="2600" b="1">
                <a:solidFill>
                  <a:schemeClr val="accent4">
                    <a:lumMod val="75000"/>
                  </a:schemeClr>
                </a:solidFill>
                <a:latin typeface="宋体" panose="02010600030101010101" pitchFamily="2" charset="-122"/>
                <a:ea typeface="宋体" panose="02010600030101010101" pitchFamily="2" charset="-122"/>
                <a:cs typeface="宋体" panose="02010600030101010101" pitchFamily="2" charset="-122"/>
                <a:sym typeface="+mn-ea"/>
              </a:rPr>
              <a:t>。</a:t>
            </a:r>
            <a:endParaRPr lang="zh-CN" altLang="en-US" sz="2600">
              <a:solidFill>
                <a:srgbClr val="000000"/>
              </a:solidFill>
              <a:latin typeface="微软雅黑" panose="020B0503020204020204" charset="-122"/>
              <a:ea typeface="微软雅黑" panose="020B0503020204020204" charset="-122"/>
            </a:endParaRPr>
          </a:p>
        </p:txBody>
      </p:sp>
      <p:sp>
        <p:nvSpPr>
          <p:cNvPr id="4" name="文本框 3"/>
          <p:cNvSpPr txBox="1"/>
          <p:nvPr>
            <p:custDataLst>
              <p:tags r:id="rId2"/>
            </p:custDataLst>
          </p:nvPr>
        </p:nvSpPr>
        <p:spPr>
          <a:xfrm>
            <a:off x="1828800" y="2785745"/>
            <a:ext cx="6400800" cy="642620"/>
          </a:xfrm>
          <a:prstGeom prst="rect">
            <a:avLst/>
          </a:prstGeom>
          <a:noFill/>
        </p:spPr>
        <p:txBody>
          <a:bodyPr wrap="square" rtlCol="0" anchor="ctr" anchorCtr="0">
            <a:noAutofit/>
          </a:bodyPr>
          <a:p>
            <a:pPr lvl="0" algn="l">
              <a:buNone/>
            </a:pPr>
            <a:r>
              <a:rPr lang="en-US" sz="2600" b="1">
                <a:solidFill>
                  <a:schemeClr val="accent4">
                    <a:lumMod val="75000"/>
                  </a:schemeClr>
                </a:solidFill>
                <a:latin typeface="宋体" panose="02010600030101010101" pitchFamily="2" charset="-122"/>
                <a:ea typeface="宋体" panose="02010600030101010101" pitchFamily="2" charset="-122"/>
                <a:cs typeface="宋体" panose="02010600030101010101" pitchFamily="2" charset="-122"/>
                <a:sym typeface="+mn-ea"/>
              </a:rPr>
              <a:t>R=r</a:t>
            </a:r>
            <a:r>
              <a:rPr lang="en-US" altLang="zh-CN" sz="2600" b="1">
                <a:solidFill>
                  <a:schemeClr val="accent4">
                    <a:lumMod val="75000"/>
                  </a:schemeClr>
                </a:solidFill>
                <a:latin typeface="宋体" panose="02010600030101010101" pitchFamily="2" charset="-122"/>
                <a:ea typeface="宋体" panose="02010600030101010101" pitchFamily="2" charset="-122"/>
                <a:cs typeface="宋体" panose="02010600030101010101" pitchFamily="2" charset="-122"/>
                <a:sym typeface="+mn-ea"/>
              </a:rPr>
              <a:t> </a:t>
            </a:r>
            <a:endParaRPr lang="zh-CN" altLang="en-US" sz="2600">
              <a:solidFill>
                <a:srgbClr val="000000"/>
              </a:solidFill>
              <a:latin typeface="微软雅黑" panose="020B0503020204020204" charset="-122"/>
              <a:ea typeface="微软雅黑" panose="020B0503020204020204" charset="-122"/>
            </a:endParaRPr>
          </a:p>
        </p:txBody>
      </p:sp>
      <p:sp>
        <p:nvSpPr>
          <p:cNvPr id="5" name="文本框 4"/>
          <p:cNvSpPr txBox="1"/>
          <p:nvPr>
            <p:custDataLst>
              <p:tags r:id="rId3"/>
            </p:custDataLst>
          </p:nvPr>
        </p:nvSpPr>
        <p:spPr>
          <a:xfrm>
            <a:off x="1828800" y="3642995"/>
            <a:ext cx="6400800" cy="642620"/>
          </a:xfrm>
          <a:prstGeom prst="rect">
            <a:avLst/>
          </a:prstGeom>
          <a:noFill/>
        </p:spPr>
        <p:txBody>
          <a:bodyPr wrap="square" rtlCol="0" anchor="ctr" anchorCtr="0">
            <a:noAutofit/>
          </a:bodyPr>
          <a:p>
            <a:pPr lvl="0" algn="l">
              <a:buNone/>
            </a:pPr>
            <a:r>
              <a:rPr lang="en-US" sz="2600" b="1">
                <a:solidFill>
                  <a:schemeClr val="accent4">
                    <a:lumMod val="75000"/>
                  </a:schemeClr>
                </a:solidFill>
                <a:latin typeface="宋体" panose="02010600030101010101" pitchFamily="2" charset="-122"/>
                <a:ea typeface="宋体" panose="02010600030101010101" pitchFamily="2" charset="-122"/>
                <a:cs typeface="宋体" panose="02010600030101010101" pitchFamily="2" charset="-122"/>
                <a:sym typeface="+mn-ea"/>
              </a:rPr>
              <a:t>R&gt;r</a:t>
            </a:r>
            <a:endParaRPr lang="zh-CN" altLang="en-US" sz="2600">
              <a:solidFill>
                <a:srgbClr val="000000"/>
              </a:solidFill>
              <a:latin typeface="微软雅黑" panose="020B0503020204020204" charset="-122"/>
              <a:ea typeface="微软雅黑" panose="020B0503020204020204" charset="-122"/>
            </a:endParaRPr>
          </a:p>
        </p:txBody>
      </p:sp>
      <p:sp>
        <p:nvSpPr>
          <p:cNvPr id="6" name="文本框 5"/>
          <p:cNvSpPr txBox="1"/>
          <p:nvPr>
            <p:custDataLst>
              <p:tags r:id="rId4"/>
            </p:custDataLst>
          </p:nvPr>
        </p:nvSpPr>
        <p:spPr>
          <a:xfrm>
            <a:off x="1908175" y="4509135"/>
            <a:ext cx="6400800" cy="642620"/>
          </a:xfrm>
          <a:prstGeom prst="rect">
            <a:avLst/>
          </a:prstGeom>
          <a:noFill/>
        </p:spPr>
        <p:txBody>
          <a:bodyPr wrap="square" rtlCol="0" anchor="ctr" anchorCtr="0">
            <a:noAutofit/>
          </a:bodyPr>
          <a:p>
            <a:pPr lvl="0" algn="l">
              <a:buNone/>
            </a:pPr>
            <a:r>
              <a:rPr lang="en-US" sz="2600" b="1">
                <a:solidFill>
                  <a:schemeClr val="accent4">
                    <a:lumMod val="75000"/>
                  </a:schemeClr>
                </a:solidFill>
                <a:latin typeface="宋体" panose="02010600030101010101" pitchFamily="2" charset="-122"/>
                <a:ea typeface="宋体" panose="02010600030101010101" pitchFamily="2" charset="-122"/>
                <a:cs typeface="宋体" panose="02010600030101010101" pitchFamily="2" charset="-122"/>
                <a:sym typeface="+mn-ea"/>
              </a:rPr>
              <a:t>R&lt;r</a:t>
            </a:r>
            <a:endParaRPr lang="zh-CN" altLang="en-US" sz="2600">
              <a:solidFill>
                <a:srgbClr val="000000"/>
              </a:solidFill>
              <a:latin typeface="微软雅黑" panose="020B0503020204020204" charset="-122"/>
              <a:ea typeface="微软雅黑" panose="020B0503020204020204" charset="-122"/>
            </a:endParaRPr>
          </a:p>
        </p:txBody>
      </p:sp>
      <p:sp>
        <p:nvSpPr>
          <p:cNvPr id="8" name="椭圆 7"/>
          <p:cNvSpPr>
            <a:spLocks noChangeAspect="1"/>
          </p:cNvSpPr>
          <p:nvPr>
            <p:custDataLst>
              <p:tags r:id="rId5"/>
            </p:custDataLst>
          </p:nvPr>
        </p:nvSpPr>
        <p:spPr>
          <a:xfrm>
            <a:off x="1114425" y="2849880"/>
            <a:ext cx="514350" cy="514350"/>
          </a:xfrm>
          <a:prstGeom prst="ellipse">
            <a:avLst/>
          </a:prstGeom>
          <a:solidFill>
            <a:srgbClr val="808080"/>
          </a:solidFill>
          <a:ln w="12700" cap="flat" cmpd="sng" algn="ctr">
            <a:solidFill>
              <a:srgbClr val="000000"/>
            </a:solidFill>
            <a:prstDash val="solid"/>
            <a:round/>
            <a:headEnd type="none" w="med" len="med"/>
            <a:tailEnd type="none" w="med" len="med"/>
          </a:ln>
        </p:spPr>
        <p:txBody>
          <a:bodyPr vert="horz" wrap="square" lIns="90000" tIns="46800" rIns="90000" bIns="46800" numCol="1" anchor="ctr" anchorCtr="1" compatLnSpc="1">
            <a:noAutofit/>
          </a:bodyPr>
          <a:p>
            <a:pPr marL="0" marR="0" indent="0" algn="l" defTabSz="914400" rtl="0" eaLnBrk="1" fontAlgn="base" latinLnBrk="0" hangingPunct="1">
              <a:lnSpc>
                <a:spcPct val="100000"/>
              </a:lnSpc>
              <a:spcBef>
                <a:spcPct val="0"/>
              </a:spcBef>
              <a:spcAft>
                <a:spcPct val="0"/>
              </a:spcAft>
              <a:buClrTx/>
              <a:buSzTx/>
              <a:buFontTx/>
              <a:buNone/>
            </a:pPr>
            <a:r>
              <a:rPr kumimoji="1" lang="zh-CN" altLang="en-US" sz="1600" b="0" i="0" u="none" strike="noStrike" cap="none" normalizeH="0" baseline="0" smtClean="0">
                <a:ln>
                  <a:noFill/>
                </a:ln>
                <a:solidFill>
                  <a:srgbClr val="FFFFFF"/>
                </a:solidFill>
                <a:effectLst/>
                <a:latin typeface="微软雅黑" panose="020B0503020204020204" charset="-122"/>
                <a:ea typeface="微软雅黑" panose="020B0503020204020204" charset="-122"/>
              </a:rPr>
              <a:t>A</a:t>
            </a:r>
            <a:endParaRPr kumimoji="1" lang="zh-CN" altLang="en-US" sz="1600" b="0" i="0" u="none" strike="noStrike" cap="none" normalizeH="0" baseline="0" smtClean="0">
              <a:ln>
                <a:noFill/>
              </a:ln>
              <a:solidFill>
                <a:srgbClr val="FFFFFF"/>
              </a:solidFill>
              <a:effectLst/>
              <a:latin typeface="微软雅黑" panose="020B0503020204020204" charset="-122"/>
              <a:ea typeface="微软雅黑" panose="020B0503020204020204" charset="-122"/>
            </a:endParaRPr>
          </a:p>
        </p:txBody>
      </p:sp>
      <p:sp>
        <p:nvSpPr>
          <p:cNvPr id="9" name="椭圆 8"/>
          <p:cNvSpPr>
            <a:spLocks noChangeAspect="1"/>
          </p:cNvSpPr>
          <p:nvPr>
            <p:custDataLst>
              <p:tags r:id="rId6"/>
            </p:custDataLst>
          </p:nvPr>
        </p:nvSpPr>
        <p:spPr>
          <a:xfrm>
            <a:off x="1114425" y="3707130"/>
            <a:ext cx="514350" cy="514350"/>
          </a:xfrm>
          <a:prstGeom prst="ellipse">
            <a:avLst/>
          </a:prstGeom>
          <a:solidFill>
            <a:srgbClr val="00FF00"/>
          </a:solidFill>
          <a:ln w="25400" cap="flat" cmpd="sng" algn="ctr">
            <a:solidFill>
              <a:srgbClr val="000000"/>
            </a:solidFill>
            <a:prstDash val="solid"/>
            <a:round/>
            <a:headEnd type="none" w="med" len="med"/>
            <a:tailEnd type="none" w="med" len="med"/>
          </a:ln>
        </p:spPr>
        <p:txBody>
          <a:bodyPr vert="horz" wrap="square" lIns="90000" tIns="46800" rIns="90000" bIns="46800" numCol="1" anchor="ctr" anchorCtr="1" compatLnSpc="1">
            <a:noAutofit/>
          </a:bodyPr>
          <a:p>
            <a:pPr marL="0" marR="0" indent="0" algn="l" defTabSz="914400" rtl="0" eaLnBrk="1" fontAlgn="base" latinLnBrk="0" hangingPunct="1">
              <a:lnSpc>
                <a:spcPct val="100000"/>
              </a:lnSpc>
              <a:spcBef>
                <a:spcPct val="0"/>
              </a:spcBef>
              <a:spcAft>
                <a:spcPct val="0"/>
              </a:spcAft>
              <a:buClrTx/>
              <a:buSzTx/>
              <a:buFontTx/>
              <a:buNone/>
            </a:pPr>
            <a:r>
              <a:rPr kumimoji="1" lang="zh-CN" altLang="en-US" sz="1600" b="0" i="0" u="none" strike="noStrike" cap="none" normalizeH="0" baseline="0" smtClean="0">
                <a:ln>
                  <a:noFill/>
                </a:ln>
                <a:solidFill>
                  <a:srgbClr val="FFFFFF"/>
                </a:solidFill>
                <a:effectLst/>
                <a:latin typeface="微软雅黑" panose="020B0503020204020204" charset="-122"/>
                <a:ea typeface="微软雅黑" panose="020B0503020204020204" charset="-122"/>
              </a:rPr>
              <a:t>B</a:t>
            </a:r>
            <a:endParaRPr kumimoji="1" lang="zh-CN" altLang="en-US" sz="1600" b="0" i="0" u="none" strike="noStrike" cap="none" normalizeH="0" baseline="0" smtClean="0">
              <a:ln>
                <a:noFill/>
              </a:ln>
              <a:solidFill>
                <a:srgbClr val="FFFFFF"/>
              </a:solidFill>
              <a:effectLst/>
              <a:latin typeface="微软雅黑" panose="020B0503020204020204" charset="-122"/>
              <a:ea typeface="微软雅黑" panose="020B0503020204020204" charset="-122"/>
            </a:endParaRPr>
          </a:p>
        </p:txBody>
      </p:sp>
      <p:sp>
        <p:nvSpPr>
          <p:cNvPr id="10" name="椭圆 9"/>
          <p:cNvSpPr>
            <a:spLocks noChangeAspect="1"/>
          </p:cNvSpPr>
          <p:nvPr>
            <p:custDataLst>
              <p:tags r:id="rId7"/>
            </p:custDataLst>
          </p:nvPr>
        </p:nvSpPr>
        <p:spPr>
          <a:xfrm>
            <a:off x="1114425" y="4564380"/>
            <a:ext cx="514350" cy="514350"/>
          </a:xfrm>
          <a:prstGeom prst="ellipse">
            <a:avLst/>
          </a:prstGeom>
          <a:solidFill>
            <a:srgbClr val="808080"/>
          </a:solidFill>
          <a:ln w="12700" cap="flat" cmpd="sng" algn="ctr">
            <a:solidFill>
              <a:srgbClr val="000000"/>
            </a:solidFill>
            <a:prstDash val="solid"/>
            <a:round/>
            <a:headEnd type="none" w="med" len="med"/>
            <a:tailEnd type="none" w="med" len="med"/>
          </a:ln>
        </p:spPr>
        <p:txBody>
          <a:bodyPr vert="horz" wrap="square" lIns="90000" tIns="46800" rIns="90000" bIns="46800" numCol="1" anchor="ctr" anchorCtr="1" compatLnSpc="1">
            <a:noAutofit/>
          </a:bodyPr>
          <a:p>
            <a:pPr marL="0" marR="0" indent="0" algn="l" defTabSz="914400" rtl="0" eaLnBrk="1" fontAlgn="base" latinLnBrk="0" hangingPunct="1">
              <a:lnSpc>
                <a:spcPct val="100000"/>
              </a:lnSpc>
              <a:spcBef>
                <a:spcPct val="0"/>
              </a:spcBef>
              <a:spcAft>
                <a:spcPct val="0"/>
              </a:spcAft>
              <a:buClrTx/>
              <a:buSzTx/>
              <a:buFontTx/>
              <a:buNone/>
            </a:pPr>
            <a:r>
              <a:rPr kumimoji="1" lang="zh-CN" altLang="en-US" sz="1600" b="0" i="0" u="none" strike="noStrike" cap="none" normalizeH="0" baseline="0" smtClean="0">
                <a:ln>
                  <a:noFill/>
                </a:ln>
                <a:solidFill>
                  <a:srgbClr val="FFFFFF"/>
                </a:solidFill>
                <a:effectLst/>
                <a:latin typeface="微软雅黑" panose="020B0503020204020204" charset="-122"/>
                <a:ea typeface="微软雅黑" panose="020B0503020204020204" charset="-122"/>
              </a:rPr>
              <a:t>C</a:t>
            </a:r>
            <a:endParaRPr kumimoji="1" lang="zh-CN" altLang="en-US" sz="1600" b="0" i="0" u="none" strike="noStrike" cap="none" normalizeH="0" baseline="0" smtClean="0">
              <a:ln>
                <a:noFill/>
              </a:ln>
              <a:solidFill>
                <a:srgbClr val="FFFFFF"/>
              </a:solidFill>
              <a:effectLst/>
              <a:latin typeface="微软雅黑" panose="020B0503020204020204" charset="-122"/>
              <a:ea typeface="微软雅黑" panose="020B0503020204020204" charset="-122"/>
            </a:endParaRPr>
          </a:p>
        </p:txBody>
      </p:sp>
      <p:sp>
        <p:nvSpPr>
          <p:cNvPr id="12" name="圆角矩形 11"/>
          <p:cNvSpPr/>
          <p:nvPr>
            <p:custDataLst>
              <p:tags r:id="rId8"/>
            </p:custDataLst>
          </p:nvPr>
        </p:nvSpPr>
        <p:spPr>
          <a:xfrm>
            <a:off x="6172200" y="6214745"/>
            <a:ext cx="1543050" cy="411480"/>
          </a:xfrm>
          <a:prstGeom prst="roundRect">
            <a:avLst/>
          </a:prstGeom>
          <a:solidFill>
            <a:srgbClr val="808080"/>
          </a:solidFill>
          <a:ln w="38100" cap="flat" cmpd="sng" algn="ctr">
            <a:solidFill>
              <a:srgbClr val="000000"/>
            </a:solidFill>
            <a:prstDash val="solid"/>
            <a:round/>
            <a:headEnd type="none" w="med" len="med"/>
            <a:tailEnd type="none" w="med" len="med"/>
          </a:ln>
        </p:spPr>
        <p:txBody>
          <a:bodyPr vert="horz" wrap="square" lIns="90000" tIns="46800" rIns="90000" bIns="46800" numCol="1" anchor="ctr" anchorCtr="1" compatLnSpc="1">
            <a:noAutofit/>
          </a:bodyPr>
          <a:p>
            <a:pPr marL="0" marR="0" indent="0" algn="l" defTabSz="914400" rtl="0" eaLnBrk="1" fontAlgn="base" latinLnBrk="0" hangingPunct="1">
              <a:lnSpc>
                <a:spcPct val="100000"/>
              </a:lnSpc>
              <a:spcBef>
                <a:spcPct val="0"/>
              </a:spcBef>
              <a:spcAft>
                <a:spcPct val="0"/>
              </a:spcAft>
              <a:buClrTx/>
              <a:buSzTx/>
              <a:buFontTx/>
              <a:buNone/>
            </a:pPr>
            <a:r>
              <a:rPr kumimoji="1" lang="zh-CN" altLang="en-US" sz="1600" b="0" i="0" u="none" strike="noStrike" cap="none" normalizeH="0" baseline="0" smtClean="0">
                <a:ln>
                  <a:noFill/>
                </a:ln>
                <a:solidFill>
                  <a:srgbClr val="FFFFFF"/>
                </a:solidFill>
                <a:effectLst/>
                <a:latin typeface="微软雅黑" panose="020B0503020204020204" charset="-122"/>
                <a:ea typeface="微软雅黑" panose="020B0503020204020204" charset="-122"/>
              </a:rPr>
              <a:t>提交</a:t>
            </a:r>
            <a:endParaRPr kumimoji="1" lang="zh-CN" altLang="en-US" sz="1600" b="0" i="0" u="none" strike="noStrike" cap="none" normalizeH="0" baseline="0" smtClean="0">
              <a:ln>
                <a:noFill/>
              </a:ln>
              <a:solidFill>
                <a:srgbClr val="FFFFFF"/>
              </a:solidFill>
              <a:effectLst/>
              <a:latin typeface="微软雅黑" panose="020B0503020204020204" charset="-122"/>
              <a:ea typeface="微软雅黑" panose="020B0503020204020204" charset="-122"/>
            </a:endParaRPr>
          </a:p>
        </p:txBody>
      </p:sp>
      <p:grpSp>
        <p:nvGrpSpPr>
          <p:cNvPr id="17" name="组合 16"/>
          <p:cNvGrpSpPr/>
          <p:nvPr>
            <p:custDataLst>
              <p:tags r:id="rId9"/>
            </p:custDataLst>
          </p:nvPr>
        </p:nvGrpSpPr>
        <p:grpSpPr>
          <a:xfrm>
            <a:off x="0" y="0"/>
            <a:ext cx="9144000" cy="635000"/>
            <a:chOff x="0" y="0"/>
            <a:chExt cx="14400" cy="1000"/>
          </a:xfrm>
        </p:grpSpPr>
        <p:sp>
          <p:nvSpPr>
            <p:cNvPr id="13" name="TitleBackground"/>
            <p:cNvSpPr/>
            <p:nvPr>
              <p:custDataLst>
                <p:tags r:id="rId10"/>
              </p:custDataLst>
            </p:nvPr>
          </p:nvSpPr>
          <p:spPr>
            <a:xfrm>
              <a:off x="0" y="0"/>
              <a:ext cx="14400" cy="1000"/>
            </a:xfrm>
            <a:prstGeom prst="rect">
              <a:avLst/>
            </a:prstGeom>
            <a:solidFill>
              <a:srgbClr val="F6F7F8"/>
            </a:solidFill>
            <a:ln w="9525" cap="flat" cmpd="sng" algn="ctr">
              <a:noFill/>
              <a:prstDash val="solid"/>
              <a:round/>
              <a:headEnd type="none" w="med" len="med"/>
              <a:tailEnd type="none" w="med" len="med"/>
            </a:ln>
          </p:spPr>
          <p:txBody>
            <a:bodyPr vert="horz" wrap="square" lIns="90000" tIns="46800" rIns="90000" bIns="46800" numCol="1" anchor="t" anchorCtr="0" compatLnSpc="1"/>
            <a:p>
              <a:pPr marL="0" marR="0" indent="0" algn="l" defTabSz="914400" rtl="0" eaLnBrk="1" fontAlgn="base" latinLnBrk="0" hangingPunct="1">
                <a:lnSpc>
                  <a:spcPct val="100000"/>
                </a:lnSpc>
                <a:spcBef>
                  <a:spcPct val="0"/>
                </a:spcBef>
                <a:spcAft>
                  <a:spcPct val="0"/>
                </a:spcAft>
                <a:buClrTx/>
                <a:buSzTx/>
                <a:buFontTx/>
                <a:buNone/>
              </a:pPr>
              <a:endParaRPr kumimoji="1" lang="zh-CN" altLang="en-US" sz="2200" b="0" i="0" u="none" strike="noStrike" cap="none" normalizeH="0" baseline="0" smtClean="0">
                <a:ln>
                  <a:noFill/>
                </a:ln>
                <a:solidFill>
                  <a:schemeClr val="tx1"/>
                </a:solidFill>
                <a:effectLst/>
                <a:latin typeface="Tahoma" panose="020B0604030504040204" pitchFamily="34" charset="0"/>
                <a:ea typeface="华文中宋" panose="02010600040101010101" pitchFamily="2" charset="-122"/>
              </a:endParaRPr>
            </a:p>
          </p:txBody>
        </p:sp>
        <p:sp>
          <p:nvSpPr>
            <p:cNvPr id="14" name="ColorBlock"/>
            <p:cNvSpPr/>
            <p:nvPr>
              <p:custDataLst>
                <p:tags r:id="rId11"/>
              </p:custDataLst>
            </p:nvPr>
          </p:nvSpPr>
          <p:spPr>
            <a:xfrm>
              <a:off x="0" y="0"/>
              <a:ext cx="300" cy="1000"/>
            </a:xfrm>
            <a:prstGeom prst="rect">
              <a:avLst/>
            </a:prstGeom>
            <a:solidFill>
              <a:srgbClr val="639EF4"/>
            </a:solidFill>
            <a:ln w="9525" cap="flat" cmpd="sng" algn="ctr">
              <a:noFill/>
              <a:prstDash val="solid"/>
              <a:round/>
              <a:headEnd type="none" w="med" len="med"/>
              <a:tailEnd type="none" w="med" len="med"/>
            </a:ln>
          </p:spPr>
          <p:txBody>
            <a:bodyPr vert="horz" wrap="square" lIns="90000" tIns="46800" rIns="90000" bIns="46800" numCol="1" anchor="t" anchorCtr="0" compatLnSpc="1"/>
            <a:p>
              <a:pPr marL="0" marR="0" indent="0" algn="l" defTabSz="914400" rtl="0" eaLnBrk="1" fontAlgn="base" latinLnBrk="0" hangingPunct="1">
                <a:lnSpc>
                  <a:spcPct val="100000"/>
                </a:lnSpc>
                <a:spcBef>
                  <a:spcPct val="0"/>
                </a:spcBef>
                <a:spcAft>
                  <a:spcPct val="0"/>
                </a:spcAft>
                <a:buClrTx/>
                <a:buSzTx/>
                <a:buFontTx/>
                <a:buNone/>
              </a:pPr>
              <a:endParaRPr kumimoji="1" lang="zh-CN" altLang="en-US" sz="2200" b="0" i="0" u="none" strike="noStrike" cap="none" normalizeH="0" baseline="0" smtClean="0">
                <a:ln>
                  <a:noFill/>
                </a:ln>
                <a:solidFill>
                  <a:schemeClr val="tx1"/>
                </a:solidFill>
                <a:effectLst/>
                <a:latin typeface="Tahoma" panose="020B0604030504040204" pitchFamily="34" charset="0"/>
                <a:ea typeface="华文中宋" panose="02010600040101010101" pitchFamily="2" charset="-122"/>
              </a:endParaRPr>
            </a:p>
          </p:txBody>
        </p:sp>
        <p:sp>
          <p:nvSpPr>
            <p:cNvPr id="15" name="TypeText"/>
            <p:cNvSpPr txBox="1"/>
            <p:nvPr>
              <p:custDataLst>
                <p:tags r:id="rId12"/>
              </p:custDataLst>
            </p:nvPr>
          </p:nvSpPr>
          <p:spPr>
            <a:xfrm>
              <a:off x="400" y="0"/>
              <a:ext cx="3000" cy="1000"/>
            </a:xfrm>
            <a:prstGeom prst="rect">
              <a:avLst/>
            </a:prstGeom>
            <a:noFill/>
          </p:spPr>
          <p:txBody>
            <a:bodyPr wrap="none" rtlCol="0" anchor="ctr" anchorCtr="0">
              <a:noAutofit/>
            </a:bodyPr>
            <a:p>
              <a:pPr lvl="0" algn="l">
                <a:buNone/>
              </a:pPr>
              <a:r>
                <a:rPr lang="zh-CN" altLang="en-US" sz="2600">
                  <a:solidFill>
                    <a:srgbClr val="000000"/>
                  </a:solidFill>
                  <a:latin typeface="微软雅黑" panose="020B0503020204020204" charset="-122"/>
                  <a:ea typeface="微软雅黑" panose="020B0503020204020204" charset="-122"/>
                </a:rPr>
                <a:t>单选题</a:t>
              </a:r>
              <a:endParaRPr lang="zh-CN" altLang="en-US" sz="2600">
                <a:solidFill>
                  <a:srgbClr val="000000"/>
                </a:solidFill>
                <a:latin typeface="微软雅黑" panose="020B0503020204020204" charset="-122"/>
                <a:ea typeface="微软雅黑" panose="020B0503020204020204" charset="-122"/>
              </a:endParaRPr>
            </a:p>
          </p:txBody>
        </p:sp>
        <p:sp>
          <p:nvSpPr>
            <p:cNvPr id="16" name="TipText"/>
            <p:cNvSpPr txBox="1"/>
            <p:nvPr>
              <p:custDataLst>
                <p:tags r:id="rId13"/>
              </p:custDataLst>
            </p:nvPr>
          </p:nvSpPr>
          <p:spPr>
            <a:xfrm>
              <a:off x="2248" y="172"/>
              <a:ext cx="3600" cy="800"/>
            </a:xfrm>
            <a:prstGeom prst="rect">
              <a:avLst/>
            </a:prstGeom>
            <a:noFill/>
          </p:spPr>
          <p:txBody>
            <a:bodyPr wrap="none" rtlCol="0" anchor="ctr" anchorCtr="0">
              <a:noAutofit/>
            </a:bodyPr>
            <a:p>
              <a:pPr lvl="0" algn="l">
                <a:buNone/>
              </a:pPr>
              <a:r>
                <a:rPr lang="zh-CN" altLang="en-US" sz="2000">
                  <a:solidFill>
                    <a:srgbClr val="808080"/>
                  </a:solidFill>
                  <a:latin typeface="微软雅黑" panose="020B0503020204020204" charset="-122"/>
                  <a:ea typeface="微软雅黑" panose="020B0503020204020204" charset="-122"/>
                  <a:cs typeface="微软雅黑" panose="020B0503020204020204" charset="-122"/>
                </a:rPr>
                <a:t>2分</a:t>
              </a:r>
              <a:endParaRPr lang="zh-CN" altLang="en-US" sz="2000">
                <a:solidFill>
                  <a:srgbClr val="808080"/>
                </a:solidFill>
                <a:latin typeface="微软雅黑" panose="020B0503020204020204" charset="-122"/>
                <a:ea typeface="微软雅黑" panose="020B0503020204020204" charset="-122"/>
                <a:cs typeface="微软雅黑" panose="020B0503020204020204" charset="-122"/>
              </a:endParaRPr>
            </a:p>
          </p:txBody>
        </p:sp>
      </p:grpSp>
      <p:pic>
        <p:nvPicPr>
          <p:cNvPr id="2" name="图片 1" descr="tmpBDBE"/>
          <p:cNvPicPr>
            <a:picLocks noChangeAspect="1"/>
          </p:cNvPicPr>
          <p:nvPr>
            <p:custDataLst>
              <p:tags r:id="rId14"/>
            </p:custDataLst>
          </p:nvPr>
        </p:nvPicPr>
        <p:blipFill>
          <a:blip r:embed="rId15"/>
          <a:stretch>
            <a:fillRect/>
          </a:stretch>
        </p:blipFill>
        <p:spPr>
          <a:xfrm>
            <a:off x="7594600" y="63500"/>
            <a:ext cx="1422400" cy="508000"/>
          </a:xfrm>
          <a:prstGeom prst="rect">
            <a:avLst/>
          </a:prstGeom>
        </p:spPr>
      </p:pic>
    </p:spTree>
    <p:custDataLst>
      <p:tags r:id="rId16"/>
    </p:custDataLst>
  </p:cSld>
  <p:clrMapOvr>
    <a:masterClrMapping/>
  </p:clrMapOvr>
  <p:transition>
    <p:wipe dir="r"/>
  </p:transition>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40292" name="Picture 4"/>
          <p:cNvPicPr>
            <a:picLocks noChangeAspect="1"/>
          </p:cNvPicPr>
          <p:nvPr>
            <p:custDataLst>
              <p:tags r:id="rId1"/>
            </p:custDataLst>
          </p:nvPr>
        </p:nvPicPr>
        <p:blipFill>
          <a:blip r:embed="rId2"/>
          <a:stretch>
            <a:fillRect/>
          </a:stretch>
        </p:blipFill>
        <p:spPr>
          <a:xfrm>
            <a:off x="611505" y="2204720"/>
            <a:ext cx="3581400" cy="1581150"/>
          </a:xfrm>
          <a:prstGeom prst="rect">
            <a:avLst/>
          </a:prstGeom>
          <a:noFill/>
          <a:ln w="9525">
            <a:noFill/>
          </a:ln>
        </p:spPr>
      </p:pic>
      <p:pic>
        <p:nvPicPr>
          <p:cNvPr id="140293" name="Picture 5"/>
          <p:cNvPicPr>
            <a:picLocks noChangeAspect="1"/>
          </p:cNvPicPr>
          <p:nvPr/>
        </p:nvPicPr>
        <p:blipFill>
          <a:blip r:embed="rId3"/>
          <a:stretch>
            <a:fillRect/>
          </a:stretch>
        </p:blipFill>
        <p:spPr>
          <a:xfrm>
            <a:off x="4787900" y="2348548"/>
            <a:ext cx="3854450" cy="1535112"/>
          </a:xfrm>
          <a:prstGeom prst="rect">
            <a:avLst/>
          </a:prstGeom>
          <a:noFill/>
          <a:ln w="9525">
            <a:noFill/>
          </a:ln>
        </p:spPr>
      </p:pic>
      <p:pic>
        <p:nvPicPr>
          <p:cNvPr id="140295" name="Picture 7"/>
          <p:cNvPicPr>
            <a:picLocks noChangeAspect="1"/>
          </p:cNvPicPr>
          <p:nvPr/>
        </p:nvPicPr>
        <p:blipFill>
          <a:blip r:embed="rId4"/>
          <a:srcRect b="46862"/>
          <a:stretch>
            <a:fillRect/>
          </a:stretch>
        </p:blipFill>
        <p:spPr>
          <a:xfrm>
            <a:off x="5507990" y="4436745"/>
            <a:ext cx="1468120" cy="661352"/>
          </a:xfrm>
          <a:prstGeom prst="rect">
            <a:avLst/>
          </a:prstGeom>
          <a:noFill/>
          <a:ln w="9525">
            <a:noFill/>
          </a:ln>
        </p:spPr>
      </p:pic>
    </p:spTree>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140292"/>
                                        </p:tgtEl>
                                        <p:attrNameLst>
                                          <p:attrName>style.visibility</p:attrName>
                                        </p:attrNameLst>
                                      </p:cBhvr>
                                      <p:to>
                                        <p:strVal val="visible"/>
                                      </p:to>
                                    </p:set>
                                    <p:animEffect transition="in" filter="wipe(up)">
                                      <p:cBhvr>
                                        <p:cTn id="7" dur="500"/>
                                        <p:tgtEl>
                                          <p:spTgt spid="14029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nodeType="clickEffect">
                                  <p:stCondLst>
                                    <p:cond delay="0"/>
                                  </p:stCondLst>
                                  <p:childTnLst>
                                    <p:set>
                                      <p:cBhvr>
                                        <p:cTn id="11" dur="1" fill="hold">
                                          <p:stCondLst>
                                            <p:cond delay="0"/>
                                          </p:stCondLst>
                                        </p:cTn>
                                        <p:tgtEl>
                                          <p:spTgt spid="140293"/>
                                        </p:tgtEl>
                                        <p:attrNameLst>
                                          <p:attrName>style.visibility</p:attrName>
                                        </p:attrNameLst>
                                      </p:cBhvr>
                                      <p:to>
                                        <p:strVal val="visible"/>
                                      </p:to>
                                    </p:set>
                                    <p:animEffect transition="in" filter="wipe(up)">
                                      <p:cBhvr>
                                        <p:cTn id="12" dur="500"/>
                                        <p:tgtEl>
                                          <p:spTgt spid="140293"/>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nodeType="clickEffect">
                                  <p:stCondLst>
                                    <p:cond delay="0"/>
                                  </p:stCondLst>
                                  <p:childTnLst>
                                    <p:set>
                                      <p:cBhvr>
                                        <p:cTn id="16" dur="1" fill="hold">
                                          <p:stCondLst>
                                            <p:cond delay="0"/>
                                          </p:stCondLst>
                                        </p:cTn>
                                        <p:tgtEl>
                                          <p:spTgt spid="140295"/>
                                        </p:tgtEl>
                                        <p:attrNameLst>
                                          <p:attrName>style.visibility</p:attrName>
                                        </p:attrNameLst>
                                      </p:cBhvr>
                                      <p:to>
                                        <p:strVal val="visible"/>
                                      </p:to>
                                    </p:set>
                                    <p:animEffect transition="in" filter="wipe(up)">
                                      <p:cBhvr>
                                        <p:cTn id="17" dur="500"/>
                                        <p:tgtEl>
                                          <p:spTgt spid="14029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40290" name="Rectangle 2"/>
          <p:cNvSpPr>
            <a:spLocks noGrp="1" noChangeArrowheads="1"/>
          </p:cNvSpPr>
          <p:nvPr>
            <p:ph type="title"/>
          </p:nvPr>
        </p:nvSpPr>
        <p:spPr>
          <a:xfrm>
            <a:off x="913448" y="185103"/>
            <a:ext cx="7772400" cy="488950"/>
          </a:xfrm>
        </p:spPr>
        <p:txBody>
          <a:bodyPr/>
          <a:lstStyle/>
          <a:p>
            <a:pPr marL="0" marR="0" lvl="0" indent="0" algn="l" defTabSz="914400" rtl="0" eaLnBrk="0" fontAlgn="base" latinLnBrk="0" hangingPunct="0">
              <a:lnSpc>
                <a:spcPct val="100000"/>
              </a:lnSpc>
              <a:spcBef>
                <a:spcPct val="0"/>
              </a:spcBef>
              <a:spcAft>
                <a:spcPct val="0"/>
              </a:spcAft>
              <a:buClrTx/>
              <a:buSzTx/>
              <a:buFontTx/>
              <a:buNone/>
              <a:defRPr/>
            </a:pPr>
            <a:r>
              <a:rPr kumimoji="1" lang="zh-CN" altLang="en-US" sz="2800" i="0" u="none" strike="noStrike" kern="1200" cap="none" spc="0" normalizeH="0" baseline="0" noProof="0" dirty="0">
                <a:ln>
                  <a:noFill/>
                </a:ln>
                <a:solidFill>
                  <a:srgbClr val="C00000"/>
                </a:solidFill>
                <a:effectLst/>
                <a:uLnTx/>
                <a:uFillTx/>
                <a:latin typeface="黑体" panose="02010609060101010101" pitchFamily="49" charset="-122"/>
                <a:ea typeface="黑体" panose="02010609060101010101" pitchFamily="49" charset="-122"/>
                <a:cs typeface="+mj-cs"/>
              </a:rPr>
              <a:t>轴承组合设计例题</a:t>
            </a:r>
            <a:endParaRPr kumimoji="1" lang="zh-CN" altLang="en-US" sz="2800" i="0" u="none" strike="noStrike" kern="1200" cap="none" spc="0" normalizeH="0" baseline="0" noProof="0" dirty="0">
              <a:ln>
                <a:noFill/>
              </a:ln>
              <a:solidFill>
                <a:srgbClr val="C00000"/>
              </a:solidFill>
              <a:effectLst/>
              <a:uLnTx/>
              <a:uFillTx/>
              <a:latin typeface="黑体" panose="02010609060101010101" pitchFamily="49" charset="-122"/>
              <a:ea typeface="黑体" panose="02010609060101010101" pitchFamily="49" charset="-122"/>
              <a:cs typeface="+mj-cs"/>
            </a:endParaRPr>
          </a:p>
        </p:txBody>
      </p:sp>
      <p:sp>
        <p:nvSpPr>
          <p:cNvPr id="140291" name="Rectangle 3"/>
          <p:cNvSpPr>
            <a:spLocks noGrp="1" noChangeArrowheads="1"/>
          </p:cNvSpPr>
          <p:nvPr>
            <p:ph idx="1"/>
          </p:nvPr>
        </p:nvSpPr>
        <p:spPr>
          <a:xfrm>
            <a:off x="769303" y="776288"/>
            <a:ext cx="8135938" cy="817563"/>
          </a:xfrm>
        </p:spPr>
        <p:txBody>
          <a:bodyPr/>
          <a:lstStyle/>
          <a:p>
            <a:pPr marL="342900" marR="0" lvl="0" indent="-342900" algn="l" defTabSz="914400" rtl="0" eaLnBrk="0" fontAlgn="base" latinLnBrk="0" hangingPunct="0">
              <a:lnSpc>
                <a:spcPct val="80000"/>
              </a:lnSpc>
              <a:spcBef>
                <a:spcPct val="20000"/>
              </a:spcBef>
              <a:spcAft>
                <a:spcPct val="0"/>
              </a:spcAft>
              <a:buClr>
                <a:schemeClr val="hlink"/>
              </a:buClr>
              <a:buSzPct val="110000"/>
              <a:buFontTx/>
              <a:buNone/>
              <a:defRPr/>
            </a:pPr>
            <a:r>
              <a:rPr kumimoji="1" lang="en-US" altLang="zh-CN" sz="2800" b="1" i="0" u="none" strike="noStrike" kern="1200" cap="none" spc="0" normalizeH="0" baseline="0" noProof="0">
                <a:ln>
                  <a:noFill/>
                </a:ln>
                <a:solidFill>
                  <a:schemeClr val="tx1"/>
                </a:solidFill>
                <a:effectLst>
                  <a:outerShdw blurRad="38100" dist="38100" dir="2700000" algn="tl">
                    <a:srgbClr val="FFFFFF"/>
                  </a:outerShdw>
                </a:effectLst>
                <a:uLnTx/>
                <a:uFillTx/>
                <a:latin typeface="仿宋_GB2312" pitchFamily="49" charset="-122"/>
                <a:ea typeface="仿宋_GB2312" pitchFamily="49" charset="-122"/>
                <a:cs typeface="+mn-cs"/>
              </a:rPr>
              <a:t>      </a:t>
            </a:r>
            <a:r>
              <a:rPr kumimoji="1" lang="zh-CN" altLang="en-US" sz="2400" i="0" u="none" strike="noStrike" kern="1200" cap="none" spc="0" normalizeH="0" baseline="0" noProof="0">
                <a:ln>
                  <a:noFill/>
                </a:ln>
                <a:solidFill>
                  <a:schemeClr val="tx1"/>
                </a:solidFill>
                <a:effectLst>
                  <a:outerShdw blurRad="38100" dist="38100" dir="2700000" algn="tl">
                    <a:srgbClr val="FFFFFF"/>
                  </a:outerShdw>
                </a:effectLst>
                <a:uLnTx/>
                <a:uFillTx/>
                <a:latin typeface="黑体" panose="02010609060101010101" pitchFamily="49" charset="-122"/>
                <a:ea typeface="黑体" panose="02010609060101010101" pitchFamily="49" charset="-122"/>
                <a:cs typeface="黑体" panose="02010609060101010101" pitchFamily="49" charset="-122"/>
              </a:rPr>
              <a:t>选择轴的过渡圆角半径</a:t>
            </a:r>
            <a:r>
              <a:rPr kumimoji="1" lang="en-US" altLang="zh-CN" sz="2400" i="0" u="none" strike="noStrike" kern="1200" cap="none" spc="0" normalizeH="0" baseline="0" noProof="0">
                <a:ln>
                  <a:noFill/>
                </a:ln>
                <a:solidFill>
                  <a:schemeClr val="tx1"/>
                </a:solidFill>
                <a:effectLst>
                  <a:outerShdw blurRad="38100" dist="38100" dir="2700000" algn="tl">
                    <a:srgbClr val="FFFFFF"/>
                  </a:outerShdw>
                </a:effectLst>
                <a:uLnTx/>
                <a:uFillTx/>
                <a:latin typeface="黑体" panose="02010609060101010101" pitchFamily="49" charset="-122"/>
                <a:ea typeface="黑体" panose="02010609060101010101" pitchFamily="49" charset="-122"/>
                <a:cs typeface="黑体" panose="02010609060101010101" pitchFamily="49" charset="-122"/>
              </a:rPr>
              <a:t>r</a:t>
            </a:r>
            <a:r>
              <a:rPr kumimoji="1" lang="zh-CN" altLang="en-US" sz="2400" i="0" u="none" strike="noStrike" kern="1200" cap="none" spc="0" normalizeH="0" baseline="0" noProof="0">
                <a:ln>
                  <a:noFill/>
                </a:ln>
                <a:solidFill>
                  <a:schemeClr val="tx1"/>
                </a:solidFill>
                <a:effectLst>
                  <a:outerShdw blurRad="38100" dist="38100" dir="2700000" algn="tl">
                    <a:srgbClr val="FFFFFF"/>
                  </a:outerShdw>
                </a:effectLst>
                <a:uLnTx/>
                <a:uFillTx/>
                <a:latin typeface="黑体" panose="02010609060101010101" pitchFamily="49" charset="-122"/>
                <a:ea typeface="黑体" panose="02010609060101010101" pitchFamily="49" charset="-122"/>
                <a:cs typeface="黑体" panose="02010609060101010101" pitchFamily="49" charset="-122"/>
              </a:rPr>
              <a:t>与相配零件的圆角半径</a:t>
            </a:r>
            <a:r>
              <a:rPr kumimoji="1" lang="en-US" altLang="zh-CN" sz="2400" i="0" u="none" strike="noStrike" kern="1200" cap="none" spc="0" normalizeH="0" baseline="0" noProof="0">
                <a:ln>
                  <a:noFill/>
                </a:ln>
                <a:solidFill>
                  <a:schemeClr val="tx1"/>
                </a:solidFill>
                <a:effectLst>
                  <a:outerShdw blurRad="38100" dist="38100" dir="2700000" algn="tl">
                    <a:srgbClr val="FFFFFF"/>
                  </a:outerShdw>
                </a:effectLst>
                <a:uLnTx/>
                <a:uFillTx/>
                <a:latin typeface="黑体" panose="02010609060101010101" pitchFamily="49" charset="-122"/>
                <a:ea typeface="黑体" panose="02010609060101010101" pitchFamily="49" charset="-122"/>
                <a:cs typeface="黑体" panose="02010609060101010101" pitchFamily="49" charset="-122"/>
              </a:rPr>
              <a:t>R</a:t>
            </a:r>
            <a:r>
              <a:rPr kumimoji="1" lang="zh-CN" altLang="en-US" sz="2400" i="0" u="none" strike="noStrike" kern="1200" cap="none" spc="0" normalizeH="0" baseline="0" noProof="0">
                <a:ln>
                  <a:noFill/>
                </a:ln>
                <a:solidFill>
                  <a:schemeClr val="tx1"/>
                </a:solidFill>
                <a:effectLst>
                  <a:outerShdw blurRad="38100" dist="38100" dir="2700000" algn="tl">
                    <a:srgbClr val="FFFFFF"/>
                  </a:outerShdw>
                </a:effectLst>
                <a:uLnTx/>
                <a:uFillTx/>
                <a:latin typeface="黑体" panose="02010609060101010101" pitchFamily="49" charset="-122"/>
                <a:ea typeface="黑体" panose="02010609060101010101" pitchFamily="49" charset="-122"/>
                <a:cs typeface="黑体" panose="02010609060101010101" pitchFamily="49" charset="-122"/>
              </a:rPr>
              <a:t>或孔端倒角</a:t>
            </a:r>
            <a:r>
              <a:rPr kumimoji="1" lang="en-US" altLang="zh-CN" sz="2400" i="0" u="none" strike="noStrike" kern="1200" cap="none" spc="0" normalizeH="0" baseline="0" noProof="0">
                <a:ln>
                  <a:noFill/>
                </a:ln>
                <a:solidFill>
                  <a:schemeClr val="tx1"/>
                </a:solidFill>
                <a:effectLst>
                  <a:outerShdw blurRad="38100" dist="38100" dir="2700000" algn="tl">
                    <a:srgbClr val="FFFFFF"/>
                  </a:outerShdw>
                </a:effectLst>
                <a:uLnTx/>
                <a:uFillTx/>
                <a:latin typeface="黑体" panose="02010609060101010101" pitchFamily="49" charset="-122"/>
                <a:ea typeface="黑体" panose="02010609060101010101" pitchFamily="49" charset="-122"/>
                <a:cs typeface="黑体" panose="02010609060101010101" pitchFamily="49" charset="-122"/>
              </a:rPr>
              <a:t>c</a:t>
            </a:r>
            <a:r>
              <a:rPr kumimoji="1" lang="zh-CN" altLang="en-US" sz="2400" i="0" u="none" strike="noStrike" kern="1200" cap="none" spc="0" normalizeH="0" baseline="0" noProof="0">
                <a:ln>
                  <a:noFill/>
                </a:ln>
                <a:solidFill>
                  <a:schemeClr val="tx1"/>
                </a:solidFill>
                <a:effectLst>
                  <a:outerShdw blurRad="38100" dist="38100" dir="2700000" algn="tl">
                    <a:srgbClr val="FFFFFF"/>
                  </a:outerShdw>
                </a:effectLst>
                <a:uLnTx/>
                <a:uFillTx/>
                <a:latin typeface="黑体" panose="02010609060101010101" pitchFamily="49" charset="-122"/>
                <a:ea typeface="黑体" panose="02010609060101010101" pitchFamily="49" charset="-122"/>
                <a:cs typeface="黑体" panose="02010609060101010101" pitchFamily="49" charset="-122"/>
              </a:rPr>
              <a:t>之间的关系。</a:t>
            </a:r>
            <a:endParaRPr kumimoji="1" lang="zh-CN" altLang="en-US" sz="2400" i="0" u="none" strike="noStrike" kern="1200" cap="none" spc="0" normalizeH="0" baseline="0" noProof="0">
              <a:ln>
                <a:noFill/>
              </a:ln>
              <a:solidFill>
                <a:schemeClr val="tx1"/>
              </a:solidFill>
              <a:effectLst>
                <a:outerShdw blurRad="38100" dist="38100" dir="2700000" algn="tl">
                  <a:srgbClr val="FFFFFF"/>
                </a:outerShdw>
              </a:effectLst>
              <a:uLnTx/>
              <a:uFillTx/>
              <a:latin typeface="黑体" panose="02010609060101010101" pitchFamily="49" charset="-122"/>
              <a:ea typeface="黑体" panose="02010609060101010101" pitchFamily="49" charset="-122"/>
              <a:cs typeface="黑体" panose="02010609060101010101" pitchFamily="49" charset="-122"/>
            </a:endParaRPr>
          </a:p>
        </p:txBody>
      </p:sp>
      <p:pic>
        <p:nvPicPr>
          <p:cNvPr id="140292" name="Picture 4"/>
          <p:cNvPicPr>
            <a:picLocks noChangeAspect="1"/>
          </p:cNvPicPr>
          <p:nvPr/>
        </p:nvPicPr>
        <p:blipFill>
          <a:blip r:embed="rId1"/>
          <a:stretch>
            <a:fillRect/>
          </a:stretch>
        </p:blipFill>
        <p:spPr>
          <a:xfrm>
            <a:off x="428625" y="4784725"/>
            <a:ext cx="3581400" cy="1581150"/>
          </a:xfrm>
          <a:prstGeom prst="rect">
            <a:avLst/>
          </a:prstGeom>
          <a:noFill/>
          <a:ln w="9525">
            <a:noFill/>
          </a:ln>
        </p:spPr>
      </p:pic>
      <p:pic>
        <p:nvPicPr>
          <p:cNvPr id="140293" name="Picture 5"/>
          <p:cNvPicPr>
            <a:picLocks noChangeAspect="1"/>
          </p:cNvPicPr>
          <p:nvPr/>
        </p:nvPicPr>
        <p:blipFill>
          <a:blip r:embed="rId2"/>
          <a:stretch>
            <a:fillRect/>
          </a:stretch>
        </p:blipFill>
        <p:spPr>
          <a:xfrm>
            <a:off x="4632325" y="4830763"/>
            <a:ext cx="3854450" cy="1535112"/>
          </a:xfrm>
          <a:prstGeom prst="rect">
            <a:avLst/>
          </a:prstGeom>
          <a:noFill/>
          <a:ln w="9525">
            <a:noFill/>
          </a:ln>
        </p:spPr>
      </p:pic>
      <p:pic>
        <p:nvPicPr>
          <p:cNvPr id="140294" name="Picture 6"/>
          <p:cNvPicPr>
            <a:picLocks noChangeAspect="1"/>
          </p:cNvPicPr>
          <p:nvPr/>
        </p:nvPicPr>
        <p:blipFill>
          <a:blip r:embed="rId3"/>
          <a:stretch>
            <a:fillRect/>
          </a:stretch>
        </p:blipFill>
        <p:spPr>
          <a:xfrm>
            <a:off x="1530350" y="1741488"/>
            <a:ext cx="5654675" cy="2901950"/>
          </a:xfrm>
          <a:prstGeom prst="rect">
            <a:avLst/>
          </a:prstGeom>
          <a:noFill/>
          <a:ln w="9525">
            <a:noFill/>
          </a:ln>
        </p:spPr>
      </p:pic>
      <p:pic>
        <p:nvPicPr>
          <p:cNvPr id="140295" name="Picture 7"/>
          <p:cNvPicPr>
            <a:picLocks noChangeAspect="1"/>
          </p:cNvPicPr>
          <p:nvPr/>
        </p:nvPicPr>
        <p:blipFill>
          <a:blip r:embed="rId4"/>
          <a:stretch>
            <a:fillRect/>
          </a:stretch>
        </p:blipFill>
        <p:spPr>
          <a:xfrm>
            <a:off x="3694113" y="1741488"/>
            <a:ext cx="1468437" cy="1244600"/>
          </a:xfrm>
          <a:prstGeom prst="rect">
            <a:avLst/>
          </a:prstGeom>
          <a:noFill/>
          <a:ln w="9525">
            <a:noFill/>
          </a:ln>
        </p:spPr>
      </p:pic>
      <p:sp>
        <p:nvSpPr>
          <p:cNvPr id="140296" name="AutoShape 8"/>
          <p:cNvSpPr/>
          <p:nvPr/>
        </p:nvSpPr>
        <p:spPr>
          <a:xfrm>
            <a:off x="5445125" y="2593975"/>
            <a:ext cx="392113" cy="392113"/>
          </a:xfrm>
          <a:prstGeom prst="flowChartSummingJunction">
            <a:avLst/>
          </a:prstGeom>
          <a:solidFill>
            <a:schemeClr val="accent1"/>
          </a:solidFill>
          <a:ln w="9525" cap="flat" cmpd="sng">
            <a:solidFill>
              <a:schemeClr val="tx1"/>
            </a:solidFill>
            <a:prstDash val="solid"/>
            <a:headEnd type="none" w="med" len="med"/>
            <a:tailEnd type="none" w="med" len="med"/>
          </a:ln>
        </p:spPr>
        <p:txBody>
          <a:bodyPr wrap="none" anchor="ctr" anchorCtr="0"/>
          <a:p>
            <a:endParaRPr lang="zh-CN" altLang="en-US" dirty="0">
              <a:latin typeface="Times New Roman" panose="02020603050405020304" pitchFamily="18" charset="0"/>
            </a:endParaRPr>
          </a:p>
        </p:txBody>
      </p:sp>
      <p:pic>
        <p:nvPicPr>
          <p:cNvPr id="9" name="Picture 149" descr="NEXT1">
            <a:hlinkClick r:id="" action="ppaction://hlinkshowjump?jump=nextslide"/>
          </p:cNvPr>
          <p:cNvPicPr>
            <a:picLocks noChangeAspect="1"/>
          </p:cNvPicPr>
          <p:nvPr/>
        </p:nvPicPr>
        <p:blipFill>
          <a:blip r:embed="rId5"/>
          <a:stretch>
            <a:fillRect/>
          </a:stretch>
        </p:blipFill>
        <p:spPr>
          <a:xfrm>
            <a:off x="8753475" y="6551613"/>
            <a:ext cx="306388" cy="306387"/>
          </a:xfrm>
          <a:prstGeom prst="rect">
            <a:avLst/>
          </a:prstGeom>
          <a:noFill/>
          <a:ln w="9525">
            <a:noFill/>
          </a:ln>
        </p:spPr>
      </p:pic>
      <p:pic>
        <p:nvPicPr>
          <p:cNvPr id="10" name="Picture 49" descr="back1">
            <a:hlinkClick r:id="" tooltip="上一页" action="ppaction://hlinkshowjump?jump=previousslide"/>
          </p:cNvPr>
          <p:cNvPicPr>
            <a:picLocks noChangeAspect="1"/>
          </p:cNvPicPr>
          <p:nvPr/>
        </p:nvPicPr>
        <p:blipFill>
          <a:blip r:embed="rId6"/>
          <a:stretch>
            <a:fillRect/>
          </a:stretch>
        </p:blipFill>
        <p:spPr>
          <a:xfrm>
            <a:off x="8378825" y="6551613"/>
            <a:ext cx="306388" cy="306387"/>
          </a:xfrm>
          <a:prstGeom prst="rect">
            <a:avLst/>
          </a:prstGeom>
          <a:noFill/>
          <a:ln w="9525">
            <a:noFill/>
          </a:ln>
        </p:spPr>
      </p:pic>
      <p:pic>
        <p:nvPicPr>
          <p:cNvPr id="11" name="Picture 50" descr="rewind1">
            <a:hlinkClick r:id="" action="ppaction://hlinkshowjump?jump=firstslide"/>
          </p:cNvPr>
          <p:cNvPicPr>
            <a:picLocks noChangeAspect="1"/>
          </p:cNvPicPr>
          <p:nvPr/>
        </p:nvPicPr>
        <p:blipFill>
          <a:blip r:embed="rId7"/>
          <a:stretch>
            <a:fillRect/>
          </a:stretch>
        </p:blipFill>
        <p:spPr>
          <a:xfrm>
            <a:off x="7988300" y="6567488"/>
            <a:ext cx="306388" cy="306387"/>
          </a:xfrm>
          <a:prstGeom prst="rect">
            <a:avLst/>
          </a:prstGeom>
          <a:noFill/>
          <a:ln w="9525">
            <a:noFill/>
          </a:ln>
        </p:spPr>
      </p:pic>
    </p:spTree>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140294"/>
                                        </p:tgtEl>
                                        <p:attrNameLst>
                                          <p:attrName>style.visibility</p:attrName>
                                        </p:attrNameLst>
                                      </p:cBhvr>
                                      <p:to>
                                        <p:strVal val="visible"/>
                                      </p:to>
                                    </p:set>
                                    <p:animEffect transition="in" filter="wipe(up)">
                                      <p:cBhvr>
                                        <p:cTn id="7" dur="500"/>
                                        <p:tgtEl>
                                          <p:spTgt spid="14029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nodeType="clickEffect">
                                  <p:stCondLst>
                                    <p:cond delay="0"/>
                                  </p:stCondLst>
                                  <p:childTnLst>
                                    <p:set>
                                      <p:cBhvr>
                                        <p:cTn id="11" dur="1" fill="hold">
                                          <p:stCondLst>
                                            <p:cond delay="0"/>
                                          </p:stCondLst>
                                        </p:cTn>
                                        <p:tgtEl>
                                          <p:spTgt spid="140295"/>
                                        </p:tgtEl>
                                        <p:attrNameLst>
                                          <p:attrName>style.visibility</p:attrName>
                                        </p:attrNameLst>
                                      </p:cBhvr>
                                      <p:to>
                                        <p:strVal val="visible"/>
                                      </p:to>
                                    </p:set>
                                    <p:animEffect transition="in" filter="wipe(up)">
                                      <p:cBhvr>
                                        <p:cTn id="12" dur="500"/>
                                        <p:tgtEl>
                                          <p:spTgt spid="140295"/>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nodeType="clickEffect">
                                  <p:stCondLst>
                                    <p:cond delay="0"/>
                                  </p:stCondLst>
                                  <p:childTnLst>
                                    <p:set>
                                      <p:cBhvr>
                                        <p:cTn id="16" dur="1" fill="hold">
                                          <p:stCondLst>
                                            <p:cond delay="0"/>
                                          </p:stCondLst>
                                        </p:cTn>
                                        <p:tgtEl>
                                          <p:spTgt spid="140292"/>
                                        </p:tgtEl>
                                        <p:attrNameLst>
                                          <p:attrName>style.visibility</p:attrName>
                                        </p:attrNameLst>
                                      </p:cBhvr>
                                      <p:to>
                                        <p:strVal val="visible"/>
                                      </p:to>
                                    </p:set>
                                    <p:animEffect transition="in" filter="wipe(up)">
                                      <p:cBhvr>
                                        <p:cTn id="17" dur="500"/>
                                        <p:tgtEl>
                                          <p:spTgt spid="140292"/>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nodeType="clickEffect">
                                  <p:stCondLst>
                                    <p:cond delay="0"/>
                                  </p:stCondLst>
                                  <p:childTnLst>
                                    <p:set>
                                      <p:cBhvr>
                                        <p:cTn id="21" dur="1" fill="hold">
                                          <p:stCondLst>
                                            <p:cond delay="0"/>
                                          </p:stCondLst>
                                        </p:cTn>
                                        <p:tgtEl>
                                          <p:spTgt spid="140293"/>
                                        </p:tgtEl>
                                        <p:attrNameLst>
                                          <p:attrName>style.visibility</p:attrName>
                                        </p:attrNameLst>
                                      </p:cBhvr>
                                      <p:to>
                                        <p:strVal val="visible"/>
                                      </p:to>
                                    </p:set>
                                    <p:animEffect transition="in" filter="wipe(up)">
                                      <p:cBhvr>
                                        <p:cTn id="22" dur="500"/>
                                        <p:tgtEl>
                                          <p:spTgt spid="140293"/>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1" fill="hold" nodeType="clickEffect">
                                  <p:stCondLst>
                                    <p:cond delay="0"/>
                                  </p:stCondLst>
                                  <p:childTnLst>
                                    <p:set>
                                      <p:cBhvr>
                                        <p:cTn id="26" dur="1" fill="hold">
                                          <p:stCondLst>
                                            <p:cond delay="0"/>
                                          </p:stCondLst>
                                        </p:cTn>
                                        <p:tgtEl>
                                          <p:spTgt spid="140296"/>
                                        </p:tgtEl>
                                        <p:attrNameLst>
                                          <p:attrName>style.visibility</p:attrName>
                                        </p:attrNameLst>
                                      </p:cBhvr>
                                      <p:to>
                                        <p:strVal val="visible"/>
                                      </p:to>
                                    </p:set>
                                    <p:animEffect transition="in" filter="wipe(up)">
                                      <p:cBhvr>
                                        <p:cTn id="27" dur="500"/>
                                        <p:tgtEl>
                                          <p:spTgt spid="140296"/>
                                        </p:tgtEl>
                                      </p:cBhvr>
                                    </p:animEffect>
                                  </p:childTnLst>
                                </p:cTn>
                              </p:par>
                            </p:childTnLst>
                          </p:cTn>
                        </p:par>
                        <p:par>
                          <p:cTn id="28" fill="hold">
                            <p:stCondLst>
                              <p:cond delay="500"/>
                            </p:stCondLst>
                            <p:childTnLst>
                              <p:par>
                                <p:cTn id="29" presetID="1" presetClass="entr" presetSubtype="0" fill="hold" nodeType="afterEffect">
                                  <p:stCondLst>
                                    <p:cond delay="0"/>
                                  </p:stCondLst>
                                  <p:childTnLst>
                                    <p:set>
                                      <p:cBhvr>
                                        <p:cTn id="30" dur="1" fill="hold">
                                          <p:stCondLst>
                                            <p:cond delay="499"/>
                                          </p:stCondLst>
                                        </p:cTn>
                                        <p:tgtEl>
                                          <p:spTgt spid="9"/>
                                        </p:tgtEl>
                                        <p:attrNameLst>
                                          <p:attrName>style.visibility</p:attrName>
                                        </p:attrNameLst>
                                      </p:cBhvr>
                                      <p:to>
                                        <p:strVal val="visible"/>
                                      </p:to>
                                    </p:set>
                                  </p:childTnLst>
                                </p:cTn>
                              </p:par>
                            </p:childTnLst>
                          </p:cTn>
                        </p:par>
                        <p:par>
                          <p:cTn id="31" fill="hold">
                            <p:stCondLst>
                              <p:cond delay="1000"/>
                            </p:stCondLst>
                            <p:childTnLst>
                              <p:par>
                                <p:cTn id="32" presetID="2" presetClass="entr" presetSubtype="8" fill="hold" nodeType="afterEffect">
                                  <p:stCondLst>
                                    <p:cond delay="0"/>
                                  </p:stCondLst>
                                  <p:childTnLst>
                                    <p:set>
                                      <p:cBhvr>
                                        <p:cTn id="33" dur="1" fill="hold">
                                          <p:stCondLst>
                                            <p:cond delay="0"/>
                                          </p:stCondLst>
                                        </p:cTn>
                                        <p:tgtEl>
                                          <p:spTgt spid="10"/>
                                        </p:tgtEl>
                                        <p:attrNameLst>
                                          <p:attrName>style.visibility</p:attrName>
                                        </p:attrNameLst>
                                      </p:cBhvr>
                                      <p:to>
                                        <p:strVal val="visible"/>
                                      </p:to>
                                    </p:set>
                                    <p:anim calcmode="lin" valueType="num">
                                      <p:cBhvr additive="base">
                                        <p:cTn id="34" dur="500" fill="hold"/>
                                        <p:tgtEl>
                                          <p:spTgt spid="10"/>
                                        </p:tgtEl>
                                        <p:attrNameLst>
                                          <p:attrName>ppt_x</p:attrName>
                                        </p:attrNameLst>
                                      </p:cBhvr>
                                      <p:tavLst>
                                        <p:tav tm="0">
                                          <p:val>
                                            <p:strVal val="0-#ppt_w/2"/>
                                          </p:val>
                                        </p:tav>
                                        <p:tav tm="100000">
                                          <p:val>
                                            <p:strVal val="#ppt_x"/>
                                          </p:val>
                                        </p:tav>
                                      </p:tavLst>
                                    </p:anim>
                                    <p:anim calcmode="lin" valueType="num">
                                      <p:cBhvr additive="base">
                                        <p:cTn id="35" dur="500" fill="hold"/>
                                        <p:tgtEl>
                                          <p:spTgt spid="10"/>
                                        </p:tgtEl>
                                        <p:attrNameLst>
                                          <p:attrName>ppt_y</p:attrName>
                                        </p:attrNameLst>
                                      </p:cBhvr>
                                      <p:tavLst>
                                        <p:tav tm="0">
                                          <p:val>
                                            <p:strVal val="#ppt_y"/>
                                          </p:val>
                                        </p:tav>
                                        <p:tav tm="100000">
                                          <p:val>
                                            <p:strVal val="#ppt_y"/>
                                          </p:val>
                                        </p:tav>
                                      </p:tavLst>
                                    </p:anim>
                                  </p:childTnLst>
                                </p:cTn>
                              </p:par>
                            </p:childTnLst>
                          </p:cTn>
                        </p:par>
                        <p:par>
                          <p:cTn id="36" fill="hold">
                            <p:stCondLst>
                              <p:cond delay="1500"/>
                            </p:stCondLst>
                            <p:childTnLst>
                              <p:par>
                                <p:cTn id="37" presetID="2" presetClass="entr" presetSubtype="8" fill="hold" nodeType="afterEffect">
                                  <p:stCondLst>
                                    <p:cond delay="0"/>
                                  </p:stCondLst>
                                  <p:childTnLst>
                                    <p:set>
                                      <p:cBhvr>
                                        <p:cTn id="38" dur="1" fill="hold">
                                          <p:stCondLst>
                                            <p:cond delay="0"/>
                                          </p:stCondLst>
                                        </p:cTn>
                                        <p:tgtEl>
                                          <p:spTgt spid="11"/>
                                        </p:tgtEl>
                                        <p:attrNameLst>
                                          <p:attrName>style.visibility</p:attrName>
                                        </p:attrNameLst>
                                      </p:cBhvr>
                                      <p:to>
                                        <p:strVal val="visible"/>
                                      </p:to>
                                    </p:set>
                                    <p:anim calcmode="lin" valueType="num">
                                      <p:cBhvr additive="base">
                                        <p:cTn id="39" dur="500" fill="hold"/>
                                        <p:tgtEl>
                                          <p:spTgt spid="11"/>
                                        </p:tgtEl>
                                        <p:attrNameLst>
                                          <p:attrName>ppt_x</p:attrName>
                                        </p:attrNameLst>
                                      </p:cBhvr>
                                      <p:tavLst>
                                        <p:tav tm="0">
                                          <p:val>
                                            <p:strVal val="0-#ppt_w/2"/>
                                          </p:val>
                                        </p:tav>
                                        <p:tav tm="100000">
                                          <p:val>
                                            <p:strVal val="#ppt_x"/>
                                          </p:val>
                                        </p:tav>
                                      </p:tavLst>
                                    </p:anim>
                                    <p:anim calcmode="lin" valueType="num">
                                      <p:cBhvr additive="base">
                                        <p:cTn id="40" dur="500" fill="hold"/>
                                        <p:tgtEl>
                                          <p:spTgt spid="11"/>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0291" grpId="0" build="p"/>
    </p:bldLst>
  </p:timing>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41314" name="Picture 2"/>
          <p:cNvPicPr>
            <a:picLocks noChangeAspect="1"/>
          </p:cNvPicPr>
          <p:nvPr/>
        </p:nvPicPr>
        <p:blipFill>
          <a:blip r:embed="rId1"/>
          <a:stretch>
            <a:fillRect/>
          </a:stretch>
        </p:blipFill>
        <p:spPr>
          <a:xfrm>
            <a:off x="177800" y="3481388"/>
            <a:ext cx="2603500" cy="2843212"/>
          </a:xfrm>
          <a:prstGeom prst="rect">
            <a:avLst/>
          </a:prstGeom>
          <a:noFill/>
          <a:ln w="9525">
            <a:noFill/>
          </a:ln>
        </p:spPr>
      </p:pic>
      <p:pic>
        <p:nvPicPr>
          <p:cNvPr id="141315" name="Picture 3"/>
          <p:cNvPicPr>
            <a:picLocks noChangeAspect="1"/>
          </p:cNvPicPr>
          <p:nvPr/>
        </p:nvPicPr>
        <p:blipFill>
          <a:blip r:embed="rId2"/>
          <a:stretch>
            <a:fillRect/>
          </a:stretch>
        </p:blipFill>
        <p:spPr>
          <a:xfrm>
            <a:off x="3140075" y="3465513"/>
            <a:ext cx="2633663" cy="2786062"/>
          </a:xfrm>
          <a:prstGeom prst="rect">
            <a:avLst/>
          </a:prstGeom>
          <a:noFill/>
          <a:ln w="9525">
            <a:noFill/>
          </a:ln>
        </p:spPr>
      </p:pic>
      <p:pic>
        <p:nvPicPr>
          <p:cNvPr id="141316" name="Picture 4"/>
          <p:cNvPicPr>
            <a:picLocks noChangeAspect="1"/>
          </p:cNvPicPr>
          <p:nvPr/>
        </p:nvPicPr>
        <p:blipFill>
          <a:blip r:embed="rId3"/>
          <a:stretch>
            <a:fillRect/>
          </a:stretch>
        </p:blipFill>
        <p:spPr>
          <a:xfrm>
            <a:off x="6127750" y="3489325"/>
            <a:ext cx="2705100" cy="2762250"/>
          </a:xfrm>
          <a:prstGeom prst="rect">
            <a:avLst/>
          </a:prstGeom>
          <a:noFill/>
          <a:ln w="9525">
            <a:noFill/>
          </a:ln>
        </p:spPr>
      </p:pic>
      <p:pic>
        <p:nvPicPr>
          <p:cNvPr id="141317" name="Picture 5"/>
          <p:cNvPicPr>
            <a:picLocks noChangeAspect="1"/>
          </p:cNvPicPr>
          <p:nvPr/>
        </p:nvPicPr>
        <p:blipFill>
          <a:blip r:embed="rId4"/>
          <a:stretch>
            <a:fillRect/>
          </a:stretch>
        </p:blipFill>
        <p:spPr>
          <a:xfrm>
            <a:off x="6853238" y="895350"/>
            <a:ext cx="1616075" cy="2166938"/>
          </a:xfrm>
          <a:prstGeom prst="rect">
            <a:avLst/>
          </a:prstGeom>
          <a:noFill/>
          <a:ln w="9525">
            <a:noFill/>
          </a:ln>
        </p:spPr>
      </p:pic>
      <p:pic>
        <p:nvPicPr>
          <p:cNvPr id="141318" name="Picture 6"/>
          <p:cNvPicPr>
            <a:picLocks noChangeAspect="1"/>
          </p:cNvPicPr>
          <p:nvPr/>
        </p:nvPicPr>
        <p:blipFill>
          <a:blip r:embed="rId5"/>
          <a:stretch>
            <a:fillRect/>
          </a:stretch>
        </p:blipFill>
        <p:spPr>
          <a:xfrm>
            <a:off x="649288" y="830263"/>
            <a:ext cx="4967287" cy="2549525"/>
          </a:xfrm>
          <a:prstGeom prst="rect">
            <a:avLst/>
          </a:prstGeom>
          <a:noFill/>
          <a:ln w="9525">
            <a:noFill/>
          </a:ln>
        </p:spPr>
      </p:pic>
      <p:sp>
        <p:nvSpPr>
          <p:cNvPr id="141319" name="Rectangle 7"/>
          <p:cNvSpPr>
            <a:spLocks noGrp="1" noChangeArrowheads="1"/>
          </p:cNvSpPr>
          <p:nvPr>
            <p:ph idx="1"/>
          </p:nvPr>
        </p:nvSpPr>
        <p:spPr>
          <a:xfrm>
            <a:off x="2116138" y="1035050"/>
            <a:ext cx="2968625" cy="803275"/>
          </a:xfrm>
        </p:spPr>
        <p:txBody>
          <a:bodyPr/>
          <a:lstStyle/>
          <a:p>
            <a:pPr marL="342900" marR="0" lvl="0" indent="-342900" algn="l" defTabSz="914400" rtl="0" eaLnBrk="0" fontAlgn="base" latinLnBrk="0" hangingPunct="0">
              <a:lnSpc>
                <a:spcPct val="90000"/>
              </a:lnSpc>
              <a:spcBef>
                <a:spcPct val="20000"/>
              </a:spcBef>
              <a:spcAft>
                <a:spcPct val="0"/>
              </a:spcAft>
              <a:buClr>
                <a:schemeClr val="hlink"/>
              </a:buClr>
              <a:buSzPct val="110000"/>
              <a:buFontTx/>
              <a:buNone/>
              <a:defRPr/>
            </a:pPr>
            <a:r>
              <a:rPr kumimoji="1" lang="en-US" altLang="zh-CN" sz="2800" b="1" i="0" u="none" strike="noStrike" kern="1200" cap="none" spc="0" normalizeH="0" baseline="0" noProof="0" dirty="0">
                <a:ln>
                  <a:noFill/>
                </a:ln>
                <a:solidFill>
                  <a:schemeClr val="tx1"/>
                </a:solidFill>
                <a:effectLst>
                  <a:outerShdw blurRad="38100" dist="38100" dir="2700000" algn="tl">
                    <a:srgbClr val="FFFFFF"/>
                  </a:outerShdw>
                </a:effectLst>
                <a:uLnTx/>
                <a:uFillTx/>
                <a:latin typeface="仿宋_GB2312" pitchFamily="49" charset="-122"/>
                <a:ea typeface="仿宋_GB2312" pitchFamily="49" charset="-122"/>
                <a:cs typeface="+mn-cs"/>
              </a:rPr>
              <a:t>  </a:t>
            </a:r>
            <a:r>
              <a:rPr kumimoji="1" lang="zh-CN" altLang="en-US" sz="2000" b="1" i="0" u="none" strike="noStrike" kern="1200" cap="none" spc="0" normalizeH="0" baseline="0" noProof="0" dirty="0" smtClean="0">
                <a:ln>
                  <a:noFill/>
                </a:ln>
                <a:solidFill>
                  <a:schemeClr val="tx1"/>
                </a:solidFill>
                <a:effectLst>
                  <a:outerShdw blurRad="38100" dist="38100" dir="2700000" algn="tl">
                    <a:srgbClr val="FFFFFF"/>
                  </a:outerShdw>
                </a:effectLst>
                <a:uLnTx/>
                <a:uFillTx/>
                <a:latin typeface="仿宋_GB2312" pitchFamily="49" charset="-122"/>
                <a:ea typeface="仿宋_GB2312" pitchFamily="49" charset="-122"/>
                <a:cs typeface="+mn-cs"/>
              </a:rPr>
              <a:t>选择</a:t>
            </a:r>
            <a:r>
              <a:rPr kumimoji="1" lang="zh-CN" altLang="en-US" sz="2000" b="1" i="0" u="none" strike="noStrike" kern="1200" cap="none" spc="0" normalizeH="0" baseline="0" noProof="0" dirty="0">
                <a:ln>
                  <a:noFill/>
                </a:ln>
                <a:solidFill>
                  <a:schemeClr val="tx1"/>
                </a:solidFill>
                <a:effectLst>
                  <a:outerShdw blurRad="38100" dist="38100" dir="2700000" algn="tl">
                    <a:srgbClr val="FFFFFF"/>
                  </a:outerShdw>
                </a:effectLst>
                <a:uLnTx/>
                <a:uFillTx/>
                <a:latin typeface="仿宋_GB2312" pitchFamily="49" charset="-122"/>
                <a:ea typeface="仿宋_GB2312" pitchFamily="49" charset="-122"/>
                <a:cs typeface="+mn-cs"/>
              </a:rPr>
              <a:t>轴段长度</a:t>
            </a:r>
            <a:r>
              <a:rPr kumimoji="1" lang="en-US" altLang="zh-CN" sz="2000" b="1" i="0" u="none" strike="noStrike" kern="1200" cap="none" spc="0" normalizeH="0" baseline="0" noProof="0" dirty="0">
                <a:ln>
                  <a:noFill/>
                </a:ln>
                <a:solidFill>
                  <a:schemeClr val="tx1"/>
                </a:solidFill>
                <a:effectLst>
                  <a:outerShdw blurRad="38100" dist="38100" dir="2700000" algn="tl">
                    <a:srgbClr val="FFFFFF"/>
                  </a:outerShdw>
                </a:effectLst>
                <a:uLnTx/>
                <a:uFillTx/>
                <a:latin typeface="仿宋_GB2312" pitchFamily="49" charset="-122"/>
                <a:ea typeface="仿宋_GB2312" pitchFamily="49" charset="-122"/>
                <a:cs typeface="+mn-cs"/>
              </a:rPr>
              <a:t>L</a:t>
            </a:r>
            <a:r>
              <a:rPr kumimoji="1" lang="zh-CN" altLang="en-US" sz="2000" b="1" i="0" u="none" strike="noStrike" kern="1200" cap="none" spc="0" normalizeH="0" baseline="0" noProof="0" dirty="0">
                <a:ln>
                  <a:noFill/>
                </a:ln>
                <a:solidFill>
                  <a:schemeClr val="tx1"/>
                </a:solidFill>
                <a:effectLst>
                  <a:outerShdw blurRad="38100" dist="38100" dir="2700000" algn="tl">
                    <a:srgbClr val="FFFFFF"/>
                  </a:outerShdw>
                </a:effectLst>
                <a:uLnTx/>
                <a:uFillTx/>
                <a:latin typeface="仿宋_GB2312" pitchFamily="49" charset="-122"/>
                <a:ea typeface="仿宋_GB2312" pitchFamily="49" charset="-122"/>
                <a:cs typeface="+mn-cs"/>
              </a:rPr>
              <a:t>和齿轮宽度</a:t>
            </a:r>
            <a:r>
              <a:rPr kumimoji="1" lang="en-US" altLang="zh-CN" sz="2000" b="1" i="0" u="none" strike="noStrike" kern="1200" cap="none" spc="0" normalizeH="0" baseline="0" noProof="0" dirty="0">
                <a:ln>
                  <a:noFill/>
                </a:ln>
                <a:solidFill>
                  <a:schemeClr val="tx1"/>
                </a:solidFill>
                <a:effectLst>
                  <a:outerShdw blurRad="38100" dist="38100" dir="2700000" algn="tl">
                    <a:srgbClr val="FFFFFF"/>
                  </a:outerShdw>
                </a:effectLst>
                <a:uLnTx/>
                <a:uFillTx/>
                <a:latin typeface="仿宋_GB2312" pitchFamily="49" charset="-122"/>
                <a:ea typeface="仿宋_GB2312" pitchFamily="49" charset="-122"/>
                <a:cs typeface="+mn-cs"/>
              </a:rPr>
              <a:t>b</a:t>
            </a:r>
            <a:r>
              <a:rPr kumimoji="1" lang="zh-CN" altLang="en-US" sz="2000" b="1" i="0" u="none" strike="noStrike" kern="1200" cap="none" spc="0" normalizeH="0" baseline="0" noProof="0" dirty="0">
                <a:ln>
                  <a:noFill/>
                </a:ln>
                <a:solidFill>
                  <a:schemeClr val="tx1"/>
                </a:solidFill>
                <a:effectLst>
                  <a:outerShdw blurRad="38100" dist="38100" dir="2700000" algn="tl">
                    <a:srgbClr val="FFFFFF"/>
                  </a:outerShdw>
                </a:effectLst>
                <a:uLnTx/>
                <a:uFillTx/>
                <a:latin typeface="仿宋_GB2312" pitchFamily="49" charset="-122"/>
                <a:ea typeface="仿宋_GB2312" pitchFamily="49" charset="-122"/>
                <a:cs typeface="+mn-cs"/>
              </a:rPr>
              <a:t>的关系。</a:t>
            </a:r>
            <a:endParaRPr kumimoji="1" lang="zh-CN" altLang="en-US" sz="2000" b="0" i="0" u="none" strike="noStrike" kern="1200" cap="none" spc="0" normalizeH="0" baseline="0" noProof="0" dirty="0">
              <a:ln>
                <a:noFill/>
              </a:ln>
              <a:solidFill>
                <a:schemeClr val="tx1"/>
              </a:solidFill>
              <a:effectLst/>
              <a:uLnTx/>
              <a:uFillTx/>
              <a:latin typeface="幼圆" panose="02010509060101010101" pitchFamily="49" charset="-122"/>
              <a:ea typeface="幼圆" panose="02010509060101010101" pitchFamily="49" charset="-122"/>
              <a:cs typeface="+mn-cs"/>
            </a:endParaRPr>
          </a:p>
        </p:txBody>
      </p:sp>
      <p:pic>
        <p:nvPicPr>
          <p:cNvPr id="8" name="Picture 49" descr="back1">
            <a:hlinkClick r:id="" tooltip="上一页" action="ppaction://hlinkshowjump?jump=previousslide"/>
          </p:cNvPr>
          <p:cNvPicPr>
            <a:picLocks noChangeAspect="1"/>
          </p:cNvPicPr>
          <p:nvPr/>
        </p:nvPicPr>
        <p:blipFill>
          <a:blip r:embed="rId6"/>
          <a:stretch>
            <a:fillRect/>
          </a:stretch>
        </p:blipFill>
        <p:spPr>
          <a:xfrm>
            <a:off x="8380413" y="6556375"/>
            <a:ext cx="306387" cy="306388"/>
          </a:xfrm>
          <a:prstGeom prst="rect">
            <a:avLst/>
          </a:prstGeom>
          <a:noFill/>
          <a:ln w="9525">
            <a:noFill/>
          </a:ln>
        </p:spPr>
      </p:pic>
      <p:pic>
        <p:nvPicPr>
          <p:cNvPr id="9" name="Picture 50" descr="rewind1">
            <a:hlinkClick r:id="" action="ppaction://hlinkshowjump?jump=firstslide"/>
          </p:cNvPr>
          <p:cNvPicPr>
            <a:picLocks noChangeAspect="1"/>
          </p:cNvPicPr>
          <p:nvPr/>
        </p:nvPicPr>
        <p:blipFill>
          <a:blip r:embed="rId7"/>
          <a:stretch>
            <a:fillRect/>
          </a:stretch>
        </p:blipFill>
        <p:spPr>
          <a:xfrm>
            <a:off x="8018463" y="6551613"/>
            <a:ext cx="306387" cy="306387"/>
          </a:xfrm>
          <a:prstGeom prst="rect">
            <a:avLst/>
          </a:prstGeom>
          <a:noFill/>
          <a:ln w="9525">
            <a:noFill/>
          </a:ln>
        </p:spPr>
      </p:pic>
      <p:pic>
        <p:nvPicPr>
          <p:cNvPr id="10" name="Picture 149" descr="NEXT1">
            <a:hlinkClick r:id="" action="ppaction://hlinkshowjump?jump=nextslide"/>
          </p:cNvPr>
          <p:cNvPicPr>
            <a:picLocks noChangeAspect="1"/>
          </p:cNvPicPr>
          <p:nvPr/>
        </p:nvPicPr>
        <p:blipFill>
          <a:blip r:embed="rId8"/>
          <a:stretch>
            <a:fillRect/>
          </a:stretch>
        </p:blipFill>
        <p:spPr>
          <a:xfrm>
            <a:off x="8753475" y="6551613"/>
            <a:ext cx="306388" cy="306387"/>
          </a:xfrm>
          <a:prstGeom prst="rect">
            <a:avLst/>
          </a:prstGeom>
          <a:noFill/>
          <a:ln w="9525">
            <a:noFill/>
          </a:ln>
        </p:spPr>
      </p:pic>
      <p:sp>
        <p:nvSpPr>
          <p:cNvPr id="2" name="文本框 1"/>
          <p:cNvSpPr txBox="1"/>
          <p:nvPr/>
        </p:nvSpPr>
        <p:spPr>
          <a:xfrm>
            <a:off x="969963" y="12700"/>
            <a:ext cx="3621088" cy="585788"/>
          </a:xfrm>
          <a:prstGeom prst="rect">
            <a:avLst/>
          </a:prstGeom>
          <a:noFill/>
        </p:spPr>
        <p:txBody>
          <a:bodyPr>
            <a:spAutoFit/>
          </a:bodyPr>
          <a:lstStyle/>
          <a:p>
            <a:pPr marR="0" defTabSz="914400">
              <a:buClrTx/>
              <a:buSzTx/>
              <a:buFontTx/>
              <a:buNone/>
              <a:defRPr/>
            </a:pPr>
            <a:r>
              <a:rPr kumimoji="1" lang="zh-CN" altLang="en-US" sz="3200" b="1" kern="1200" cap="none" spc="0" normalizeH="0" baseline="0" noProof="0" dirty="0">
                <a:solidFill>
                  <a:srgbClr val="C00000"/>
                </a:solidFill>
                <a:effectLst>
                  <a:outerShdw blurRad="38100" dist="38100" dir="2700000" algn="tl">
                    <a:srgbClr val="000000"/>
                  </a:outerShdw>
                </a:effectLst>
                <a:latin typeface="宋体" panose="02010600030101010101" pitchFamily="2" charset="-122"/>
                <a:ea typeface="华文中宋" panose="02010600040101010101" pitchFamily="2" charset="-122"/>
                <a:cs typeface="+mn-cs"/>
              </a:rPr>
              <a:t>轴承组合设计例题</a:t>
            </a:r>
            <a:endParaRPr kumimoji="1" lang="zh-CN" altLang="en-US" sz="3200" b="1" kern="1200" cap="none" spc="0" normalizeH="0" baseline="0" noProof="0" dirty="0">
              <a:solidFill>
                <a:srgbClr val="C00000"/>
              </a:solidFill>
              <a:effectLst>
                <a:outerShdw blurRad="38100" dist="38100" dir="2700000" algn="tl">
                  <a:srgbClr val="000000"/>
                </a:outerShdw>
              </a:effectLst>
              <a:latin typeface="宋体" panose="02010600030101010101" pitchFamily="2" charset="-122"/>
              <a:ea typeface="华文中宋" panose="02010600040101010101" pitchFamily="2" charset="-122"/>
              <a:cs typeface="+mn-cs"/>
            </a:endParaRPr>
          </a:p>
        </p:txBody>
      </p:sp>
    </p:spTree>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141318"/>
                                        </p:tgtEl>
                                        <p:attrNameLst>
                                          <p:attrName>style.visibility</p:attrName>
                                        </p:attrNameLst>
                                      </p:cBhvr>
                                      <p:to>
                                        <p:strVal val="visible"/>
                                      </p:to>
                                    </p:set>
                                    <p:animEffect transition="in" filter="wipe(up)">
                                      <p:cBhvr>
                                        <p:cTn id="7" dur="500"/>
                                        <p:tgtEl>
                                          <p:spTgt spid="141318"/>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nodeType="clickEffect">
                                  <p:stCondLst>
                                    <p:cond delay="0"/>
                                  </p:stCondLst>
                                  <p:childTnLst>
                                    <p:set>
                                      <p:cBhvr>
                                        <p:cTn id="11" dur="1" fill="hold">
                                          <p:stCondLst>
                                            <p:cond delay="0"/>
                                          </p:stCondLst>
                                        </p:cTn>
                                        <p:tgtEl>
                                          <p:spTgt spid="141317"/>
                                        </p:tgtEl>
                                        <p:attrNameLst>
                                          <p:attrName>style.visibility</p:attrName>
                                        </p:attrNameLst>
                                      </p:cBhvr>
                                      <p:to>
                                        <p:strVal val="visible"/>
                                      </p:to>
                                    </p:set>
                                    <p:animEffect transition="in" filter="wipe(up)">
                                      <p:cBhvr>
                                        <p:cTn id="12" dur="500"/>
                                        <p:tgtEl>
                                          <p:spTgt spid="141317"/>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nodeType="clickEffect">
                                  <p:stCondLst>
                                    <p:cond delay="0"/>
                                  </p:stCondLst>
                                  <p:childTnLst>
                                    <p:set>
                                      <p:cBhvr>
                                        <p:cTn id="16" dur="1" fill="hold">
                                          <p:stCondLst>
                                            <p:cond delay="0"/>
                                          </p:stCondLst>
                                        </p:cTn>
                                        <p:tgtEl>
                                          <p:spTgt spid="141314"/>
                                        </p:tgtEl>
                                        <p:attrNameLst>
                                          <p:attrName>style.visibility</p:attrName>
                                        </p:attrNameLst>
                                      </p:cBhvr>
                                      <p:to>
                                        <p:strVal val="visible"/>
                                      </p:to>
                                    </p:set>
                                    <p:animEffect transition="in" filter="wipe(up)">
                                      <p:cBhvr>
                                        <p:cTn id="17" dur="500"/>
                                        <p:tgtEl>
                                          <p:spTgt spid="141314"/>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nodeType="clickEffect">
                                  <p:stCondLst>
                                    <p:cond delay="0"/>
                                  </p:stCondLst>
                                  <p:childTnLst>
                                    <p:set>
                                      <p:cBhvr>
                                        <p:cTn id="21" dur="1" fill="hold">
                                          <p:stCondLst>
                                            <p:cond delay="0"/>
                                          </p:stCondLst>
                                        </p:cTn>
                                        <p:tgtEl>
                                          <p:spTgt spid="141315"/>
                                        </p:tgtEl>
                                        <p:attrNameLst>
                                          <p:attrName>style.visibility</p:attrName>
                                        </p:attrNameLst>
                                      </p:cBhvr>
                                      <p:to>
                                        <p:strVal val="visible"/>
                                      </p:to>
                                    </p:set>
                                    <p:animEffect transition="in" filter="wipe(up)">
                                      <p:cBhvr>
                                        <p:cTn id="22" dur="500"/>
                                        <p:tgtEl>
                                          <p:spTgt spid="141315"/>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1" fill="hold" nodeType="clickEffect">
                                  <p:stCondLst>
                                    <p:cond delay="0"/>
                                  </p:stCondLst>
                                  <p:childTnLst>
                                    <p:set>
                                      <p:cBhvr>
                                        <p:cTn id="26" dur="1" fill="hold">
                                          <p:stCondLst>
                                            <p:cond delay="0"/>
                                          </p:stCondLst>
                                        </p:cTn>
                                        <p:tgtEl>
                                          <p:spTgt spid="141316"/>
                                        </p:tgtEl>
                                        <p:attrNameLst>
                                          <p:attrName>style.visibility</p:attrName>
                                        </p:attrNameLst>
                                      </p:cBhvr>
                                      <p:to>
                                        <p:strVal val="visible"/>
                                      </p:to>
                                    </p:set>
                                    <p:animEffect transition="in" filter="wipe(up)">
                                      <p:cBhvr>
                                        <p:cTn id="27" dur="500"/>
                                        <p:tgtEl>
                                          <p:spTgt spid="141316"/>
                                        </p:tgtEl>
                                      </p:cBhvr>
                                    </p:animEffect>
                                  </p:childTnLst>
                                </p:cTn>
                              </p:par>
                            </p:childTnLst>
                          </p:cTn>
                        </p:par>
                        <p:par>
                          <p:cTn id="28" fill="hold">
                            <p:stCondLst>
                              <p:cond delay="500"/>
                            </p:stCondLst>
                            <p:childTnLst>
                              <p:par>
                                <p:cTn id="29" presetID="2" presetClass="entr" presetSubtype="8" fill="hold" nodeType="afterEffect">
                                  <p:stCondLst>
                                    <p:cond delay="0"/>
                                  </p:stCondLst>
                                  <p:childTnLst>
                                    <p:set>
                                      <p:cBhvr>
                                        <p:cTn id="30" dur="1" fill="hold">
                                          <p:stCondLst>
                                            <p:cond delay="0"/>
                                          </p:stCondLst>
                                        </p:cTn>
                                        <p:tgtEl>
                                          <p:spTgt spid="8"/>
                                        </p:tgtEl>
                                        <p:attrNameLst>
                                          <p:attrName>style.visibility</p:attrName>
                                        </p:attrNameLst>
                                      </p:cBhvr>
                                      <p:to>
                                        <p:strVal val="visible"/>
                                      </p:to>
                                    </p:set>
                                    <p:anim calcmode="lin" valueType="num">
                                      <p:cBhvr additive="base">
                                        <p:cTn id="31" dur="500" fill="hold"/>
                                        <p:tgtEl>
                                          <p:spTgt spid="8"/>
                                        </p:tgtEl>
                                        <p:attrNameLst>
                                          <p:attrName>ppt_x</p:attrName>
                                        </p:attrNameLst>
                                      </p:cBhvr>
                                      <p:tavLst>
                                        <p:tav tm="0">
                                          <p:val>
                                            <p:strVal val="0-#ppt_w/2"/>
                                          </p:val>
                                        </p:tav>
                                        <p:tav tm="100000">
                                          <p:val>
                                            <p:strVal val="#ppt_x"/>
                                          </p:val>
                                        </p:tav>
                                      </p:tavLst>
                                    </p:anim>
                                    <p:anim calcmode="lin" valueType="num">
                                      <p:cBhvr additive="base">
                                        <p:cTn id="32" dur="500" fill="hold"/>
                                        <p:tgtEl>
                                          <p:spTgt spid="8"/>
                                        </p:tgtEl>
                                        <p:attrNameLst>
                                          <p:attrName>ppt_y</p:attrName>
                                        </p:attrNameLst>
                                      </p:cBhvr>
                                      <p:tavLst>
                                        <p:tav tm="0">
                                          <p:val>
                                            <p:strVal val="#ppt_y"/>
                                          </p:val>
                                        </p:tav>
                                        <p:tav tm="100000">
                                          <p:val>
                                            <p:strVal val="#ppt_y"/>
                                          </p:val>
                                        </p:tav>
                                      </p:tavLst>
                                    </p:anim>
                                  </p:childTnLst>
                                </p:cTn>
                              </p:par>
                            </p:childTnLst>
                          </p:cTn>
                        </p:par>
                        <p:par>
                          <p:cTn id="33" fill="hold">
                            <p:stCondLst>
                              <p:cond delay="1000"/>
                            </p:stCondLst>
                            <p:childTnLst>
                              <p:par>
                                <p:cTn id="34" presetID="2" presetClass="entr" presetSubtype="8" fill="hold" nodeType="afterEffect">
                                  <p:stCondLst>
                                    <p:cond delay="0"/>
                                  </p:stCondLst>
                                  <p:childTnLst>
                                    <p:set>
                                      <p:cBhvr>
                                        <p:cTn id="35" dur="1" fill="hold">
                                          <p:stCondLst>
                                            <p:cond delay="0"/>
                                          </p:stCondLst>
                                        </p:cTn>
                                        <p:tgtEl>
                                          <p:spTgt spid="9"/>
                                        </p:tgtEl>
                                        <p:attrNameLst>
                                          <p:attrName>style.visibility</p:attrName>
                                        </p:attrNameLst>
                                      </p:cBhvr>
                                      <p:to>
                                        <p:strVal val="visible"/>
                                      </p:to>
                                    </p:set>
                                    <p:anim calcmode="lin" valueType="num">
                                      <p:cBhvr additive="base">
                                        <p:cTn id="36" dur="500" fill="hold"/>
                                        <p:tgtEl>
                                          <p:spTgt spid="9"/>
                                        </p:tgtEl>
                                        <p:attrNameLst>
                                          <p:attrName>ppt_x</p:attrName>
                                        </p:attrNameLst>
                                      </p:cBhvr>
                                      <p:tavLst>
                                        <p:tav tm="0">
                                          <p:val>
                                            <p:strVal val="0-#ppt_w/2"/>
                                          </p:val>
                                        </p:tav>
                                        <p:tav tm="100000">
                                          <p:val>
                                            <p:strVal val="#ppt_x"/>
                                          </p:val>
                                        </p:tav>
                                      </p:tavLst>
                                    </p:anim>
                                    <p:anim calcmode="lin" valueType="num">
                                      <p:cBhvr additive="base">
                                        <p:cTn id="37" dur="500" fill="hold"/>
                                        <p:tgtEl>
                                          <p:spTgt spid="9"/>
                                        </p:tgtEl>
                                        <p:attrNameLst>
                                          <p:attrName>ppt_y</p:attrName>
                                        </p:attrNameLst>
                                      </p:cBhvr>
                                      <p:tavLst>
                                        <p:tav tm="0">
                                          <p:val>
                                            <p:strVal val="#ppt_y"/>
                                          </p:val>
                                        </p:tav>
                                        <p:tav tm="100000">
                                          <p:val>
                                            <p:strVal val="#ppt_y"/>
                                          </p:val>
                                        </p:tav>
                                      </p:tavLst>
                                    </p:anim>
                                  </p:childTnLst>
                                </p:cTn>
                              </p:par>
                            </p:childTnLst>
                          </p:cTn>
                        </p:par>
                        <p:par>
                          <p:cTn id="38" fill="hold">
                            <p:stCondLst>
                              <p:cond delay="1500"/>
                            </p:stCondLst>
                            <p:childTnLst>
                              <p:par>
                                <p:cTn id="39" presetID="1" presetClass="entr" presetSubtype="0" fill="hold" nodeType="afterEffect">
                                  <p:stCondLst>
                                    <p:cond delay="0"/>
                                  </p:stCondLst>
                                  <p:childTnLst>
                                    <p:set>
                                      <p:cBhvr>
                                        <p:cTn id="40" dur="1" fill="hold">
                                          <p:stCondLst>
                                            <p:cond delay="499"/>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1319" grpId="0" build="p"/>
    </p:bldLst>
  </p:timing>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42338" name="Picture 2"/>
          <p:cNvPicPr>
            <a:picLocks noChangeAspect="1"/>
          </p:cNvPicPr>
          <p:nvPr/>
        </p:nvPicPr>
        <p:blipFill>
          <a:blip r:embed="rId1"/>
          <a:stretch>
            <a:fillRect/>
          </a:stretch>
        </p:blipFill>
        <p:spPr>
          <a:xfrm>
            <a:off x="4618038" y="3965575"/>
            <a:ext cx="3897312" cy="2444750"/>
          </a:xfrm>
          <a:prstGeom prst="rect">
            <a:avLst/>
          </a:prstGeom>
          <a:noFill/>
          <a:ln w="9525">
            <a:noFill/>
          </a:ln>
        </p:spPr>
      </p:pic>
      <p:pic>
        <p:nvPicPr>
          <p:cNvPr id="142339" name="Picture 3"/>
          <p:cNvPicPr>
            <a:picLocks noChangeAspect="1"/>
          </p:cNvPicPr>
          <p:nvPr/>
        </p:nvPicPr>
        <p:blipFill>
          <a:blip r:embed="rId2"/>
          <a:stretch>
            <a:fillRect/>
          </a:stretch>
        </p:blipFill>
        <p:spPr>
          <a:xfrm>
            <a:off x="2630488" y="827088"/>
            <a:ext cx="5624512" cy="2830512"/>
          </a:xfrm>
          <a:prstGeom prst="rect">
            <a:avLst/>
          </a:prstGeom>
          <a:noFill/>
          <a:ln w="9525">
            <a:noFill/>
          </a:ln>
        </p:spPr>
      </p:pic>
      <p:pic>
        <p:nvPicPr>
          <p:cNvPr id="142340" name="Picture 4"/>
          <p:cNvPicPr>
            <a:picLocks noChangeAspect="1"/>
          </p:cNvPicPr>
          <p:nvPr/>
        </p:nvPicPr>
        <p:blipFill>
          <a:blip r:embed="rId3"/>
          <a:stretch>
            <a:fillRect/>
          </a:stretch>
        </p:blipFill>
        <p:spPr>
          <a:xfrm>
            <a:off x="5273675" y="827088"/>
            <a:ext cx="1052513" cy="1387475"/>
          </a:xfrm>
          <a:prstGeom prst="rect">
            <a:avLst/>
          </a:prstGeom>
          <a:noFill/>
          <a:ln w="9525">
            <a:noFill/>
          </a:ln>
        </p:spPr>
      </p:pic>
      <p:pic>
        <p:nvPicPr>
          <p:cNvPr id="142341" name="Picture 5"/>
          <p:cNvPicPr>
            <a:picLocks noChangeAspect="1"/>
          </p:cNvPicPr>
          <p:nvPr/>
        </p:nvPicPr>
        <p:blipFill>
          <a:blip r:embed="rId4"/>
          <a:srcRect r="40829"/>
          <a:stretch>
            <a:fillRect/>
          </a:stretch>
        </p:blipFill>
        <p:spPr>
          <a:xfrm>
            <a:off x="385763" y="3965575"/>
            <a:ext cx="1712912" cy="2403475"/>
          </a:xfrm>
          <a:prstGeom prst="rect">
            <a:avLst/>
          </a:prstGeom>
          <a:noFill/>
          <a:ln w="9525">
            <a:noFill/>
          </a:ln>
        </p:spPr>
      </p:pic>
      <p:pic>
        <p:nvPicPr>
          <p:cNvPr id="142342" name="Picture 6"/>
          <p:cNvPicPr>
            <a:picLocks noChangeAspect="1"/>
          </p:cNvPicPr>
          <p:nvPr/>
        </p:nvPicPr>
        <p:blipFill>
          <a:blip r:embed="rId5"/>
          <a:srcRect r="43356"/>
          <a:stretch>
            <a:fillRect/>
          </a:stretch>
        </p:blipFill>
        <p:spPr>
          <a:xfrm>
            <a:off x="2559050" y="3965575"/>
            <a:ext cx="1598613" cy="2403475"/>
          </a:xfrm>
          <a:prstGeom prst="rect">
            <a:avLst/>
          </a:prstGeom>
          <a:noFill/>
          <a:ln w="9525">
            <a:noFill/>
          </a:ln>
        </p:spPr>
      </p:pic>
      <p:sp>
        <p:nvSpPr>
          <p:cNvPr id="142343" name="Rectangle 7"/>
          <p:cNvSpPr>
            <a:spLocks noGrp="1" noChangeArrowheads="1"/>
          </p:cNvSpPr>
          <p:nvPr>
            <p:ph idx="1"/>
          </p:nvPr>
        </p:nvSpPr>
        <p:spPr>
          <a:xfrm>
            <a:off x="-1905" y="1178560"/>
            <a:ext cx="2378710" cy="2047875"/>
          </a:xfrm>
        </p:spPr>
        <p:txBody>
          <a:bodyPr/>
          <a:lstStyle/>
          <a:p>
            <a:pPr marL="342900" marR="0" lvl="0" indent="-342900" algn="l" defTabSz="914400" rtl="0" latinLnBrk="0">
              <a:lnSpc>
                <a:spcPct val="150000"/>
              </a:lnSpc>
              <a:spcBef>
                <a:spcPts val="0"/>
              </a:spcBef>
              <a:spcAft>
                <a:spcPct val="0"/>
              </a:spcAft>
              <a:buClr>
                <a:schemeClr val="hlink"/>
              </a:buClr>
              <a:buSzPct val="110000"/>
              <a:buFontTx/>
              <a:buChar char=" "/>
              <a:defRPr/>
            </a:pPr>
            <a:r>
              <a:rPr kumimoji="1" lang="zh-CN" altLang="en-US" sz="2400" i="0" u="none" strike="noStrike" kern="1200" cap="none" spc="0" normalizeH="0" baseline="0" noProof="0" dirty="0" smtClean="0">
                <a:ln>
                  <a:noFill/>
                </a:ln>
                <a:solidFill>
                  <a:schemeClr val="tx1"/>
                </a:solidFill>
                <a:effectLst>
                  <a:outerShdw blurRad="38100" dist="38100" dir="2700000" algn="tl">
                    <a:srgbClr val="FFFFFF"/>
                  </a:outerShdw>
                </a:effectLst>
                <a:uLnTx/>
                <a:uFillTx/>
                <a:latin typeface="仿宋_GB2312" pitchFamily="49" charset="-122"/>
                <a:ea typeface="仿宋_GB2312" pitchFamily="49" charset="-122"/>
                <a:cs typeface="+mn-cs"/>
              </a:rPr>
              <a:t>选择</a:t>
            </a:r>
            <a:r>
              <a:rPr kumimoji="1" lang="zh-CN" altLang="en-US" sz="2400" i="0" u="none" strike="noStrike" kern="1200" cap="none" spc="0" normalizeH="0" baseline="0" noProof="0" dirty="0">
                <a:ln>
                  <a:noFill/>
                </a:ln>
                <a:solidFill>
                  <a:schemeClr val="tx1"/>
                </a:solidFill>
                <a:effectLst>
                  <a:outerShdw blurRad="38100" dist="38100" dir="2700000" algn="tl">
                    <a:srgbClr val="FFFFFF"/>
                  </a:outerShdw>
                </a:effectLst>
                <a:uLnTx/>
                <a:uFillTx/>
                <a:latin typeface="仿宋_GB2312" pitchFamily="49" charset="-122"/>
                <a:ea typeface="仿宋_GB2312" pitchFamily="49" charset="-122"/>
                <a:cs typeface="+mn-cs"/>
              </a:rPr>
              <a:t>键长</a:t>
            </a:r>
            <a:r>
              <a:rPr kumimoji="1" lang="en-US" altLang="zh-CN" sz="2400" i="0" u="none" strike="noStrike" kern="1200" cap="none" spc="0" normalizeH="0" baseline="0" noProof="0" dirty="0">
                <a:ln>
                  <a:noFill/>
                </a:ln>
                <a:solidFill>
                  <a:schemeClr val="tx1"/>
                </a:solidFill>
                <a:effectLst>
                  <a:outerShdw blurRad="38100" dist="38100" dir="2700000" algn="tl">
                    <a:srgbClr val="FFFFFF"/>
                  </a:outerShdw>
                </a:effectLst>
                <a:uLnTx/>
                <a:uFillTx/>
                <a:latin typeface="仿宋_GB2312" pitchFamily="49" charset="-122"/>
                <a:ea typeface="仿宋_GB2312" pitchFamily="49" charset="-122"/>
                <a:cs typeface="+mn-cs"/>
              </a:rPr>
              <a:t>b</a:t>
            </a:r>
            <a:r>
              <a:rPr kumimoji="1" lang="zh-CN" altLang="en-US" sz="2400" i="0" u="none" strike="noStrike" kern="1200" cap="none" spc="0" normalizeH="0" baseline="0" noProof="0" dirty="0">
                <a:ln>
                  <a:noFill/>
                </a:ln>
                <a:solidFill>
                  <a:schemeClr val="tx1"/>
                </a:solidFill>
                <a:effectLst>
                  <a:outerShdw blurRad="38100" dist="38100" dir="2700000" algn="tl">
                    <a:srgbClr val="FFFFFF"/>
                  </a:outerShdw>
                </a:effectLst>
                <a:uLnTx/>
                <a:uFillTx/>
                <a:latin typeface="仿宋_GB2312" pitchFamily="49" charset="-122"/>
                <a:ea typeface="仿宋_GB2312" pitchFamily="49" charset="-122"/>
                <a:cs typeface="+mn-cs"/>
              </a:rPr>
              <a:t>和齿轮轴段长度</a:t>
            </a:r>
            <a:r>
              <a:rPr kumimoji="1" lang="en-US" altLang="zh-CN" sz="2400" i="0" u="none" strike="noStrike" kern="1200" cap="none" spc="0" normalizeH="0" baseline="0" noProof="0" dirty="0">
                <a:ln>
                  <a:noFill/>
                </a:ln>
                <a:solidFill>
                  <a:schemeClr val="tx1"/>
                </a:solidFill>
                <a:effectLst>
                  <a:outerShdw blurRad="38100" dist="38100" dir="2700000" algn="tl">
                    <a:srgbClr val="FFFFFF"/>
                  </a:outerShdw>
                </a:effectLst>
                <a:uLnTx/>
                <a:uFillTx/>
                <a:latin typeface="仿宋_GB2312" pitchFamily="49" charset="-122"/>
                <a:ea typeface="仿宋_GB2312" pitchFamily="49" charset="-122"/>
                <a:cs typeface="+mn-cs"/>
              </a:rPr>
              <a:t>L</a:t>
            </a:r>
            <a:r>
              <a:rPr kumimoji="1" lang="zh-CN" altLang="en-US" sz="2400" i="0" u="none" strike="noStrike" kern="1200" cap="none" spc="0" normalizeH="0" baseline="0" noProof="0" dirty="0">
                <a:ln>
                  <a:noFill/>
                </a:ln>
                <a:solidFill>
                  <a:schemeClr val="tx1"/>
                </a:solidFill>
                <a:effectLst>
                  <a:outerShdw blurRad="38100" dist="38100" dir="2700000" algn="tl">
                    <a:srgbClr val="FFFFFF"/>
                  </a:outerShdw>
                </a:effectLst>
                <a:uLnTx/>
                <a:uFillTx/>
                <a:latin typeface="仿宋_GB2312" pitchFamily="49" charset="-122"/>
                <a:ea typeface="仿宋_GB2312" pitchFamily="49" charset="-122"/>
                <a:cs typeface="+mn-cs"/>
              </a:rPr>
              <a:t>的关系。</a:t>
            </a:r>
            <a:endParaRPr kumimoji="1" lang="zh-CN" altLang="en-US" sz="2400" i="0" u="none" strike="noStrike" kern="1200" cap="none" spc="0" normalizeH="0" baseline="0" noProof="0" dirty="0">
              <a:ln>
                <a:noFill/>
              </a:ln>
              <a:solidFill>
                <a:schemeClr val="tx1"/>
              </a:solidFill>
              <a:effectLst>
                <a:outerShdw blurRad="38100" dist="38100" dir="2700000" algn="tl">
                  <a:srgbClr val="FFFFFF"/>
                </a:outerShdw>
              </a:effectLst>
              <a:uLnTx/>
              <a:uFillTx/>
              <a:latin typeface="仿宋_GB2312" pitchFamily="49" charset="-122"/>
              <a:ea typeface="仿宋_GB2312" pitchFamily="49" charset="-122"/>
              <a:cs typeface="+mn-cs"/>
            </a:endParaRPr>
          </a:p>
        </p:txBody>
      </p:sp>
      <p:pic>
        <p:nvPicPr>
          <p:cNvPr id="8" name="Picture 49" descr="back1">
            <a:hlinkClick r:id="" tooltip="上一页" action="ppaction://hlinkshowjump?jump=previousslide"/>
          </p:cNvPr>
          <p:cNvPicPr>
            <a:picLocks noChangeAspect="1"/>
          </p:cNvPicPr>
          <p:nvPr/>
        </p:nvPicPr>
        <p:blipFill>
          <a:blip r:embed="rId6"/>
          <a:stretch>
            <a:fillRect/>
          </a:stretch>
        </p:blipFill>
        <p:spPr>
          <a:xfrm>
            <a:off x="8380413" y="6556375"/>
            <a:ext cx="306387" cy="306388"/>
          </a:xfrm>
          <a:prstGeom prst="rect">
            <a:avLst/>
          </a:prstGeom>
          <a:noFill/>
          <a:ln w="9525">
            <a:noFill/>
          </a:ln>
        </p:spPr>
      </p:pic>
      <p:pic>
        <p:nvPicPr>
          <p:cNvPr id="9" name="Picture 50" descr="rewind1">
            <a:hlinkClick r:id="" action="ppaction://hlinkshowjump?jump=firstslide"/>
          </p:cNvPr>
          <p:cNvPicPr>
            <a:picLocks noChangeAspect="1"/>
          </p:cNvPicPr>
          <p:nvPr/>
        </p:nvPicPr>
        <p:blipFill>
          <a:blip r:embed="rId7"/>
          <a:stretch>
            <a:fillRect/>
          </a:stretch>
        </p:blipFill>
        <p:spPr>
          <a:xfrm>
            <a:off x="8018463" y="6551613"/>
            <a:ext cx="306387" cy="306387"/>
          </a:xfrm>
          <a:prstGeom prst="rect">
            <a:avLst/>
          </a:prstGeom>
          <a:noFill/>
          <a:ln w="9525">
            <a:noFill/>
          </a:ln>
        </p:spPr>
      </p:pic>
      <p:pic>
        <p:nvPicPr>
          <p:cNvPr id="10" name="Picture 149" descr="NEXT1">
            <a:hlinkClick r:id="" action="ppaction://hlinkshowjump?jump=nextslide"/>
          </p:cNvPr>
          <p:cNvPicPr>
            <a:picLocks noChangeAspect="1"/>
          </p:cNvPicPr>
          <p:nvPr/>
        </p:nvPicPr>
        <p:blipFill>
          <a:blip r:embed="rId8"/>
          <a:stretch>
            <a:fillRect/>
          </a:stretch>
        </p:blipFill>
        <p:spPr>
          <a:xfrm>
            <a:off x="8753475" y="6551613"/>
            <a:ext cx="306388" cy="306387"/>
          </a:xfrm>
          <a:prstGeom prst="rect">
            <a:avLst/>
          </a:prstGeom>
          <a:noFill/>
          <a:ln w="9525">
            <a:noFill/>
          </a:ln>
        </p:spPr>
      </p:pic>
      <p:sp>
        <p:nvSpPr>
          <p:cNvPr id="2" name="矩形 1"/>
          <p:cNvSpPr/>
          <p:nvPr/>
        </p:nvSpPr>
        <p:spPr>
          <a:xfrm>
            <a:off x="990600" y="0"/>
            <a:ext cx="3467100" cy="584200"/>
          </a:xfrm>
          <a:prstGeom prst="rect">
            <a:avLst/>
          </a:prstGeom>
        </p:spPr>
        <p:txBody>
          <a:bodyPr wrap="none">
            <a:spAutoFit/>
          </a:bodyPr>
          <a:lstStyle/>
          <a:p>
            <a:pPr marL="0" marR="0" lvl="0" indent="0" algn="l" defTabSz="914400" rtl="0" eaLnBrk="0" fontAlgn="base" latinLnBrk="0" hangingPunct="0">
              <a:lnSpc>
                <a:spcPct val="100000"/>
              </a:lnSpc>
              <a:spcBef>
                <a:spcPct val="0"/>
              </a:spcBef>
              <a:spcAft>
                <a:spcPct val="0"/>
              </a:spcAft>
              <a:buClrTx/>
              <a:buSzTx/>
              <a:buFontTx/>
              <a:buNone/>
              <a:defRPr/>
            </a:pPr>
            <a:r>
              <a:rPr kumimoji="1" lang="zh-CN" altLang="en-US" sz="3200" b="1" i="0" u="none" strike="noStrike" kern="1200" cap="none" spc="0" normalizeH="0" baseline="0" noProof="0" dirty="0">
                <a:ln>
                  <a:noFill/>
                </a:ln>
                <a:solidFill>
                  <a:srgbClr val="C00000"/>
                </a:solidFill>
                <a:effectLst>
                  <a:outerShdw blurRad="38100" dist="38100" dir="2700000" algn="tl">
                    <a:srgbClr val="000000"/>
                  </a:outerShdw>
                </a:effectLst>
                <a:uLnTx/>
                <a:uFillTx/>
                <a:latin typeface="宋体" panose="02010600030101010101" pitchFamily="2" charset="-122"/>
                <a:ea typeface="华文中宋" panose="02010600040101010101" pitchFamily="2" charset="-122"/>
                <a:cs typeface="+mn-cs"/>
              </a:rPr>
              <a:t>轴承组合设计例题</a:t>
            </a:r>
            <a:endParaRPr kumimoji="1" lang="zh-CN" altLang="en-US" sz="3200" b="1" i="0" u="none" strike="noStrike" kern="1200" cap="none" spc="0" normalizeH="0" baseline="0" noProof="0" dirty="0">
              <a:ln>
                <a:noFill/>
              </a:ln>
              <a:solidFill>
                <a:srgbClr val="C00000"/>
              </a:solidFill>
              <a:effectLst>
                <a:outerShdw blurRad="38100" dist="38100" dir="2700000" algn="tl">
                  <a:srgbClr val="000000"/>
                </a:outerShdw>
              </a:effectLst>
              <a:uLnTx/>
              <a:uFillTx/>
              <a:latin typeface="宋体" panose="02010600030101010101" pitchFamily="2" charset="-122"/>
              <a:ea typeface="华文中宋" panose="02010600040101010101" pitchFamily="2" charset="-122"/>
              <a:cs typeface="+mn-cs"/>
            </a:endParaRPr>
          </a:p>
        </p:txBody>
      </p:sp>
    </p:spTree>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142339"/>
                                        </p:tgtEl>
                                        <p:attrNameLst>
                                          <p:attrName>style.visibility</p:attrName>
                                        </p:attrNameLst>
                                      </p:cBhvr>
                                      <p:to>
                                        <p:strVal val="visible"/>
                                      </p:to>
                                    </p:set>
                                    <p:animEffect transition="in" filter="wipe(up)">
                                      <p:cBhvr>
                                        <p:cTn id="7" dur="500"/>
                                        <p:tgtEl>
                                          <p:spTgt spid="142339"/>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nodeType="clickEffect">
                                  <p:stCondLst>
                                    <p:cond delay="0"/>
                                  </p:stCondLst>
                                  <p:childTnLst>
                                    <p:set>
                                      <p:cBhvr>
                                        <p:cTn id="11" dur="1" fill="hold">
                                          <p:stCondLst>
                                            <p:cond delay="0"/>
                                          </p:stCondLst>
                                        </p:cTn>
                                        <p:tgtEl>
                                          <p:spTgt spid="142340"/>
                                        </p:tgtEl>
                                        <p:attrNameLst>
                                          <p:attrName>style.visibility</p:attrName>
                                        </p:attrNameLst>
                                      </p:cBhvr>
                                      <p:to>
                                        <p:strVal val="visible"/>
                                      </p:to>
                                    </p:set>
                                    <p:animEffect transition="in" filter="wipe(up)">
                                      <p:cBhvr>
                                        <p:cTn id="12" dur="500"/>
                                        <p:tgtEl>
                                          <p:spTgt spid="142340"/>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nodeType="clickEffect">
                                  <p:stCondLst>
                                    <p:cond delay="0"/>
                                  </p:stCondLst>
                                  <p:childTnLst>
                                    <p:set>
                                      <p:cBhvr>
                                        <p:cTn id="16" dur="1" fill="hold">
                                          <p:stCondLst>
                                            <p:cond delay="0"/>
                                          </p:stCondLst>
                                        </p:cTn>
                                        <p:tgtEl>
                                          <p:spTgt spid="142341"/>
                                        </p:tgtEl>
                                        <p:attrNameLst>
                                          <p:attrName>style.visibility</p:attrName>
                                        </p:attrNameLst>
                                      </p:cBhvr>
                                      <p:to>
                                        <p:strVal val="visible"/>
                                      </p:to>
                                    </p:set>
                                    <p:animEffect transition="in" filter="wipe(up)">
                                      <p:cBhvr>
                                        <p:cTn id="17" dur="500"/>
                                        <p:tgtEl>
                                          <p:spTgt spid="142341"/>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nodeType="clickEffect">
                                  <p:stCondLst>
                                    <p:cond delay="0"/>
                                  </p:stCondLst>
                                  <p:childTnLst>
                                    <p:set>
                                      <p:cBhvr>
                                        <p:cTn id="21" dur="1" fill="hold">
                                          <p:stCondLst>
                                            <p:cond delay="0"/>
                                          </p:stCondLst>
                                        </p:cTn>
                                        <p:tgtEl>
                                          <p:spTgt spid="142342"/>
                                        </p:tgtEl>
                                        <p:attrNameLst>
                                          <p:attrName>style.visibility</p:attrName>
                                        </p:attrNameLst>
                                      </p:cBhvr>
                                      <p:to>
                                        <p:strVal val="visible"/>
                                      </p:to>
                                    </p:set>
                                    <p:animEffect transition="in" filter="wipe(up)">
                                      <p:cBhvr>
                                        <p:cTn id="22" dur="500"/>
                                        <p:tgtEl>
                                          <p:spTgt spid="142342"/>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1" fill="hold" nodeType="clickEffect">
                                  <p:stCondLst>
                                    <p:cond delay="0"/>
                                  </p:stCondLst>
                                  <p:childTnLst>
                                    <p:set>
                                      <p:cBhvr>
                                        <p:cTn id="26" dur="1" fill="hold">
                                          <p:stCondLst>
                                            <p:cond delay="0"/>
                                          </p:stCondLst>
                                        </p:cTn>
                                        <p:tgtEl>
                                          <p:spTgt spid="142338"/>
                                        </p:tgtEl>
                                        <p:attrNameLst>
                                          <p:attrName>style.visibility</p:attrName>
                                        </p:attrNameLst>
                                      </p:cBhvr>
                                      <p:to>
                                        <p:strVal val="visible"/>
                                      </p:to>
                                    </p:set>
                                    <p:animEffect transition="in" filter="wipe(up)">
                                      <p:cBhvr>
                                        <p:cTn id="27" dur="500"/>
                                        <p:tgtEl>
                                          <p:spTgt spid="142338"/>
                                        </p:tgtEl>
                                      </p:cBhvr>
                                    </p:animEffect>
                                  </p:childTnLst>
                                </p:cTn>
                              </p:par>
                            </p:childTnLst>
                          </p:cTn>
                        </p:par>
                        <p:par>
                          <p:cTn id="28" fill="hold">
                            <p:stCondLst>
                              <p:cond delay="500"/>
                            </p:stCondLst>
                            <p:childTnLst>
                              <p:par>
                                <p:cTn id="29" presetID="2" presetClass="entr" presetSubtype="8" fill="hold" nodeType="afterEffect">
                                  <p:stCondLst>
                                    <p:cond delay="0"/>
                                  </p:stCondLst>
                                  <p:childTnLst>
                                    <p:set>
                                      <p:cBhvr>
                                        <p:cTn id="30" dur="1" fill="hold">
                                          <p:stCondLst>
                                            <p:cond delay="0"/>
                                          </p:stCondLst>
                                        </p:cTn>
                                        <p:tgtEl>
                                          <p:spTgt spid="8"/>
                                        </p:tgtEl>
                                        <p:attrNameLst>
                                          <p:attrName>style.visibility</p:attrName>
                                        </p:attrNameLst>
                                      </p:cBhvr>
                                      <p:to>
                                        <p:strVal val="visible"/>
                                      </p:to>
                                    </p:set>
                                    <p:anim calcmode="lin" valueType="num">
                                      <p:cBhvr additive="base">
                                        <p:cTn id="31" dur="500" fill="hold"/>
                                        <p:tgtEl>
                                          <p:spTgt spid="8"/>
                                        </p:tgtEl>
                                        <p:attrNameLst>
                                          <p:attrName>ppt_x</p:attrName>
                                        </p:attrNameLst>
                                      </p:cBhvr>
                                      <p:tavLst>
                                        <p:tav tm="0">
                                          <p:val>
                                            <p:strVal val="0-#ppt_w/2"/>
                                          </p:val>
                                        </p:tav>
                                        <p:tav tm="100000">
                                          <p:val>
                                            <p:strVal val="#ppt_x"/>
                                          </p:val>
                                        </p:tav>
                                      </p:tavLst>
                                    </p:anim>
                                    <p:anim calcmode="lin" valueType="num">
                                      <p:cBhvr additive="base">
                                        <p:cTn id="32" dur="500" fill="hold"/>
                                        <p:tgtEl>
                                          <p:spTgt spid="8"/>
                                        </p:tgtEl>
                                        <p:attrNameLst>
                                          <p:attrName>ppt_y</p:attrName>
                                        </p:attrNameLst>
                                      </p:cBhvr>
                                      <p:tavLst>
                                        <p:tav tm="0">
                                          <p:val>
                                            <p:strVal val="#ppt_y"/>
                                          </p:val>
                                        </p:tav>
                                        <p:tav tm="100000">
                                          <p:val>
                                            <p:strVal val="#ppt_y"/>
                                          </p:val>
                                        </p:tav>
                                      </p:tavLst>
                                    </p:anim>
                                  </p:childTnLst>
                                </p:cTn>
                              </p:par>
                            </p:childTnLst>
                          </p:cTn>
                        </p:par>
                        <p:par>
                          <p:cTn id="33" fill="hold">
                            <p:stCondLst>
                              <p:cond delay="1000"/>
                            </p:stCondLst>
                            <p:childTnLst>
                              <p:par>
                                <p:cTn id="34" presetID="2" presetClass="entr" presetSubtype="8" fill="hold" nodeType="afterEffect">
                                  <p:stCondLst>
                                    <p:cond delay="0"/>
                                  </p:stCondLst>
                                  <p:childTnLst>
                                    <p:set>
                                      <p:cBhvr>
                                        <p:cTn id="35" dur="1" fill="hold">
                                          <p:stCondLst>
                                            <p:cond delay="0"/>
                                          </p:stCondLst>
                                        </p:cTn>
                                        <p:tgtEl>
                                          <p:spTgt spid="9"/>
                                        </p:tgtEl>
                                        <p:attrNameLst>
                                          <p:attrName>style.visibility</p:attrName>
                                        </p:attrNameLst>
                                      </p:cBhvr>
                                      <p:to>
                                        <p:strVal val="visible"/>
                                      </p:to>
                                    </p:set>
                                    <p:anim calcmode="lin" valueType="num">
                                      <p:cBhvr additive="base">
                                        <p:cTn id="36" dur="500" fill="hold"/>
                                        <p:tgtEl>
                                          <p:spTgt spid="9"/>
                                        </p:tgtEl>
                                        <p:attrNameLst>
                                          <p:attrName>ppt_x</p:attrName>
                                        </p:attrNameLst>
                                      </p:cBhvr>
                                      <p:tavLst>
                                        <p:tav tm="0">
                                          <p:val>
                                            <p:strVal val="0-#ppt_w/2"/>
                                          </p:val>
                                        </p:tav>
                                        <p:tav tm="100000">
                                          <p:val>
                                            <p:strVal val="#ppt_x"/>
                                          </p:val>
                                        </p:tav>
                                      </p:tavLst>
                                    </p:anim>
                                    <p:anim calcmode="lin" valueType="num">
                                      <p:cBhvr additive="base">
                                        <p:cTn id="37" dur="500" fill="hold"/>
                                        <p:tgtEl>
                                          <p:spTgt spid="9"/>
                                        </p:tgtEl>
                                        <p:attrNameLst>
                                          <p:attrName>ppt_y</p:attrName>
                                        </p:attrNameLst>
                                      </p:cBhvr>
                                      <p:tavLst>
                                        <p:tav tm="0">
                                          <p:val>
                                            <p:strVal val="#ppt_y"/>
                                          </p:val>
                                        </p:tav>
                                        <p:tav tm="100000">
                                          <p:val>
                                            <p:strVal val="#ppt_y"/>
                                          </p:val>
                                        </p:tav>
                                      </p:tavLst>
                                    </p:anim>
                                  </p:childTnLst>
                                </p:cTn>
                              </p:par>
                            </p:childTnLst>
                          </p:cTn>
                        </p:par>
                        <p:par>
                          <p:cTn id="38" fill="hold">
                            <p:stCondLst>
                              <p:cond delay="1500"/>
                            </p:stCondLst>
                            <p:childTnLst>
                              <p:par>
                                <p:cTn id="39" presetID="1" presetClass="entr" presetSubtype="0" fill="hold" nodeType="afterEffect">
                                  <p:stCondLst>
                                    <p:cond delay="0"/>
                                  </p:stCondLst>
                                  <p:childTnLst>
                                    <p:set>
                                      <p:cBhvr>
                                        <p:cTn id="40" dur="1" fill="hold">
                                          <p:stCondLst>
                                            <p:cond delay="499"/>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2343" grpId="0" build="p"/>
    </p:bldLst>
  </p:timing>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43362" name="Picture 2"/>
          <p:cNvPicPr>
            <a:picLocks noChangeAspect="1"/>
          </p:cNvPicPr>
          <p:nvPr/>
        </p:nvPicPr>
        <p:blipFill>
          <a:blip r:embed="rId1"/>
          <a:stretch>
            <a:fillRect/>
          </a:stretch>
        </p:blipFill>
        <p:spPr>
          <a:xfrm>
            <a:off x="1379538" y="1687513"/>
            <a:ext cx="5199062" cy="3167062"/>
          </a:xfrm>
          <a:prstGeom prst="rect">
            <a:avLst/>
          </a:prstGeom>
          <a:noFill/>
          <a:ln w="9525">
            <a:noFill/>
          </a:ln>
        </p:spPr>
      </p:pic>
      <p:pic>
        <p:nvPicPr>
          <p:cNvPr id="143363" name="Picture 3"/>
          <p:cNvPicPr>
            <a:picLocks noChangeAspect="1"/>
          </p:cNvPicPr>
          <p:nvPr/>
        </p:nvPicPr>
        <p:blipFill>
          <a:blip r:embed="rId2"/>
          <a:stretch>
            <a:fillRect/>
          </a:stretch>
        </p:blipFill>
        <p:spPr>
          <a:xfrm>
            <a:off x="3654425" y="5029200"/>
            <a:ext cx="4211638" cy="1392238"/>
          </a:xfrm>
          <a:prstGeom prst="rect">
            <a:avLst/>
          </a:prstGeom>
          <a:noFill/>
          <a:ln w="9525">
            <a:noFill/>
          </a:ln>
        </p:spPr>
      </p:pic>
      <p:sp>
        <p:nvSpPr>
          <p:cNvPr id="143364" name="Rectangle 4"/>
          <p:cNvSpPr>
            <a:spLocks noGrp="1" noChangeArrowheads="1"/>
          </p:cNvSpPr>
          <p:nvPr>
            <p:ph idx="1"/>
          </p:nvPr>
        </p:nvSpPr>
        <p:spPr>
          <a:xfrm>
            <a:off x="585788" y="590550"/>
            <a:ext cx="7961313" cy="922338"/>
          </a:xfrm>
        </p:spPr>
        <p:txBody>
          <a:bodyPr/>
          <a:lstStyle/>
          <a:p>
            <a:pPr marL="342900" marR="0" lvl="0" indent="-342900" algn="l" defTabSz="914400" rtl="0" eaLnBrk="0" fontAlgn="base" latinLnBrk="0" hangingPunct="0">
              <a:lnSpc>
                <a:spcPct val="100000"/>
              </a:lnSpc>
              <a:spcBef>
                <a:spcPct val="20000"/>
              </a:spcBef>
              <a:spcAft>
                <a:spcPct val="0"/>
              </a:spcAft>
              <a:buClr>
                <a:schemeClr val="hlink"/>
              </a:buClr>
              <a:buSzPct val="110000"/>
              <a:buFontTx/>
              <a:buChar char=" "/>
              <a:defRPr/>
            </a:pPr>
            <a:r>
              <a:rPr kumimoji="1" lang="en-US" altLang="zh-CN" sz="2400" b="1" i="0" u="none" strike="noStrike" kern="1200" cap="none" spc="0" normalizeH="0" baseline="0" noProof="0" dirty="0">
                <a:ln>
                  <a:noFill/>
                </a:ln>
                <a:solidFill>
                  <a:schemeClr val="tx1"/>
                </a:solidFill>
                <a:effectLst>
                  <a:outerShdw blurRad="38100" dist="38100" dir="2700000" algn="tl">
                    <a:srgbClr val="FFFFFF"/>
                  </a:outerShdw>
                </a:effectLst>
                <a:uLnTx/>
                <a:uFillTx/>
                <a:latin typeface="仿宋_GB2312" pitchFamily="49" charset="-122"/>
                <a:ea typeface="仿宋_GB2312" pitchFamily="49" charset="-122"/>
                <a:cs typeface="+mn-cs"/>
              </a:rPr>
              <a:t>    </a:t>
            </a:r>
            <a:r>
              <a:rPr kumimoji="1" lang="en-US" altLang="zh-CN" sz="2400" b="1" i="0" u="none" strike="noStrike" kern="1200" cap="none" spc="0" normalizeH="0" baseline="0" noProof="0" dirty="0" smtClean="0">
                <a:ln>
                  <a:noFill/>
                </a:ln>
                <a:solidFill>
                  <a:schemeClr val="tx1"/>
                </a:solidFill>
                <a:effectLst>
                  <a:outerShdw blurRad="38100" dist="38100" dir="2700000" algn="tl">
                    <a:srgbClr val="FFFFFF"/>
                  </a:outerShdw>
                </a:effectLst>
                <a:uLnTx/>
                <a:uFillTx/>
                <a:latin typeface="仿宋_GB2312" pitchFamily="49" charset="-122"/>
                <a:ea typeface="仿宋_GB2312" pitchFamily="49" charset="-122"/>
                <a:cs typeface="+mn-cs"/>
              </a:rPr>
              <a:t> </a:t>
            </a:r>
            <a:r>
              <a:rPr kumimoji="1" lang="zh-CN" altLang="en-US" sz="2400" i="0" u="none" strike="noStrike" kern="1200" cap="none" spc="0" normalizeH="0" baseline="0" noProof="0" dirty="0" smtClean="0">
                <a:ln>
                  <a:noFill/>
                </a:ln>
                <a:solidFill>
                  <a:schemeClr val="tx1"/>
                </a:solidFill>
                <a:effectLst>
                  <a:outerShdw blurRad="38100" dist="38100" dir="2700000" algn="tl">
                    <a:srgbClr val="FFFFFF"/>
                  </a:outerShdw>
                </a:effectLst>
                <a:uLnTx/>
                <a:uFillTx/>
                <a:latin typeface="仿宋_GB2312" pitchFamily="49" charset="-122"/>
                <a:ea typeface="仿宋_GB2312" pitchFamily="49" charset="-122"/>
                <a:cs typeface="+mn-cs"/>
              </a:rPr>
              <a:t>轴</a:t>
            </a:r>
            <a:r>
              <a:rPr kumimoji="1" lang="zh-CN" altLang="en-US" sz="2400" i="0" u="none" strike="noStrike" kern="1200" cap="none" spc="0" normalizeH="0" baseline="0" noProof="0" dirty="0">
                <a:ln>
                  <a:noFill/>
                </a:ln>
                <a:solidFill>
                  <a:schemeClr val="tx1"/>
                </a:solidFill>
                <a:effectLst>
                  <a:outerShdw blurRad="38100" dist="38100" dir="2700000" algn="tl">
                    <a:srgbClr val="FFFFFF"/>
                  </a:outerShdw>
                </a:effectLst>
                <a:uLnTx/>
                <a:uFillTx/>
                <a:latin typeface="仿宋_GB2312" pitchFamily="49" charset="-122"/>
                <a:ea typeface="仿宋_GB2312" pitchFamily="49" charset="-122"/>
                <a:cs typeface="+mn-cs"/>
              </a:rPr>
              <a:t>肩的高度不能超过轴承的安装尺寸，否则轴承无法拆卸。</a:t>
            </a:r>
            <a:endParaRPr kumimoji="1" lang="zh-CN" altLang="en-US" sz="2400" i="0" u="none" strike="noStrike" kern="1200" cap="none" spc="0" normalizeH="0" baseline="0" noProof="0" dirty="0">
              <a:ln>
                <a:noFill/>
              </a:ln>
              <a:solidFill>
                <a:schemeClr val="tx1"/>
              </a:solidFill>
              <a:effectLst>
                <a:outerShdw blurRad="38100" dist="38100" dir="2700000" algn="tl">
                  <a:srgbClr val="FFFFFF"/>
                </a:outerShdw>
              </a:effectLst>
              <a:uLnTx/>
              <a:uFillTx/>
              <a:latin typeface="仿宋_GB2312" pitchFamily="49" charset="-122"/>
              <a:ea typeface="仿宋_GB2312" pitchFamily="49" charset="-122"/>
              <a:cs typeface="+mn-cs"/>
            </a:endParaRPr>
          </a:p>
        </p:txBody>
      </p:sp>
      <p:pic>
        <p:nvPicPr>
          <p:cNvPr id="143365" name="Picture 5"/>
          <p:cNvPicPr>
            <a:picLocks noChangeAspect="1"/>
          </p:cNvPicPr>
          <p:nvPr/>
        </p:nvPicPr>
        <p:blipFill>
          <a:blip r:embed="rId3"/>
          <a:stretch>
            <a:fillRect/>
          </a:stretch>
        </p:blipFill>
        <p:spPr>
          <a:xfrm>
            <a:off x="6792913" y="1819275"/>
            <a:ext cx="1960562" cy="2741613"/>
          </a:xfrm>
          <a:prstGeom prst="rect">
            <a:avLst/>
          </a:prstGeom>
          <a:noFill/>
          <a:ln w="9525">
            <a:noFill/>
          </a:ln>
        </p:spPr>
      </p:pic>
      <p:sp>
        <p:nvSpPr>
          <p:cNvPr id="143366" name="Rectangle 6"/>
          <p:cNvSpPr>
            <a:spLocks noChangeArrowheads="1"/>
          </p:cNvSpPr>
          <p:nvPr/>
        </p:nvSpPr>
        <p:spPr bwMode="auto">
          <a:xfrm>
            <a:off x="455613" y="5429250"/>
            <a:ext cx="29559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l" defTabSz="914400" rtl="0" eaLnBrk="0" fontAlgn="base" latinLnBrk="0" hangingPunct="0">
              <a:lnSpc>
                <a:spcPct val="100000"/>
              </a:lnSpc>
              <a:spcBef>
                <a:spcPct val="0"/>
              </a:spcBef>
              <a:spcAft>
                <a:spcPct val="0"/>
              </a:spcAft>
              <a:buClrTx/>
              <a:buSzTx/>
              <a:buFontTx/>
              <a:buNone/>
              <a:defRPr/>
            </a:pPr>
            <a:r>
              <a:rPr kumimoji="1" lang="zh-CN" altLang="en-US" sz="2400" b="0" i="0" u="none" strike="noStrike" kern="1200" cap="none" spc="0" normalizeH="0" baseline="0" noProof="0" dirty="0">
                <a:ln>
                  <a:noFill/>
                </a:ln>
                <a:solidFill>
                  <a:schemeClr val="tx1"/>
                </a:solidFill>
                <a:effectLst>
                  <a:outerShdw blurRad="38100" dist="38100" dir="2700000" algn="tl">
                    <a:srgbClr val="FFFFFF"/>
                  </a:outerShdw>
                </a:effectLst>
                <a:uLnTx/>
                <a:uFillTx/>
                <a:latin typeface="仿宋_GB2312" pitchFamily="49" charset="-122"/>
                <a:ea typeface="仿宋_GB2312" pitchFamily="49" charset="-122"/>
                <a:cs typeface="+mn-cs"/>
              </a:rPr>
              <a:t>选择右端套筒的形式</a:t>
            </a:r>
            <a:endParaRPr kumimoji="1" lang="zh-CN" altLang="en-US" sz="2400" b="0" i="0" u="none" strike="noStrike" kern="1200" cap="none" spc="0" normalizeH="0" baseline="0" noProof="0" dirty="0">
              <a:ln>
                <a:noFill/>
              </a:ln>
              <a:solidFill>
                <a:schemeClr val="tx1"/>
              </a:solidFill>
              <a:effectLst>
                <a:outerShdw blurRad="38100" dist="38100" dir="2700000" algn="tl">
                  <a:srgbClr val="FFFFFF"/>
                </a:outerShdw>
              </a:effectLst>
              <a:uLnTx/>
              <a:uFillTx/>
              <a:latin typeface="仿宋_GB2312" pitchFamily="49" charset="-122"/>
              <a:ea typeface="仿宋_GB2312" pitchFamily="49" charset="-122"/>
              <a:cs typeface="+mn-cs"/>
            </a:endParaRPr>
          </a:p>
        </p:txBody>
      </p:sp>
      <p:pic>
        <p:nvPicPr>
          <p:cNvPr id="7" name="Picture 49" descr="back1">
            <a:hlinkClick r:id="" tooltip="上一页" action="ppaction://hlinkshowjump?jump=previousslide"/>
          </p:cNvPr>
          <p:cNvPicPr>
            <a:picLocks noChangeAspect="1"/>
          </p:cNvPicPr>
          <p:nvPr/>
        </p:nvPicPr>
        <p:blipFill>
          <a:blip r:embed="rId4"/>
          <a:stretch>
            <a:fillRect/>
          </a:stretch>
        </p:blipFill>
        <p:spPr>
          <a:xfrm>
            <a:off x="8380413" y="6556375"/>
            <a:ext cx="306387" cy="306388"/>
          </a:xfrm>
          <a:prstGeom prst="rect">
            <a:avLst/>
          </a:prstGeom>
          <a:noFill/>
          <a:ln w="9525">
            <a:noFill/>
          </a:ln>
        </p:spPr>
      </p:pic>
      <p:pic>
        <p:nvPicPr>
          <p:cNvPr id="8" name="Picture 50" descr="rewind1">
            <a:hlinkClick r:id="" action="ppaction://hlinkshowjump?jump=firstslide"/>
          </p:cNvPr>
          <p:cNvPicPr>
            <a:picLocks noChangeAspect="1"/>
          </p:cNvPicPr>
          <p:nvPr/>
        </p:nvPicPr>
        <p:blipFill>
          <a:blip r:embed="rId5"/>
          <a:stretch>
            <a:fillRect/>
          </a:stretch>
        </p:blipFill>
        <p:spPr>
          <a:xfrm>
            <a:off x="8018463" y="6551613"/>
            <a:ext cx="306387" cy="306387"/>
          </a:xfrm>
          <a:prstGeom prst="rect">
            <a:avLst/>
          </a:prstGeom>
          <a:noFill/>
          <a:ln w="9525">
            <a:noFill/>
          </a:ln>
        </p:spPr>
      </p:pic>
      <p:pic>
        <p:nvPicPr>
          <p:cNvPr id="9" name="Picture 149" descr="NEXT1">
            <a:hlinkClick r:id="" action="ppaction://hlinkshowjump?jump=nextslide"/>
          </p:cNvPr>
          <p:cNvPicPr>
            <a:picLocks noChangeAspect="1"/>
          </p:cNvPicPr>
          <p:nvPr/>
        </p:nvPicPr>
        <p:blipFill>
          <a:blip r:embed="rId6"/>
          <a:stretch>
            <a:fillRect/>
          </a:stretch>
        </p:blipFill>
        <p:spPr>
          <a:xfrm>
            <a:off x="8753475" y="6551613"/>
            <a:ext cx="306388" cy="306387"/>
          </a:xfrm>
          <a:prstGeom prst="rect">
            <a:avLst/>
          </a:prstGeom>
          <a:noFill/>
          <a:ln w="9525">
            <a:noFill/>
          </a:ln>
        </p:spPr>
      </p:pic>
      <p:sp>
        <p:nvSpPr>
          <p:cNvPr id="2" name="矩形 1"/>
          <p:cNvSpPr/>
          <p:nvPr/>
        </p:nvSpPr>
        <p:spPr>
          <a:xfrm>
            <a:off x="1041400" y="6350"/>
            <a:ext cx="3467100" cy="584200"/>
          </a:xfrm>
          <a:prstGeom prst="rect">
            <a:avLst/>
          </a:prstGeom>
        </p:spPr>
        <p:txBody>
          <a:bodyPr wrap="none">
            <a:spAutoFit/>
          </a:bodyPr>
          <a:lstStyle/>
          <a:p>
            <a:pPr marL="0" marR="0" lvl="0" indent="0" algn="l" defTabSz="914400" rtl="0" eaLnBrk="0" fontAlgn="base" latinLnBrk="0" hangingPunct="0">
              <a:lnSpc>
                <a:spcPct val="100000"/>
              </a:lnSpc>
              <a:spcBef>
                <a:spcPct val="0"/>
              </a:spcBef>
              <a:spcAft>
                <a:spcPct val="0"/>
              </a:spcAft>
              <a:buClrTx/>
              <a:buSzTx/>
              <a:buFontTx/>
              <a:buNone/>
              <a:defRPr/>
            </a:pPr>
            <a:r>
              <a:rPr kumimoji="1" lang="zh-CN" altLang="en-US" sz="3200" b="1" i="0" u="none" strike="noStrike" kern="1200" cap="none" spc="0" normalizeH="0" baseline="0" noProof="0" dirty="0">
                <a:ln>
                  <a:noFill/>
                </a:ln>
                <a:solidFill>
                  <a:srgbClr val="C00000"/>
                </a:solidFill>
                <a:effectLst>
                  <a:outerShdw blurRad="38100" dist="38100" dir="2700000" algn="tl">
                    <a:srgbClr val="000000"/>
                  </a:outerShdw>
                </a:effectLst>
                <a:uLnTx/>
                <a:uFillTx/>
                <a:latin typeface="宋体" panose="02010600030101010101" pitchFamily="2" charset="-122"/>
                <a:ea typeface="华文中宋" panose="02010600040101010101" pitchFamily="2" charset="-122"/>
                <a:cs typeface="+mn-cs"/>
              </a:rPr>
              <a:t>轴承组合设计例题</a:t>
            </a:r>
            <a:endParaRPr kumimoji="1" lang="zh-CN" altLang="en-US" sz="3200" b="1" i="0" u="none" strike="noStrike" kern="1200" cap="none" spc="0" normalizeH="0" baseline="0" noProof="0" dirty="0">
              <a:ln>
                <a:noFill/>
              </a:ln>
              <a:solidFill>
                <a:srgbClr val="C00000"/>
              </a:solidFill>
              <a:effectLst>
                <a:outerShdw blurRad="38100" dist="38100" dir="2700000" algn="tl">
                  <a:srgbClr val="000000"/>
                </a:outerShdw>
              </a:effectLst>
              <a:uLnTx/>
              <a:uFillTx/>
              <a:latin typeface="宋体" panose="02010600030101010101" pitchFamily="2" charset="-122"/>
              <a:ea typeface="华文中宋" panose="02010600040101010101" pitchFamily="2" charset="-122"/>
              <a:cs typeface="+mn-cs"/>
            </a:endParaRPr>
          </a:p>
        </p:txBody>
      </p:sp>
    </p:spTree>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143362"/>
                                        </p:tgtEl>
                                        <p:attrNameLst>
                                          <p:attrName>style.visibility</p:attrName>
                                        </p:attrNameLst>
                                      </p:cBhvr>
                                      <p:to>
                                        <p:strVal val="visible"/>
                                      </p:to>
                                    </p:set>
                                    <p:animEffect transition="in" filter="wipe(up)">
                                      <p:cBhvr>
                                        <p:cTn id="7" dur="500"/>
                                        <p:tgtEl>
                                          <p:spTgt spid="14336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nodeType="clickEffect">
                                  <p:stCondLst>
                                    <p:cond delay="0"/>
                                  </p:stCondLst>
                                  <p:childTnLst>
                                    <p:set>
                                      <p:cBhvr>
                                        <p:cTn id="11" dur="1" fill="hold">
                                          <p:stCondLst>
                                            <p:cond delay="0"/>
                                          </p:stCondLst>
                                        </p:cTn>
                                        <p:tgtEl>
                                          <p:spTgt spid="143365"/>
                                        </p:tgtEl>
                                        <p:attrNameLst>
                                          <p:attrName>style.visibility</p:attrName>
                                        </p:attrNameLst>
                                      </p:cBhvr>
                                      <p:to>
                                        <p:strVal val="visible"/>
                                      </p:to>
                                    </p:set>
                                    <p:animEffect transition="in" filter="wipe(up)">
                                      <p:cBhvr>
                                        <p:cTn id="12" dur="500"/>
                                        <p:tgtEl>
                                          <p:spTgt spid="143365"/>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iterate type="wd">
                                    <p:tmPct val="100000"/>
                                  </p:iterate>
                                  <p:childTnLst>
                                    <p:set>
                                      <p:cBhvr>
                                        <p:cTn id="16" dur="1" fill="hold">
                                          <p:stCondLst>
                                            <p:cond delay="0"/>
                                          </p:stCondLst>
                                        </p:cTn>
                                        <p:tgtEl>
                                          <p:spTgt spid="143366"/>
                                        </p:tgtEl>
                                        <p:attrNameLst>
                                          <p:attrName>style.visibility</p:attrName>
                                        </p:attrNameLst>
                                      </p:cBhvr>
                                      <p:to>
                                        <p:strVal val="visible"/>
                                      </p:to>
                                    </p:set>
                                    <p:animEffect transition="in" filter="wipe(left)">
                                      <p:cBhvr>
                                        <p:cTn id="17" dur="300"/>
                                        <p:tgtEl>
                                          <p:spTgt spid="143366"/>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nodeType="clickEffect">
                                  <p:stCondLst>
                                    <p:cond delay="0"/>
                                  </p:stCondLst>
                                  <p:childTnLst>
                                    <p:set>
                                      <p:cBhvr>
                                        <p:cTn id="21" dur="1" fill="hold">
                                          <p:stCondLst>
                                            <p:cond delay="0"/>
                                          </p:stCondLst>
                                        </p:cTn>
                                        <p:tgtEl>
                                          <p:spTgt spid="143363"/>
                                        </p:tgtEl>
                                        <p:attrNameLst>
                                          <p:attrName>style.visibility</p:attrName>
                                        </p:attrNameLst>
                                      </p:cBhvr>
                                      <p:to>
                                        <p:strVal val="visible"/>
                                      </p:to>
                                    </p:set>
                                    <p:animEffect transition="in" filter="wipe(up)">
                                      <p:cBhvr>
                                        <p:cTn id="22" dur="500"/>
                                        <p:tgtEl>
                                          <p:spTgt spid="143363"/>
                                        </p:tgtEl>
                                      </p:cBhvr>
                                    </p:animEffect>
                                  </p:childTnLst>
                                </p:cTn>
                              </p:par>
                            </p:childTnLst>
                          </p:cTn>
                        </p:par>
                        <p:par>
                          <p:cTn id="23" fill="hold">
                            <p:stCondLst>
                              <p:cond delay="500"/>
                            </p:stCondLst>
                            <p:childTnLst>
                              <p:par>
                                <p:cTn id="24" presetID="2" presetClass="entr" presetSubtype="8" fill="hold" nodeType="afterEffect">
                                  <p:stCondLst>
                                    <p:cond delay="0"/>
                                  </p:stCondLst>
                                  <p:childTnLst>
                                    <p:set>
                                      <p:cBhvr>
                                        <p:cTn id="25" dur="1" fill="hold">
                                          <p:stCondLst>
                                            <p:cond delay="0"/>
                                          </p:stCondLst>
                                        </p:cTn>
                                        <p:tgtEl>
                                          <p:spTgt spid="7"/>
                                        </p:tgtEl>
                                        <p:attrNameLst>
                                          <p:attrName>style.visibility</p:attrName>
                                        </p:attrNameLst>
                                      </p:cBhvr>
                                      <p:to>
                                        <p:strVal val="visible"/>
                                      </p:to>
                                    </p:set>
                                    <p:anim calcmode="lin" valueType="num">
                                      <p:cBhvr additive="base">
                                        <p:cTn id="26" dur="500" fill="hold"/>
                                        <p:tgtEl>
                                          <p:spTgt spid="7"/>
                                        </p:tgtEl>
                                        <p:attrNameLst>
                                          <p:attrName>ppt_x</p:attrName>
                                        </p:attrNameLst>
                                      </p:cBhvr>
                                      <p:tavLst>
                                        <p:tav tm="0">
                                          <p:val>
                                            <p:strVal val="0-#ppt_w/2"/>
                                          </p:val>
                                        </p:tav>
                                        <p:tav tm="100000">
                                          <p:val>
                                            <p:strVal val="#ppt_x"/>
                                          </p:val>
                                        </p:tav>
                                      </p:tavLst>
                                    </p:anim>
                                    <p:anim calcmode="lin" valueType="num">
                                      <p:cBhvr additive="base">
                                        <p:cTn id="27" dur="500" fill="hold"/>
                                        <p:tgtEl>
                                          <p:spTgt spid="7"/>
                                        </p:tgtEl>
                                        <p:attrNameLst>
                                          <p:attrName>ppt_y</p:attrName>
                                        </p:attrNameLst>
                                      </p:cBhvr>
                                      <p:tavLst>
                                        <p:tav tm="0">
                                          <p:val>
                                            <p:strVal val="#ppt_y"/>
                                          </p:val>
                                        </p:tav>
                                        <p:tav tm="100000">
                                          <p:val>
                                            <p:strVal val="#ppt_y"/>
                                          </p:val>
                                        </p:tav>
                                      </p:tavLst>
                                    </p:anim>
                                  </p:childTnLst>
                                </p:cTn>
                              </p:par>
                            </p:childTnLst>
                          </p:cTn>
                        </p:par>
                        <p:par>
                          <p:cTn id="28" fill="hold">
                            <p:stCondLst>
                              <p:cond delay="1000"/>
                            </p:stCondLst>
                            <p:childTnLst>
                              <p:par>
                                <p:cTn id="29" presetID="2" presetClass="entr" presetSubtype="8" fill="hold" nodeType="afterEffect">
                                  <p:stCondLst>
                                    <p:cond delay="0"/>
                                  </p:stCondLst>
                                  <p:childTnLst>
                                    <p:set>
                                      <p:cBhvr>
                                        <p:cTn id="30" dur="1" fill="hold">
                                          <p:stCondLst>
                                            <p:cond delay="0"/>
                                          </p:stCondLst>
                                        </p:cTn>
                                        <p:tgtEl>
                                          <p:spTgt spid="8"/>
                                        </p:tgtEl>
                                        <p:attrNameLst>
                                          <p:attrName>style.visibility</p:attrName>
                                        </p:attrNameLst>
                                      </p:cBhvr>
                                      <p:to>
                                        <p:strVal val="visible"/>
                                      </p:to>
                                    </p:set>
                                    <p:anim calcmode="lin" valueType="num">
                                      <p:cBhvr additive="base">
                                        <p:cTn id="31" dur="500" fill="hold"/>
                                        <p:tgtEl>
                                          <p:spTgt spid="8"/>
                                        </p:tgtEl>
                                        <p:attrNameLst>
                                          <p:attrName>ppt_x</p:attrName>
                                        </p:attrNameLst>
                                      </p:cBhvr>
                                      <p:tavLst>
                                        <p:tav tm="0">
                                          <p:val>
                                            <p:strVal val="0-#ppt_w/2"/>
                                          </p:val>
                                        </p:tav>
                                        <p:tav tm="100000">
                                          <p:val>
                                            <p:strVal val="#ppt_x"/>
                                          </p:val>
                                        </p:tav>
                                      </p:tavLst>
                                    </p:anim>
                                    <p:anim calcmode="lin" valueType="num">
                                      <p:cBhvr additive="base">
                                        <p:cTn id="32" dur="500" fill="hold"/>
                                        <p:tgtEl>
                                          <p:spTgt spid="8"/>
                                        </p:tgtEl>
                                        <p:attrNameLst>
                                          <p:attrName>ppt_y</p:attrName>
                                        </p:attrNameLst>
                                      </p:cBhvr>
                                      <p:tavLst>
                                        <p:tav tm="0">
                                          <p:val>
                                            <p:strVal val="#ppt_y"/>
                                          </p:val>
                                        </p:tav>
                                        <p:tav tm="100000">
                                          <p:val>
                                            <p:strVal val="#ppt_y"/>
                                          </p:val>
                                        </p:tav>
                                      </p:tavLst>
                                    </p:anim>
                                  </p:childTnLst>
                                </p:cTn>
                              </p:par>
                            </p:childTnLst>
                          </p:cTn>
                        </p:par>
                        <p:par>
                          <p:cTn id="33" fill="hold">
                            <p:stCondLst>
                              <p:cond delay="1500"/>
                            </p:stCondLst>
                            <p:childTnLst>
                              <p:par>
                                <p:cTn id="34" presetID="1" presetClass="entr" presetSubtype="0" fill="hold" nodeType="afterEffect">
                                  <p:stCondLst>
                                    <p:cond delay="0"/>
                                  </p:stCondLst>
                                  <p:childTnLst>
                                    <p:set>
                                      <p:cBhvr>
                                        <p:cTn id="35" dur="1" fill="hold">
                                          <p:stCondLst>
                                            <p:cond delay="499"/>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3364" grpId="0" build="p"/>
      <p:bldP spid="143366" grpId="0" bldLvl="0" animBg="1"/>
    </p:bldLst>
  </p:timing>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44386" name="Picture 2"/>
          <p:cNvPicPr>
            <a:picLocks noChangeAspect="1"/>
          </p:cNvPicPr>
          <p:nvPr/>
        </p:nvPicPr>
        <p:blipFill>
          <a:blip r:embed="rId1"/>
          <a:stretch>
            <a:fillRect/>
          </a:stretch>
        </p:blipFill>
        <p:spPr>
          <a:xfrm>
            <a:off x="468313" y="3619500"/>
            <a:ext cx="4332287" cy="2628900"/>
          </a:xfrm>
          <a:prstGeom prst="rect">
            <a:avLst/>
          </a:prstGeom>
          <a:noFill/>
          <a:ln w="9525">
            <a:noFill/>
          </a:ln>
        </p:spPr>
      </p:pic>
      <p:pic>
        <p:nvPicPr>
          <p:cNvPr id="144387" name="Picture 3"/>
          <p:cNvPicPr>
            <a:picLocks noChangeAspect="1"/>
          </p:cNvPicPr>
          <p:nvPr/>
        </p:nvPicPr>
        <p:blipFill>
          <a:blip r:embed="rId2"/>
          <a:stretch>
            <a:fillRect/>
          </a:stretch>
        </p:blipFill>
        <p:spPr>
          <a:xfrm>
            <a:off x="4484688" y="790575"/>
            <a:ext cx="4449762" cy="2717800"/>
          </a:xfrm>
          <a:prstGeom prst="rect">
            <a:avLst/>
          </a:prstGeom>
          <a:noFill/>
          <a:ln w="9525">
            <a:noFill/>
          </a:ln>
        </p:spPr>
      </p:pic>
      <p:sp>
        <p:nvSpPr>
          <p:cNvPr id="144388" name="Rectangle 4"/>
          <p:cNvSpPr>
            <a:spLocks noGrp="1" noChangeArrowheads="1"/>
          </p:cNvSpPr>
          <p:nvPr>
            <p:ph idx="1"/>
          </p:nvPr>
        </p:nvSpPr>
        <p:spPr>
          <a:xfrm>
            <a:off x="468313" y="1160463"/>
            <a:ext cx="3076575" cy="587375"/>
          </a:xfrm>
        </p:spPr>
        <p:txBody>
          <a:bodyPr/>
          <a:lstStyle/>
          <a:p>
            <a:pPr marL="342900" marR="0" lvl="0" indent="-342900" algn="l" defTabSz="914400" rtl="0" eaLnBrk="0" fontAlgn="base" latinLnBrk="0" hangingPunct="0">
              <a:lnSpc>
                <a:spcPct val="100000"/>
              </a:lnSpc>
              <a:spcBef>
                <a:spcPct val="20000"/>
              </a:spcBef>
              <a:spcAft>
                <a:spcPct val="0"/>
              </a:spcAft>
              <a:buClr>
                <a:schemeClr val="hlink"/>
              </a:buClr>
              <a:buSzPct val="110000"/>
              <a:buFontTx/>
              <a:buNone/>
              <a:defRPr/>
            </a:pPr>
            <a:r>
              <a:rPr kumimoji="1" lang="zh-CN" altLang="en-US" sz="2400" i="0" u="none" strike="noStrike" kern="1200" cap="none" spc="0" normalizeH="0" baseline="0" noProof="0">
                <a:ln>
                  <a:noFill/>
                </a:ln>
                <a:solidFill>
                  <a:schemeClr val="tx1"/>
                </a:solidFill>
                <a:effectLst>
                  <a:outerShdw blurRad="38100" dist="38100" dir="2700000" algn="tl">
                    <a:srgbClr val="FFFFFF"/>
                  </a:outerShdw>
                </a:effectLst>
                <a:uLnTx/>
                <a:uFillTx/>
                <a:latin typeface="仿宋_GB2312" pitchFamily="49" charset="-122"/>
                <a:ea typeface="仿宋_GB2312" pitchFamily="49" charset="-122"/>
                <a:cs typeface="+mn-cs"/>
              </a:rPr>
              <a:t>右端轴承无法拆卸</a:t>
            </a:r>
            <a:endParaRPr kumimoji="1" lang="zh-CN" altLang="en-US" sz="2400" i="0" u="none" strike="noStrike" kern="1200" cap="none" spc="0" normalizeH="0" baseline="0" noProof="0">
              <a:ln>
                <a:noFill/>
              </a:ln>
              <a:solidFill>
                <a:schemeClr val="tx1"/>
              </a:solidFill>
              <a:effectLst>
                <a:outerShdw blurRad="38100" dist="38100" dir="2700000" algn="tl">
                  <a:srgbClr val="FFFFFF"/>
                </a:outerShdw>
              </a:effectLst>
              <a:uLnTx/>
              <a:uFillTx/>
              <a:latin typeface="仿宋_GB2312" pitchFamily="49" charset="-122"/>
              <a:ea typeface="仿宋_GB2312" pitchFamily="49" charset="-122"/>
              <a:cs typeface="+mn-cs"/>
            </a:endParaRPr>
          </a:p>
        </p:txBody>
      </p:sp>
      <p:pic>
        <p:nvPicPr>
          <p:cNvPr id="5" name="Picture 49" descr="back1">
            <a:hlinkClick r:id="" tooltip="上一页" action="ppaction://hlinkshowjump?jump=previousslide"/>
          </p:cNvPr>
          <p:cNvPicPr>
            <a:picLocks noChangeAspect="1"/>
          </p:cNvPicPr>
          <p:nvPr/>
        </p:nvPicPr>
        <p:blipFill>
          <a:blip r:embed="rId3"/>
          <a:stretch>
            <a:fillRect/>
          </a:stretch>
        </p:blipFill>
        <p:spPr>
          <a:xfrm>
            <a:off x="8380413" y="6556375"/>
            <a:ext cx="306387" cy="306388"/>
          </a:xfrm>
          <a:prstGeom prst="rect">
            <a:avLst/>
          </a:prstGeom>
          <a:noFill/>
          <a:ln w="9525">
            <a:noFill/>
          </a:ln>
        </p:spPr>
      </p:pic>
      <p:pic>
        <p:nvPicPr>
          <p:cNvPr id="6" name="Picture 50" descr="rewind1">
            <a:hlinkClick r:id="" action="ppaction://hlinkshowjump?jump=firstslide"/>
          </p:cNvPr>
          <p:cNvPicPr>
            <a:picLocks noChangeAspect="1"/>
          </p:cNvPicPr>
          <p:nvPr/>
        </p:nvPicPr>
        <p:blipFill>
          <a:blip r:embed="rId4"/>
          <a:stretch>
            <a:fillRect/>
          </a:stretch>
        </p:blipFill>
        <p:spPr>
          <a:xfrm>
            <a:off x="8018463" y="6551613"/>
            <a:ext cx="306387" cy="306387"/>
          </a:xfrm>
          <a:prstGeom prst="rect">
            <a:avLst/>
          </a:prstGeom>
          <a:noFill/>
          <a:ln w="9525">
            <a:noFill/>
          </a:ln>
        </p:spPr>
      </p:pic>
      <p:pic>
        <p:nvPicPr>
          <p:cNvPr id="7" name="Picture 149" descr="NEXT1">
            <a:hlinkClick r:id="" action="ppaction://hlinkshowjump?jump=nextslide"/>
          </p:cNvPr>
          <p:cNvPicPr>
            <a:picLocks noChangeAspect="1"/>
          </p:cNvPicPr>
          <p:nvPr/>
        </p:nvPicPr>
        <p:blipFill>
          <a:blip r:embed="rId5"/>
          <a:stretch>
            <a:fillRect/>
          </a:stretch>
        </p:blipFill>
        <p:spPr>
          <a:xfrm>
            <a:off x="8753475" y="6551613"/>
            <a:ext cx="306388" cy="306387"/>
          </a:xfrm>
          <a:prstGeom prst="rect">
            <a:avLst/>
          </a:prstGeom>
          <a:noFill/>
          <a:ln w="9525">
            <a:noFill/>
          </a:ln>
        </p:spPr>
      </p:pic>
      <p:sp>
        <p:nvSpPr>
          <p:cNvPr id="2" name="矩形 1"/>
          <p:cNvSpPr/>
          <p:nvPr/>
        </p:nvSpPr>
        <p:spPr>
          <a:xfrm>
            <a:off x="1017588" y="0"/>
            <a:ext cx="3467100" cy="584200"/>
          </a:xfrm>
          <a:prstGeom prst="rect">
            <a:avLst/>
          </a:prstGeom>
        </p:spPr>
        <p:txBody>
          <a:bodyPr wrap="none">
            <a:spAutoFit/>
          </a:bodyPr>
          <a:lstStyle/>
          <a:p>
            <a:pPr marL="0" marR="0" lvl="0" indent="0" algn="l" defTabSz="914400" rtl="0" eaLnBrk="0" fontAlgn="base" latinLnBrk="0" hangingPunct="0">
              <a:lnSpc>
                <a:spcPct val="100000"/>
              </a:lnSpc>
              <a:spcBef>
                <a:spcPct val="0"/>
              </a:spcBef>
              <a:spcAft>
                <a:spcPct val="0"/>
              </a:spcAft>
              <a:buClrTx/>
              <a:buSzTx/>
              <a:buFontTx/>
              <a:buNone/>
              <a:defRPr/>
            </a:pPr>
            <a:r>
              <a:rPr kumimoji="1" lang="zh-CN" altLang="en-US" sz="3200" b="1" i="0" u="none" strike="noStrike" kern="1200" cap="none" spc="0" normalizeH="0" baseline="0" noProof="0" dirty="0">
                <a:ln>
                  <a:noFill/>
                </a:ln>
                <a:solidFill>
                  <a:srgbClr val="C00000"/>
                </a:solidFill>
                <a:effectLst>
                  <a:outerShdw blurRad="38100" dist="38100" dir="2700000" algn="tl">
                    <a:srgbClr val="000000"/>
                  </a:outerShdw>
                </a:effectLst>
                <a:uLnTx/>
                <a:uFillTx/>
                <a:latin typeface="宋体" panose="02010600030101010101" pitchFamily="2" charset="-122"/>
                <a:ea typeface="华文中宋" panose="02010600040101010101" pitchFamily="2" charset="-122"/>
                <a:cs typeface="+mn-cs"/>
              </a:rPr>
              <a:t>轴承组合设计例题</a:t>
            </a:r>
            <a:endParaRPr kumimoji="1" lang="zh-CN" altLang="en-US" sz="3200" b="1" i="0" u="none" strike="noStrike" kern="1200" cap="none" spc="0" normalizeH="0" baseline="0" noProof="0" dirty="0">
              <a:ln>
                <a:noFill/>
              </a:ln>
              <a:solidFill>
                <a:srgbClr val="C00000"/>
              </a:solidFill>
              <a:effectLst>
                <a:outerShdw blurRad="38100" dist="38100" dir="2700000" algn="tl">
                  <a:srgbClr val="000000"/>
                </a:outerShdw>
              </a:effectLst>
              <a:uLnTx/>
              <a:uFillTx/>
              <a:latin typeface="宋体" panose="02010600030101010101" pitchFamily="2" charset="-122"/>
              <a:ea typeface="华文中宋" panose="02010600040101010101" pitchFamily="2" charset="-122"/>
              <a:cs typeface="+mn-cs"/>
            </a:endParaRPr>
          </a:p>
        </p:txBody>
      </p:sp>
    </p:spTree>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144387"/>
                                        </p:tgtEl>
                                        <p:attrNameLst>
                                          <p:attrName>style.visibility</p:attrName>
                                        </p:attrNameLst>
                                      </p:cBhvr>
                                      <p:to>
                                        <p:strVal val="visible"/>
                                      </p:to>
                                    </p:set>
                                    <p:animEffect transition="in" filter="wipe(up)">
                                      <p:cBhvr>
                                        <p:cTn id="7" dur="500"/>
                                        <p:tgtEl>
                                          <p:spTgt spid="144387"/>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nodeType="clickEffect">
                                  <p:stCondLst>
                                    <p:cond delay="0"/>
                                  </p:stCondLst>
                                  <p:childTnLst>
                                    <p:set>
                                      <p:cBhvr>
                                        <p:cTn id="11" dur="1" fill="hold">
                                          <p:stCondLst>
                                            <p:cond delay="0"/>
                                          </p:stCondLst>
                                        </p:cTn>
                                        <p:tgtEl>
                                          <p:spTgt spid="144386"/>
                                        </p:tgtEl>
                                        <p:attrNameLst>
                                          <p:attrName>style.visibility</p:attrName>
                                        </p:attrNameLst>
                                      </p:cBhvr>
                                      <p:to>
                                        <p:strVal val="visible"/>
                                      </p:to>
                                    </p:set>
                                    <p:animEffect transition="in" filter="wipe(up)">
                                      <p:cBhvr>
                                        <p:cTn id="12" dur="500"/>
                                        <p:tgtEl>
                                          <p:spTgt spid="144386"/>
                                        </p:tgtEl>
                                      </p:cBhvr>
                                    </p:animEffect>
                                  </p:childTnLst>
                                </p:cTn>
                              </p:par>
                            </p:childTnLst>
                          </p:cTn>
                        </p:par>
                        <p:par>
                          <p:cTn id="13" fill="hold">
                            <p:stCondLst>
                              <p:cond delay="500"/>
                            </p:stCondLst>
                            <p:childTnLst>
                              <p:par>
                                <p:cTn id="14" presetID="2" presetClass="entr" presetSubtype="8" fill="hold" nodeType="afterEffect">
                                  <p:stCondLst>
                                    <p:cond delay="0"/>
                                  </p:stCondLst>
                                  <p:childTnLst>
                                    <p:set>
                                      <p:cBhvr>
                                        <p:cTn id="15" dur="1" fill="hold">
                                          <p:stCondLst>
                                            <p:cond delay="0"/>
                                          </p:stCondLst>
                                        </p:cTn>
                                        <p:tgtEl>
                                          <p:spTgt spid="5"/>
                                        </p:tgtEl>
                                        <p:attrNameLst>
                                          <p:attrName>style.visibility</p:attrName>
                                        </p:attrNameLst>
                                      </p:cBhvr>
                                      <p:to>
                                        <p:strVal val="visible"/>
                                      </p:to>
                                    </p:set>
                                    <p:anim calcmode="lin" valueType="num">
                                      <p:cBhvr additive="base">
                                        <p:cTn id="16" dur="500" fill="hold"/>
                                        <p:tgtEl>
                                          <p:spTgt spid="5"/>
                                        </p:tgtEl>
                                        <p:attrNameLst>
                                          <p:attrName>ppt_x</p:attrName>
                                        </p:attrNameLst>
                                      </p:cBhvr>
                                      <p:tavLst>
                                        <p:tav tm="0">
                                          <p:val>
                                            <p:strVal val="0-#ppt_w/2"/>
                                          </p:val>
                                        </p:tav>
                                        <p:tav tm="100000">
                                          <p:val>
                                            <p:strVal val="#ppt_x"/>
                                          </p:val>
                                        </p:tav>
                                      </p:tavLst>
                                    </p:anim>
                                    <p:anim calcmode="lin" valueType="num">
                                      <p:cBhvr additive="base">
                                        <p:cTn id="17" dur="500" fill="hold"/>
                                        <p:tgtEl>
                                          <p:spTgt spid="5"/>
                                        </p:tgtEl>
                                        <p:attrNameLst>
                                          <p:attrName>ppt_y</p:attrName>
                                        </p:attrNameLst>
                                      </p:cBhvr>
                                      <p:tavLst>
                                        <p:tav tm="0">
                                          <p:val>
                                            <p:strVal val="#ppt_y"/>
                                          </p:val>
                                        </p:tav>
                                        <p:tav tm="100000">
                                          <p:val>
                                            <p:strVal val="#ppt_y"/>
                                          </p:val>
                                        </p:tav>
                                      </p:tavLst>
                                    </p:anim>
                                  </p:childTnLst>
                                </p:cTn>
                              </p:par>
                            </p:childTnLst>
                          </p:cTn>
                        </p:par>
                        <p:par>
                          <p:cTn id="18" fill="hold">
                            <p:stCondLst>
                              <p:cond delay="1000"/>
                            </p:stCondLst>
                            <p:childTnLst>
                              <p:par>
                                <p:cTn id="19" presetID="2" presetClass="entr" presetSubtype="8" fill="hold" nodeType="afterEffect">
                                  <p:stCondLst>
                                    <p:cond delay="0"/>
                                  </p:stCondLst>
                                  <p:childTnLst>
                                    <p:set>
                                      <p:cBhvr>
                                        <p:cTn id="20" dur="1" fill="hold">
                                          <p:stCondLst>
                                            <p:cond delay="0"/>
                                          </p:stCondLst>
                                        </p:cTn>
                                        <p:tgtEl>
                                          <p:spTgt spid="6"/>
                                        </p:tgtEl>
                                        <p:attrNameLst>
                                          <p:attrName>style.visibility</p:attrName>
                                        </p:attrNameLst>
                                      </p:cBhvr>
                                      <p:to>
                                        <p:strVal val="visible"/>
                                      </p:to>
                                    </p:set>
                                    <p:anim calcmode="lin" valueType="num">
                                      <p:cBhvr additive="base">
                                        <p:cTn id="21" dur="500" fill="hold"/>
                                        <p:tgtEl>
                                          <p:spTgt spid="6"/>
                                        </p:tgtEl>
                                        <p:attrNameLst>
                                          <p:attrName>ppt_x</p:attrName>
                                        </p:attrNameLst>
                                      </p:cBhvr>
                                      <p:tavLst>
                                        <p:tav tm="0">
                                          <p:val>
                                            <p:strVal val="0-#ppt_w/2"/>
                                          </p:val>
                                        </p:tav>
                                        <p:tav tm="100000">
                                          <p:val>
                                            <p:strVal val="#ppt_x"/>
                                          </p:val>
                                        </p:tav>
                                      </p:tavLst>
                                    </p:anim>
                                    <p:anim calcmode="lin" valueType="num">
                                      <p:cBhvr additive="base">
                                        <p:cTn id="22" dur="500" fill="hold"/>
                                        <p:tgtEl>
                                          <p:spTgt spid="6"/>
                                        </p:tgtEl>
                                        <p:attrNameLst>
                                          <p:attrName>ppt_y</p:attrName>
                                        </p:attrNameLst>
                                      </p:cBhvr>
                                      <p:tavLst>
                                        <p:tav tm="0">
                                          <p:val>
                                            <p:strVal val="#ppt_y"/>
                                          </p:val>
                                        </p:tav>
                                        <p:tav tm="100000">
                                          <p:val>
                                            <p:strVal val="#ppt_y"/>
                                          </p:val>
                                        </p:tav>
                                      </p:tavLst>
                                    </p:anim>
                                  </p:childTnLst>
                                </p:cTn>
                              </p:par>
                            </p:childTnLst>
                          </p:cTn>
                        </p:par>
                        <p:par>
                          <p:cTn id="23" fill="hold">
                            <p:stCondLst>
                              <p:cond delay="1500"/>
                            </p:stCondLst>
                            <p:childTnLst>
                              <p:par>
                                <p:cTn id="24" presetID="1" presetClass="entr" presetSubtype="0" fill="hold" nodeType="afterEffect">
                                  <p:stCondLst>
                                    <p:cond delay="0"/>
                                  </p:stCondLst>
                                  <p:childTnLst>
                                    <p:set>
                                      <p:cBhvr>
                                        <p:cTn id="25" dur="1" fill="hold">
                                          <p:stCondLst>
                                            <p:cond delay="499"/>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4388" grpId="0" build="p"/>
    </p:bldLst>
  </p:timing>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45410" name="Picture 2"/>
          <p:cNvPicPr>
            <a:picLocks noChangeAspect="1"/>
          </p:cNvPicPr>
          <p:nvPr/>
        </p:nvPicPr>
        <p:blipFill>
          <a:blip r:embed="rId1"/>
          <a:stretch>
            <a:fillRect/>
          </a:stretch>
        </p:blipFill>
        <p:spPr>
          <a:xfrm>
            <a:off x="1187450" y="1687513"/>
            <a:ext cx="6951663" cy="4240212"/>
          </a:xfrm>
          <a:prstGeom prst="rect">
            <a:avLst/>
          </a:prstGeom>
          <a:noFill/>
          <a:ln w="9525">
            <a:noFill/>
          </a:ln>
        </p:spPr>
      </p:pic>
      <p:sp>
        <p:nvSpPr>
          <p:cNvPr id="145411" name="Rectangle 3"/>
          <p:cNvSpPr>
            <a:spLocks noGrp="1" noChangeArrowheads="1"/>
          </p:cNvSpPr>
          <p:nvPr>
            <p:ph idx="1"/>
          </p:nvPr>
        </p:nvSpPr>
        <p:spPr>
          <a:xfrm>
            <a:off x="569913" y="869950"/>
            <a:ext cx="7772400" cy="573088"/>
          </a:xfrm>
        </p:spPr>
        <p:txBody>
          <a:bodyPr/>
          <a:lstStyle/>
          <a:p>
            <a:pPr marL="342900" marR="0" lvl="0" indent="-342900" algn="l" defTabSz="914400" rtl="0" eaLnBrk="0" fontAlgn="base" latinLnBrk="0" hangingPunct="0">
              <a:lnSpc>
                <a:spcPct val="90000"/>
              </a:lnSpc>
              <a:spcBef>
                <a:spcPct val="20000"/>
              </a:spcBef>
              <a:spcAft>
                <a:spcPct val="0"/>
              </a:spcAft>
              <a:buClr>
                <a:schemeClr val="hlink"/>
              </a:buClr>
              <a:buSzPct val="110000"/>
              <a:buFontTx/>
              <a:buChar char=" "/>
              <a:defRPr/>
            </a:pPr>
            <a:r>
              <a:rPr kumimoji="1" lang="zh-CN" altLang="en-US" sz="2400" i="0" u="none" strike="noStrike" kern="1200" cap="none" spc="0" normalizeH="0" baseline="0" noProof="0">
                <a:ln>
                  <a:noFill/>
                </a:ln>
                <a:solidFill>
                  <a:schemeClr val="tx1"/>
                </a:solidFill>
                <a:effectLst>
                  <a:outerShdw blurRad="38100" dist="38100" dir="2700000" algn="tl">
                    <a:srgbClr val="FFFFFF"/>
                  </a:outerShdw>
                </a:effectLst>
                <a:uLnTx/>
                <a:uFillTx/>
                <a:latin typeface="仿宋_GB2312" pitchFamily="49" charset="-122"/>
                <a:ea typeface="仿宋_GB2312" pitchFamily="49" charset="-122"/>
                <a:cs typeface="+mn-cs"/>
              </a:rPr>
              <a:t>此时可以用轴承拆卸器对轴承进行拆卸</a:t>
            </a:r>
            <a:endParaRPr kumimoji="1" lang="zh-CN" altLang="en-US" sz="2400" i="0" u="none" strike="noStrike" kern="1200" cap="none" spc="0" normalizeH="0" baseline="0" noProof="0">
              <a:ln>
                <a:noFill/>
              </a:ln>
              <a:solidFill>
                <a:schemeClr val="tx1"/>
              </a:solidFill>
              <a:effectLst>
                <a:outerShdw blurRad="38100" dist="38100" dir="2700000" algn="tl">
                  <a:srgbClr val="FFFFFF"/>
                </a:outerShdw>
              </a:effectLst>
              <a:uLnTx/>
              <a:uFillTx/>
              <a:latin typeface="仿宋_GB2312" pitchFamily="49" charset="-122"/>
              <a:ea typeface="仿宋_GB2312" pitchFamily="49" charset="-122"/>
              <a:cs typeface="+mn-cs"/>
            </a:endParaRPr>
          </a:p>
        </p:txBody>
      </p:sp>
      <p:pic>
        <p:nvPicPr>
          <p:cNvPr id="4" name="Picture 49" descr="back1">
            <a:hlinkClick r:id="" tooltip="上一页" action="ppaction://hlinkshowjump?jump=previousslide"/>
          </p:cNvPr>
          <p:cNvPicPr>
            <a:picLocks noChangeAspect="1"/>
          </p:cNvPicPr>
          <p:nvPr/>
        </p:nvPicPr>
        <p:blipFill>
          <a:blip r:embed="rId2"/>
          <a:stretch>
            <a:fillRect/>
          </a:stretch>
        </p:blipFill>
        <p:spPr>
          <a:xfrm>
            <a:off x="8380413" y="6556375"/>
            <a:ext cx="306387" cy="306388"/>
          </a:xfrm>
          <a:prstGeom prst="rect">
            <a:avLst/>
          </a:prstGeom>
          <a:noFill/>
          <a:ln w="9525">
            <a:noFill/>
          </a:ln>
        </p:spPr>
      </p:pic>
      <p:pic>
        <p:nvPicPr>
          <p:cNvPr id="5" name="Picture 50" descr="rewind1">
            <a:hlinkClick r:id="" action="ppaction://hlinkshowjump?jump=firstslide"/>
          </p:cNvPr>
          <p:cNvPicPr>
            <a:picLocks noChangeAspect="1"/>
          </p:cNvPicPr>
          <p:nvPr/>
        </p:nvPicPr>
        <p:blipFill>
          <a:blip r:embed="rId3"/>
          <a:stretch>
            <a:fillRect/>
          </a:stretch>
        </p:blipFill>
        <p:spPr>
          <a:xfrm>
            <a:off x="8018463" y="6551613"/>
            <a:ext cx="306387" cy="306387"/>
          </a:xfrm>
          <a:prstGeom prst="rect">
            <a:avLst/>
          </a:prstGeom>
          <a:noFill/>
          <a:ln w="9525">
            <a:noFill/>
          </a:ln>
        </p:spPr>
      </p:pic>
      <p:pic>
        <p:nvPicPr>
          <p:cNvPr id="6" name="Picture 149" descr="NEXT1">
            <a:hlinkClick r:id="" action="ppaction://hlinkshowjump?jump=nextslide"/>
          </p:cNvPr>
          <p:cNvPicPr>
            <a:picLocks noChangeAspect="1"/>
          </p:cNvPicPr>
          <p:nvPr/>
        </p:nvPicPr>
        <p:blipFill>
          <a:blip r:embed="rId4"/>
          <a:stretch>
            <a:fillRect/>
          </a:stretch>
        </p:blipFill>
        <p:spPr>
          <a:xfrm>
            <a:off x="8753475" y="6551613"/>
            <a:ext cx="306388" cy="306387"/>
          </a:xfrm>
          <a:prstGeom prst="rect">
            <a:avLst/>
          </a:prstGeom>
          <a:noFill/>
          <a:ln w="9525">
            <a:noFill/>
          </a:ln>
        </p:spPr>
      </p:pic>
      <p:sp>
        <p:nvSpPr>
          <p:cNvPr id="2" name="矩形 1"/>
          <p:cNvSpPr/>
          <p:nvPr/>
        </p:nvSpPr>
        <p:spPr>
          <a:xfrm>
            <a:off x="1187450" y="0"/>
            <a:ext cx="3467100" cy="584200"/>
          </a:xfrm>
          <a:prstGeom prst="rect">
            <a:avLst/>
          </a:prstGeom>
        </p:spPr>
        <p:txBody>
          <a:bodyPr wrap="none">
            <a:spAutoFit/>
          </a:bodyPr>
          <a:lstStyle/>
          <a:p>
            <a:pPr marL="0" marR="0" lvl="0" indent="0" algn="l" defTabSz="914400" rtl="0" eaLnBrk="0" fontAlgn="base" latinLnBrk="0" hangingPunct="0">
              <a:lnSpc>
                <a:spcPct val="100000"/>
              </a:lnSpc>
              <a:spcBef>
                <a:spcPct val="0"/>
              </a:spcBef>
              <a:spcAft>
                <a:spcPct val="0"/>
              </a:spcAft>
              <a:buClrTx/>
              <a:buSzTx/>
              <a:buFontTx/>
              <a:buNone/>
              <a:defRPr/>
            </a:pPr>
            <a:r>
              <a:rPr kumimoji="1" lang="zh-CN" altLang="en-US" sz="3200" b="1" i="0" u="none" strike="noStrike" kern="1200" cap="none" spc="0" normalizeH="0" baseline="0" noProof="0" dirty="0">
                <a:ln>
                  <a:noFill/>
                </a:ln>
                <a:solidFill>
                  <a:srgbClr val="C00000"/>
                </a:solidFill>
                <a:effectLst>
                  <a:outerShdw blurRad="38100" dist="38100" dir="2700000" algn="tl">
                    <a:srgbClr val="000000"/>
                  </a:outerShdw>
                </a:effectLst>
                <a:uLnTx/>
                <a:uFillTx/>
                <a:latin typeface="宋体" panose="02010600030101010101" pitchFamily="2" charset="-122"/>
                <a:ea typeface="华文中宋" panose="02010600040101010101" pitchFamily="2" charset="-122"/>
                <a:cs typeface="+mn-cs"/>
              </a:rPr>
              <a:t>轴承组合设计例题</a:t>
            </a:r>
            <a:endParaRPr kumimoji="1" lang="zh-CN" altLang="en-US" sz="3200" b="1" i="0" u="none" strike="noStrike" kern="1200" cap="none" spc="0" normalizeH="0" baseline="0" noProof="0" dirty="0">
              <a:ln>
                <a:noFill/>
              </a:ln>
              <a:solidFill>
                <a:srgbClr val="C00000"/>
              </a:solidFill>
              <a:effectLst>
                <a:outerShdw blurRad="38100" dist="38100" dir="2700000" algn="tl">
                  <a:srgbClr val="000000"/>
                </a:outerShdw>
              </a:effectLst>
              <a:uLnTx/>
              <a:uFillTx/>
              <a:latin typeface="宋体" panose="02010600030101010101" pitchFamily="2" charset="-122"/>
              <a:ea typeface="华文中宋" panose="02010600040101010101" pitchFamily="2" charset="-122"/>
              <a:cs typeface="+mn-cs"/>
            </a:endParaRPr>
          </a:p>
        </p:txBody>
      </p:sp>
    </p:spTree>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145410"/>
                                        </p:tgtEl>
                                        <p:attrNameLst>
                                          <p:attrName>style.visibility</p:attrName>
                                        </p:attrNameLst>
                                      </p:cBhvr>
                                      <p:to>
                                        <p:strVal val="visible"/>
                                      </p:to>
                                    </p:set>
                                    <p:animEffect transition="in" filter="wipe(up)">
                                      <p:cBhvr>
                                        <p:cTn id="7" dur="500"/>
                                        <p:tgtEl>
                                          <p:spTgt spid="145410"/>
                                        </p:tgtEl>
                                      </p:cBhvr>
                                    </p:animEffect>
                                  </p:childTnLst>
                                </p:cTn>
                              </p:par>
                            </p:childTnLst>
                          </p:cTn>
                        </p:par>
                        <p:par>
                          <p:cTn id="8" fill="hold">
                            <p:stCondLst>
                              <p:cond delay="500"/>
                            </p:stCondLst>
                            <p:childTnLst>
                              <p:par>
                                <p:cTn id="9" presetID="2" presetClass="entr" presetSubtype="8" fill="hold" nodeType="afterEffect">
                                  <p:stCondLst>
                                    <p:cond delay="0"/>
                                  </p:stCondLst>
                                  <p:childTnLst>
                                    <p:set>
                                      <p:cBhvr>
                                        <p:cTn id="10" dur="1" fill="hold">
                                          <p:stCondLst>
                                            <p:cond delay="0"/>
                                          </p:stCondLst>
                                        </p:cTn>
                                        <p:tgtEl>
                                          <p:spTgt spid="4"/>
                                        </p:tgtEl>
                                        <p:attrNameLst>
                                          <p:attrName>style.visibility</p:attrName>
                                        </p:attrNameLst>
                                      </p:cBhvr>
                                      <p:to>
                                        <p:strVal val="visible"/>
                                      </p:to>
                                    </p:set>
                                    <p:anim calcmode="lin" valueType="num">
                                      <p:cBhvr additive="base">
                                        <p:cTn id="11" dur="500" fill="hold"/>
                                        <p:tgtEl>
                                          <p:spTgt spid="4"/>
                                        </p:tgtEl>
                                        <p:attrNameLst>
                                          <p:attrName>ppt_x</p:attrName>
                                        </p:attrNameLst>
                                      </p:cBhvr>
                                      <p:tavLst>
                                        <p:tav tm="0">
                                          <p:val>
                                            <p:strVal val="0-#ppt_w/2"/>
                                          </p:val>
                                        </p:tav>
                                        <p:tav tm="100000">
                                          <p:val>
                                            <p:strVal val="#ppt_x"/>
                                          </p:val>
                                        </p:tav>
                                      </p:tavLst>
                                    </p:anim>
                                    <p:anim calcmode="lin" valueType="num">
                                      <p:cBhvr additive="base">
                                        <p:cTn id="12" dur="500" fill="hold"/>
                                        <p:tgtEl>
                                          <p:spTgt spid="4"/>
                                        </p:tgtEl>
                                        <p:attrNameLst>
                                          <p:attrName>ppt_y</p:attrName>
                                        </p:attrNameLst>
                                      </p:cBhvr>
                                      <p:tavLst>
                                        <p:tav tm="0">
                                          <p:val>
                                            <p:strVal val="#ppt_y"/>
                                          </p:val>
                                        </p:tav>
                                        <p:tav tm="100000">
                                          <p:val>
                                            <p:strVal val="#ppt_y"/>
                                          </p:val>
                                        </p:tav>
                                      </p:tavLst>
                                    </p:anim>
                                  </p:childTnLst>
                                </p:cTn>
                              </p:par>
                            </p:childTnLst>
                          </p:cTn>
                        </p:par>
                        <p:par>
                          <p:cTn id="13" fill="hold">
                            <p:stCondLst>
                              <p:cond delay="1000"/>
                            </p:stCondLst>
                            <p:childTnLst>
                              <p:par>
                                <p:cTn id="14" presetID="2" presetClass="entr" presetSubtype="8" fill="hold" nodeType="afterEffect">
                                  <p:stCondLst>
                                    <p:cond delay="0"/>
                                  </p:stCondLst>
                                  <p:childTnLst>
                                    <p:set>
                                      <p:cBhvr>
                                        <p:cTn id="15" dur="1" fill="hold">
                                          <p:stCondLst>
                                            <p:cond delay="0"/>
                                          </p:stCondLst>
                                        </p:cTn>
                                        <p:tgtEl>
                                          <p:spTgt spid="5"/>
                                        </p:tgtEl>
                                        <p:attrNameLst>
                                          <p:attrName>style.visibility</p:attrName>
                                        </p:attrNameLst>
                                      </p:cBhvr>
                                      <p:to>
                                        <p:strVal val="visible"/>
                                      </p:to>
                                    </p:set>
                                    <p:anim calcmode="lin" valueType="num">
                                      <p:cBhvr additive="base">
                                        <p:cTn id="16" dur="500" fill="hold"/>
                                        <p:tgtEl>
                                          <p:spTgt spid="5"/>
                                        </p:tgtEl>
                                        <p:attrNameLst>
                                          <p:attrName>ppt_x</p:attrName>
                                        </p:attrNameLst>
                                      </p:cBhvr>
                                      <p:tavLst>
                                        <p:tav tm="0">
                                          <p:val>
                                            <p:strVal val="0-#ppt_w/2"/>
                                          </p:val>
                                        </p:tav>
                                        <p:tav tm="100000">
                                          <p:val>
                                            <p:strVal val="#ppt_x"/>
                                          </p:val>
                                        </p:tav>
                                      </p:tavLst>
                                    </p:anim>
                                    <p:anim calcmode="lin" valueType="num">
                                      <p:cBhvr additive="base">
                                        <p:cTn id="17" dur="500" fill="hold"/>
                                        <p:tgtEl>
                                          <p:spTgt spid="5"/>
                                        </p:tgtEl>
                                        <p:attrNameLst>
                                          <p:attrName>ppt_y</p:attrName>
                                        </p:attrNameLst>
                                      </p:cBhvr>
                                      <p:tavLst>
                                        <p:tav tm="0">
                                          <p:val>
                                            <p:strVal val="#ppt_y"/>
                                          </p:val>
                                        </p:tav>
                                        <p:tav tm="100000">
                                          <p:val>
                                            <p:strVal val="#ppt_y"/>
                                          </p:val>
                                        </p:tav>
                                      </p:tavLst>
                                    </p:anim>
                                  </p:childTnLst>
                                </p:cTn>
                              </p:par>
                            </p:childTnLst>
                          </p:cTn>
                        </p:par>
                        <p:par>
                          <p:cTn id="18" fill="hold">
                            <p:stCondLst>
                              <p:cond delay="1500"/>
                            </p:stCondLst>
                            <p:childTnLst>
                              <p:par>
                                <p:cTn id="19" presetID="1" presetClass="entr" presetSubtype="0" fill="hold" nodeType="afterEffect">
                                  <p:stCondLst>
                                    <p:cond delay="0"/>
                                  </p:stCondLst>
                                  <p:childTnLst>
                                    <p:set>
                                      <p:cBhvr>
                                        <p:cTn id="20" dur="1" fill="hold">
                                          <p:stCondLst>
                                            <p:cond delay="499"/>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5411" grpId="0" build="p"/>
    </p:bldLst>
  </p:timing>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46434" name="Rectangle 2"/>
          <p:cNvSpPr>
            <a:spLocks noGrp="1" noChangeArrowheads="1"/>
          </p:cNvSpPr>
          <p:nvPr>
            <p:ph idx="1"/>
          </p:nvPr>
        </p:nvSpPr>
        <p:spPr>
          <a:xfrm>
            <a:off x="157163" y="4090988"/>
            <a:ext cx="3459163" cy="1560513"/>
          </a:xfrm>
        </p:spPr>
        <p:txBody>
          <a:bodyPr/>
          <a:lstStyle/>
          <a:p>
            <a:pPr marL="342900" marR="0" lvl="0" indent="-342900" algn="l" defTabSz="914400" rtl="0" eaLnBrk="0" fontAlgn="base" latinLnBrk="0" hangingPunct="0">
              <a:lnSpc>
                <a:spcPct val="100000"/>
              </a:lnSpc>
              <a:spcBef>
                <a:spcPct val="20000"/>
              </a:spcBef>
              <a:spcAft>
                <a:spcPct val="0"/>
              </a:spcAft>
              <a:buClr>
                <a:schemeClr val="hlink"/>
              </a:buClr>
              <a:buSzPct val="110000"/>
              <a:buFontTx/>
              <a:buNone/>
              <a:defRPr/>
            </a:pPr>
            <a:r>
              <a:rPr kumimoji="1" lang="en-US" altLang="zh-CN" sz="3200" b="1" i="0" u="none" strike="noStrike" kern="1200" cap="none" spc="0" normalizeH="0" baseline="0" noProof="0">
                <a:ln>
                  <a:noFill/>
                </a:ln>
                <a:solidFill>
                  <a:schemeClr val="tx1"/>
                </a:solidFill>
                <a:effectLst>
                  <a:outerShdw blurRad="38100" dist="38100" dir="2700000" algn="tl">
                    <a:srgbClr val="FFFFFF"/>
                  </a:outerShdw>
                </a:effectLst>
                <a:uLnTx/>
                <a:uFillTx/>
                <a:latin typeface="仿宋_GB2312" pitchFamily="49" charset="-122"/>
                <a:ea typeface="仿宋_GB2312" pitchFamily="49" charset="-122"/>
                <a:cs typeface="+mn-cs"/>
              </a:rPr>
              <a:t>      </a:t>
            </a:r>
            <a:r>
              <a:rPr kumimoji="1" lang="zh-CN" altLang="en-US" sz="2400" i="0" u="none" strike="noStrike" kern="1200" cap="none" spc="0" normalizeH="0" baseline="0" noProof="0">
                <a:ln>
                  <a:noFill/>
                </a:ln>
                <a:solidFill>
                  <a:schemeClr val="tx1"/>
                </a:solidFill>
                <a:effectLst>
                  <a:outerShdw blurRad="38100" dist="38100" dir="2700000" algn="tl">
                    <a:srgbClr val="FFFFFF"/>
                  </a:outerShdw>
                </a:effectLst>
                <a:uLnTx/>
                <a:uFillTx/>
                <a:latin typeface="仿宋_GB2312" pitchFamily="49" charset="-122"/>
                <a:ea typeface="仿宋_GB2312" pitchFamily="49" charset="-122"/>
                <a:cs typeface="+mn-cs"/>
              </a:rPr>
              <a:t>轴右端的部分是否需要与安装轴承的轴段分开。</a:t>
            </a:r>
            <a:endParaRPr kumimoji="1" lang="zh-CN" altLang="en-US" sz="2400" i="0" u="none" strike="noStrike" kern="1200" cap="none" spc="0" normalizeH="0" baseline="0" noProof="0">
              <a:ln>
                <a:noFill/>
              </a:ln>
              <a:solidFill>
                <a:schemeClr val="tx1"/>
              </a:solidFill>
              <a:effectLst>
                <a:outerShdw blurRad="38100" dist="38100" dir="2700000" algn="tl">
                  <a:srgbClr val="FFFFFF"/>
                </a:outerShdw>
              </a:effectLst>
              <a:uLnTx/>
              <a:uFillTx/>
              <a:latin typeface="仿宋_GB2312" pitchFamily="49" charset="-122"/>
              <a:ea typeface="仿宋_GB2312" pitchFamily="49" charset="-122"/>
              <a:cs typeface="+mn-cs"/>
            </a:endParaRPr>
          </a:p>
          <a:p>
            <a:pPr marL="342900" marR="0" lvl="0" indent="-342900" algn="l" defTabSz="914400" rtl="0" eaLnBrk="0" fontAlgn="base" latinLnBrk="0" hangingPunct="0">
              <a:lnSpc>
                <a:spcPct val="100000"/>
              </a:lnSpc>
              <a:spcBef>
                <a:spcPct val="20000"/>
              </a:spcBef>
              <a:spcAft>
                <a:spcPct val="0"/>
              </a:spcAft>
              <a:buClr>
                <a:schemeClr val="hlink"/>
              </a:buClr>
              <a:buSzPct val="110000"/>
              <a:buFont typeface="Wingdings" panose="05000000000000000000" pitchFamily="2" charset="2"/>
              <a:buBlip>
                <a:blip r:embed="rId1"/>
              </a:buBlip>
              <a:defRPr/>
            </a:pPr>
            <a:endParaRPr kumimoji="1" lang="en-US" altLang="zh-CN" sz="2400" i="0" u="none" strike="noStrike" kern="1200" cap="none" spc="0" normalizeH="0" baseline="0" noProof="0">
              <a:ln>
                <a:noFill/>
              </a:ln>
              <a:solidFill>
                <a:schemeClr val="tx1"/>
              </a:solidFill>
              <a:effectLst>
                <a:outerShdw blurRad="38100" dist="38100" dir="2700000" algn="tl">
                  <a:srgbClr val="FFFFFF"/>
                </a:outerShdw>
              </a:effectLst>
              <a:uLnTx/>
              <a:uFillTx/>
              <a:latin typeface="仿宋_GB2312" pitchFamily="49" charset="-122"/>
              <a:ea typeface="仿宋_GB2312" pitchFamily="49" charset="-122"/>
              <a:cs typeface="+mn-cs"/>
            </a:endParaRPr>
          </a:p>
        </p:txBody>
      </p:sp>
      <p:pic>
        <p:nvPicPr>
          <p:cNvPr id="146435" name="Picture 3"/>
          <p:cNvPicPr>
            <a:picLocks noChangeAspect="1"/>
          </p:cNvPicPr>
          <p:nvPr/>
        </p:nvPicPr>
        <p:blipFill>
          <a:blip r:embed="rId2"/>
          <a:stretch>
            <a:fillRect/>
          </a:stretch>
        </p:blipFill>
        <p:spPr>
          <a:xfrm>
            <a:off x="903288" y="779463"/>
            <a:ext cx="5302250" cy="2624137"/>
          </a:xfrm>
          <a:prstGeom prst="rect">
            <a:avLst/>
          </a:prstGeom>
          <a:noFill/>
          <a:ln w="9525">
            <a:noFill/>
          </a:ln>
        </p:spPr>
      </p:pic>
      <p:pic>
        <p:nvPicPr>
          <p:cNvPr id="146436" name="Picture 4"/>
          <p:cNvPicPr>
            <a:picLocks noChangeAspect="1"/>
          </p:cNvPicPr>
          <p:nvPr/>
        </p:nvPicPr>
        <p:blipFill>
          <a:blip r:embed="rId3"/>
          <a:stretch>
            <a:fillRect/>
          </a:stretch>
        </p:blipFill>
        <p:spPr>
          <a:xfrm>
            <a:off x="4094163" y="847725"/>
            <a:ext cx="808037" cy="925513"/>
          </a:xfrm>
          <a:prstGeom prst="rect">
            <a:avLst/>
          </a:prstGeom>
          <a:noFill/>
          <a:ln w="9525">
            <a:noFill/>
          </a:ln>
        </p:spPr>
      </p:pic>
      <p:sp>
        <p:nvSpPr>
          <p:cNvPr id="146437" name="AutoShape 5"/>
          <p:cNvSpPr/>
          <p:nvPr/>
        </p:nvSpPr>
        <p:spPr>
          <a:xfrm>
            <a:off x="5178425" y="1100138"/>
            <a:ext cx="420688" cy="420687"/>
          </a:xfrm>
          <a:prstGeom prst="smileyFace">
            <a:avLst>
              <a:gd name="adj" fmla="val 4653"/>
            </a:avLst>
          </a:prstGeom>
          <a:solidFill>
            <a:schemeClr val="accent1"/>
          </a:solidFill>
          <a:ln w="9525" cap="flat" cmpd="sng">
            <a:solidFill>
              <a:schemeClr val="tx1"/>
            </a:solidFill>
            <a:prstDash val="solid"/>
            <a:headEnd type="none" w="med" len="med"/>
            <a:tailEnd type="none" w="med" len="med"/>
          </a:ln>
        </p:spPr>
        <p:txBody>
          <a:bodyPr wrap="none" anchor="ctr" anchorCtr="0"/>
          <a:p>
            <a:endParaRPr lang="zh-CN" altLang="en-US" dirty="0">
              <a:latin typeface="Times New Roman" panose="02020603050405020304" pitchFamily="18" charset="0"/>
            </a:endParaRPr>
          </a:p>
        </p:txBody>
      </p:sp>
      <p:pic>
        <p:nvPicPr>
          <p:cNvPr id="146438" name="Picture 6"/>
          <p:cNvPicPr>
            <a:picLocks noChangeAspect="1"/>
          </p:cNvPicPr>
          <p:nvPr/>
        </p:nvPicPr>
        <p:blipFill>
          <a:blip r:embed="rId4"/>
          <a:stretch>
            <a:fillRect/>
          </a:stretch>
        </p:blipFill>
        <p:spPr>
          <a:xfrm>
            <a:off x="3770313" y="3413125"/>
            <a:ext cx="5084762" cy="3001963"/>
          </a:xfrm>
          <a:prstGeom prst="rect">
            <a:avLst/>
          </a:prstGeom>
          <a:noFill/>
          <a:ln w="9525">
            <a:noFill/>
          </a:ln>
        </p:spPr>
      </p:pic>
      <p:sp>
        <p:nvSpPr>
          <p:cNvPr id="146439" name="Rectangle 7"/>
          <p:cNvSpPr>
            <a:spLocks noChangeArrowheads="1"/>
          </p:cNvSpPr>
          <p:nvPr/>
        </p:nvSpPr>
        <p:spPr bwMode="auto">
          <a:xfrm>
            <a:off x="5767388" y="3271838"/>
            <a:ext cx="3087688" cy="822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0" marR="0" lvl="0" indent="0" algn="l" defTabSz="914400" rtl="0" eaLnBrk="0" fontAlgn="base" latinLnBrk="0" hangingPunct="0">
              <a:lnSpc>
                <a:spcPct val="100000"/>
              </a:lnSpc>
              <a:spcBef>
                <a:spcPct val="20000"/>
              </a:spcBef>
              <a:spcAft>
                <a:spcPct val="0"/>
              </a:spcAft>
              <a:buClrTx/>
              <a:buSzTx/>
              <a:buFontTx/>
              <a:buNone/>
              <a:defRPr/>
            </a:pPr>
            <a:r>
              <a:rPr kumimoji="1" lang="en-US" altLang="zh-CN" sz="2400" b="0" i="0" u="none" strike="noStrike" kern="1200" cap="none" spc="0" normalizeH="0" baseline="0" noProof="0" dirty="0">
                <a:ln>
                  <a:noFill/>
                </a:ln>
                <a:solidFill>
                  <a:schemeClr val="tx1"/>
                </a:solidFill>
                <a:effectLst>
                  <a:outerShdw blurRad="38100" dist="38100" dir="2700000" algn="tl">
                    <a:srgbClr val="FFFFFF"/>
                  </a:outerShdw>
                </a:effectLst>
                <a:uLnTx/>
                <a:uFillTx/>
                <a:latin typeface="仿宋_GB2312" pitchFamily="49" charset="-122"/>
                <a:ea typeface="仿宋_GB2312" pitchFamily="49" charset="-122"/>
                <a:cs typeface="+mn-cs"/>
              </a:rPr>
              <a:t>    </a:t>
            </a:r>
            <a:r>
              <a:rPr kumimoji="1" lang="zh-CN" altLang="en-US" sz="2400" b="0" i="0" u="none" strike="noStrike" kern="1200" cap="none" spc="0" normalizeH="0" baseline="0" noProof="0" dirty="0">
                <a:ln>
                  <a:noFill/>
                </a:ln>
                <a:solidFill>
                  <a:schemeClr val="tx1"/>
                </a:solidFill>
                <a:effectLst>
                  <a:outerShdw blurRad="38100" dist="38100" dir="2700000" algn="tl">
                    <a:srgbClr val="FFFFFF"/>
                  </a:outerShdw>
                </a:effectLst>
                <a:uLnTx/>
                <a:uFillTx/>
                <a:latin typeface="仿宋_GB2312" pitchFamily="49" charset="-122"/>
                <a:ea typeface="仿宋_GB2312" pitchFamily="49" charset="-122"/>
                <a:cs typeface="+mn-cs"/>
              </a:rPr>
              <a:t>装配段过长，轴承难以装入。</a:t>
            </a:r>
            <a:endParaRPr kumimoji="1" lang="zh-CN" altLang="en-US" sz="2400" b="0" i="0" u="none" strike="noStrike" kern="1200" cap="none" spc="0" normalizeH="0" baseline="0" noProof="0" dirty="0">
              <a:ln>
                <a:noFill/>
              </a:ln>
              <a:solidFill>
                <a:schemeClr val="tx1"/>
              </a:solidFill>
              <a:effectLst>
                <a:outerShdw blurRad="38100" dist="38100" dir="2700000" algn="tl">
                  <a:srgbClr val="FFFFFF"/>
                </a:outerShdw>
              </a:effectLst>
              <a:uLnTx/>
              <a:uFillTx/>
              <a:latin typeface="仿宋_GB2312" pitchFamily="49" charset="-122"/>
              <a:ea typeface="仿宋_GB2312" pitchFamily="49" charset="-122"/>
              <a:cs typeface="+mn-cs"/>
            </a:endParaRPr>
          </a:p>
        </p:txBody>
      </p:sp>
      <p:pic>
        <p:nvPicPr>
          <p:cNvPr id="8" name="Picture 49" descr="back1">
            <a:hlinkClick r:id="" tooltip="上一页" action="ppaction://hlinkshowjump?jump=previousslide"/>
          </p:cNvPr>
          <p:cNvPicPr>
            <a:picLocks noChangeAspect="1"/>
          </p:cNvPicPr>
          <p:nvPr/>
        </p:nvPicPr>
        <p:blipFill>
          <a:blip r:embed="rId5"/>
          <a:stretch>
            <a:fillRect/>
          </a:stretch>
        </p:blipFill>
        <p:spPr>
          <a:xfrm>
            <a:off x="8380413" y="6556375"/>
            <a:ext cx="306387" cy="306388"/>
          </a:xfrm>
          <a:prstGeom prst="rect">
            <a:avLst/>
          </a:prstGeom>
          <a:noFill/>
          <a:ln w="9525">
            <a:noFill/>
          </a:ln>
        </p:spPr>
      </p:pic>
      <p:pic>
        <p:nvPicPr>
          <p:cNvPr id="9" name="Picture 50" descr="rewind1">
            <a:hlinkClick r:id="" action="ppaction://hlinkshowjump?jump=firstslide"/>
          </p:cNvPr>
          <p:cNvPicPr>
            <a:picLocks noChangeAspect="1"/>
          </p:cNvPicPr>
          <p:nvPr/>
        </p:nvPicPr>
        <p:blipFill>
          <a:blip r:embed="rId6"/>
          <a:stretch>
            <a:fillRect/>
          </a:stretch>
        </p:blipFill>
        <p:spPr>
          <a:xfrm>
            <a:off x="8018463" y="6551613"/>
            <a:ext cx="306387" cy="306387"/>
          </a:xfrm>
          <a:prstGeom prst="rect">
            <a:avLst/>
          </a:prstGeom>
          <a:noFill/>
          <a:ln w="9525">
            <a:noFill/>
          </a:ln>
        </p:spPr>
      </p:pic>
      <p:pic>
        <p:nvPicPr>
          <p:cNvPr id="10" name="Picture 149" descr="NEXT1">
            <a:hlinkClick r:id="" action="ppaction://hlinkshowjump?jump=nextslide"/>
          </p:cNvPr>
          <p:cNvPicPr>
            <a:picLocks noChangeAspect="1"/>
          </p:cNvPicPr>
          <p:nvPr/>
        </p:nvPicPr>
        <p:blipFill>
          <a:blip r:embed="rId7"/>
          <a:stretch>
            <a:fillRect/>
          </a:stretch>
        </p:blipFill>
        <p:spPr>
          <a:xfrm>
            <a:off x="8753475" y="6551613"/>
            <a:ext cx="306388" cy="306387"/>
          </a:xfrm>
          <a:prstGeom prst="rect">
            <a:avLst/>
          </a:prstGeom>
          <a:noFill/>
          <a:ln w="9525">
            <a:noFill/>
          </a:ln>
        </p:spPr>
      </p:pic>
      <p:sp>
        <p:nvSpPr>
          <p:cNvPr id="2" name="矩形 1"/>
          <p:cNvSpPr/>
          <p:nvPr/>
        </p:nvSpPr>
        <p:spPr>
          <a:xfrm>
            <a:off x="1201738" y="25400"/>
            <a:ext cx="3467100" cy="584200"/>
          </a:xfrm>
          <a:prstGeom prst="rect">
            <a:avLst/>
          </a:prstGeom>
        </p:spPr>
        <p:txBody>
          <a:bodyPr wrap="none">
            <a:spAutoFit/>
          </a:bodyPr>
          <a:lstStyle/>
          <a:p>
            <a:pPr marL="0" marR="0" lvl="0" indent="0" algn="l" defTabSz="914400" rtl="0" eaLnBrk="0" fontAlgn="base" latinLnBrk="0" hangingPunct="0">
              <a:lnSpc>
                <a:spcPct val="100000"/>
              </a:lnSpc>
              <a:spcBef>
                <a:spcPct val="0"/>
              </a:spcBef>
              <a:spcAft>
                <a:spcPct val="0"/>
              </a:spcAft>
              <a:buClrTx/>
              <a:buSzTx/>
              <a:buFontTx/>
              <a:buNone/>
              <a:defRPr/>
            </a:pPr>
            <a:r>
              <a:rPr kumimoji="1" lang="zh-CN" altLang="en-US" sz="3200" b="1" i="0" u="none" strike="noStrike" kern="1200" cap="none" spc="0" normalizeH="0" baseline="0" noProof="0" dirty="0">
                <a:ln>
                  <a:noFill/>
                </a:ln>
                <a:solidFill>
                  <a:srgbClr val="C00000"/>
                </a:solidFill>
                <a:effectLst>
                  <a:outerShdw blurRad="38100" dist="38100" dir="2700000" algn="tl">
                    <a:srgbClr val="000000"/>
                  </a:outerShdw>
                </a:effectLst>
                <a:uLnTx/>
                <a:uFillTx/>
                <a:latin typeface="宋体" panose="02010600030101010101" pitchFamily="2" charset="-122"/>
                <a:ea typeface="华文中宋" panose="02010600040101010101" pitchFamily="2" charset="-122"/>
                <a:cs typeface="+mn-cs"/>
              </a:rPr>
              <a:t>轴承组合设计例题</a:t>
            </a:r>
            <a:endParaRPr kumimoji="1" lang="zh-CN" altLang="en-US" sz="3200" b="1" i="0" u="none" strike="noStrike" kern="1200" cap="none" spc="0" normalizeH="0" baseline="0" noProof="0" dirty="0">
              <a:ln>
                <a:noFill/>
              </a:ln>
              <a:solidFill>
                <a:srgbClr val="C00000"/>
              </a:solidFill>
              <a:effectLst>
                <a:outerShdw blurRad="38100" dist="38100" dir="2700000" algn="tl">
                  <a:srgbClr val="000000"/>
                </a:outerShdw>
              </a:effectLst>
              <a:uLnTx/>
              <a:uFillTx/>
              <a:latin typeface="宋体" panose="02010600030101010101" pitchFamily="2" charset="-122"/>
              <a:ea typeface="华文中宋" panose="02010600040101010101" pitchFamily="2" charset="-122"/>
              <a:cs typeface="+mn-cs"/>
            </a:endParaRPr>
          </a:p>
        </p:txBody>
      </p:sp>
    </p:spTree>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146435"/>
                                        </p:tgtEl>
                                        <p:attrNameLst>
                                          <p:attrName>style.visibility</p:attrName>
                                        </p:attrNameLst>
                                      </p:cBhvr>
                                      <p:to>
                                        <p:strVal val="visible"/>
                                      </p:to>
                                    </p:set>
                                    <p:animEffect transition="in" filter="wipe(up)">
                                      <p:cBhvr>
                                        <p:cTn id="7" dur="500"/>
                                        <p:tgtEl>
                                          <p:spTgt spid="146435"/>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nodeType="clickEffect">
                                  <p:stCondLst>
                                    <p:cond delay="0"/>
                                  </p:stCondLst>
                                  <p:childTnLst>
                                    <p:set>
                                      <p:cBhvr>
                                        <p:cTn id="11" dur="1" fill="hold">
                                          <p:stCondLst>
                                            <p:cond delay="0"/>
                                          </p:stCondLst>
                                        </p:cTn>
                                        <p:tgtEl>
                                          <p:spTgt spid="146436"/>
                                        </p:tgtEl>
                                        <p:attrNameLst>
                                          <p:attrName>style.visibility</p:attrName>
                                        </p:attrNameLst>
                                      </p:cBhvr>
                                      <p:to>
                                        <p:strVal val="visible"/>
                                      </p:to>
                                    </p:set>
                                    <p:animEffect transition="in" filter="wipe(up)">
                                      <p:cBhvr>
                                        <p:cTn id="12" dur="500"/>
                                        <p:tgtEl>
                                          <p:spTgt spid="146436"/>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nodeType="clickEffect">
                                  <p:stCondLst>
                                    <p:cond delay="0"/>
                                  </p:stCondLst>
                                  <p:childTnLst>
                                    <p:set>
                                      <p:cBhvr>
                                        <p:cTn id="16" dur="1" fill="hold">
                                          <p:stCondLst>
                                            <p:cond delay="0"/>
                                          </p:stCondLst>
                                        </p:cTn>
                                        <p:tgtEl>
                                          <p:spTgt spid="146437"/>
                                        </p:tgtEl>
                                        <p:attrNameLst>
                                          <p:attrName>style.visibility</p:attrName>
                                        </p:attrNameLst>
                                      </p:cBhvr>
                                      <p:to>
                                        <p:strVal val="visible"/>
                                      </p:to>
                                    </p:set>
                                    <p:animEffect transition="in" filter="wipe(up)">
                                      <p:cBhvr>
                                        <p:cTn id="17" dur="500"/>
                                        <p:tgtEl>
                                          <p:spTgt spid="146437"/>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nodeType="clickEffect">
                                  <p:stCondLst>
                                    <p:cond delay="0"/>
                                  </p:stCondLst>
                                  <p:childTnLst>
                                    <p:set>
                                      <p:cBhvr>
                                        <p:cTn id="21" dur="1" fill="hold">
                                          <p:stCondLst>
                                            <p:cond delay="0"/>
                                          </p:stCondLst>
                                        </p:cTn>
                                        <p:tgtEl>
                                          <p:spTgt spid="146438"/>
                                        </p:tgtEl>
                                        <p:attrNameLst>
                                          <p:attrName>style.visibility</p:attrName>
                                        </p:attrNameLst>
                                      </p:cBhvr>
                                      <p:to>
                                        <p:strVal val="visible"/>
                                      </p:to>
                                    </p:set>
                                    <p:animEffect transition="in" filter="wipe(up)">
                                      <p:cBhvr>
                                        <p:cTn id="22" dur="500"/>
                                        <p:tgtEl>
                                          <p:spTgt spid="146438"/>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iterate type="wd">
                                    <p:tmPct val="100000"/>
                                  </p:iterate>
                                  <p:childTnLst>
                                    <p:set>
                                      <p:cBhvr>
                                        <p:cTn id="26" dur="1" fill="hold">
                                          <p:stCondLst>
                                            <p:cond delay="0"/>
                                          </p:stCondLst>
                                        </p:cTn>
                                        <p:tgtEl>
                                          <p:spTgt spid="146439"/>
                                        </p:tgtEl>
                                        <p:attrNameLst>
                                          <p:attrName>style.visibility</p:attrName>
                                        </p:attrNameLst>
                                      </p:cBhvr>
                                      <p:to>
                                        <p:strVal val="visible"/>
                                      </p:to>
                                    </p:set>
                                    <p:animEffect transition="in" filter="wipe(left)">
                                      <p:cBhvr>
                                        <p:cTn id="27" dur="300"/>
                                        <p:tgtEl>
                                          <p:spTgt spid="146439"/>
                                        </p:tgtEl>
                                      </p:cBhvr>
                                    </p:animEffect>
                                  </p:childTnLst>
                                </p:cTn>
                              </p:par>
                            </p:childTnLst>
                          </p:cTn>
                        </p:par>
                        <p:par>
                          <p:cTn id="28" fill="hold">
                            <p:stCondLst>
                              <p:cond delay="5100"/>
                            </p:stCondLst>
                            <p:childTnLst>
                              <p:par>
                                <p:cTn id="29" presetID="2" presetClass="entr" presetSubtype="8" fill="hold" nodeType="afterEffect">
                                  <p:stCondLst>
                                    <p:cond delay="0"/>
                                  </p:stCondLst>
                                  <p:childTnLst>
                                    <p:set>
                                      <p:cBhvr>
                                        <p:cTn id="30" dur="1" fill="hold">
                                          <p:stCondLst>
                                            <p:cond delay="0"/>
                                          </p:stCondLst>
                                        </p:cTn>
                                        <p:tgtEl>
                                          <p:spTgt spid="8"/>
                                        </p:tgtEl>
                                        <p:attrNameLst>
                                          <p:attrName>style.visibility</p:attrName>
                                        </p:attrNameLst>
                                      </p:cBhvr>
                                      <p:to>
                                        <p:strVal val="visible"/>
                                      </p:to>
                                    </p:set>
                                    <p:anim calcmode="lin" valueType="num">
                                      <p:cBhvr additive="base">
                                        <p:cTn id="31" dur="500" fill="hold"/>
                                        <p:tgtEl>
                                          <p:spTgt spid="8"/>
                                        </p:tgtEl>
                                        <p:attrNameLst>
                                          <p:attrName>ppt_x</p:attrName>
                                        </p:attrNameLst>
                                      </p:cBhvr>
                                      <p:tavLst>
                                        <p:tav tm="0">
                                          <p:val>
                                            <p:strVal val="0-#ppt_w/2"/>
                                          </p:val>
                                        </p:tav>
                                        <p:tav tm="100000">
                                          <p:val>
                                            <p:strVal val="#ppt_x"/>
                                          </p:val>
                                        </p:tav>
                                      </p:tavLst>
                                    </p:anim>
                                    <p:anim calcmode="lin" valueType="num">
                                      <p:cBhvr additive="base">
                                        <p:cTn id="32" dur="500" fill="hold"/>
                                        <p:tgtEl>
                                          <p:spTgt spid="8"/>
                                        </p:tgtEl>
                                        <p:attrNameLst>
                                          <p:attrName>ppt_y</p:attrName>
                                        </p:attrNameLst>
                                      </p:cBhvr>
                                      <p:tavLst>
                                        <p:tav tm="0">
                                          <p:val>
                                            <p:strVal val="#ppt_y"/>
                                          </p:val>
                                        </p:tav>
                                        <p:tav tm="100000">
                                          <p:val>
                                            <p:strVal val="#ppt_y"/>
                                          </p:val>
                                        </p:tav>
                                      </p:tavLst>
                                    </p:anim>
                                  </p:childTnLst>
                                </p:cTn>
                              </p:par>
                            </p:childTnLst>
                          </p:cTn>
                        </p:par>
                        <p:par>
                          <p:cTn id="33" fill="hold">
                            <p:stCondLst>
                              <p:cond delay="5600"/>
                            </p:stCondLst>
                            <p:childTnLst>
                              <p:par>
                                <p:cTn id="34" presetID="2" presetClass="entr" presetSubtype="8" fill="hold" nodeType="afterEffect">
                                  <p:stCondLst>
                                    <p:cond delay="0"/>
                                  </p:stCondLst>
                                  <p:childTnLst>
                                    <p:set>
                                      <p:cBhvr>
                                        <p:cTn id="35" dur="1" fill="hold">
                                          <p:stCondLst>
                                            <p:cond delay="0"/>
                                          </p:stCondLst>
                                        </p:cTn>
                                        <p:tgtEl>
                                          <p:spTgt spid="9"/>
                                        </p:tgtEl>
                                        <p:attrNameLst>
                                          <p:attrName>style.visibility</p:attrName>
                                        </p:attrNameLst>
                                      </p:cBhvr>
                                      <p:to>
                                        <p:strVal val="visible"/>
                                      </p:to>
                                    </p:set>
                                    <p:anim calcmode="lin" valueType="num">
                                      <p:cBhvr additive="base">
                                        <p:cTn id="36" dur="500" fill="hold"/>
                                        <p:tgtEl>
                                          <p:spTgt spid="9"/>
                                        </p:tgtEl>
                                        <p:attrNameLst>
                                          <p:attrName>ppt_x</p:attrName>
                                        </p:attrNameLst>
                                      </p:cBhvr>
                                      <p:tavLst>
                                        <p:tav tm="0">
                                          <p:val>
                                            <p:strVal val="0-#ppt_w/2"/>
                                          </p:val>
                                        </p:tav>
                                        <p:tav tm="100000">
                                          <p:val>
                                            <p:strVal val="#ppt_x"/>
                                          </p:val>
                                        </p:tav>
                                      </p:tavLst>
                                    </p:anim>
                                    <p:anim calcmode="lin" valueType="num">
                                      <p:cBhvr additive="base">
                                        <p:cTn id="37" dur="500" fill="hold"/>
                                        <p:tgtEl>
                                          <p:spTgt spid="9"/>
                                        </p:tgtEl>
                                        <p:attrNameLst>
                                          <p:attrName>ppt_y</p:attrName>
                                        </p:attrNameLst>
                                      </p:cBhvr>
                                      <p:tavLst>
                                        <p:tav tm="0">
                                          <p:val>
                                            <p:strVal val="#ppt_y"/>
                                          </p:val>
                                        </p:tav>
                                        <p:tav tm="100000">
                                          <p:val>
                                            <p:strVal val="#ppt_y"/>
                                          </p:val>
                                        </p:tav>
                                      </p:tavLst>
                                    </p:anim>
                                  </p:childTnLst>
                                </p:cTn>
                              </p:par>
                            </p:childTnLst>
                          </p:cTn>
                        </p:par>
                        <p:par>
                          <p:cTn id="38" fill="hold">
                            <p:stCondLst>
                              <p:cond delay="6100"/>
                            </p:stCondLst>
                            <p:childTnLst>
                              <p:par>
                                <p:cTn id="39" presetID="1" presetClass="entr" presetSubtype="0" fill="hold" nodeType="afterEffect">
                                  <p:stCondLst>
                                    <p:cond delay="0"/>
                                  </p:stCondLst>
                                  <p:childTnLst>
                                    <p:set>
                                      <p:cBhvr>
                                        <p:cTn id="40" dur="1" fill="hold">
                                          <p:stCondLst>
                                            <p:cond delay="499"/>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6434" grpId="0" build="p"/>
      <p:bldP spid="146439" grpId="0" bldLvl="0" animBg="1"/>
    </p:bldLst>
  </p:timing>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47458" name="Rectangle 2"/>
          <p:cNvSpPr>
            <a:spLocks noGrp="1" noChangeArrowheads="1"/>
          </p:cNvSpPr>
          <p:nvPr>
            <p:ph idx="1"/>
          </p:nvPr>
        </p:nvSpPr>
        <p:spPr>
          <a:xfrm>
            <a:off x="1019493" y="4065905"/>
            <a:ext cx="2489200" cy="2111375"/>
          </a:xfrm>
        </p:spPr>
        <p:txBody>
          <a:bodyPr/>
          <a:lstStyle/>
          <a:p>
            <a:pPr marL="0" marR="0" lvl="0" indent="0" algn="l" defTabSz="914400" rtl="0" eaLnBrk="0" fontAlgn="base" latinLnBrk="0" hangingPunct="0">
              <a:lnSpc>
                <a:spcPct val="100000"/>
              </a:lnSpc>
              <a:spcBef>
                <a:spcPct val="20000"/>
              </a:spcBef>
              <a:spcAft>
                <a:spcPct val="0"/>
              </a:spcAft>
              <a:buClr>
                <a:schemeClr val="hlink"/>
              </a:buClr>
              <a:buSzPct val="110000"/>
              <a:buNone/>
              <a:defRPr/>
            </a:pPr>
            <a:r>
              <a:rPr kumimoji="1" lang="en-US" altLang="zh-CN" sz="3200" b="1" i="0" u="none" strike="noStrike" kern="1200" cap="none" spc="0" normalizeH="0" baseline="0" noProof="0" dirty="0">
                <a:ln>
                  <a:noFill/>
                </a:ln>
                <a:solidFill>
                  <a:schemeClr val="tx1"/>
                </a:solidFill>
                <a:effectLst>
                  <a:outerShdw blurRad="38100" dist="38100" dir="2700000" algn="tl">
                    <a:srgbClr val="FFFFFF"/>
                  </a:outerShdw>
                </a:effectLst>
                <a:uLnTx/>
                <a:uFillTx/>
                <a:latin typeface="仿宋_GB2312" pitchFamily="49" charset="-122"/>
                <a:ea typeface="仿宋_GB2312" pitchFamily="49" charset="-122"/>
                <a:cs typeface="+mn-cs"/>
              </a:rPr>
              <a:t>  </a:t>
            </a:r>
            <a:r>
              <a:rPr kumimoji="1" lang="zh-CN" altLang="en-US" sz="2400" i="0" u="none" strike="noStrike" kern="1200" cap="none" spc="0" normalizeH="0" baseline="0" noProof="0" dirty="0">
                <a:ln>
                  <a:noFill/>
                </a:ln>
                <a:solidFill>
                  <a:schemeClr val="tx1"/>
                </a:solidFill>
                <a:effectLst>
                  <a:outerShdw blurRad="38100" dist="38100" dir="2700000" algn="tl">
                    <a:srgbClr val="FFFFFF"/>
                  </a:outerShdw>
                </a:effectLst>
                <a:uLnTx/>
                <a:uFillTx/>
                <a:latin typeface="仿宋_GB2312" pitchFamily="49" charset="-122"/>
                <a:ea typeface="仿宋_GB2312" pitchFamily="49" charset="-122"/>
                <a:cs typeface="+mn-cs"/>
              </a:rPr>
              <a:t>轴右端的部分要与安装轴承的轴段分开</a:t>
            </a:r>
            <a:r>
              <a:rPr kumimoji="1" lang="zh-CN" altLang="en-US" sz="3200" b="1" i="0" u="none" strike="noStrike" kern="1200" cap="none" spc="0" normalizeH="0" baseline="0" noProof="0" dirty="0">
                <a:ln>
                  <a:noFill/>
                </a:ln>
                <a:solidFill>
                  <a:schemeClr val="tx1"/>
                </a:solidFill>
                <a:effectLst>
                  <a:outerShdw blurRad="38100" dist="38100" dir="2700000" algn="tl">
                    <a:srgbClr val="FFFFFF"/>
                  </a:outerShdw>
                </a:effectLst>
                <a:uLnTx/>
                <a:uFillTx/>
                <a:latin typeface="仿宋_GB2312" pitchFamily="49" charset="-122"/>
                <a:ea typeface="仿宋_GB2312" pitchFamily="49" charset="-122"/>
                <a:cs typeface="+mn-cs"/>
              </a:rPr>
              <a:t>。</a:t>
            </a:r>
            <a:endParaRPr kumimoji="1" lang="zh-CN" altLang="en-US" sz="3200" b="1" i="0" u="none" strike="noStrike" kern="1200" cap="none" spc="0" normalizeH="0" baseline="0" noProof="0" dirty="0">
              <a:ln>
                <a:noFill/>
              </a:ln>
              <a:solidFill>
                <a:schemeClr val="tx1"/>
              </a:solidFill>
              <a:effectLst>
                <a:outerShdw blurRad="38100" dist="38100" dir="2700000" algn="tl">
                  <a:srgbClr val="FFFFFF"/>
                </a:outerShdw>
              </a:effectLst>
              <a:uLnTx/>
              <a:uFillTx/>
              <a:latin typeface="仿宋_GB2312" pitchFamily="49" charset="-122"/>
              <a:ea typeface="仿宋_GB2312" pitchFamily="49" charset="-122"/>
              <a:cs typeface="+mn-cs"/>
            </a:endParaRPr>
          </a:p>
        </p:txBody>
      </p:sp>
      <p:pic>
        <p:nvPicPr>
          <p:cNvPr id="108547" name="Picture 3"/>
          <p:cNvPicPr>
            <a:picLocks noChangeAspect="1"/>
          </p:cNvPicPr>
          <p:nvPr/>
        </p:nvPicPr>
        <p:blipFill>
          <a:blip r:embed="rId1"/>
          <a:stretch>
            <a:fillRect/>
          </a:stretch>
        </p:blipFill>
        <p:spPr>
          <a:xfrm>
            <a:off x="1209675" y="798513"/>
            <a:ext cx="5788025" cy="2865437"/>
          </a:xfrm>
          <a:prstGeom prst="rect">
            <a:avLst/>
          </a:prstGeom>
          <a:noFill/>
          <a:ln w="9525">
            <a:noFill/>
          </a:ln>
        </p:spPr>
      </p:pic>
      <p:pic>
        <p:nvPicPr>
          <p:cNvPr id="108548" name="Picture 4"/>
          <p:cNvPicPr>
            <a:picLocks noChangeAspect="1"/>
          </p:cNvPicPr>
          <p:nvPr/>
        </p:nvPicPr>
        <p:blipFill>
          <a:blip r:embed="rId2"/>
          <a:stretch>
            <a:fillRect/>
          </a:stretch>
        </p:blipFill>
        <p:spPr>
          <a:xfrm>
            <a:off x="4559300" y="798513"/>
            <a:ext cx="808038" cy="928687"/>
          </a:xfrm>
          <a:prstGeom prst="rect">
            <a:avLst/>
          </a:prstGeom>
          <a:noFill/>
          <a:ln w="9525">
            <a:noFill/>
          </a:ln>
        </p:spPr>
      </p:pic>
      <p:pic>
        <p:nvPicPr>
          <p:cNvPr id="147461" name="Picture 5"/>
          <p:cNvPicPr>
            <a:picLocks noChangeAspect="1"/>
          </p:cNvPicPr>
          <p:nvPr/>
        </p:nvPicPr>
        <p:blipFill>
          <a:blip r:embed="rId3"/>
          <a:stretch>
            <a:fillRect/>
          </a:stretch>
        </p:blipFill>
        <p:spPr>
          <a:xfrm>
            <a:off x="3852863" y="3535363"/>
            <a:ext cx="4833937" cy="2886075"/>
          </a:xfrm>
          <a:prstGeom prst="rect">
            <a:avLst/>
          </a:prstGeom>
          <a:noFill/>
          <a:ln w="9525">
            <a:noFill/>
          </a:ln>
        </p:spPr>
      </p:pic>
      <p:sp>
        <p:nvSpPr>
          <p:cNvPr id="147462" name="AutoShape 6"/>
          <p:cNvSpPr/>
          <p:nvPr/>
        </p:nvSpPr>
        <p:spPr>
          <a:xfrm>
            <a:off x="5638800" y="815975"/>
            <a:ext cx="361950" cy="334963"/>
          </a:xfrm>
          <a:prstGeom prst="smileyFace">
            <a:avLst>
              <a:gd name="adj" fmla="val 4653"/>
            </a:avLst>
          </a:prstGeom>
          <a:solidFill>
            <a:schemeClr val="accent1"/>
          </a:solidFill>
          <a:ln w="9525" cap="flat" cmpd="sng">
            <a:solidFill>
              <a:schemeClr val="tx1"/>
            </a:solidFill>
            <a:prstDash val="solid"/>
            <a:headEnd type="none" w="med" len="med"/>
            <a:tailEnd type="none" w="med" len="med"/>
          </a:ln>
        </p:spPr>
        <p:txBody>
          <a:bodyPr wrap="none" anchor="ctr" anchorCtr="0"/>
          <a:p>
            <a:endParaRPr lang="zh-CN" altLang="en-US" dirty="0">
              <a:latin typeface="Times New Roman" panose="02020603050405020304" pitchFamily="18" charset="0"/>
            </a:endParaRPr>
          </a:p>
        </p:txBody>
      </p:sp>
      <p:pic>
        <p:nvPicPr>
          <p:cNvPr id="7" name="Picture 49" descr="back1">
            <a:hlinkClick r:id="" tooltip="上一页" action="ppaction://hlinkshowjump?jump=previousslide"/>
          </p:cNvPr>
          <p:cNvPicPr>
            <a:picLocks noChangeAspect="1"/>
          </p:cNvPicPr>
          <p:nvPr/>
        </p:nvPicPr>
        <p:blipFill>
          <a:blip r:embed="rId4"/>
          <a:stretch>
            <a:fillRect/>
          </a:stretch>
        </p:blipFill>
        <p:spPr>
          <a:xfrm>
            <a:off x="8380413" y="6556375"/>
            <a:ext cx="306387" cy="306388"/>
          </a:xfrm>
          <a:prstGeom prst="rect">
            <a:avLst/>
          </a:prstGeom>
          <a:noFill/>
          <a:ln w="9525">
            <a:noFill/>
          </a:ln>
        </p:spPr>
      </p:pic>
      <p:pic>
        <p:nvPicPr>
          <p:cNvPr id="8" name="Picture 50" descr="rewind1">
            <a:hlinkClick r:id="" action="ppaction://hlinkshowjump?jump=firstslide"/>
          </p:cNvPr>
          <p:cNvPicPr>
            <a:picLocks noChangeAspect="1"/>
          </p:cNvPicPr>
          <p:nvPr/>
        </p:nvPicPr>
        <p:blipFill>
          <a:blip r:embed="rId5"/>
          <a:stretch>
            <a:fillRect/>
          </a:stretch>
        </p:blipFill>
        <p:spPr>
          <a:xfrm>
            <a:off x="8018463" y="6551613"/>
            <a:ext cx="306387" cy="306387"/>
          </a:xfrm>
          <a:prstGeom prst="rect">
            <a:avLst/>
          </a:prstGeom>
          <a:noFill/>
          <a:ln w="9525">
            <a:noFill/>
          </a:ln>
        </p:spPr>
      </p:pic>
      <p:pic>
        <p:nvPicPr>
          <p:cNvPr id="9" name="Picture 149" descr="NEXT1">
            <a:hlinkClick r:id="" action="ppaction://hlinkshowjump?jump=nextslide"/>
          </p:cNvPr>
          <p:cNvPicPr>
            <a:picLocks noChangeAspect="1"/>
          </p:cNvPicPr>
          <p:nvPr/>
        </p:nvPicPr>
        <p:blipFill>
          <a:blip r:embed="rId6"/>
          <a:stretch>
            <a:fillRect/>
          </a:stretch>
        </p:blipFill>
        <p:spPr>
          <a:xfrm>
            <a:off x="8753475" y="6551613"/>
            <a:ext cx="306388" cy="306387"/>
          </a:xfrm>
          <a:prstGeom prst="rect">
            <a:avLst/>
          </a:prstGeom>
          <a:noFill/>
          <a:ln w="9525">
            <a:noFill/>
          </a:ln>
        </p:spPr>
      </p:pic>
      <p:sp>
        <p:nvSpPr>
          <p:cNvPr id="2" name="矩形 1"/>
          <p:cNvSpPr/>
          <p:nvPr/>
        </p:nvSpPr>
        <p:spPr>
          <a:xfrm>
            <a:off x="1090613" y="0"/>
            <a:ext cx="3468688" cy="584200"/>
          </a:xfrm>
          <a:prstGeom prst="rect">
            <a:avLst/>
          </a:prstGeom>
        </p:spPr>
        <p:txBody>
          <a:bodyPr wrap="none">
            <a:spAutoFit/>
          </a:bodyPr>
          <a:lstStyle/>
          <a:p>
            <a:pPr marL="0" marR="0" lvl="0" indent="0" algn="l" defTabSz="914400" rtl="0" eaLnBrk="0" fontAlgn="base" latinLnBrk="0" hangingPunct="0">
              <a:lnSpc>
                <a:spcPct val="100000"/>
              </a:lnSpc>
              <a:spcBef>
                <a:spcPct val="0"/>
              </a:spcBef>
              <a:spcAft>
                <a:spcPct val="0"/>
              </a:spcAft>
              <a:buClrTx/>
              <a:buSzTx/>
              <a:buFontTx/>
              <a:buNone/>
              <a:defRPr/>
            </a:pPr>
            <a:r>
              <a:rPr kumimoji="1" lang="zh-CN" altLang="en-US" sz="3200" b="1" i="0" u="none" strike="noStrike" kern="1200" cap="none" spc="0" normalizeH="0" baseline="0" noProof="0" dirty="0">
                <a:ln>
                  <a:noFill/>
                </a:ln>
                <a:solidFill>
                  <a:srgbClr val="C00000"/>
                </a:solidFill>
                <a:effectLst>
                  <a:outerShdw blurRad="38100" dist="38100" dir="2700000" algn="tl">
                    <a:srgbClr val="000000"/>
                  </a:outerShdw>
                </a:effectLst>
                <a:uLnTx/>
                <a:uFillTx/>
                <a:latin typeface="宋体" panose="02010600030101010101" pitchFamily="2" charset="-122"/>
                <a:ea typeface="华文中宋" panose="02010600040101010101" pitchFamily="2" charset="-122"/>
                <a:cs typeface="+mn-cs"/>
              </a:rPr>
              <a:t>轴承组合设计例题</a:t>
            </a:r>
            <a:endParaRPr kumimoji="1" lang="zh-CN" altLang="en-US" sz="3200" b="1" i="0" u="none" strike="noStrike" kern="1200" cap="none" spc="0" normalizeH="0" baseline="0" noProof="0" dirty="0">
              <a:ln>
                <a:noFill/>
              </a:ln>
              <a:solidFill>
                <a:srgbClr val="C00000"/>
              </a:solidFill>
              <a:effectLst>
                <a:outerShdw blurRad="38100" dist="38100" dir="2700000" algn="tl">
                  <a:srgbClr val="000000"/>
                </a:outerShdw>
              </a:effectLst>
              <a:uLnTx/>
              <a:uFillTx/>
              <a:latin typeface="宋体" panose="02010600030101010101" pitchFamily="2" charset="-122"/>
              <a:ea typeface="华文中宋" panose="02010600040101010101" pitchFamily="2" charset="-122"/>
              <a:cs typeface="+mn-cs"/>
            </a:endParaRPr>
          </a:p>
        </p:txBody>
      </p:sp>
    </p:spTree>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147462"/>
                                        </p:tgtEl>
                                        <p:attrNameLst>
                                          <p:attrName>style.visibility</p:attrName>
                                        </p:attrNameLst>
                                      </p:cBhvr>
                                      <p:to>
                                        <p:strVal val="visible"/>
                                      </p:to>
                                    </p:set>
                                    <p:animEffect transition="in" filter="wipe(up)">
                                      <p:cBhvr>
                                        <p:cTn id="7" dur="500"/>
                                        <p:tgtEl>
                                          <p:spTgt spid="14746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nodeType="clickEffect">
                                  <p:stCondLst>
                                    <p:cond delay="0"/>
                                  </p:stCondLst>
                                  <p:childTnLst>
                                    <p:set>
                                      <p:cBhvr>
                                        <p:cTn id="11" dur="1" fill="hold">
                                          <p:stCondLst>
                                            <p:cond delay="0"/>
                                          </p:stCondLst>
                                        </p:cTn>
                                        <p:tgtEl>
                                          <p:spTgt spid="147461"/>
                                        </p:tgtEl>
                                        <p:attrNameLst>
                                          <p:attrName>style.visibility</p:attrName>
                                        </p:attrNameLst>
                                      </p:cBhvr>
                                      <p:to>
                                        <p:strVal val="visible"/>
                                      </p:to>
                                    </p:set>
                                    <p:animEffect transition="in" filter="wipe(up)">
                                      <p:cBhvr>
                                        <p:cTn id="12" dur="500"/>
                                        <p:tgtEl>
                                          <p:spTgt spid="147461"/>
                                        </p:tgtEl>
                                      </p:cBhvr>
                                    </p:animEffect>
                                  </p:childTnLst>
                                </p:cTn>
                              </p:par>
                            </p:childTnLst>
                          </p:cTn>
                        </p:par>
                        <p:par>
                          <p:cTn id="13" fill="hold">
                            <p:stCondLst>
                              <p:cond delay="500"/>
                            </p:stCondLst>
                            <p:childTnLst>
                              <p:par>
                                <p:cTn id="14" presetID="2" presetClass="entr" presetSubtype="8" fill="hold" nodeType="afterEffect">
                                  <p:stCondLst>
                                    <p:cond delay="0"/>
                                  </p:stCondLst>
                                  <p:childTnLst>
                                    <p:set>
                                      <p:cBhvr>
                                        <p:cTn id="15" dur="1" fill="hold">
                                          <p:stCondLst>
                                            <p:cond delay="0"/>
                                          </p:stCondLst>
                                        </p:cTn>
                                        <p:tgtEl>
                                          <p:spTgt spid="7"/>
                                        </p:tgtEl>
                                        <p:attrNameLst>
                                          <p:attrName>style.visibility</p:attrName>
                                        </p:attrNameLst>
                                      </p:cBhvr>
                                      <p:to>
                                        <p:strVal val="visible"/>
                                      </p:to>
                                    </p:set>
                                    <p:anim calcmode="lin" valueType="num">
                                      <p:cBhvr additive="base">
                                        <p:cTn id="16" dur="500" fill="hold"/>
                                        <p:tgtEl>
                                          <p:spTgt spid="7"/>
                                        </p:tgtEl>
                                        <p:attrNameLst>
                                          <p:attrName>ppt_x</p:attrName>
                                        </p:attrNameLst>
                                      </p:cBhvr>
                                      <p:tavLst>
                                        <p:tav tm="0">
                                          <p:val>
                                            <p:strVal val="0-#ppt_w/2"/>
                                          </p:val>
                                        </p:tav>
                                        <p:tav tm="100000">
                                          <p:val>
                                            <p:strVal val="#ppt_x"/>
                                          </p:val>
                                        </p:tav>
                                      </p:tavLst>
                                    </p:anim>
                                    <p:anim calcmode="lin" valueType="num">
                                      <p:cBhvr additive="base">
                                        <p:cTn id="17" dur="500" fill="hold"/>
                                        <p:tgtEl>
                                          <p:spTgt spid="7"/>
                                        </p:tgtEl>
                                        <p:attrNameLst>
                                          <p:attrName>ppt_y</p:attrName>
                                        </p:attrNameLst>
                                      </p:cBhvr>
                                      <p:tavLst>
                                        <p:tav tm="0">
                                          <p:val>
                                            <p:strVal val="#ppt_y"/>
                                          </p:val>
                                        </p:tav>
                                        <p:tav tm="100000">
                                          <p:val>
                                            <p:strVal val="#ppt_y"/>
                                          </p:val>
                                        </p:tav>
                                      </p:tavLst>
                                    </p:anim>
                                  </p:childTnLst>
                                </p:cTn>
                              </p:par>
                            </p:childTnLst>
                          </p:cTn>
                        </p:par>
                        <p:par>
                          <p:cTn id="18" fill="hold">
                            <p:stCondLst>
                              <p:cond delay="1000"/>
                            </p:stCondLst>
                            <p:childTnLst>
                              <p:par>
                                <p:cTn id="19" presetID="2" presetClass="entr" presetSubtype="8" fill="hold" nodeType="afterEffect">
                                  <p:stCondLst>
                                    <p:cond delay="0"/>
                                  </p:stCondLst>
                                  <p:childTnLst>
                                    <p:set>
                                      <p:cBhvr>
                                        <p:cTn id="20" dur="1" fill="hold">
                                          <p:stCondLst>
                                            <p:cond delay="0"/>
                                          </p:stCondLst>
                                        </p:cTn>
                                        <p:tgtEl>
                                          <p:spTgt spid="8"/>
                                        </p:tgtEl>
                                        <p:attrNameLst>
                                          <p:attrName>style.visibility</p:attrName>
                                        </p:attrNameLst>
                                      </p:cBhvr>
                                      <p:to>
                                        <p:strVal val="visible"/>
                                      </p:to>
                                    </p:set>
                                    <p:anim calcmode="lin" valueType="num">
                                      <p:cBhvr additive="base">
                                        <p:cTn id="21" dur="500" fill="hold"/>
                                        <p:tgtEl>
                                          <p:spTgt spid="8"/>
                                        </p:tgtEl>
                                        <p:attrNameLst>
                                          <p:attrName>ppt_x</p:attrName>
                                        </p:attrNameLst>
                                      </p:cBhvr>
                                      <p:tavLst>
                                        <p:tav tm="0">
                                          <p:val>
                                            <p:strVal val="0-#ppt_w/2"/>
                                          </p:val>
                                        </p:tav>
                                        <p:tav tm="100000">
                                          <p:val>
                                            <p:strVal val="#ppt_x"/>
                                          </p:val>
                                        </p:tav>
                                      </p:tavLst>
                                    </p:anim>
                                    <p:anim calcmode="lin" valueType="num">
                                      <p:cBhvr additive="base">
                                        <p:cTn id="22" dur="500" fill="hold"/>
                                        <p:tgtEl>
                                          <p:spTgt spid="8"/>
                                        </p:tgtEl>
                                        <p:attrNameLst>
                                          <p:attrName>ppt_y</p:attrName>
                                        </p:attrNameLst>
                                      </p:cBhvr>
                                      <p:tavLst>
                                        <p:tav tm="0">
                                          <p:val>
                                            <p:strVal val="#ppt_y"/>
                                          </p:val>
                                        </p:tav>
                                        <p:tav tm="100000">
                                          <p:val>
                                            <p:strVal val="#ppt_y"/>
                                          </p:val>
                                        </p:tav>
                                      </p:tavLst>
                                    </p:anim>
                                  </p:childTnLst>
                                </p:cTn>
                              </p:par>
                            </p:childTnLst>
                          </p:cTn>
                        </p:par>
                        <p:par>
                          <p:cTn id="23" fill="hold">
                            <p:stCondLst>
                              <p:cond delay="1500"/>
                            </p:stCondLst>
                            <p:childTnLst>
                              <p:par>
                                <p:cTn id="24" presetID="1" presetClass="entr" presetSubtype="0" fill="hold" nodeType="afterEffect">
                                  <p:stCondLst>
                                    <p:cond delay="0"/>
                                  </p:stCondLst>
                                  <p:childTnLst>
                                    <p:set>
                                      <p:cBhvr>
                                        <p:cTn id="25" dur="1" fill="hold">
                                          <p:stCondLst>
                                            <p:cond delay="499"/>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7458" grpId="0" build="p"/>
    </p:bldLst>
  </p:timing>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48482" name="Rectangle 2"/>
          <p:cNvSpPr>
            <a:spLocks noGrp="1" noChangeArrowheads="1"/>
          </p:cNvSpPr>
          <p:nvPr>
            <p:ph idx="1"/>
          </p:nvPr>
        </p:nvSpPr>
        <p:spPr>
          <a:xfrm>
            <a:off x="0" y="712788"/>
            <a:ext cx="2081213" cy="2401888"/>
          </a:xfrm>
        </p:spPr>
        <p:txBody>
          <a:bodyPr/>
          <a:lstStyle/>
          <a:p>
            <a:pPr marL="342900" marR="0" lvl="0" indent="-342900" algn="l" defTabSz="914400" rtl="0" latinLnBrk="0">
              <a:lnSpc>
                <a:spcPct val="120000"/>
              </a:lnSpc>
              <a:spcBef>
                <a:spcPts val="0"/>
              </a:spcBef>
              <a:spcAft>
                <a:spcPct val="0"/>
              </a:spcAft>
              <a:buClr>
                <a:schemeClr val="hlink"/>
              </a:buClr>
              <a:buSzPct val="110000"/>
              <a:buFontTx/>
              <a:buNone/>
              <a:defRPr/>
            </a:pPr>
            <a:r>
              <a:rPr kumimoji="1" lang="en-US" altLang="zh-CN" sz="2400" b="1" i="0" u="none" strike="noStrike" kern="1200" cap="none" spc="0" normalizeH="0" baseline="0" noProof="0">
                <a:ln>
                  <a:noFill/>
                </a:ln>
                <a:solidFill>
                  <a:schemeClr val="tx1"/>
                </a:solidFill>
                <a:effectLst>
                  <a:outerShdw blurRad="38100" dist="38100" dir="2700000" algn="tl">
                    <a:srgbClr val="FFFFFF"/>
                  </a:outerShdw>
                </a:effectLst>
                <a:uLnTx/>
                <a:uFillTx/>
                <a:latin typeface="仿宋_GB2312" pitchFamily="49" charset="-122"/>
                <a:ea typeface="仿宋_GB2312" pitchFamily="49" charset="-122"/>
                <a:cs typeface="+mn-cs"/>
              </a:rPr>
              <a:t>      </a:t>
            </a:r>
            <a:r>
              <a:rPr kumimoji="1" lang="zh-CN" altLang="en-US" sz="2400" i="0" u="none" strike="noStrike" kern="1200" cap="none" spc="0" normalizeH="0" baseline="0" noProof="0">
                <a:ln>
                  <a:noFill/>
                </a:ln>
                <a:solidFill>
                  <a:schemeClr val="tx1"/>
                </a:solidFill>
                <a:effectLst>
                  <a:outerShdw blurRad="38100" dist="38100" dir="2700000" algn="tl">
                    <a:srgbClr val="FFFFFF"/>
                  </a:outerShdw>
                </a:effectLst>
                <a:uLnTx/>
                <a:uFillTx/>
                <a:latin typeface="仿宋_GB2312" pitchFamily="49" charset="-122"/>
                <a:ea typeface="仿宋_GB2312" pitchFamily="49" charset="-122"/>
                <a:cs typeface="+mn-cs"/>
              </a:rPr>
              <a:t>对齿轮和联轴器作周向固定的平键所成的角度为：</a:t>
            </a:r>
            <a:endParaRPr kumimoji="1" lang="zh-CN" altLang="en-US" sz="2400" b="1" i="0" u="none" strike="noStrike" kern="1200" cap="none" spc="0" normalizeH="0" baseline="0" noProof="0">
              <a:ln>
                <a:noFill/>
              </a:ln>
              <a:solidFill>
                <a:schemeClr val="tx1"/>
              </a:solidFill>
              <a:effectLst>
                <a:outerShdw blurRad="38100" dist="38100" dir="2700000" algn="tl">
                  <a:srgbClr val="FFFFFF"/>
                </a:outerShdw>
              </a:effectLst>
              <a:uLnTx/>
              <a:uFillTx/>
              <a:latin typeface="仿宋_GB2312" pitchFamily="49" charset="-122"/>
              <a:ea typeface="仿宋_GB2312" pitchFamily="49" charset="-122"/>
              <a:cs typeface="+mn-cs"/>
            </a:endParaRPr>
          </a:p>
          <a:p>
            <a:pPr marL="342900" marR="0" lvl="0" indent="-342900" algn="l" defTabSz="914400" rtl="0" eaLnBrk="0" fontAlgn="base" latinLnBrk="0" hangingPunct="0">
              <a:lnSpc>
                <a:spcPct val="90000"/>
              </a:lnSpc>
              <a:spcBef>
                <a:spcPct val="20000"/>
              </a:spcBef>
              <a:spcAft>
                <a:spcPct val="0"/>
              </a:spcAft>
              <a:buClr>
                <a:schemeClr val="hlink"/>
              </a:buClr>
              <a:buSzPct val="110000"/>
              <a:buFont typeface="Wingdings" panose="05000000000000000000" pitchFamily="2" charset="2"/>
              <a:buBlip>
                <a:blip r:embed="rId1"/>
              </a:buBlip>
              <a:defRPr/>
            </a:pPr>
            <a:endParaRPr kumimoji="1" lang="en-US" altLang="zh-CN" sz="2400" b="0" i="0" u="none" strike="noStrike" kern="1200" cap="none" spc="0" normalizeH="0" baseline="0" noProof="0">
              <a:ln>
                <a:noFill/>
              </a:ln>
              <a:solidFill>
                <a:schemeClr val="tx1"/>
              </a:solidFill>
              <a:effectLst/>
              <a:uLnTx/>
              <a:uFillTx/>
              <a:latin typeface="幼圆" panose="02010509060101010101" pitchFamily="49" charset="-122"/>
              <a:ea typeface="幼圆" panose="02010509060101010101" pitchFamily="49" charset="-122"/>
              <a:cs typeface="+mn-cs"/>
            </a:endParaRPr>
          </a:p>
        </p:txBody>
      </p:sp>
      <p:pic>
        <p:nvPicPr>
          <p:cNvPr id="148483" name="Picture 3"/>
          <p:cNvPicPr>
            <a:picLocks noChangeAspect="1"/>
          </p:cNvPicPr>
          <p:nvPr/>
        </p:nvPicPr>
        <p:blipFill>
          <a:blip r:embed="rId2"/>
          <a:stretch>
            <a:fillRect/>
          </a:stretch>
        </p:blipFill>
        <p:spPr>
          <a:xfrm>
            <a:off x="2416175" y="712788"/>
            <a:ext cx="4476750" cy="2671762"/>
          </a:xfrm>
          <a:prstGeom prst="rect">
            <a:avLst/>
          </a:prstGeom>
          <a:noFill/>
          <a:ln w="9525">
            <a:noFill/>
          </a:ln>
        </p:spPr>
      </p:pic>
      <p:pic>
        <p:nvPicPr>
          <p:cNvPr id="148484" name="Picture 4"/>
          <p:cNvPicPr>
            <a:picLocks noChangeAspect="1"/>
          </p:cNvPicPr>
          <p:nvPr/>
        </p:nvPicPr>
        <p:blipFill>
          <a:blip r:embed="rId3"/>
          <a:stretch>
            <a:fillRect/>
          </a:stretch>
        </p:blipFill>
        <p:spPr>
          <a:xfrm>
            <a:off x="6892925" y="723900"/>
            <a:ext cx="1343025" cy="2701925"/>
          </a:xfrm>
          <a:prstGeom prst="rect">
            <a:avLst/>
          </a:prstGeom>
          <a:noFill/>
          <a:ln w="9525">
            <a:noFill/>
          </a:ln>
        </p:spPr>
      </p:pic>
      <p:pic>
        <p:nvPicPr>
          <p:cNvPr id="148485" name="Picture 5"/>
          <p:cNvPicPr>
            <a:picLocks noChangeAspect="1"/>
          </p:cNvPicPr>
          <p:nvPr/>
        </p:nvPicPr>
        <p:blipFill>
          <a:blip r:embed="rId4"/>
          <a:stretch>
            <a:fillRect/>
          </a:stretch>
        </p:blipFill>
        <p:spPr>
          <a:xfrm>
            <a:off x="781050" y="3446463"/>
            <a:ext cx="1023938" cy="1590675"/>
          </a:xfrm>
          <a:prstGeom prst="rect">
            <a:avLst/>
          </a:prstGeom>
          <a:noFill/>
          <a:ln w="9525">
            <a:noFill/>
          </a:ln>
        </p:spPr>
      </p:pic>
      <p:pic>
        <p:nvPicPr>
          <p:cNvPr id="148486" name="Picture 6"/>
          <p:cNvPicPr>
            <a:picLocks noChangeAspect="1"/>
          </p:cNvPicPr>
          <p:nvPr/>
        </p:nvPicPr>
        <p:blipFill>
          <a:blip r:embed="rId5"/>
          <a:stretch>
            <a:fillRect/>
          </a:stretch>
        </p:blipFill>
        <p:spPr>
          <a:xfrm>
            <a:off x="3176588" y="3403600"/>
            <a:ext cx="5006975" cy="3052763"/>
          </a:xfrm>
          <a:prstGeom prst="rect">
            <a:avLst/>
          </a:prstGeom>
          <a:noFill/>
          <a:ln w="9525">
            <a:noFill/>
          </a:ln>
        </p:spPr>
      </p:pic>
      <p:sp>
        <p:nvSpPr>
          <p:cNvPr id="148487" name="Rectangle 7"/>
          <p:cNvSpPr>
            <a:spLocks noChangeArrowheads="1"/>
          </p:cNvSpPr>
          <p:nvPr/>
        </p:nvSpPr>
        <p:spPr bwMode="auto">
          <a:xfrm>
            <a:off x="5441950" y="2976880"/>
            <a:ext cx="3622675" cy="1198880"/>
          </a:xfrm>
          <a:prstGeom prst="rect">
            <a:avLst/>
          </a:prstGeom>
          <a:solidFill>
            <a:srgbClr val="DDDDDD"/>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defRPr/>
            </a:pPr>
            <a:r>
              <a:rPr kumimoji="1" lang="en-US" altLang="zh-CN" sz="2400" b="0" i="0" u="none" strike="noStrike" kern="1200" cap="none" spc="0" normalizeH="0" baseline="0" noProof="0">
                <a:ln>
                  <a:noFill/>
                </a:ln>
                <a:solidFill>
                  <a:schemeClr val="tx1"/>
                </a:solidFill>
                <a:effectLst>
                  <a:outerShdw blurRad="38100" dist="38100" dir="2700000" algn="tl">
                    <a:srgbClr val="FFFFFF"/>
                  </a:outerShdw>
                </a:effectLst>
                <a:uLnTx/>
                <a:uFillTx/>
                <a:latin typeface="仿宋_GB2312" pitchFamily="49" charset="-122"/>
                <a:ea typeface="仿宋_GB2312" pitchFamily="49" charset="-122"/>
                <a:cs typeface="+mn-cs"/>
              </a:rPr>
              <a:t>    </a:t>
            </a:r>
            <a:r>
              <a:rPr kumimoji="1" lang="zh-CN" altLang="en-US" sz="2400" b="0" i="0" u="none" strike="noStrike" kern="1200" cap="none" spc="0" normalizeH="0" baseline="0" noProof="0">
                <a:ln>
                  <a:noFill/>
                </a:ln>
                <a:solidFill>
                  <a:schemeClr val="tx1"/>
                </a:solidFill>
                <a:effectLst>
                  <a:outerShdw blurRad="38100" dist="38100" dir="2700000" algn="tl">
                    <a:srgbClr val="FFFFFF"/>
                  </a:outerShdw>
                </a:effectLst>
                <a:uLnTx/>
                <a:uFillTx/>
                <a:latin typeface="仿宋_GB2312" pitchFamily="49" charset="-122"/>
                <a:ea typeface="仿宋_GB2312" pitchFamily="49" charset="-122"/>
                <a:cs typeface="+mn-cs"/>
              </a:rPr>
              <a:t>轴上的两个平键若没有布置在同一条母线上，会造成加工不方便。</a:t>
            </a:r>
            <a:endParaRPr kumimoji="1" lang="zh-CN" altLang="en-US" sz="2400" b="0" i="0" u="none" strike="noStrike" kern="1200" cap="none" spc="0" normalizeH="0" baseline="0" noProof="0">
              <a:ln>
                <a:noFill/>
              </a:ln>
              <a:solidFill>
                <a:schemeClr val="tx1"/>
              </a:solidFill>
              <a:effectLst>
                <a:outerShdw blurRad="38100" dist="38100" dir="2700000" algn="tl">
                  <a:srgbClr val="FFFFFF"/>
                </a:outerShdw>
              </a:effectLst>
              <a:uLnTx/>
              <a:uFillTx/>
              <a:latin typeface="仿宋_GB2312" pitchFamily="49" charset="-122"/>
              <a:ea typeface="仿宋_GB2312" pitchFamily="49" charset="-122"/>
              <a:cs typeface="+mn-cs"/>
            </a:endParaRPr>
          </a:p>
        </p:txBody>
      </p:sp>
      <p:pic>
        <p:nvPicPr>
          <p:cNvPr id="8" name="Picture 49" descr="back1">
            <a:hlinkClick r:id="" tooltip="上一页" action="ppaction://hlinkshowjump?jump=previousslide"/>
          </p:cNvPr>
          <p:cNvPicPr>
            <a:picLocks noChangeAspect="1"/>
          </p:cNvPicPr>
          <p:nvPr/>
        </p:nvPicPr>
        <p:blipFill>
          <a:blip r:embed="rId6"/>
          <a:stretch>
            <a:fillRect/>
          </a:stretch>
        </p:blipFill>
        <p:spPr>
          <a:xfrm>
            <a:off x="8380413" y="6556375"/>
            <a:ext cx="306387" cy="306388"/>
          </a:xfrm>
          <a:prstGeom prst="rect">
            <a:avLst/>
          </a:prstGeom>
          <a:noFill/>
          <a:ln w="9525">
            <a:noFill/>
          </a:ln>
        </p:spPr>
      </p:pic>
      <p:pic>
        <p:nvPicPr>
          <p:cNvPr id="9" name="Picture 50" descr="rewind1">
            <a:hlinkClick r:id="" action="ppaction://hlinkshowjump?jump=firstslide"/>
          </p:cNvPr>
          <p:cNvPicPr>
            <a:picLocks noChangeAspect="1"/>
          </p:cNvPicPr>
          <p:nvPr/>
        </p:nvPicPr>
        <p:blipFill>
          <a:blip r:embed="rId7"/>
          <a:stretch>
            <a:fillRect/>
          </a:stretch>
        </p:blipFill>
        <p:spPr>
          <a:xfrm>
            <a:off x="8018463" y="6551613"/>
            <a:ext cx="306387" cy="306387"/>
          </a:xfrm>
          <a:prstGeom prst="rect">
            <a:avLst/>
          </a:prstGeom>
          <a:noFill/>
          <a:ln w="9525">
            <a:noFill/>
          </a:ln>
        </p:spPr>
      </p:pic>
      <p:pic>
        <p:nvPicPr>
          <p:cNvPr id="10" name="Picture 149" descr="NEXT1">
            <a:hlinkClick r:id="" action="ppaction://hlinkshowjump?jump=nextslide"/>
          </p:cNvPr>
          <p:cNvPicPr>
            <a:picLocks noChangeAspect="1"/>
          </p:cNvPicPr>
          <p:nvPr/>
        </p:nvPicPr>
        <p:blipFill>
          <a:blip r:embed="rId8"/>
          <a:stretch>
            <a:fillRect/>
          </a:stretch>
        </p:blipFill>
        <p:spPr>
          <a:xfrm>
            <a:off x="8753475" y="6551613"/>
            <a:ext cx="306388" cy="306387"/>
          </a:xfrm>
          <a:prstGeom prst="rect">
            <a:avLst/>
          </a:prstGeom>
          <a:noFill/>
          <a:ln w="9525">
            <a:noFill/>
          </a:ln>
        </p:spPr>
      </p:pic>
      <p:sp>
        <p:nvSpPr>
          <p:cNvPr id="2" name="矩形 1"/>
          <p:cNvSpPr/>
          <p:nvPr/>
        </p:nvSpPr>
        <p:spPr>
          <a:xfrm>
            <a:off x="1039813" y="0"/>
            <a:ext cx="3468688" cy="584200"/>
          </a:xfrm>
          <a:prstGeom prst="rect">
            <a:avLst/>
          </a:prstGeom>
        </p:spPr>
        <p:txBody>
          <a:bodyPr wrap="none">
            <a:spAutoFit/>
          </a:bodyPr>
          <a:lstStyle/>
          <a:p>
            <a:pPr marL="0" marR="0" lvl="0" indent="0" algn="l" defTabSz="914400" rtl="0" eaLnBrk="0" fontAlgn="base" latinLnBrk="0" hangingPunct="0">
              <a:lnSpc>
                <a:spcPct val="100000"/>
              </a:lnSpc>
              <a:spcBef>
                <a:spcPct val="0"/>
              </a:spcBef>
              <a:spcAft>
                <a:spcPct val="0"/>
              </a:spcAft>
              <a:buClrTx/>
              <a:buSzTx/>
              <a:buFontTx/>
              <a:buNone/>
              <a:defRPr/>
            </a:pPr>
            <a:r>
              <a:rPr kumimoji="1" lang="zh-CN" altLang="en-US" sz="3200" b="1" i="0" u="none" strike="noStrike" kern="1200" cap="none" spc="0" normalizeH="0" baseline="0" noProof="0" dirty="0">
                <a:ln>
                  <a:noFill/>
                </a:ln>
                <a:solidFill>
                  <a:srgbClr val="C00000"/>
                </a:solidFill>
                <a:effectLst>
                  <a:outerShdw blurRad="38100" dist="38100" dir="2700000" algn="tl">
                    <a:srgbClr val="000000"/>
                  </a:outerShdw>
                </a:effectLst>
                <a:uLnTx/>
                <a:uFillTx/>
                <a:latin typeface="宋体" panose="02010600030101010101" pitchFamily="2" charset="-122"/>
                <a:ea typeface="华文中宋" panose="02010600040101010101" pitchFamily="2" charset="-122"/>
                <a:cs typeface="+mn-cs"/>
              </a:rPr>
              <a:t>轴承组合设计例题</a:t>
            </a:r>
            <a:endParaRPr kumimoji="1" lang="zh-CN" altLang="en-US" sz="3200" b="1" i="0" u="none" strike="noStrike" kern="1200" cap="none" spc="0" normalizeH="0" baseline="0" noProof="0" dirty="0">
              <a:ln>
                <a:noFill/>
              </a:ln>
              <a:solidFill>
                <a:srgbClr val="C00000"/>
              </a:solidFill>
              <a:effectLst>
                <a:outerShdw blurRad="38100" dist="38100" dir="2700000" algn="tl">
                  <a:srgbClr val="000000"/>
                </a:outerShdw>
              </a:effectLst>
              <a:uLnTx/>
              <a:uFillTx/>
              <a:latin typeface="宋体" panose="02010600030101010101" pitchFamily="2" charset="-122"/>
              <a:ea typeface="华文中宋" panose="02010600040101010101" pitchFamily="2" charset="-122"/>
              <a:cs typeface="+mn-cs"/>
            </a:endParaRPr>
          </a:p>
        </p:txBody>
      </p:sp>
    </p:spTree>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148483"/>
                                        </p:tgtEl>
                                        <p:attrNameLst>
                                          <p:attrName>style.visibility</p:attrName>
                                        </p:attrNameLst>
                                      </p:cBhvr>
                                      <p:to>
                                        <p:strVal val="visible"/>
                                      </p:to>
                                    </p:set>
                                    <p:animEffect transition="in" filter="wipe(up)">
                                      <p:cBhvr>
                                        <p:cTn id="7" dur="500"/>
                                        <p:tgtEl>
                                          <p:spTgt spid="14848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nodeType="clickEffect">
                                  <p:stCondLst>
                                    <p:cond delay="0"/>
                                  </p:stCondLst>
                                  <p:childTnLst>
                                    <p:set>
                                      <p:cBhvr>
                                        <p:cTn id="11" dur="1" fill="hold">
                                          <p:stCondLst>
                                            <p:cond delay="0"/>
                                          </p:stCondLst>
                                        </p:cTn>
                                        <p:tgtEl>
                                          <p:spTgt spid="148484"/>
                                        </p:tgtEl>
                                        <p:attrNameLst>
                                          <p:attrName>style.visibility</p:attrName>
                                        </p:attrNameLst>
                                      </p:cBhvr>
                                      <p:to>
                                        <p:strVal val="visible"/>
                                      </p:to>
                                    </p:set>
                                    <p:animEffect transition="in" filter="wipe(up)">
                                      <p:cBhvr>
                                        <p:cTn id="12" dur="500"/>
                                        <p:tgtEl>
                                          <p:spTgt spid="148484"/>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nodeType="clickEffect">
                                  <p:stCondLst>
                                    <p:cond delay="0"/>
                                  </p:stCondLst>
                                  <p:childTnLst>
                                    <p:set>
                                      <p:cBhvr>
                                        <p:cTn id="16" dur="1" fill="hold">
                                          <p:stCondLst>
                                            <p:cond delay="0"/>
                                          </p:stCondLst>
                                        </p:cTn>
                                        <p:tgtEl>
                                          <p:spTgt spid="148485"/>
                                        </p:tgtEl>
                                        <p:attrNameLst>
                                          <p:attrName>style.visibility</p:attrName>
                                        </p:attrNameLst>
                                      </p:cBhvr>
                                      <p:to>
                                        <p:strVal val="visible"/>
                                      </p:to>
                                    </p:set>
                                    <p:animEffect transition="in" filter="wipe(up)">
                                      <p:cBhvr>
                                        <p:cTn id="17" dur="500"/>
                                        <p:tgtEl>
                                          <p:spTgt spid="148485"/>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nodeType="clickEffect">
                                  <p:stCondLst>
                                    <p:cond delay="0"/>
                                  </p:stCondLst>
                                  <p:childTnLst>
                                    <p:set>
                                      <p:cBhvr>
                                        <p:cTn id="21" dur="1" fill="hold">
                                          <p:stCondLst>
                                            <p:cond delay="0"/>
                                          </p:stCondLst>
                                        </p:cTn>
                                        <p:tgtEl>
                                          <p:spTgt spid="148486"/>
                                        </p:tgtEl>
                                        <p:attrNameLst>
                                          <p:attrName>style.visibility</p:attrName>
                                        </p:attrNameLst>
                                      </p:cBhvr>
                                      <p:to>
                                        <p:strVal val="visible"/>
                                      </p:to>
                                    </p:set>
                                    <p:animEffect transition="in" filter="wipe(up)">
                                      <p:cBhvr>
                                        <p:cTn id="22" dur="500"/>
                                        <p:tgtEl>
                                          <p:spTgt spid="148486"/>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iterate type="wd">
                                    <p:tmPct val="100000"/>
                                  </p:iterate>
                                  <p:childTnLst>
                                    <p:set>
                                      <p:cBhvr>
                                        <p:cTn id="26" dur="1" fill="hold">
                                          <p:stCondLst>
                                            <p:cond delay="0"/>
                                          </p:stCondLst>
                                        </p:cTn>
                                        <p:tgtEl>
                                          <p:spTgt spid="148487"/>
                                        </p:tgtEl>
                                        <p:attrNameLst>
                                          <p:attrName>style.visibility</p:attrName>
                                        </p:attrNameLst>
                                      </p:cBhvr>
                                      <p:to>
                                        <p:strVal val="visible"/>
                                      </p:to>
                                    </p:set>
                                    <p:animEffect transition="in" filter="wipe(left)">
                                      <p:cBhvr>
                                        <p:cTn id="27" dur="300"/>
                                        <p:tgtEl>
                                          <p:spTgt spid="148487"/>
                                        </p:tgtEl>
                                      </p:cBhvr>
                                    </p:animEffect>
                                  </p:childTnLst>
                                </p:cTn>
                              </p:par>
                            </p:childTnLst>
                          </p:cTn>
                        </p:par>
                        <p:par>
                          <p:cTn id="28" fill="hold">
                            <p:stCondLst>
                              <p:cond delay="9900"/>
                            </p:stCondLst>
                            <p:childTnLst>
                              <p:par>
                                <p:cTn id="29" presetID="2" presetClass="entr" presetSubtype="8" fill="hold" nodeType="afterEffect">
                                  <p:stCondLst>
                                    <p:cond delay="0"/>
                                  </p:stCondLst>
                                  <p:childTnLst>
                                    <p:set>
                                      <p:cBhvr>
                                        <p:cTn id="30" dur="1" fill="hold">
                                          <p:stCondLst>
                                            <p:cond delay="0"/>
                                          </p:stCondLst>
                                        </p:cTn>
                                        <p:tgtEl>
                                          <p:spTgt spid="8"/>
                                        </p:tgtEl>
                                        <p:attrNameLst>
                                          <p:attrName>style.visibility</p:attrName>
                                        </p:attrNameLst>
                                      </p:cBhvr>
                                      <p:to>
                                        <p:strVal val="visible"/>
                                      </p:to>
                                    </p:set>
                                    <p:anim calcmode="lin" valueType="num">
                                      <p:cBhvr additive="base">
                                        <p:cTn id="31" dur="500" fill="hold"/>
                                        <p:tgtEl>
                                          <p:spTgt spid="8"/>
                                        </p:tgtEl>
                                        <p:attrNameLst>
                                          <p:attrName>ppt_x</p:attrName>
                                        </p:attrNameLst>
                                      </p:cBhvr>
                                      <p:tavLst>
                                        <p:tav tm="0">
                                          <p:val>
                                            <p:strVal val="0-#ppt_w/2"/>
                                          </p:val>
                                        </p:tav>
                                        <p:tav tm="100000">
                                          <p:val>
                                            <p:strVal val="#ppt_x"/>
                                          </p:val>
                                        </p:tav>
                                      </p:tavLst>
                                    </p:anim>
                                    <p:anim calcmode="lin" valueType="num">
                                      <p:cBhvr additive="base">
                                        <p:cTn id="32" dur="500" fill="hold"/>
                                        <p:tgtEl>
                                          <p:spTgt spid="8"/>
                                        </p:tgtEl>
                                        <p:attrNameLst>
                                          <p:attrName>ppt_y</p:attrName>
                                        </p:attrNameLst>
                                      </p:cBhvr>
                                      <p:tavLst>
                                        <p:tav tm="0">
                                          <p:val>
                                            <p:strVal val="#ppt_y"/>
                                          </p:val>
                                        </p:tav>
                                        <p:tav tm="100000">
                                          <p:val>
                                            <p:strVal val="#ppt_y"/>
                                          </p:val>
                                        </p:tav>
                                      </p:tavLst>
                                    </p:anim>
                                  </p:childTnLst>
                                </p:cTn>
                              </p:par>
                            </p:childTnLst>
                          </p:cTn>
                        </p:par>
                        <p:par>
                          <p:cTn id="33" fill="hold">
                            <p:stCondLst>
                              <p:cond delay="10400"/>
                            </p:stCondLst>
                            <p:childTnLst>
                              <p:par>
                                <p:cTn id="34" presetID="2" presetClass="entr" presetSubtype="8" fill="hold" nodeType="afterEffect">
                                  <p:stCondLst>
                                    <p:cond delay="0"/>
                                  </p:stCondLst>
                                  <p:childTnLst>
                                    <p:set>
                                      <p:cBhvr>
                                        <p:cTn id="35" dur="1" fill="hold">
                                          <p:stCondLst>
                                            <p:cond delay="0"/>
                                          </p:stCondLst>
                                        </p:cTn>
                                        <p:tgtEl>
                                          <p:spTgt spid="9"/>
                                        </p:tgtEl>
                                        <p:attrNameLst>
                                          <p:attrName>style.visibility</p:attrName>
                                        </p:attrNameLst>
                                      </p:cBhvr>
                                      <p:to>
                                        <p:strVal val="visible"/>
                                      </p:to>
                                    </p:set>
                                    <p:anim calcmode="lin" valueType="num">
                                      <p:cBhvr additive="base">
                                        <p:cTn id="36" dur="500" fill="hold"/>
                                        <p:tgtEl>
                                          <p:spTgt spid="9"/>
                                        </p:tgtEl>
                                        <p:attrNameLst>
                                          <p:attrName>ppt_x</p:attrName>
                                        </p:attrNameLst>
                                      </p:cBhvr>
                                      <p:tavLst>
                                        <p:tav tm="0">
                                          <p:val>
                                            <p:strVal val="0-#ppt_w/2"/>
                                          </p:val>
                                        </p:tav>
                                        <p:tav tm="100000">
                                          <p:val>
                                            <p:strVal val="#ppt_x"/>
                                          </p:val>
                                        </p:tav>
                                      </p:tavLst>
                                    </p:anim>
                                    <p:anim calcmode="lin" valueType="num">
                                      <p:cBhvr additive="base">
                                        <p:cTn id="37" dur="500" fill="hold"/>
                                        <p:tgtEl>
                                          <p:spTgt spid="9"/>
                                        </p:tgtEl>
                                        <p:attrNameLst>
                                          <p:attrName>ppt_y</p:attrName>
                                        </p:attrNameLst>
                                      </p:cBhvr>
                                      <p:tavLst>
                                        <p:tav tm="0">
                                          <p:val>
                                            <p:strVal val="#ppt_y"/>
                                          </p:val>
                                        </p:tav>
                                        <p:tav tm="100000">
                                          <p:val>
                                            <p:strVal val="#ppt_y"/>
                                          </p:val>
                                        </p:tav>
                                      </p:tavLst>
                                    </p:anim>
                                  </p:childTnLst>
                                </p:cTn>
                              </p:par>
                            </p:childTnLst>
                          </p:cTn>
                        </p:par>
                        <p:par>
                          <p:cTn id="38" fill="hold">
                            <p:stCondLst>
                              <p:cond delay="10900"/>
                            </p:stCondLst>
                            <p:childTnLst>
                              <p:par>
                                <p:cTn id="39" presetID="1" presetClass="entr" presetSubtype="0" fill="hold" nodeType="afterEffect">
                                  <p:stCondLst>
                                    <p:cond delay="0"/>
                                  </p:stCondLst>
                                  <p:childTnLst>
                                    <p:set>
                                      <p:cBhvr>
                                        <p:cTn id="40" dur="1" fill="hold">
                                          <p:stCondLst>
                                            <p:cond delay="499"/>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8482" grpId="0" build="p"/>
      <p:bldP spid="148487" grpId="0" bldLvl="0" animBg="1"/>
    </p:bldLst>
  </p:timing>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49506" name="Rectangle 2"/>
          <p:cNvSpPr>
            <a:spLocks noGrp="1" noChangeArrowheads="1"/>
          </p:cNvSpPr>
          <p:nvPr>
            <p:ph idx="1"/>
          </p:nvPr>
        </p:nvSpPr>
        <p:spPr>
          <a:xfrm>
            <a:off x="760413" y="730250"/>
            <a:ext cx="7772400" cy="1690688"/>
          </a:xfrm>
        </p:spPr>
        <p:txBody>
          <a:bodyPr/>
          <a:lstStyle/>
          <a:p>
            <a:pPr marL="342900" marR="0" lvl="0" indent="-342900" algn="l" defTabSz="914400" rtl="0" eaLnBrk="0" fontAlgn="base" latinLnBrk="0" hangingPunct="0">
              <a:lnSpc>
                <a:spcPct val="100000"/>
              </a:lnSpc>
              <a:spcBef>
                <a:spcPct val="0"/>
              </a:spcBef>
              <a:spcAft>
                <a:spcPct val="0"/>
              </a:spcAft>
              <a:buClr>
                <a:schemeClr val="hlink"/>
              </a:buClr>
              <a:buSzPct val="110000"/>
              <a:buFontTx/>
              <a:buNone/>
              <a:defRPr/>
            </a:pPr>
            <a:r>
              <a:rPr kumimoji="1" lang="en-US" altLang="zh-CN" sz="3200" b="1" i="0" u="none" strike="noStrike" kern="1200" cap="none" spc="0" normalizeH="0" baseline="0" noProof="0" dirty="0">
                <a:ln>
                  <a:noFill/>
                </a:ln>
                <a:solidFill>
                  <a:schemeClr val="tx1"/>
                </a:solidFill>
                <a:effectLst>
                  <a:outerShdw blurRad="38100" dist="38100" dir="2700000" algn="tl">
                    <a:srgbClr val="FFFFFF"/>
                  </a:outerShdw>
                </a:effectLst>
                <a:uLnTx/>
                <a:uFillTx/>
                <a:latin typeface="仿宋_GB2312" pitchFamily="49" charset="-122"/>
                <a:ea typeface="仿宋_GB2312" pitchFamily="49" charset="-122"/>
                <a:cs typeface="+mn-cs"/>
              </a:rPr>
              <a:t>      </a:t>
            </a:r>
            <a:r>
              <a:rPr kumimoji="1" lang="zh-CN" altLang="en-US" sz="2400" i="0" u="none" strike="noStrike" kern="1200" cap="none" spc="0" normalizeH="0" baseline="0" noProof="0" dirty="0">
                <a:ln>
                  <a:noFill/>
                </a:ln>
                <a:solidFill>
                  <a:schemeClr val="tx1"/>
                </a:solidFill>
                <a:effectLst>
                  <a:outerShdw blurRad="38100" dist="38100" dir="2700000" algn="tl">
                    <a:srgbClr val="FFFFFF"/>
                  </a:outerShdw>
                </a:effectLst>
                <a:uLnTx/>
                <a:uFillTx/>
                <a:latin typeface="仿宋_GB2312" pitchFamily="49" charset="-122"/>
                <a:ea typeface="仿宋_GB2312" pitchFamily="49" charset="-122"/>
                <a:cs typeface="+mn-cs"/>
              </a:rPr>
              <a:t>由于轴上有一个长套筒，使整个轴系的重量增加，所以齿轮从右端装入的方案不合理。</a:t>
            </a:r>
            <a:endParaRPr kumimoji="1" lang="zh-CN" altLang="en-US" sz="2400" i="0" u="none" strike="noStrike" kern="1200" cap="none" spc="0" normalizeH="0" baseline="0" noProof="0" dirty="0">
              <a:ln>
                <a:noFill/>
              </a:ln>
              <a:solidFill>
                <a:schemeClr val="tx1"/>
              </a:solidFill>
              <a:effectLst>
                <a:outerShdw blurRad="38100" dist="38100" dir="2700000" algn="tl">
                  <a:srgbClr val="FFFFFF"/>
                </a:outerShdw>
              </a:effectLst>
              <a:uLnTx/>
              <a:uFillTx/>
              <a:latin typeface="仿宋_GB2312" pitchFamily="49" charset="-122"/>
              <a:ea typeface="仿宋_GB2312" pitchFamily="49" charset="-122"/>
              <a:cs typeface="+mn-cs"/>
            </a:endParaRPr>
          </a:p>
        </p:txBody>
      </p:sp>
      <p:pic>
        <p:nvPicPr>
          <p:cNvPr id="149507" name="Picture 3"/>
          <p:cNvPicPr>
            <a:picLocks noChangeAspect="1"/>
          </p:cNvPicPr>
          <p:nvPr/>
        </p:nvPicPr>
        <p:blipFill>
          <a:blip r:embed="rId1"/>
          <a:stretch>
            <a:fillRect/>
          </a:stretch>
        </p:blipFill>
        <p:spPr>
          <a:xfrm>
            <a:off x="1258888" y="2346325"/>
            <a:ext cx="6911975" cy="4048125"/>
          </a:xfrm>
          <a:prstGeom prst="rect">
            <a:avLst/>
          </a:prstGeom>
          <a:noFill/>
          <a:ln w="9525">
            <a:noFill/>
          </a:ln>
        </p:spPr>
      </p:pic>
      <p:pic>
        <p:nvPicPr>
          <p:cNvPr id="4" name="Picture 49" descr="back1">
            <a:hlinkClick r:id="" tooltip="上一页" action="ppaction://hlinkshowjump?jump=previousslide"/>
          </p:cNvPr>
          <p:cNvPicPr>
            <a:picLocks noChangeAspect="1"/>
          </p:cNvPicPr>
          <p:nvPr/>
        </p:nvPicPr>
        <p:blipFill>
          <a:blip r:embed="rId2"/>
          <a:stretch>
            <a:fillRect/>
          </a:stretch>
        </p:blipFill>
        <p:spPr>
          <a:xfrm>
            <a:off x="8380413" y="6556375"/>
            <a:ext cx="306387" cy="306388"/>
          </a:xfrm>
          <a:prstGeom prst="rect">
            <a:avLst/>
          </a:prstGeom>
          <a:noFill/>
          <a:ln w="9525">
            <a:noFill/>
          </a:ln>
        </p:spPr>
      </p:pic>
      <p:pic>
        <p:nvPicPr>
          <p:cNvPr id="5" name="Picture 50" descr="rewind1">
            <a:hlinkClick r:id="" action="ppaction://hlinkshowjump?jump=firstslide"/>
          </p:cNvPr>
          <p:cNvPicPr>
            <a:picLocks noChangeAspect="1"/>
          </p:cNvPicPr>
          <p:nvPr/>
        </p:nvPicPr>
        <p:blipFill>
          <a:blip r:embed="rId3"/>
          <a:stretch>
            <a:fillRect/>
          </a:stretch>
        </p:blipFill>
        <p:spPr>
          <a:xfrm>
            <a:off x="8018463" y="6551613"/>
            <a:ext cx="306387" cy="306387"/>
          </a:xfrm>
          <a:prstGeom prst="rect">
            <a:avLst/>
          </a:prstGeom>
          <a:noFill/>
          <a:ln w="9525">
            <a:noFill/>
          </a:ln>
        </p:spPr>
      </p:pic>
      <p:pic>
        <p:nvPicPr>
          <p:cNvPr id="6" name="Picture 149" descr="NEXT1">
            <a:hlinkClick r:id="" action="ppaction://hlinkshowjump?jump=nextslide"/>
          </p:cNvPr>
          <p:cNvPicPr>
            <a:picLocks noChangeAspect="1"/>
          </p:cNvPicPr>
          <p:nvPr/>
        </p:nvPicPr>
        <p:blipFill>
          <a:blip r:embed="rId4"/>
          <a:stretch>
            <a:fillRect/>
          </a:stretch>
        </p:blipFill>
        <p:spPr>
          <a:xfrm>
            <a:off x="8753475" y="6551613"/>
            <a:ext cx="306388" cy="306387"/>
          </a:xfrm>
          <a:prstGeom prst="rect">
            <a:avLst/>
          </a:prstGeom>
          <a:noFill/>
          <a:ln w="9525">
            <a:noFill/>
          </a:ln>
        </p:spPr>
      </p:pic>
      <p:sp>
        <p:nvSpPr>
          <p:cNvPr id="2" name="矩形 1"/>
          <p:cNvSpPr/>
          <p:nvPr/>
        </p:nvSpPr>
        <p:spPr>
          <a:xfrm>
            <a:off x="1000125" y="0"/>
            <a:ext cx="3467100" cy="584200"/>
          </a:xfrm>
          <a:prstGeom prst="rect">
            <a:avLst/>
          </a:prstGeom>
        </p:spPr>
        <p:txBody>
          <a:bodyPr wrap="none">
            <a:spAutoFit/>
          </a:bodyPr>
          <a:lstStyle/>
          <a:p>
            <a:pPr marL="0" marR="0" lvl="0" indent="0" algn="l" defTabSz="914400" rtl="0" eaLnBrk="0" fontAlgn="base" latinLnBrk="0" hangingPunct="0">
              <a:lnSpc>
                <a:spcPct val="100000"/>
              </a:lnSpc>
              <a:spcBef>
                <a:spcPct val="0"/>
              </a:spcBef>
              <a:spcAft>
                <a:spcPct val="0"/>
              </a:spcAft>
              <a:buClrTx/>
              <a:buSzTx/>
              <a:buFontTx/>
              <a:buNone/>
              <a:defRPr/>
            </a:pPr>
            <a:r>
              <a:rPr kumimoji="1" lang="zh-CN" altLang="en-US" sz="3200" b="1" i="0" u="none" strike="noStrike" kern="1200" cap="none" spc="0" normalizeH="0" baseline="0" noProof="0" dirty="0">
                <a:ln>
                  <a:noFill/>
                </a:ln>
                <a:solidFill>
                  <a:srgbClr val="C00000"/>
                </a:solidFill>
                <a:effectLst>
                  <a:outerShdw blurRad="38100" dist="38100" dir="2700000" algn="tl">
                    <a:srgbClr val="000000"/>
                  </a:outerShdw>
                </a:effectLst>
                <a:uLnTx/>
                <a:uFillTx/>
                <a:latin typeface="宋体" panose="02010600030101010101" pitchFamily="2" charset="-122"/>
                <a:ea typeface="华文中宋" panose="02010600040101010101" pitchFamily="2" charset="-122"/>
                <a:cs typeface="+mn-cs"/>
              </a:rPr>
              <a:t>轴承组合设计例题</a:t>
            </a:r>
            <a:endParaRPr kumimoji="1" lang="zh-CN" altLang="en-US" sz="3200" b="1" i="0" u="none" strike="noStrike" kern="1200" cap="none" spc="0" normalizeH="0" baseline="0" noProof="0" dirty="0">
              <a:ln>
                <a:noFill/>
              </a:ln>
              <a:solidFill>
                <a:srgbClr val="C00000"/>
              </a:solidFill>
              <a:effectLst>
                <a:outerShdw blurRad="38100" dist="38100" dir="2700000" algn="tl">
                  <a:srgbClr val="000000"/>
                </a:outerShdw>
              </a:effectLst>
              <a:uLnTx/>
              <a:uFillTx/>
              <a:latin typeface="宋体" panose="02010600030101010101" pitchFamily="2" charset="-122"/>
              <a:ea typeface="华文中宋" panose="02010600040101010101" pitchFamily="2" charset="-122"/>
              <a:cs typeface="+mn-cs"/>
            </a:endParaRPr>
          </a:p>
        </p:txBody>
      </p:sp>
    </p:spTree>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149507"/>
                                        </p:tgtEl>
                                        <p:attrNameLst>
                                          <p:attrName>style.visibility</p:attrName>
                                        </p:attrNameLst>
                                      </p:cBhvr>
                                      <p:to>
                                        <p:strVal val="visible"/>
                                      </p:to>
                                    </p:set>
                                    <p:animEffect transition="in" filter="wipe(up)">
                                      <p:cBhvr>
                                        <p:cTn id="7" dur="500"/>
                                        <p:tgtEl>
                                          <p:spTgt spid="149507"/>
                                        </p:tgtEl>
                                      </p:cBhvr>
                                    </p:animEffect>
                                  </p:childTnLst>
                                </p:cTn>
                              </p:par>
                            </p:childTnLst>
                          </p:cTn>
                        </p:par>
                        <p:par>
                          <p:cTn id="8" fill="hold">
                            <p:stCondLst>
                              <p:cond delay="500"/>
                            </p:stCondLst>
                            <p:childTnLst>
                              <p:par>
                                <p:cTn id="9" presetID="2" presetClass="entr" presetSubtype="8" fill="hold" nodeType="afterEffect">
                                  <p:stCondLst>
                                    <p:cond delay="0"/>
                                  </p:stCondLst>
                                  <p:childTnLst>
                                    <p:set>
                                      <p:cBhvr>
                                        <p:cTn id="10" dur="1" fill="hold">
                                          <p:stCondLst>
                                            <p:cond delay="0"/>
                                          </p:stCondLst>
                                        </p:cTn>
                                        <p:tgtEl>
                                          <p:spTgt spid="4"/>
                                        </p:tgtEl>
                                        <p:attrNameLst>
                                          <p:attrName>style.visibility</p:attrName>
                                        </p:attrNameLst>
                                      </p:cBhvr>
                                      <p:to>
                                        <p:strVal val="visible"/>
                                      </p:to>
                                    </p:set>
                                    <p:anim calcmode="lin" valueType="num">
                                      <p:cBhvr additive="base">
                                        <p:cTn id="11" dur="500" fill="hold"/>
                                        <p:tgtEl>
                                          <p:spTgt spid="4"/>
                                        </p:tgtEl>
                                        <p:attrNameLst>
                                          <p:attrName>ppt_x</p:attrName>
                                        </p:attrNameLst>
                                      </p:cBhvr>
                                      <p:tavLst>
                                        <p:tav tm="0">
                                          <p:val>
                                            <p:strVal val="0-#ppt_w/2"/>
                                          </p:val>
                                        </p:tav>
                                        <p:tav tm="100000">
                                          <p:val>
                                            <p:strVal val="#ppt_x"/>
                                          </p:val>
                                        </p:tav>
                                      </p:tavLst>
                                    </p:anim>
                                    <p:anim calcmode="lin" valueType="num">
                                      <p:cBhvr additive="base">
                                        <p:cTn id="12" dur="500" fill="hold"/>
                                        <p:tgtEl>
                                          <p:spTgt spid="4"/>
                                        </p:tgtEl>
                                        <p:attrNameLst>
                                          <p:attrName>ppt_y</p:attrName>
                                        </p:attrNameLst>
                                      </p:cBhvr>
                                      <p:tavLst>
                                        <p:tav tm="0">
                                          <p:val>
                                            <p:strVal val="#ppt_y"/>
                                          </p:val>
                                        </p:tav>
                                        <p:tav tm="100000">
                                          <p:val>
                                            <p:strVal val="#ppt_y"/>
                                          </p:val>
                                        </p:tav>
                                      </p:tavLst>
                                    </p:anim>
                                  </p:childTnLst>
                                </p:cTn>
                              </p:par>
                            </p:childTnLst>
                          </p:cTn>
                        </p:par>
                        <p:par>
                          <p:cTn id="13" fill="hold">
                            <p:stCondLst>
                              <p:cond delay="1000"/>
                            </p:stCondLst>
                            <p:childTnLst>
                              <p:par>
                                <p:cTn id="14" presetID="2" presetClass="entr" presetSubtype="8" fill="hold" nodeType="afterEffect">
                                  <p:stCondLst>
                                    <p:cond delay="0"/>
                                  </p:stCondLst>
                                  <p:childTnLst>
                                    <p:set>
                                      <p:cBhvr>
                                        <p:cTn id="15" dur="1" fill="hold">
                                          <p:stCondLst>
                                            <p:cond delay="0"/>
                                          </p:stCondLst>
                                        </p:cTn>
                                        <p:tgtEl>
                                          <p:spTgt spid="5"/>
                                        </p:tgtEl>
                                        <p:attrNameLst>
                                          <p:attrName>style.visibility</p:attrName>
                                        </p:attrNameLst>
                                      </p:cBhvr>
                                      <p:to>
                                        <p:strVal val="visible"/>
                                      </p:to>
                                    </p:set>
                                    <p:anim calcmode="lin" valueType="num">
                                      <p:cBhvr additive="base">
                                        <p:cTn id="16" dur="500" fill="hold"/>
                                        <p:tgtEl>
                                          <p:spTgt spid="5"/>
                                        </p:tgtEl>
                                        <p:attrNameLst>
                                          <p:attrName>ppt_x</p:attrName>
                                        </p:attrNameLst>
                                      </p:cBhvr>
                                      <p:tavLst>
                                        <p:tav tm="0">
                                          <p:val>
                                            <p:strVal val="0-#ppt_w/2"/>
                                          </p:val>
                                        </p:tav>
                                        <p:tav tm="100000">
                                          <p:val>
                                            <p:strVal val="#ppt_x"/>
                                          </p:val>
                                        </p:tav>
                                      </p:tavLst>
                                    </p:anim>
                                    <p:anim calcmode="lin" valueType="num">
                                      <p:cBhvr additive="base">
                                        <p:cTn id="17" dur="500" fill="hold"/>
                                        <p:tgtEl>
                                          <p:spTgt spid="5"/>
                                        </p:tgtEl>
                                        <p:attrNameLst>
                                          <p:attrName>ppt_y</p:attrName>
                                        </p:attrNameLst>
                                      </p:cBhvr>
                                      <p:tavLst>
                                        <p:tav tm="0">
                                          <p:val>
                                            <p:strVal val="#ppt_y"/>
                                          </p:val>
                                        </p:tav>
                                        <p:tav tm="100000">
                                          <p:val>
                                            <p:strVal val="#ppt_y"/>
                                          </p:val>
                                        </p:tav>
                                      </p:tavLst>
                                    </p:anim>
                                  </p:childTnLst>
                                </p:cTn>
                              </p:par>
                            </p:childTnLst>
                          </p:cTn>
                        </p:par>
                        <p:par>
                          <p:cTn id="18" fill="hold">
                            <p:stCondLst>
                              <p:cond delay="1500"/>
                            </p:stCondLst>
                            <p:childTnLst>
                              <p:par>
                                <p:cTn id="19" presetID="1" presetClass="entr" presetSubtype="0" fill="hold" nodeType="afterEffect">
                                  <p:stCondLst>
                                    <p:cond delay="0"/>
                                  </p:stCondLst>
                                  <p:childTnLst>
                                    <p:set>
                                      <p:cBhvr>
                                        <p:cTn id="20" dur="1" fill="hold">
                                          <p:stCondLst>
                                            <p:cond delay="499"/>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9506" grpId="0" build="p"/>
    </p:bldLst>
  </p:timing>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0530" name="Rectangle 2"/>
          <p:cNvSpPr>
            <a:spLocks noGrp="1" noChangeArrowheads="1"/>
          </p:cNvSpPr>
          <p:nvPr>
            <p:ph idx="1"/>
          </p:nvPr>
        </p:nvSpPr>
        <p:spPr>
          <a:xfrm>
            <a:off x="119063" y="4127500"/>
            <a:ext cx="3206750" cy="1836738"/>
          </a:xfrm>
        </p:spPr>
        <p:txBody>
          <a:bodyPr/>
          <a:lstStyle/>
          <a:p>
            <a:pPr marL="342900" marR="0" lvl="0" indent="-342900" algn="l" defTabSz="914400" rtl="0" eaLnBrk="0" fontAlgn="base" latinLnBrk="0" hangingPunct="0">
              <a:lnSpc>
                <a:spcPct val="100000"/>
              </a:lnSpc>
              <a:spcBef>
                <a:spcPct val="0"/>
              </a:spcBef>
              <a:spcAft>
                <a:spcPct val="0"/>
              </a:spcAft>
              <a:buClr>
                <a:schemeClr val="hlink"/>
              </a:buClr>
              <a:buSzPct val="110000"/>
              <a:buFontTx/>
              <a:buNone/>
              <a:defRPr/>
            </a:pPr>
            <a:r>
              <a:rPr kumimoji="1" lang="en-US" altLang="zh-CN" sz="3200" b="1" i="0" u="none" strike="noStrike" kern="1200" cap="none" spc="0" normalizeH="0" baseline="0" noProof="0">
                <a:ln>
                  <a:noFill/>
                </a:ln>
                <a:solidFill>
                  <a:schemeClr val="tx1"/>
                </a:solidFill>
                <a:effectLst>
                  <a:outerShdw blurRad="38100" dist="38100" dir="2700000" algn="tl">
                    <a:srgbClr val="FFFFFF"/>
                  </a:outerShdw>
                </a:effectLst>
                <a:uLnTx/>
                <a:uFillTx/>
                <a:latin typeface="仿宋_GB2312" pitchFamily="49" charset="-122"/>
                <a:ea typeface="仿宋_GB2312" pitchFamily="49" charset="-122"/>
                <a:cs typeface="+mn-cs"/>
              </a:rPr>
              <a:t>      </a:t>
            </a:r>
            <a:r>
              <a:rPr kumimoji="1" lang="zh-CN" altLang="en-US" sz="2400" i="0" u="none" strike="noStrike" kern="1200" cap="none" spc="0" normalizeH="0" baseline="0" noProof="0">
                <a:ln>
                  <a:noFill/>
                </a:ln>
                <a:solidFill>
                  <a:schemeClr val="tx1"/>
                </a:solidFill>
                <a:effectLst>
                  <a:outerShdw blurRad="38100" dist="38100" dir="2700000" algn="tl">
                    <a:srgbClr val="FFFFFF"/>
                  </a:outerShdw>
                </a:effectLst>
                <a:uLnTx/>
                <a:uFillTx/>
                <a:latin typeface="仿宋_GB2312" pitchFamily="49" charset="-122"/>
                <a:ea typeface="仿宋_GB2312" pitchFamily="49" charset="-122"/>
                <a:cs typeface="+mn-cs"/>
              </a:rPr>
              <a:t>选择齿轮从左端装入的方案。</a:t>
            </a:r>
            <a:endParaRPr kumimoji="1" lang="zh-CN" altLang="en-US" sz="2400" i="0" u="none" strike="noStrike" kern="1200" cap="none" spc="0" normalizeH="0" baseline="0" noProof="0">
              <a:ln>
                <a:noFill/>
              </a:ln>
              <a:solidFill>
                <a:schemeClr val="tx1"/>
              </a:solidFill>
              <a:effectLst>
                <a:outerShdw blurRad="38100" dist="38100" dir="2700000" algn="tl">
                  <a:srgbClr val="FFFFFF"/>
                </a:outerShdw>
              </a:effectLst>
              <a:uLnTx/>
              <a:uFillTx/>
              <a:latin typeface="仿宋_GB2312" pitchFamily="49" charset="-122"/>
              <a:ea typeface="仿宋_GB2312" pitchFamily="49" charset="-122"/>
              <a:cs typeface="+mn-cs"/>
            </a:endParaRPr>
          </a:p>
        </p:txBody>
      </p:sp>
      <p:pic>
        <p:nvPicPr>
          <p:cNvPr id="111619" name="Picture 3"/>
          <p:cNvPicPr>
            <a:picLocks noChangeAspect="1"/>
          </p:cNvPicPr>
          <p:nvPr/>
        </p:nvPicPr>
        <p:blipFill>
          <a:blip r:embed="rId1"/>
          <a:stretch>
            <a:fillRect/>
          </a:stretch>
        </p:blipFill>
        <p:spPr>
          <a:xfrm>
            <a:off x="758825" y="747713"/>
            <a:ext cx="7753350" cy="3025775"/>
          </a:xfrm>
          <a:prstGeom prst="rect">
            <a:avLst/>
          </a:prstGeom>
          <a:noFill/>
          <a:ln w="9525">
            <a:noFill/>
          </a:ln>
        </p:spPr>
      </p:pic>
      <p:sp>
        <p:nvSpPr>
          <p:cNvPr id="111620" name="AutoShape 4"/>
          <p:cNvSpPr/>
          <p:nvPr/>
        </p:nvSpPr>
        <p:spPr>
          <a:xfrm>
            <a:off x="1524000" y="3135313"/>
            <a:ext cx="566738" cy="361950"/>
          </a:xfrm>
          <a:prstGeom prst="rightArrow">
            <a:avLst>
              <a:gd name="adj1" fmla="val 50000"/>
              <a:gd name="adj2" fmla="val 39144"/>
            </a:avLst>
          </a:prstGeom>
          <a:solidFill>
            <a:srgbClr val="FF3300"/>
          </a:solidFill>
          <a:ln w="9525" cap="flat" cmpd="sng">
            <a:solidFill>
              <a:schemeClr val="tx1"/>
            </a:solidFill>
            <a:prstDash val="solid"/>
            <a:miter/>
            <a:headEnd type="none" w="med" len="med"/>
            <a:tailEnd type="none" w="med" len="med"/>
          </a:ln>
        </p:spPr>
        <p:txBody>
          <a:bodyPr wrap="none" anchor="ctr" anchorCtr="0"/>
          <a:p>
            <a:endParaRPr lang="zh-CN" altLang="en-US" dirty="0">
              <a:latin typeface="Times New Roman" panose="02020603050405020304" pitchFamily="18" charset="0"/>
            </a:endParaRPr>
          </a:p>
        </p:txBody>
      </p:sp>
      <p:sp>
        <p:nvSpPr>
          <p:cNvPr id="111621" name="AutoShape 5"/>
          <p:cNvSpPr/>
          <p:nvPr/>
        </p:nvSpPr>
        <p:spPr>
          <a:xfrm flipH="1">
            <a:off x="5703888" y="3208338"/>
            <a:ext cx="566737" cy="361950"/>
          </a:xfrm>
          <a:prstGeom prst="rightArrow">
            <a:avLst>
              <a:gd name="adj1" fmla="val 50000"/>
              <a:gd name="adj2" fmla="val 39144"/>
            </a:avLst>
          </a:prstGeom>
          <a:solidFill>
            <a:srgbClr val="FF3300"/>
          </a:solidFill>
          <a:ln w="9525" cap="flat" cmpd="sng">
            <a:solidFill>
              <a:schemeClr val="tx1"/>
            </a:solidFill>
            <a:prstDash val="solid"/>
            <a:miter/>
            <a:headEnd type="none" w="med" len="med"/>
            <a:tailEnd type="none" w="med" len="med"/>
          </a:ln>
        </p:spPr>
        <p:txBody>
          <a:bodyPr wrap="none" anchor="ctr" anchorCtr="0"/>
          <a:p>
            <a:endParaRPr lang="zh-CN" altLang="en-US" dirty="0">
              <a:latin typeface="Times New Roman" panose="02020603050405020304" pitchFamily="18" charset="0"/>
            </a:endParaRPr>
          </a:p>
        </p:txBody>
      </p:sp>
      <p:sp>
        <p:nvSpPr>
          <p:cNvPr id="150534" name="AutoShape 6"/>
          <p:cNvSpPr/>
          <p:nvPr/>
        </p:nvSpPr>
        <p:spPr>
          <a:xfrm>
            <a:off x="1624013" y="3568700"/>
            <a:ext cx="319087" cy="320675"/>
          </a:xfrm>
          <a:custGeom>
            <a:avLst/>
            <a:gdLst>
              <a:gd name="txL" fmla="*/ 5037 w 21600"/>
              <a:gd name="txT" fmla="*/ 2277 h 21600"/>
              <a:gd name="txR" fmla="*/ 16557 w 21600"/>
              <a:gd name="txB" fmla="*/ 13677 h 21600"/>
            </a:gdLst>
            <a:ahLst/>
            <a:cxnLst>
              <a:cxn ang="17694720">
                <a:pos x="517191928" y="106240370"/>
              </a:cxn>
              <a:cxn ang="11796480">
                <a:pos x="139441654" y="524650949"/>
              </a:cxn>
              <a:cxn ang="5898240">
                <a:pos x="517191928" y="1049298795"/>
              </a:cxn>
              <a:cxn ang="0">
                <a:pos x="889226363" y="524650949"/>
              </a:cxn>
            </a:cxnLst>
            <a:rect l="txL" t="txT" r="txR" b="txB"/>
            <a:pathLst>
              <a:path w="21600" h="21600">
                <a:moveTo>
                  <a:pt x="10860" y="2187"/>
                </a:moveTo>
                <a:cubicBezTo>
                  <a:pt x="10451" y="1746"/>
                  <a:pt x="9529" y="1018"/>
                  <a:pt x="9015" y="730"/>
                </a:cubicBezTo>
                <a:cubicBezTo>
                  <a:pt x="7865" y="152"/>
                  <a:pt x="6685" y="0"/>
                  <a:pt x="5415" y="0"/>
                </a:cubicBezTo>
                <a:cubicBezTo>
                  <a:pt x="4175" y="152"/>
                  <a:pt x="2995" y="575"/>
                  <a:pt x="1967" y="1305"/>
                </a:cubicBezTo>
                <a:cubicBezTo>
                  <a:pt x="1150" y="2187"/>
                  <a:pt x="575" y="3222"/>
                  <a:pt x="242" y="4220"/>
                </a:cubicBezTo>
                <a:cubicBezTo>
                  <a:pt x="0" y="5410"/>
                  <a:pt x="242" y="6560"/>
                  <a:pt x="575" y="7597"/>
                </a:cubicBezTo>
                <a:lnTo>
                  <a:pt x="10860" y="21600"/>
                </a:lnTo>
                <a:lnTo>
                  <a:pt x="20995" y="7597"/>
                </a:lnTo>
                <a:cubicBezTo>
                  <a:pt x="21480" y="6560"/>
                  <a:pt x="21600" y="5410"/>
                  <a:pt x="21480" y="4220"/>
                </a:cubicBezTo>
                <a:cubicBezTo>
                  <a:pt x="21115" y="3222"/>
                  <a:pt x="20420" y="2187"/>
                  <a:pt x="19632" y="1305"/>
                </a:cubicBezTo>
                <a:cubicBezTo>
                  <a:pt x="18575" y="575"/>
                  <a:pt x="17425" y="152"/>
                  <a:pt x="16275" y="0"/>
                </a:cubicBezTo>
                <a:cubicBezTo>
                  <a:pt x="15005" y="0"/>
                  <a:pt x="13735" y="152"/>
                  <a:pt x="12705" y="730"/>
                </a:cubicBezTo>
                <a:cubicBezTo>
                  <a:pt x="12176" y="1018"/>
                  <a:pt x="11254" y="1746"/>
                  <a:pt x="10860" y="2187"/>
                </a:cubicBezTo>
                <a:close/>
              </a:path>
            </a:pathLst>
          </a:custGeom>
          <a:solidFill>
            <a:srgbClr val="9900CC">
              <a:alpha val="100000"/>
            </a:srgbClr>
          </a:solidFill>
          <a:ln w="9525" cap="flat" cmpd="sng">
            <a:solidFill>
              <a:schemeClr val="tx1">
                <a:alpha val="100000"/>
              </a:schemeClr>
            </a:solidFill>
            <a:prstDash val="solid"/>
            <a:miter lim="800000"/>
            <a:headEnd type="none" w="med" len="med"/>
            <a:tailEnd type="none" w="med" len="med"/>
          </a:ln>
        </p:spPr>
        <p:txBody>
          <a:bodyPr/>
          <a:p>
            <a:endParaRPr lang="zh-CN" altLang="en-US"/>
          </a:p>
        </p:txBody>
      </p:sp>
      <p:pic>
        <p:nvPicPr>
          <p:cNvPr id="150535" name="Picture 7"/>
          <p:cNvPicPr>
            <a:picLocks noChangeAspect="1"/>
          </p:cNvPicPr>
          <p:nvPr/>
        </p:nvPicPr>
        <p:blipFill>
          <a:blip r:embed="rId2"/>
          <a:stretch>
            <a:fillRect/>
          </a:stretch>
        </p:blipFill>
        <p:spPr>
          <a:xfrm>
            <a:off x="3741738" y="3848100"/>
            <a:ext cx="4757737" cy="2565400"/>
          </a:xfrm>
          <a:prstGeom prst="rect">
            <a:avLst/>
          </a:prstGeom>
          <a:noFill/>
          <a:ln w="9525">
            <a:noFill/>
          </a:ln>
        </p:spPr>
      </p:pic>
      <p:sp>
        <p:nvSpPr>
          <p:cNvPr id="150536" name="Rectangle 8"/>
          <p:cNvSpPr>
            <a:spLocks noGrp="1" noChangeArrowheads="1"/>
          </p:cNvSpPr>
          <p:nvPr>
            <p:ph type="title"/>
          </p:nvPr>
        </p:nvSpPr>
        <p:spPr>
          <a:xfrm>
            <a:off x="852488" y="-38100"/>
            <a:ext cx="7772400" cy="547688"/>
          </a:xfrm>
        </p:spPr>
        <p:txBody>
          <a:bodyPr/>
          <a:lstStyle/>
          <a:p>
            <a:pPr marL="0" marR="0" lvl="0" indent="0" algn="l" defTabSz="914400" rtl="0" eaLnBrk="0" fontAlgn="base" latinLnBrk="0" hangingPunct="0">
              <a:lnSpc>
                <a:spcPct val="100000"/>
              </a:lnSpc>
              <a:spcBef>
                <a:spcPct val="0"/>
              </a:spcBef>
              <a:spcAft>
                <a:spcPct val="0"/>
              </a:spcAft>
              <a:buClrTx/>
              <a:buSzTx/>
              <a:buFontTx/>
              <a:buNone/>
              <a:defRPr/>
            </a:pPr>
            <a:r>
              <a:rPr kumimoji="1" lang="zh-CN" altLang="en-US" sz="3600" b="1" i="0" u="none" strike="noStrike" kern="1200" cap="none" spc="0" normalizeH="0" baseline="0" noProof="0" dirty="0">
                <a:ln>
                  <a:noFill/>
                </a:ln>
                <a:solidFill>
                  <a:srgbClr val="C00000"/>
                </a:solidFill>
                <a:effectLst>
                  <a:outerShdw blurRad="38100" dist="38100" dir="2700000" algn="tl">
                    <a:srgbClr val="000000"/>
                  </a:outerShdw>
                </a:effectLst>
                <a:uLnTx/>
                <a:uFillTx/>
                <a:latin typeface="宋体" panose="02010600030101010101" pitchFamily="2" charset="-122"/>
                <a:ea typeface="+mj-ea"/>
                <a:cs typeface="+mj-cs"/>
              </a:rPr>
              <a:t>轴承组合设计例题</a:t>
            </a:r>
            <a:endParaRPr kumimoji="1" lang="zh-CN" altLang="en-US" sz="3600" b="1" i="0" u="none" strike="noStrike" kern="1200" cap="none" spc="0" normalizeH="0" baseline="0" noProof="0" dirty="0">
              <a:ln>
                <a:noFill/>
              </a:ln>
              <a:solidFill>
                <a:srgbClr val="C00000"/>
              </a:solidFill>
              <a:effectLst>
                <a:outerShdw blurRad="38100" dist="38100" dir="2700000" algn="tl">
                  <a:srgbClr val="000000"/>
                </a:outerShdw>
              </a:effectLst>
              <a:uLnTx/>
              <a:uFillTx/>
              <a:latin typeface="宋体" panose="02010600030101010101" pitchFamily="2" charset="-122"/>
              <a:ea typeface="+mj-ea"/>
              <a:cs typeface="+mj-cs"/>
            </a:endParaRPr>
          </a:p>
        </p:txBody>
      </p:sp>
      <p:pic>
        <p:nvPicPr>
          <p:cNvPr id="9" name="Picture 49" descr="back1">
            <a:hlinkClick r:id="" tooltip="上一页" action="ppaction://hlinkshowjump?jump=previousslide"/>
          </p:cNvPr>
          <p:cNvPicPr>
            <a:picLocks noChangeAspect="1"/>
          </p:cNvPicPr>
          <p:nvPr/>
        </p:nvPicPr>
        <p:blipFill>
          <a:blip r:embed="rId3"/>
          <a:stretch>
            <a:fillRect/>
          </a:stretch>
        </p:blipFill>
        <p:spPr>
          <a:xfrm>
            <a:off x="8380413" y="6556375"/>
            <a:ext cx="306387" cy="306388"/>
          </a:xfrm>
          <a:prstGeom prst="rect">
            <a:avLst/>
          </a:prstGeom>
          <a:noFill/>
          <a:ln w="9525">
            <a:noFill/>
          </a:ln>
        </p:spPr>
      </p:pic>
      <p:pic>
        <p:nvPicPr>
          <p:cNvPr id="10" name="Picture 50" descr="rewind1">
            <a:hlinkClick r:id="" action="ppaction://hlinkshowjump?jump=firstslide"/>
          </p:cNvPr>
          <p:cNvPicPr>
            <a:picLocks noChangeAspect="1"/>
          </p:cNvPicPr>
          <p:nvPr/>
        </p:nvPicPr>
        <p:blipFill>
          <a:blip r:embed="rId4"/>
          <a:stretch>
            <a:fillRect/>
          </a:stretch>
        </p:blipFill>
        <p:spPr>
          <a:xfrm>
            <a:off x="8018463" y="6551613"/>
            <a:ext cx="306387" cy="306387"/>
          </a:xfrm>
          <a:prstGeom prst="rect">
            <a:avLst/>
          </a:prstGeom>
          <a:noFill/>
          <a:ln w="9525">
            <a:noFill/>
          </a:ln>
        </p:spPr>
      </p:pic>
      <p:pic>
        <p:nvPicPr>
          <p:cNvPr id="11" name="Picture 149" descr="NEXT1">
            <a:hlinkClick r:id="" action="ppaction://hlinkshowjump?jump=nextslide"/>
          </p:cNvPr>
          <p:cNvPicPr>
            <a:picLocks noChangeAspect="1"/>
          </p:cNvPicPr>
          <p:nvPr/>
        </p:nvPicPr>
        <p:blipFill>
          <a:blip r:embed="rId5"/>
          <a:stretch>
            <a:fillRect/>
          </a:stretch>
        </p:blipFill>
        <p:spPr>
          <a:xfrm>
            <a:off x="8753475" y="6551613"/>
            <a:ext cx="306388" cy="306387"/>
          </a:xfrm>
          <a:prstGeom prst="rect">
            <a:avLst/>
          </a:prstGeom>
          <a:noFill/>
          <a:ln w="9525">
            <a:noFill/>
          </a:ln>
        </p:spPr>
      </p:pic>
    </p:spTree>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150534"/>
                                        </p:tgtEl>
                                        <p:attrNameLst>
                                          <p:attrName>style.visibility</p:attrName>
                                        </p:attrNameLst>
                                      </p:cBhvr>
                                      <p:to>
                                        <p:strVal val="visible"/>
                                      </p:to>
                                    </p:set>
                                    <p:animEffect transition="in" filter="wipe(up)">
                                      <p:cBhvr>
                                        <p:cTn id="7" dur="500"/>
                                        <p:tgtEl>
                                          <p:spTgt spid="15053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nodeType="clickEffect">
                                  <p:stCondLst>
                                    <p:cond delay="0"/>
                                  </p:stCondLst>
                                  <p:childTnLst>
                                    <p:set>
                                      <p:cBhvr>
                                        <p:cTn id="11" dur="1" fill="hold">
                                          <p:stCondLst>
                                            <p:cond delay="0"/>
                                          </p:stCondLst>
                                        </p:cTn>
                                        <p:tgtEl>
                                          <p:spTgt spid="150535"/>
                                        </p:tgtEl>
                                        <p:attrNameLst>
                                          <p:attrName>style.visibility</p:attrName>
                                        </p:attrNameLst>
                                      </p:cBhvr>
                                      <p:to>
                                        <p:strVal val="visible"/>
                                      </p:to>
                                    </p:set>
                                    <p:animEffect transition="in" filter="wipe(up)">
                                      <p:cBhvr>
                                        <p:cTn id="12" dur="500"/>
                                        <p:tgtEl>
                                          <p:spTgt spid="150535"/>
                                        </p:tgtEl>
                                      </p:cBhvr>
                                    </p:animEffect>
                                  </p:childTnLst>
                                </p:cTn>
                              </p:par>
                            </p:childTnLst>
                          </p:cTn>
                        </p:par>
                        <p:par>
                          <p:cTn id="13" fill="hold">
                            <p:stCondLst>
                              <p:cond delay="500"/>
                            </p:stCondLst>
                            <p:childTnLst>
                              <p:par>
                                <p:cTn id="14" presetID="2" presetClass="entr" presetSubtype="8" fill="hold" nodeType="afterEffect">
                                  <p:stCondLst>
                                    <p:cond delay="0"/>
                                  </p:stCondLst>
                                  <p:childTnLst>
                                    <p:set>
                                      <p:cBhvr>
                                        <p:cTn id="15" dur="1" fill="hold">
                                          <p:stCondLst>
                                            <p:cond delay="0"/>
                                          </p:stCondLst>
                                        </p:cTn>
                                        <p:tgtEl>
                                          <p:spTgt spid="9"/>
                                        </p:tgtEl>
                                        <p:attrNameLst>
                                          <p:attrName>style.visibility</p:attrName>
                                        </p:attrNameLst>
                                      </p:cBhvr>
                                      <p:to>
                                        <p:strVal val="visible"/>
                                      </p:to>
                                    </p:set>
                                    <p:anim calcmode="lin" valueType="num">
                                      <p:cBhvr additive="base">
                                        <p:cTn id="16" dur="500" fill="hold"/>
                                        <p:tgtEl>
                                          <p:spTgt spid="9"/>
                                        </p:tgtEl>
                                        <p:attrNameLst>
                                          <p:attrName>ppt_x</p:attrName>
                                        </p:attrNameLst>
                                      </p:cBhvr>
                                      <p:tavLst>
                                        <p:tav tm="0">
                                          <p:val>
                                            <p:strVal val="0-#ppt_w/2"/>
                                          </p:val>
                                        </p:tav>
                                        <p:tav tm="100000">
                                          <p:val>
                                            <p:strVal val="#ppt_x"/>
                                          </p:val>
                                        </p:tav>
                                      </p:tavLst>
                                    </p:anim>
                                    <p:anim calcmode="lin" valueType="num">
                                      <p:cBhvr additive="base">
                                        <p:cTn id="17" dur="500" fill="hold"/>
                                        <p:tgtEl>
                                          <p:spTgt spid="9"/>
                                        </p:tgtEl>
                                        <p:attrNameLst>
                                          <p:attrName>ppt_y</p:attrName>
                                        </p:attrNameLst>
                                      </p:cBhvr>
                                      <p:tavLst>
                                        <p:tav tm="0">
                                          <p:val>
                                            <p:strVal val="#ppt_y"/>
                                          </p:val>
                                        </p:tav>
                                        <p:tav tm="100000">
                                          <p:val>
                                            <p:strVal val="#ppt_y"/>
                                          </p:val>
                                        </p:tav>
                                      </p:tavLst>
                                    </p:anim>
                                  </p:childTnLst>
                                </p:cTn>
                              </p:par>
                            </p:childTnLst>
                          </p:cTn>
                        </p:par>
                        <p:par>
                          <p:cTn id="18" fill="hold">
                            <p:stCondLst>
                              <p:cond delay="1000"/>
                            </p:stCondLst>
                            <p:childTnLst>
                              <p:par>
                                <p:cTn id="19" presetID="2" presetClass="entr" presetSubtype="8" fill="hold" nodeType="afterEffect">
                                  <p:stCondLst>
                                    <p:cond delay="0"/>
                                  </p:stCondLst>
                                  <p:childTnLst>
                                    <p:set>
                                      <p:cBhvr>
                                        <p:cTn id="20" dur="1" fill="hold">
                                          <p:stCondLst>
                                            <p:cond delay="0"/>
                                          </p:stCondLst>
                                        </p:cTn>
                                        <p:tgtEl>
                                          <p:spTgt spid="10"/>
                                        </p:tgtEl>
                                        <p:attrNameLst>
                                          <p:attrName>style.visibility</p:attrName>
                                        </p:attrNameLst>
                                      </p:cBhvr>
                                      <p:to>
                                        <p:strVal val="visible"/>
                                      </p:to>
                                    </p:set>
                                    <p:anim calcmode="lin" valueType="num">
                                      <p:cBhvr additive="base">
                                        <p:cTn id="21" dur="500" fill="hold"/>
                                        <p:tgtEl>
                                          <p:spTgt spid="10"/>
                                        </p:tgtEl>
                                        <p:attrNameLst>
                                          <p:attrName>ppt_x</p:attrName>
                                        </p:attrNameLst>
                                      </p:cBhvr>
                                      <p:tavLst>
                                        <p:tav tm="0">
                                          <p:val>
                                            <p:strVal val="0-#ppt_w/2"/>
                                          </p:val>
                                        </p:tav>
                                        <p:tav tm="100000">
                                          <p:val>
                                            <p:strVal val="#ppt_x"/>
                                          </p:val>
                                        </p:tav>
                                      </p:tavLst>
                                    </p:anim>
                                    <p:anim calcmode="lin" valueType="num">
                                      <p:cBhvr additive="base">
                                        <p:cTn id="22" dur="500" fill="hold"/>
                                        <p:tgtEl>
                                          <p:spTgt spid="10"/>
                                        </p:tgtEl>
                                        <p:attrNameLst>
                                          <p:attrName>ppt_y</p:attrName>
                                        </p:attrNameLst>
                                      </p:cBhvr>
                                      <p:tavLst>
                                        <p:tav tm="0">
                                          <p:val>
                                            <p:strVal val="#ppt_y"/>
                                          </p:val>
                                        </p:tav>
                                        <p:tav tm="100000">
                                          <p:val>
                                            <p:strVal val="#ppt_y"/>
                                          </p:val>
                                        </p:tav>
                                      </p:tavLst>
                                    </p:anim>
                                  </p:childTnLst>
                                </p:cTn>
                              </p:par>
                            </p:childTnLst>
                          </p:cTn>
                        </p:par>
                        <p:par>
                          <p:cTn id="23" fill="hold">
                            <p:stCondLst>
                              <p:cond delay="1500"/>
                            </p:stCondLst>
                            <p:childTnLst>
                              <p:par>
                                <p:cTn id="24" presetID="1" presetClass="entr" presetSubtype="0" fill="hold" nodeType="afterEffect">
                                  <p:stCondLst>
                                    <p:cond delay="0"/>
                                  </p:stCondLst>
                                  <p:childTnLst>
                                    <p:set>
                                      <p:cBhvr>
                                        <p:cTn id="25" dur="1" fill="hold">
                                          <p:stCondLst>
                                            <p:cond delay="499"/>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0530" grpId="0" build="p"/>
    </p:bldLst>
  </p:timing>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51554" name="Picture 2"/>
          <p:cNvPicPr>
            <a:picLocks noChangeAspect="1"/>
          </p:cNvPicPr>
          <p:nvPr/>
        </p:nvPicPr>
        <p:blipFill>
          <a:blip r:embed="rId1"/>
          <a:stretch>
            <a:fillRect/>
          </a:stretch>
        </p:blipFill>
        <p:spPr>
          <a:xfrm>
            <a:off x="717550" y="777875"/>
            <a:ext cx="5967413" cy="3646488"/>
          </a:xfrm>
          <a:prstGeom prst="rect">
            <a:avLst/>
          </a:prstGeom>
          <a:noFill/>
          <a:ln w="9525">
            <a:noFill/>
          </a:ln>
        </p:spPr>
      </p:pic>
      <p:pic>
        <p:nvPicPr>
          <p:cNvPr id="151555" name="Picture 3"/>
          <p:cNvPicPr>
            <a:picLocks noChangeAspect="1"/>
          </p:cNvPicPr>
          <p:nvPr/>
        </p:nvPicPr>
        <p:blipFill>
          <a:blip r:embed="rId2"/>
          <a:stretch>
            <a:fillRect/>
          </a:stretch>
        </p:blipFill>
        <p:spPr>
          <a:xfrm>
            <a:off x="923925" y="4697413"/>
            <a:ext cx="3854450" cy="1535112"/>
          </a:xfrm>
          <a:prstGeom prst="rect">
            <a:avLst/>
          </a:prstGeom>
          <a:noFill/>
          <a:ln w="9525">
            <a:noFill/>
          </a:ln>
        </p:spPr>
      </p:pic>
      <p:sp>
        <p:nvSpPr>
          <p:cNvPr id="151556" name="Rectangle 4"/>
          <p:cNvSpPr>
            <a:spLocks noChangeArrowheads="1"/>
          </p:cNvSpPr>
          <p:nvPr/>
        </p:nvSpPr>
        <p:spPr bwMode="auto">
          <a:xfrm>
            <a:off x="3000375" y="1006475"/>
            <a:ext cx="3556000" cy="708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0" marR="0" lvl="0" indent="0" algn="l" defTabSz="914400" rtl="0" eaLnBrk="0" fontAlgn="base" latinLnBrk="0" hangingPunct="0">
              <a:lnSpc>
                <a:spcPct val="100000"/>
              </a:lnSpc>
              <a:spcBef>
                <a:spcPct val="0"/>
              </a:spcBef>
              <a:spcAft>
                <a:spcPct val="0"/>
              </a:spcAft>
              <a:buClrTx/>
              <a:buSzTx/>
              <a:buFontTx/>
              <a:buNone/>
              <a:defRPr/>
            </a:pPr>
            <a:r>
              <a:rPr kumimoji="1" lang="en-US" altLang="zh-CN" sz="2000" b="0" i="0" u="none" strike="noStrike" kern="1200" cap="none" spc="0" normalizeH="0" baseline="0" noProof="0" dirty="0">
                <a:ln>
                  <a:noFill/>
                </a:ln>
                <a:solidFill>
                  <a:schemeClr val="tx1"/>
                </a:solidFill>
                <a:effectLst>
                  <a:outerShdw blurRad="38100" dist="38100" dir="2700000" algn="tl">
                    <a:srgbClr val="FFFFFF"/>
                  </a:outerShdw>
                </a:effectLst>
                <a:uLnTx/>
                <a:uFillTx/>
                <a:latin typeface="仿宋_GB2312" pitchFamily="49" charset="-122"/>
                <a:ea typeface="仿宋_GB2312" pitchFamily="49" charset="-122"/>
                <a:cs typeface="+mn-cs"/>
              </a:rPr>
              <a:t>   </a:t>
            </a:r>
            <a:r>
              <a:rPr kumimoji="1" lang="zh-CN" altLang="en-US" sz="2000" b="0" i="0" u="none" strike="noStrike" kern="1200" cap="none" spc="0" normalizeH="0" baseline="0" noProof="0" dirty="0">
                <a:ln>
                  <a:noFill/>
                </a:ln>
                <a:solidFill>
                  <a:schemeClr val="tx1"/>
                </a:solidFill>
                <a:effectLst>
                  <a:outerShdw blurRad="38100" dist="38100" dir="2700000" algn="tl">
                    <a:srgbClr val="FFFFFF"/>
                  </a:outerShdw>
                </a:effectLst>
                <a:uLnTx/>
                <a:uFillTx/>
                <a:latin typeface="仿宋_GB2312" pitchFamily="49" charset="-122"/>
                <a:ea typeface="仿宋_GB2312" pitchFamily="49" charset="-122"/>
                <a:cs typeface="+mn-cs"/>
              </a:rPr>
              <a:t>选择轴段长度</a:t>
            </a:r>
            <a:r>
              <a:rPr kumimoji="1" lang="en-US" altLang="zh-CN" sz="2000" b="0" i="0" u="none" strike="noStrike" kern="1200" cap="none" spc="0" normalizeH="0" baseline="0" noProof="0" dirty="0">
                <a:ln>
                  <a:noFill/>
                </a:ln>
                <a:solidFill>
                  <a:schemeClr val="tx1"/>
                </a:solidFill>
                <a:effectLst>
                  <a:outerShdw blurRad="38100" dist="38100" dir="2700000" algn="tl">
                    <a:srgbClr val="FFFFFF"/>
                  </a:outerShdw>
                </a:effectLst>
                <a:uLnTx/>
                <a:uFillTx/>
                <a:latin typeface="仿宋_GB2312" pitchFamily="49" charset="-122"/>
                <a:ea typeface="仿宋_GB2312" pitchFamily="49" charset="-122"/>
                <a:cs typeface="+mn-cs"/>
              </a:rPr>
              <a:t>L</a:t>
            </a:r>
            <a:r>
              <a:rPr kumimoji="1" lang="zh-CN" altLang="en-US" sz="2000" b="0" i="0" u="none" strike="noStrike" kern="1200" cap="none" spc="0" normalizeH="0" baseline="0" noProof="0" dirty="0">
                <a:ln>
                  <a:noFill/>
                </a:ln>
                <a:solidFill>
                  <a:schemeClr val="tx1"/>
                </a:solidFill>
                <a:effectLst>
                  <a:outerShdw blurRad="38100" dist="38100" dir="2700000" algn="tl">
                    <a:srgbClr val="FFFFFF"/>
                  </a:outerShdw>
                </a:effectLst>
                <a:uLnTx/>
                <a:uFillTx/>
                <a:latin typeface="仿宋_GB2312" pitchFamily="49" charset="-122"/>
                <a:ea typeface="仿宋_GB2312" pitchFamily="49" charset="-122"/>
                <a:cs typeface="+mn-cs"/>
              </a:rPr>
              <a:t>和齿轮宽度</a:t>
            </a:r>
            <a:r>
              <a:rPr kumimoji="1" lang="en-US" altLang="zh-CN" sz="2000" b="0" i="0" u="none" strike="noStrike" kern="1200" cap="none" spc="0" normalizeH="0" baseline="0" noProof="0" dirty="0">
                <a:ln>
                  <a:noFill/>
                </a:ln>
                <a:solidFill>
                  <a:schemeClr val="tx1"/>
                </a:solidFill>
                <a:effectLst>
                  <a:outerShdw blurRad="38100" dist="38100" dir="2700000" algn="tl">
                    <a:srgbClr val="FFFFFF"/>
                  </a:outerShdw>
                </a:effectLst>
                <a:uLnTx/>
                <a:uFillTx/>
                <a:latin typeface="仿宋_GB2312" pitchFamily="49" charset="-122"/>
                <a:ea typeface="仿宋_GB2312" pitchFamily="49" charset="-122"/>
                <a:cs typeface="+mn-cs"/>
              </a:rPr>
              <a:t>b</a:t>
            </a:r>
            <a:r>
              <a:rPr kumimoji="1" lang="zh-CN" altLang="en-US" sz="2000" b="0" i="0" u="none" strike="noStrike" kern="1200" cap="none" spc="0" normalizeH="0" baseline="0" noProof="0" dirty="0">
                <a:ln>
                  <a:noFill/>
                </a:ln>
                <a:solidFill>
                  <a:schemeClr val="tx1"/>
                </a:solidFill>
                <a:effectLst>
                  <a:outerShdw blurRad="38100" dist="38100" dir="2700000" algn="tl">
                    <a:srgbClr val="FFFFFF"/>
                  </a:outerShdw>
                </a:effectLst>
                <a:uLnTx/>
                <a:uFillTx/>
                <a:latin typeface="仿宋_GB2312" pitchFamily="49" charset="-122"/>
                <a:ea typeface="仿宋_GB2312" pitchFamily="49" charset="-122"/>
                <a:cs typeface="+mn-cs"/>
              </a:rPr>
              <a:t>的关系</a:t>
            </a:r>
            <a:endParaRPr kumimoji="1" lang="zh-CN" altLang="en-US" sz="2000" b="0" i="0" u="none" strike="noStrike" kern="1200" cap="none" spc="0" normalizeH="0" baseline="0" noProof="0" dirty="0">
              <a:ln>
                <a:noFill/>
              </a:ln>
              <a:solidFill>
                <a:schemeClr val="tx1"/>
              </a:solidFill>
              <a:effectLst>
                <a:outerShdw blurRad="38100" dist="38100" dir="2700000" algn="tl">
                  <a:srgbClr val="FFFFFF"/>
                </a:outerShdw>
              </a:effectLst>
              <a:uLnTx/>
              <a:uFillTx/>
              <a:latin typeface="仿宋_GB2312" pitchFamily="49" charset="-122"/>
              <a:ea typeface="仿宋_GB2312" pitchFamily="49" charset="-122"/>
              <a:cs typeface="+mn-cs"/>
            </a:endParaRPr>
          </a:p>
        </p:txBody>
      </p:sp>
      <p:sp>
        <p:nvSpPr>
          <p:cNvPr id="151557" name="Rectangle 5"/>
          <p:cNvSpPr>
            <a:spLocks noGrp="1" noChangeArrowheads="1"/>
          </p:cNvSpPr>
          <p:nvPr>
            <p:ph idx="1"/>
          </p:nvPr>
        </p:nvSpPr>
        <p:spPr>
          <a:xfrm>
            <a:off x="5191125" y="4402138"/>
            <a:ext cx="3465513" cy="2095500"/>
          </a:xfrm>
        </p:spPr>
        <p:txBody>
          <a:bodyPr/>
          <a:lstStyle/>
          <a:p>
            <a:pPr marL="342900" marR="0" lvl="0" indent="-342900" algn="l" defTabSz="914400" rtl="0" latinLnBrk="0">
              <a:lnSpc>
                <a:spcPct val="120000"/>
              </a:lnSpc>
              <a:spcBef>
                <a:spcPct val="0"/>
              </a:spcBef>
              <a:spcAft>
                <a:spcPct val="0"/>
              </a:spcAft>
              <a:buClr>
                <a:schemeClr val="hlink"/>
              </a:buClr>
              <a:buSzPct val="110000"/>
              <a:buFontTx/>
              <a:buNone/>
              <a:defRPr/>
            </a:pPr>
            <a:r>
              <a:rPr kumimoji="1" lang="en-US" altLang="zh-CN" sz="2800" b="1" i="0" u="none" strike="noStrike" kern="1200" cap="none" spc="0" normalizeH="0" baseline="0" noProof="0">
                <a:ln>
                  <a:noFill/>
                </a:ln>
                <a:solidFill>
                  <a:schemeClr val="tx1"/>
                </a:solidFill>
                <a:effectLst>
                  <a:outerShdw blurRad="38100" dist="38100" dir="2700000" algn="tl">
                    <a:srgbClr val="FFFFFF"/>
                  </a:outerShdw>
                </a:effectLst>
                <a:uLnTx/>
                <a:uFillTx/>
                <a:latin typeface="仿宋_GB2312" pitchFamily="49" charset="-122"/>
                <a:ea typeface="仿宋_GB2312" pitchFamily="49" charset="-122"/>
                <a:cs typeface="+mn-cs"/>
              </a:rPr>
              <a:t>     </a:t>
            </a:r>
            <a:r>
              <a:rPr kumimoji="1" lang="en-US" altLang="zh-CN" sz="2400" i="0" u="none" strike="noStrike" kern="1200" cap="none" spc="0" normalizeH="0" baseline="0" noProof="0">
                <a:ln>
                  <a:noFill/>
                </a:ln>
                <a:solidFill>
                  <a:schemeClr val="tx1"/>
                </a:solidFill>
                <a:effectLst>
                  <a:outerShdw blurRad="38100" dist="38100" dir="2700000" algn="tl">
                    <a:srgbClr val="FFFFFF"/>
                  </a:outerShdw>
                </a:effectLst>
                <a:uLnTx/>
                <a:uFillTx/>
                <a:latin typeface="仿宋_GB2312" pitchFamily="49" charset="-122"/>
                <a:ea typeface="仿宋_GB2312" pitchFamily="49" charset="-122"/>
                <a:cs typeface="+mn-cs"/>
              </a:rPr>
              <a:t> </a:t>
            </a:r>
            <a:r>
              <a:rPr kumimoji="1" lang="zh-CN" altLang="en-US" sz="2400" i="0" u="none" strike="noStrike" kern="1200" cap="none" spc="0" normalizeH="0" baseline="0" noProof="0">
                <a:ln>
                  <a:noFill/>
                </a:ln>
                <a:solidFill>
                  <a:schemeClr val="tx1"/>
                </a:solidFill>
                <a:effectLst>
                  <a:outerShdw blurRad="38100" dist="38100" dir="2700000" algn="tl">
                    <a:srgbClr val="FFFFFF"/>
                  </a:outerShdw>
                </a:effectLst>
                <a:uLnTx/>
                <a:uFillTx/>
                <a:latin typeface="仿宋_GB2312" pitchFamily="49" charset="-122"/>
                <a:ea typeface="仿宋_GB2312" pitchFamily="49" charset="-122"/>
                <a:cs typeface="+mn-cs"/>
              </a:rPr>
              <a:t>选择轴的过渡圆角半径</a:t>
            </a:r>
            <a:r>
              <a:rPr kumimoji="1" lang="en-US" altLang="zh-CN" sz="2400" i="0" u="none" strike="noStrike" kern="1200" cap="none" spc="0" normalizeH="0" baseline="0" noProof="0">
                <a:ln>
                  <a:noFill/>
                </a:ln>
                <a:solidFill>
                  <a:schemeClr val="tx1"/>
                </a:solidFill>
                <a:effectLst>
                  <a:outerShdw blurRad="38100" dist="38100" dir="2700000" algn="tl">
                    <a:srgbClr val="FFFFFF"/>
                  </a:outerShdw>
                </a:effectLst>
                <a:uLnTx/>
                <a:uFillTx/>
                <a:latin typeface="仿宋_GB2312" pitchFamily="49" charset="-122"/>
                <a:ea typeface="仿宋_GB2312" pitchFamily="49" charset="-122"/>
                <a:cs typeface="+mn-cs"/>
              </a:rPr>
              <a:t>r</a:t>
            </a:r>
            <a:r>
              <a:rPr kumimoji="1" lang="zh-CN" altLang="en-US" sz="2400" i="0" u="none" strike="noStrike" kern="1200" cap="none" spc="0" normalizeH="0" baseline="0" noProof="0">
                <a:ln>
                  <a:noFill/>
                </a:ln>
                <a:solidFill>
                  <a:schemeClr val="tx1"/>
                </a:solidFill>
                <a:effectLst>
                  <a:outerShdw blurRad="38100" dist="38100" dir="2700000" algn="tl">
                    <a:srgbClr val="FFFFFF"/>
                  </a:outerShdw>
                </a:effectLst>
                <a:uLnTx/>
                <a:uFillTx/>
                <a:latin typeface="仿宋_GB2312" pitchFamily="49" charset="-122"/>
                <a:ea typeface="仿宋_GB2312" pitchFamily="49" charset="-122"/>
                <a:cs typeface="+mn-cs"/>
              </a:rPr>
              <a:t>与相配零件的圆角半径</a:t>
            </a:r>
            <a:r>
              <a:rPr kumimoji="1" lang="en-US" altLang="zh-CN" sz="2400" i="0" u="none" strike="noStrike" kern="1200" cap="none" spc="0" normalizeH="0" baseline="0" noProof="0">
                <a:ln>
                  <a:noFill/>
                </a:ln>
                <a:solidFill>
                  <a:schemeClr val="tx1"/>
                </a:solidFill>
                <a:effectLst>
                  <a:outerShdw blurRad="38100" dist="38100" dir="2700000" algn="tl">
                    <a:srgbClr val="FFFFFF"/>
                  </a:outerShdw>
                </a:effectLst>
                <a:uLnTx/>
                <a:uFillTx/>
                <a:latin typeface="仿宋_GB2312" pitchFamily="49" charset="-122"/>
                <a:ea typeface="仿宋_GB2312" pitchFamily="49" charset="-122"/>
                <a:cs typeface="+mn-cs"/>
              </a:rPr>
              <a:t>R</a:t>
            </a:r>
            <a:r>
              <a:rPr kumimoji="1" lang="zh-CN" altLang="en-US" sz="2400" i="0" u="none" strike="noStrike" kern="1200" cap="none" spc="0" normalizeH="0" baseline="0" noProof="0">
                <a:ln>
                  <a:noFill/>
                </a:ln>
                <a:solidFill>
                  <a:schemeClr val="tx1"/>
                </a:solidFill>
                <a:effectLst>
                  <a:outerShdw blurRad="38100" dist="38100" dir="2700000" algn="tl">
                    <a:srgbClr val="FFFFFF"/>
                  </a:outerShdw>
                </a:effectLst>
                <a:uLnTx/>
                <a:uFillTx/>
                <a:latin typeface="仿宋_GB2312" pitchFamily="49" charset="-122"/>
                <a:ea typeface="仿宋_GB2312" pitchFamily="49" charset="-122"/>
                <a:cs typeface="+mn-cs"/>
              </a:rPr>
              <a:t>或孔端倒角</a:t>
            </a:r>
            <a:r>
              <a:rPr kumimoji="1" lang="en-US" altLang="zh-CN" sz="2400" i="0" u="none" strike="noStrike" kern="1200" cap="none" spc="0" normalizeH="0" baseline="0" noProof="0">
                <a:ln>
                  <a:noFill/>
                </a:ln>
                <a:solidFill>
                  <a:schemeClr val="tx1"/>
                </a:solidFill>
                <a:effectLst>
                  <a:outerShdw blurRad="38100" dist="38100" dir="2700000" algn="tl">
                    <a:srgbClr val="FFFFFF"/>
                  </a:outerShdw>
                </a:effectLst>
                <a:uLnTx/>
                <a:uFillTx/>
                <a:latin typeface="仿宋_GB2312" pitchFamily="49" charset="-122"/>
                <a:ea typeface="仿宋_GB2312" pitchFamily="49" charset="-122"/>
                <a:cs typeface="+mn-cs"/>
              </a:rPr>
              <a:t>c</a:t>
            </a:r>
            <a:r>
              <a:rPr kumimoji="1" lang="zh-CN" altLang="en-US" sz="2400" i="0" u="none" strike="noStrike" kern="1200" cap="none" spc="0" normalizeH="0" baseline="0" noProof="0">
                <a:ln>
                  <a:noFill/>
                </a:ln>
                <a:solidFill>
                  <a:schemeClr val="tx1"/>
                </a:solidFill>
                <a:effectLst>
                  <a:outerShdw blurRad="38100" dist="38100" dir="2700000" algn="tl">
                    <a:srgbClr val="FFFFFF"/>
                  </a:outerShdw>
                </a:effectLst>
                <a:uLnTx/>
                <a:uFillTx/>
                <a:latin typeface="仿宋_GB2312" pitchFamily="49" charset="-122"/>
                <a:ea typeface="仿宋_GB2312" pitchFamily="49" charset="-122"/>
                <a:cs typeface="+mn-cs"/>
              </a:rPr>
              <a:t>之间的关系。</a:t>
            </a:r>
            <a:endParaRPr kumimoji="1" lang="zh-CN" altLang="en-US" sz="2400" i="0" u="none" strike="noStrike" kern="1200" cap="none" spc="0" normalizeH="0" baseline="0" noProof="0">
              <a:ln>
                <a:noFill/>
              </a:ln>
              <a:solidFill>
                <a:schemeClr val="tx1"/>
              </a:solidFill>
              <a:effectLst>
                <a:outerShdw blurRad="38100" dist="38100" dir="2700000" algn="tl">
                  <a:srgbClr val="FFFFFF"/>
                </a:outerShdw>
              </a:effectLst>
              <a:uLnTx/>
              <a:uFillTx/>
              <a:latin typeface="仿宋_GB2312" pitchFamily="49" charset="-122"/>
              <a:ea typeface="仿宋_GB2312" pitchFamily="49" charset="-122"/>
              <a:cs typeface="+mn-cs"/>
            </a:endParaRPr>
          </a:p>
        </p:txBody>
      </p:sp>
      <p:pic>
        <p:nvPicPr>
          <p:cNvPr id="6" name="Picture 49" descr="back1">
            <a:hlinkClick r:id="" tooltip="上一页" action="ppaction://hlinkshowjump?jump=previousslide"/>
          </p:cNvPr>
          <p:cNvPicPr>
            <a:picLocks noChangeAspect="1"/>
          </p:cNvPicPr>
          <p:nvPr/>
        </p:nvPicPr>
        <p:blipFill>
          <a:blip r:embed="rId3"/>
          <a:stretch>
            <a:fillRect/>
          </a:stretch>
        </p:blipFill>
        <p:spPr>
          <a:xfrm>
            <a:off x="8380413" y="6556375"/>
            <a:ext cx="306387" cy="306388"/>
          </a:xfrm>
          <a:prstGeom prst="rect">
            <a:avLst/>
          </a:prstGeom>
          <a:noFill/>
          <a:ln w="9525">
            <a:noFill/>
          </a:ln>
        </p:spPr>
      </p:pic>
      <p:pic>
        <p:nvPicPr>
          <p:cNvPr id="7" name="Picture 50" descr="rewind1">
            <a:hlinkClick r:id="" action="ppaction://hlinkshowjump?jump=firstslide"/>
          </p:cNvPr>
          <p:cNvPicPr>
            <a:picLocks noChangeAspect="1"/>
          </p:cNvPicPr>
          <p:nvPr/>
        </p:nvPicPr>
        <p:blipFill>
          <a:blip r:embed="rId4"/>
          <a:stretch>
            <a:fillRect/>
          </a:stretch>
        </p:blipFill>
        <p:spPr>
          <a:xfrm>
            <a:off x="8018463" y="6551613"/>
            <a:ext cx="306387" cy="306387"/>
          </a:xfrm>
          <a:prstGeom prst="rect">
            <a:avLst/>
          </a:prstGeom>
          <a:noFill/>
          <a:ln w="9525">
            <a:noFill/>
          </a:ln>
        </p:spPr>
      </p:pic>
      <p:pic>
        <p:nvPicPr>
          <p:cNvPr id="8" name="Picture 149" descr="NEXT1">
            <a:hlinkClick r:id="" action="ppaction://hlinkshowjump?jump=nextslide"/>
          </p:cNvPr>
          <p:cNvPicPr>
            <a:picLocks noChangeAspect="1"/>
          </p:cNvPicPr>
          <p:nvPr/>
        </p:nvPicPr>
        <p:blipFill>
          <a:blip r:embed="rId5"/>
          <a:stretch>
            <a:fillRect/>
          </a:stretch>
        </p:blipFill>
        <p:spPr>
          <a:xfrm>
            <a:off x="8753475" y="6551613"/>
            <a:ext cx="306388" cy="306387"/>
          </a:xfrm>
          <a:prstGeom prst="rect">
            <a:avLst/>
          </a:prstGeom>
          <a:noFill/>
          <a:ln w="9525">
            <a:noFill/>
          </a:ln>
        </p:spPr>
      </p:pic>
      <p:sp>
        <p:nvSpPr>
          <p:cNvPr id="2" name="矩形 1"/>
          <p:cNvSpPr/>
          <p:nvPr/>
        </p:nvSpPr>
        <p:spPr>
          <a:xfrm>
            <a:off x="1117600" y="1588"/>
            <a:ext cx="3467100" cy="584200"/>
          </a:xfrm>
          <a:prstGeom prst="rect">
            <a:avLst/>
          </a:prstGeom>
        </p:spPr>
        <p:txBody>
          <a:bodyPr wrap="none">
            <a:spAutoFit/>
          </a:bodyPr>
          <a:lstStyle/>
          <a:p>
            <a:pPr marL="0" marR="0" lvl="0" indent="0" algn="l" defTabSz="914400" rtl="0" eaLnBrk="0" fontAlgn="base" latinLnBrk="0" hangingPunct="0">
              <a:lnSpc>
                <a:spcPct val="100000"/>
              </a:lnSpc>
              <a:spcBef>
                <a:spcPct val="0"/>
              </a:spcBef>
              <a:spcAft>
                <a:spcPct val="0"/>
              </a:spcAft>
              <a:buClrTx/>
              <a:buSzTx/>
              <a:buFontTx/>
              <a:buNone/>
              <a:defRPr/>
            </a:pPr>
            <a:r>
              <a:rPr kumimoji="1" lang="zh-CN" altLang="en-US" sz="3200" b="1" i="0" u="none" strike="noStrike" kern="1200" cap="none" spc="0" normalizeH="0" baseline="0" noProof="0" dirty="0">
                <a:ln>
                  <a:noFill/>
                </a:ln>
                <a:solidFill>
                  <a:srgbClr val="C00000"/>
                </a:solidFill>
                <a:effectLst>
                  <a:outerShdw blurRad="38100" dist="38100" dir="2700000" algn="tl">
                    <a:srgbClr val="000000"/>
                  </a:outerShdw>
                </a:effectLst>
                <a:uLnTx/>
                <a:uFillTx/>
                <a:latin typeface="宋体" panose="02010600030101010101" pitchFamily="2" charset="-122"/>
                <a:ea typeface="华文中宋" panose="02010600040101010101" pitchFamily="2" charset="-122"/>
                <a:cs typeface="+mn-cs"/>
              </a:rPr>
              <a:t>轴承组合设计例题</a:t>
            </a:r>
            <a:endParaRPr kumimoji="1" lang="zh-CN" altLang="en-US" sz="3200" b="1" i="0" u="none" strike="noStrike" kern="1200" cap="none" spc="0" normalizeH="0" baseline="0" noProof="0" dirty="0">
              <a:ln>
                <a:noFill/>
              </a:ln>
              <a:solidFill>
                <a:srgbClr val="C00000"/>
              </a:solidFill>
              <a:effectLst>
                <a:outerShdw blurRad="38100" dist="38100" dir="2700000" algn="tl">
                  <a:srgbClr val="000000"/>
                </a:outerShdw>
              </a:effectLst>
              <a:uLnTx/>
              <a:uFillTx/>
              <a:latin typeface="宋体" panose="02010600030101010101" pitchFamily="2" charset="-122"/>
              <a:ea typeface="华文中宋" panose="02010600040101010101" pitchFamily="2" charset="-122"/>
              <a:cs typeface="+mn-cs"/>
            </a:endParaRPr>
          </a:p>
        </p:txBody>
      </p:sp>
    </p:spTree>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151554"/>
                                        </p:tgtEl>
                                        <p:attrNameLst>
                                          <p:attrName>style.visibility</p:attrName>
                                        </p:attrNameLst>
                                      </p:cBhvr>
                                      <p:to>
                                        <p:strVal val="visible"/>
                                      </p:to>
                                    </p:set>
                                    <p:animEffect transition="in" filter="wipe(up)">
                                      <p:cBhvr>
                                        <p:cTn id="7" dur="500"/>
                                        <p:tgtEl>
                                          <p:spTgt spid="15155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iterate type="wd">
                                    <p:tmPct val="100000"/>
                                  </p:iterate>
                                  <p:childTnLst>
                                    <p:set>
                                      <p:cBhvr>
                                        <p:cTn id="11" dur="1" fill="hold">
                                          <p:stCondLst>
                                            <p:cond delay="0"/>
                                          </p:stCondLst>
                                        </p:cTn>
                                        <p:tgtEl>
                                          <p:spTgt spid="151556"/>
                                        </p:tgtEl>
                                        <p:attrNameLst>
                                          <p:attrName>style.visibility</p:attrName>
                                        </p:attrNameLst>
                                      </p:cBhvr>
                                      <p:to>
                                        <p:strVal val="visible"/>
                                      </p:to>
                                    </p:set>
                                    <p:animEffect transition="in" filter="wipe(left)">
                                      <p:cBhvr>
                                        <p:cTn id="12" dur="300"/>
                                        <p:tgtEl>
                                          <p:spTgt spid="151556"/>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nodeType="clickEffect">
                                  <p:stCondLst>
                                    <p:cond delay="0"/>
                                  </p:stCondLst>
                                  <p:childTnLst>
                                    <p:set>
                                      <p:cBhvr>
                                        <p:cTn id="16" dur="1" fill="hold">
                                          <p:stCondLst>
                                            <p:cond delay="0"/>
                                          </p:stCondLst>
                                        </p:cTn>
                                        <p:tgtEl>
                                          <p:spTgt spid="151555"/>
                                        </p:tgtEl>
                                        <p:attrNameLst>
                                          <p:attrName>style.visibility</p:attrName>
                                        </p:attrNameLst>
                                      </p:cBhvr>
                                      <p:to>
                                        <p:strVal val="visible"/>
                                      </p:to>
                                    </p:set>
                                    <p:animEffect transition="in" filter="wipe(up)">
                                      <p:cBhvr>
                                        <p:cTn id="17" dur="500"/>
                                        <p:tgtEl>
                                          <p:spTgt spid="151555"/>
                                        </p:tgtEl>
                                      </p:cBhvr>
                                    </p:animEffect>
                                  </p:childTnLst>
                                </p:cTn>
                              </p:par>
                            </p:childTnLst>
                          </p:cTn>
                        </p:par>
                        <p:par>
                          <p:cTn id="18" fill="hold">
                            <p:stCondLst>
                              <p:cond delay="500"/>
                            </p:stCondLst>
                            <p:childTnLst>
                              <p:par>
                                <p:cTn id="19" presetID="2" presetClass="entr" presetSubtype="8" fill="hold" nodeType="afterEffect">
                                  <p:stCondLst>
                                    <p:cond delay="0"/>
                                  </p:stCondLst>
                                  <p:childTnLst>
                                    <p:set>
                                      <p:cBhvr>
                                        <p:cTn id="20" dur="1" fill="hold">
                                          <p:stCondLst>
                                            <p:cond delay="0"/>
                                          </p:stCondLst>
                                        </p:cTn>
                                        <p:tgtEl>
                                          <p:spTgt spid="6"/>
                                        </p:tgtEl>
                                        <p:attrNameLst>
                                          <p:attrName>style.visibility</p:attrName>
                                        </p:attrNameLst>
                                      </p:cBhvr>
                                      <p:to>
                                        <p:strVal val="visible"/>
                                      </p:to>
                                    </p:set>
                                    <p:anim calcmode="lin" valueType="num">
                                      <p:cBhvr additive="base">
                                        <p:cTn id="21" dur="500" fill="hold"/>
                                        <p:tgtEl>
                                          <p:spTgt spid="6"/>
                                        </p:tgtEl>
                                        <p:attrNameLst>
                                          <p:attrName>ppt_x</p:attrName>
                                        </p:attrNameLst>
                                      </p:cBhvr>
                                      <p:tavLst>
                                        <p:tav tm="0">
                                          <p:val>
                                            <p:strVal val="0-#ppt_w/2"/>
                                          </p:val>
                                        </p:tav>
                                        <p:tav tm="100000">
                                          <p:val>
                                            <p:strVal val="#ppt_x"/>
                                          </p:val>
                                        </p:tav>
                                      </p:tavLst>
                                    </p:anim>
                                    <p:anim calcmode="lin" valueType="num">
                                      <p:cBhvr additive="base">
                                        <p:cTn id="22" dur="500" fill="hold"/>
                                        <p:tgtEl>
                                          <p:spTgt spid="6"/>
                                        </p:tgtEl>
                                        <p:attrNameLst>
                                          <p:attrName>ppt_y</p:attrName>
                                        </p:attrNameLst>
                                      </p:cBhvr>
                                      <p:tavLst>
                                        <p:tav tm="0">
                                          <p:val>
                                            <p:strVal val="#ppt_y"/>
                                          </p:val>
                                        </p:tav>
                                        <p:tav tm="100000">
                                          <p:val>
                                            <p:strVal val="#ppt_y"/>
                                          </p:val>
                                        </p:tav>
                                      </p:tavLst>
                                    </p:anim>
                                  </p:childTnLst>
                                </p:cTn>
                              </p:par>
                            </p:childTnLst>
                          </p:cTn>
                        </p:par>
                        <p:par>
                          <p:cTn id="23" fill="hold">
                            <p:stCondLst>
                              <p:cond delay="1000"/>
                            </p:stCondLst>
                            <p:childTnLst>
                              <p:par>
                                <p:cTn id="24" presetID="2" presetClass="entr" presetSubtype="8" fill="hold" nodeType="afterEffect">
                                  <p:stCondLst>
                                    <p:cond delay="0"/>
                                  </p:stCondLst>
                                  <p:childTnLst>
                                    <p:set>
                                      <p:cBhvr>
                                        <p:cTn id="25" dur="1" fill="hold">
                                          <p:stCondLst>
                                            <p:cond delay="0"/>
                                          </p:stCondLst>
                                        </p:cTn>
                                        <p:tgtEl>
                                          <p:spTgt spid="7"/>
                                        </p:tgtEl>
                                        <p:attrNameLst>
                                          <p:attrName>style.visibility</p:attrName>
                                        </p:attrNameLst>
                                      </p:cBhvr>
                                      <p:to>
                                        <p:strVal val="visible"/>
                                      </p:to>
                                    </p:set>
                                    <p:anim calcmode="lin" valueType="num">
                                      <p:cBhvr additive="base">
                                        <p:cTn id="26" dur="500" fill="hold"/>
                                        <p:tgtEl>
                                          <p:spTgt spid="7"/>
                                        </p:tgtEl>
                                        <p:attrNameLst>
                                          <p:attrName>ppt_x</p:attrName>
                                        </p:attrNameLst>
                                      </p:cBhvr>
                                      <p:tavLst>
                                        <p:tav tm="0">
                                          <p:val>
                                            <p:strVal val="0-#ppt_w/2"/>
                                          </p:val>
                                        </p:tav>
                                        <p:tav tm="100000">
                                          <p:val>
                                            <p:strVal val="#ppt_x"/>
                                          </p:val>
                                        </p:tav>
                                      </p:tavLst>
                                    </p:anim>
                                    <p:anim calcmode="lin" valueType="num">
                                      <p:cBhvr additive="base">
                                        <p:cTn id="27" dur="500" fill="hold"/>
                                        <p:tgtEl>
                                          <p:spTgt spid="7"/>
                                        </p:tgtEl>
                                        <p:attrNameLst>
                                          <p:attrName>ppt_y</p:attrName>
                                        </p:attrNameLst>
                                      </p:cBhvr>
                                      <p:tavLst>
                                        <p:tav tm="0">
                                          <p:val>
                                            <p:strVal val="#ppt_y"/>
                                          </p:val>
                                        </p:tav>
                                        <p:tav tm="100000">
                                          <p:val>
                                            <p:strVal val="#ppt_y"/>
                                          </p:val>
                                        </p:tav>
                                      </p:tavLst>
                                    </p:anim>
                                  </p:childTnLst>
                                </p:cTn>
                              </p:par>
                            </p:childTnLst>
                          </p:cTn>
                        </p:par>
                        <p:par>
                          <p:cTn id="28" fill="hold">
                            <p:stCondLst>
                              <p:cond delay="1500"/>
                            </p:stCondLst>
                            <p:childTnLst>
                              <p:par>
                                <p:cTn id="29" presetID="1" presetClass="entr" presetSubtype="0" fill="hold" nodeType="afterEffect">
                                  <p:stCondLst>
                                    <p:cond delay="0"/>
                                  </p:stCondLst>
                                  <p:childTnLst>
                                    <p:set>
                                      <p:cBhvr>
                                        <p:cTn id="30" dur="1" fill="hold">
                                          <p:stCondLst>
                                            <p:cond delay="499"/>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1556" grpId="0" bldLvl="0" animBg="1"/>
      <p:bldP spid="151557" grpId="0" build="p"/>
    </p:bldLst>
  </p:timing>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2578" name="Rectangle 2"/>
          <p:cNvSpPr>
            <a:spLocks noGrp="1" noChangeArrowheads="1"/>
          </p:cNvSpPr>
          <p:nvPr>
            <p:ph idx="1"/>
          </p:nvPr>
        </p:nvSpPr>
        <p:spPr>
          <a:xfrm>
            <a:off x="642938" y="812800"/>
            <a:ext cx="7772400" cy="727075"/>
          </a:xfrm>
        </p:spPr>
        <p:txBody>
          <a:bodyPr/>
          <a:lstStyle/>
          <a:p>
            <a:pPr marL="342900" marR="0" lvl="0" indent="-342900" algn="l" defTabSz="914400" rtl="0" eaLnBrk="0" fontAlgn="base" latinLnBrk="0" hangingPunct="0">
              <a:lnSpc>
                <a:spcPct val="100000"/>
              </a:lnSpc>
              <a:spcBef>
                <a:spcPct val="20000"/>
              </a:spcBef>
              <a:spcAft>
                <a:spcPct val="0"/>
              </a:spcAft>
              <a:buClr>
                <a:schemeClr val="hlink"/>
              </a:buClr>
              <a:buSzPct val="110000"/>
              <a:buFontTx/>
              <a:buChar char=" "/>
              <a:defRPr/>
            </a:pPr>
            <a:r>
              <a:rPr kumimoji="1" lang="zh-CN" altLang="en-US" sz="2400" i="0" u="none" strike="noStrike" kern="1200" cap="none" spc="0" normalizeH="0" baseline="0" noProof="0">
                <a:ln>
                  <a:noFill/>
                </a:ln>
                <a:solidFill>
                  <a:schemeClr val="tx1"/>
                </a:solidFill>
                <a:effectLst>
                  <a:outerShdw blurRad="38100" dist="38100" dir="2700000" algn="tl">
                    <a:srgbClr val="FFFFFF"/>
                  </a:outerShdw>
                </a:effectLst>
                <a:uLnTx/>
                <a:uFillTx/>
                <a:latin typeface="仿宋_GB2312" pitchFamily="49" charset="-122"/>
                <a:ea typeface="仿宋_GB2312" pitchFamily="49" charset="-122"/>
                <a:cs typeface="+mn-cs"/>
              </a:rPr>
              <a:t>选择键长</a:t>
            </a:r>
            <a:r>
              <a:rPr kumimoji="1" lang="en-US" altLang="zh-CN" sz="2400" i="0" u="none" strike="noStrike" kern="1200" cap="none" spc="0" normalizeH="0" baseline="0" noProof="0">
                <a:ln>
                  <a:noFill/>
                </a:ln>
                <a:solidFill>
                  <a:schemeClr val="tx1"/>
                </a:solidFill>
                <a:effectLst>
                  <a:outerShdw blurRad="38100" dist="38100" dir="2700000" algn="tl">
                    <a:srgbClr val="FFFFFF"/>
                  </a:outerShdw>
                </a:effectLst>
                <a:uLnTx/>
                <a:uFillTx/>
                <a:latin typeface="仿宋_GB2312" pitchFamily="49" charset="-122"/>
                <a:ea typeface="仿宋_GB2312" pitchFamily="49" charset="-122"/>
                <a:cs typeface="+mn-cs"/>
              </a:rPr>
              <a:t>b</a:t>
            </a:r>
            <a:r>
              <a:rPr kumimoji="1" lang="zh-CN" altLang="en-US" sz="2400" i="0" u="none" strike="noStrike" kern="1200" cap="none" spc="0" normalizeH="0" baseline="0" noProof="0">
                <a:ln>
                  <a:noFill/>
                </a:ln>
                <a:solidFill>
                  <a:schemeClr val="tx1"/>
                </a:solidFill>
                <a:effectLst>
                  <a:outerShdw blurRad="38100" dist="38100" dir="2700000" algn="tl">
                    <a:srgbClr val="FFFFFF"/>
                  </a:outerShdw>
                </a:effectLst>
                <a:uLnTx/>
                <a:uFillTx/>
                <a:latin typeface="仿宋_GB2312" pitchFamily="49" charset="-122"/>
                <a:ea typeface="仿宋_GB2312" pitchFamily="49" charset="-122"/>
                <a:cs typeface="+mn-cs"/>
              </a:rPr>
              <a:t>和齿轮轴段长度</a:t>
            </a:r>
            <a:r>
              <a:rPr kumimoji="1" lang="en-US" altLang="zh-CN" sz="2400" i="0" u="none" strike="noStrike" kern="1200" cap="none" spc="0" normalizeH="0" baseline="0" noProof="0">
                <a:ln>
                  <a:noFill/>
                </a:ln>
                <a:solidFill>
                  <a:schemeClr val="tx1"/>
                </a:solidFill>
                <a:effectLst>
                  <a:outerShdw blurRad="38100" dist="38100" dir="2700000" algn="tl">
                    <a:srgbClr val="FFFFFF"/>
                  </a:outerShdw>
                </a:effectLst>
                <a:uLnTx/>
                <a:uFillTx/>
                <a:latin typeface="仿宋_GB2312" pitchFamily="49" charset="-122"/>
                <a:ea typeface="仿宋_GB2312" pitchFamily="49" charset="-122"/>
                <a:cs typeface="+mn-cs"/>
              </a:rPr>
              <a:t>L</a:t>
            </a:r>
            <a:r>
              <a:rPr kumimoji="1" lang="zh-CN" altLang="en-US" sz="2400" i="0" u="none" strike="noStrike" kern="1200" cap="none" spc="0" normalizeH="0" baseline="0" noProof="0">
                <a:ln>
                  <a:noFill/>
                </a:ln>
                <a:solidFill>
                  <a:schemeClr val="tx1"/>
                </a:solidFill>
                <a:effectLst>
                  <a:outerShdw blurRad="38100" dist="38100" dir="2700000" algn="tl">
                    <a:srgbClr val="FFFFFF"/>
                  </a:outerShdw>
                </a:effectLst>
                <a:uLnTx/>
                <a:uFillTx/>
                <a:latin typeface="仿宋_GB2312" pitchFamily="49" charset="-122"/>
                <a:ea typeface="仿宋_GB2312" pitchFamily="49" charset="-122"/>
                <a:cs typeface="+mn-cs"/>
              </a:rPr>
              <a:t>的关系</a:t>
            </a:r>
            <a:endParaRPr kumimoji="1" lang="zh-CN" altLang="en-US" sz="2400" i="0" u="none" strike="noStrike" kern="1200" cap="none" spc="0" normalizeH="0" baseline="0" noProof="0">
              <a:ln>
                <a:noFill/>
              </a:ln>
              <a:solidFill>
                <a:schemeClr val="tx1"/>
              </a:solidFill>
              <a:effectLst>
                <a:outerShdw blurRad="38100" dist="38100" dir="2700000" algn="tl">
                  <a:srgbClr val="FFFFFF"/>
                </a:outerShdw>
              </a:effectLst>
              <a:uLnTx/>
              <a:uFillTx/>
              <a:latin typeface="仿宋_GB2312" pitchFamily="49" charset="-122"/>
              <a:ea typeface="仿宋_GB2312" pitchFamily="49" charset="-122"/>
              <a:cs typeface="+mn-cs"/>
            </a:endParaRPr>
          </a:p>
        </p:txBody>
      </p:sp>
      <p:pic>
        <p:nvPicPr>
          <p:cNvPr id="152579" name="Picture 3"/>
          <p:cNvPicPr>
            <a:picLocks noChangeAspect="1"/>
          </p:cNvPicPr>
          <p:nvPr/>
        </p:nvPicPr>
        <p:blipFill>
          <a:blip r:embed="rId1"/>
          <a:stretch>
            <a:fillRect/>
          </a:stretch>
        </p:blipFill>
        <p:spPr>
          <a:xfrm>
            <a:off x="2066925" y="1947863"/>
            <a:ext cx="6403975" cy="3844925"/>
          </a:xfrm>
          <a:prstGeom prst="rect">
            <a:avLst/>
          </a:prstGeom>
          <a:noFill/>
          <a:ln w="9525">
            <a:noFill/>
          </a:ln>
        </p:spPr>
      </p:pic>
      <p:pic>
        <p:nvPicPr>
          <p:cNvPr id="152580" name="Picture 4"/>
          <p:cNvPicPr>
            <a:picLocks noChangeAspect="1"/>
          </p:cNvPicPr>
          <p:nvPr/>
        </p:nvPicPr>
        <p:blipFill>
          <a:blip r:embed="rId2"/>
          <a:stretch>
            <a:fillRect/>
          </a:stretch>
        </p:blipFill>
        <p:spPr>
          <a:xfrm>
            <a:off x="971550" y="2090738"/>
            <a:ext cx="817563" cy="2509837"/>
          </a:xfrm>
          <a:prstGeom prst="rect">
            <a:avLst/>
          </a:prstGeom>
          <a:noFill/>
          <a:ln w="9525">
            <a:noFill/>
          </a:ln>
        </p:spPr>
      </p:pic>
      <p:pic>
        <p:nvPicPr>
          <p:cNvPr id="5" name="Picture 49" descr="back1">
            <a:hlinkClick r:id="" tooltip="上一页" action="ppaction://hlinkshowjump?jump=previousslide"/>
          </p:cNvPr>
          <p:cNvPicPr>
            <a:picLocks noChangeAspect="1"/>
          </p:cNvPicPr>
          <p:nvPr/>
        </p:nvPicPr>
        <p:blipFill>
          <a:blip r:embed="rId3"/>
          <a:stretch>
            <a:fillRect/>
          </a:stretch>
        </p:blipFill>
        <p:spPr>
          <a:xfrm>
            <a:off x="8380413" y="6556375"/>
            <a:ext cx="306387" cy="306388"/>
          </a:xfrm>
          <a:prstGeom prst="rect">
            <a:avLst/>
          </a:prstGeom>
          <a:noFill/>
          <a:ln w="9525">
            <a:noFill/>
          </a:ln>
        </p:spPr>
      </p:pic>
      <p:pic>
        <p:nvPicPr>
          <p:cNvPr id="6" name="Picture 50" descr="rewind1">
            <a:hlinkClick r:id="" action="ppaction://hlinkshowjump?jump=firstslide"/>
          </p:cNvPr>
          <p:cNvPicPr>
            <a:picLocks noChangeAspect="1"/>
          </p:cNvPicPr>
          <p:nvPr/>
        </p:nvPicPr>
        <p:blipFill>
          <a:blip r:embed="rId4"/>
          <a:stretch>
            <a:fillRect/>
          </a:stretch>
        </p:blipFill>
        <p:spPr>
          <a:xfrm>
            <a:off x="8018463" y="6551613"/>
            <a:ext cx="306387" cy="306387"/>
          </a:xfrm>
          <a:prstGeom prst="rect">
            <a:avLst/>
          </a:prstGeom>
          <a:noFill/>
          <a:ln w="9525">
            <a:noFill/>
          </a:ln>
        </p:spPr>
      </p:pic>
      <p:pic>
        <p:nvPicPr>
          <p:cNvPr id="7" name="Picture 149" descr="NEXT1">
            <a:hlinkClick r:id="" action="ppaction://hlinkshowjump?jump=nextslide"/>
          </p:cNvPr>
          <p:cNvPicPr>
            <a:picLocks noChangeAspect="1"/>
          </p:cNvPicPr>
          <p:nvPr/>
        </p:nvPicPr>
        <p:blipFill>
          <a:blip r:embed="rId5"/>
          <a:stretch>
            <a:fillRect/>
          </a:stretch>
        </p:blipFill>
        <p:spPr>
          <a:xfrm>
            <a:off x="8753475" y="6551613"/>
            <a:ext cx="306388" cy="306387"/>
          </a:xfrm>
          <a:prstGeom prst="rect">
            <a:avLst/>
          </a:prstGeom>
          <a:noFill/>
          <a:ln w="9525">
            <a:noFill/>
          </a:ln>
        </p:spPr>
      </p:pic>
      <p:sp>
        <p:nvSpPr>
          <p:cNvPr id="2" name="矩形 1"/>
          <p:cNvSpPr/>
          <p:nvPr/>
        </p:nvSpPr>
        <p:spPr>
          <a:xfrm>
            <a:off x="971550" y="49213"/>
            <a:ext cx="3467100" cy="584200"/>
          </a:xfrm>
          <a:prstGeom prst="rect">
            <a:avLst/>
          </a:prstGeom>
        </p:spPr>
        <p:txBody>
          <a:bodyPr wrap="none">
            <a:spAutoFit/>
          </a:bodyPr>
          <a:lstStyle/>
          <a:p>
            <a:pPr marL="0" marR="0" lvl="0" indent="0" algn="l" defTabSz="914400" rtl="0" eaLnBrk="0" fontAlgn="base" latinLnBrk="0" hangingPunct="0">
              <a:lnSpc>
                <a:spcPct val="100000"/>
              </a:lnSpc>
              <a:spcBef>
                <a:spcPct val="0"/>
              </a:spcBef>
              <a:spcAft>
                <a:spcPct val="0"/>
              </a:spcAft>
              <a:buClrTx/>
              <a:buSzTx/>
              <a:buFontTx/>
              <a:buNone/>
              <a:defRPr/>
            </a:pPr>
            <a:r>
              <a:rPr kumimoji="1" lang="zh-CN" altLang="en-US" sz="3200" b="1" i="0" u="none" strike="noStrike" kern="1200" cap="none" spc="0" normalizeH="0" baseline="0" noProof="0" dirty="0">
                <a:ln>
                  <a:noFill/>
                </a:ln>
                <a:solidFill>
                  <a:srgbClr val="C00000"/>
                </a:solidFill>
                <a:effectLst>
                  <a:outerShdw blurRad="38100" dist="38100" dir="2700000" algn="tl">
                    <a:srgbClr val="000000"/>
                  </a:outerShdw>
                </a:effectLst>
                <a:uLnTx/>
                <a:uFillTx/>
                <a:latin typeface="宋体" panose="02010600030101010101" pitchFamily="2" charset="-122"/>
                <a:ea typeface="华文中宋" panose="02010600040101010101" pitchFamily="2" charset="-122"/>
                <a:cs typeface="+mn-cs"/>
              </a:rPr>
              <a:t>轴承组合设计例题</a:t>
            </a:r>
            <a:endParaRPr kumimoji="1" lang="zh-CN" altLang="en-US" sz="3200" b="1" i="0" u="none" strike="noStrike" kern="1200" cap="none" spc="0" normalizeH="0" baseline="0" noProof="0" dirty="0">
              <a:ln>
                <a:noFill/>
              </a:ln>
              <a:solidFill>
                <a:srgbClr val="C00000"/>
              </a:solidFill>
              <a:effectLst>
                <a:outerShdw blurRad="38100" dist="38100" dir="2700000" algn="tl">
                  <a:srgbClr val="000000"/>
                </a:outerShdw>
              </a:effectLst>
              <a:uLnTx/>
              <a:uFillTx/>
              <a:latin typeface="宋体" panose="02010600030101010101" pitchFamily="2" charset="-122"/>
              <a:ea typeface="华文中宋" panose="02010600040101010101" pitchFamily="2" charset="-122"/>
              <a:cs typeface="+mn-cs"/>
            </a:endParaRPr>
          </a:p>
        </p:txBody>
      </p:sp>
    </p:spTree>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152579"/>
                                        </p:tgtEl>
                                        <p:attrNameLst>
                                          <p:attrName>style.visibility</p:attrName>
                                        </p:attrNameLst>
                                      </p:cBhvr>
                                      <p:to>
                                        <p:strVal val="visible"/>
                                      </p:to>
                                    </p:set>
                                    <p:animEffect transition="in" filter="wipe(up)">
                                      <p:cBhvr>
                                        <p:cTn id="7" dur="500"/>
                                        <p:tgtEl>
                                          <p:spTgt spid="152579"/>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nodeType="clickEffect">
                                  <p:stCondLst>
                                    <p:cond delay="0"/>
                                  </p:stCondLst>
                                  <p:childTnLst>
                                    <p:set>
                                      <p:cBhvr>
                                        <p:cTn id="11" dur="1" fill="hold">
                                          <p:stCondLst>
                                            <p:cond delay="0"/>
                                          </p:stCondLst>
                                        </p:cTn>
                                        <p:tgtEl>
                                          <p:spTgt spid="152580"/>
                                        </p:tgtEl>
                                        <p:attrNameLst>
                                          <p:attrName>style.visibility</p:attrName>
                                        </p:attrNameLst>
                                      </p:cBhvr>
                                      <p:to>
                                        <p:strVal val="visible"/>
                                      </p:to>
                                    </p:set>
                                    <p:animEffect transition="in" filter="wipe(up)">
                                      <p:cBhvr>
                                        <p:cTn id="12" dur="500"/>
                                        <p:tgtEl>
                                          <p:spTgt spid="152580"/>
                                        </p:tgtEl>
                                      </p:cBhvr>
                                    </p:animEffect>
                                  </p:childTnLst>
                                </p:cTn>
                              </p:par>
                            </p:childTnLst>
                          </p:cTn>
                        </p:par>
                        <p:par>
                          <p:cTn id="13" fill="hold">
                            <p:stCondLst>
                              <p:cond delay="500"/>
                            </p:stCondLst>
                            <p:childTnLst>
                              <p:par>
                                <p:cTn id="14" presetID="2" presetClass="entr" presetSubtype="8" fill="hold" nodeType="afterEffect">
                                  <p:stCondLst>
                                    <p:cond delay="0"/>
                                  </p:stCondLst>
                                  <p:childTnLst>
                                    <p:set>
                                      <p:cBhvr>
                                        <p:cTn id="15" dur="1" fill="hold">
                                          <p:stCondLst>
                                            <p:cond delay="0"/>
                                          </p:stCondLst>
                                        </p:cTn>
                                        <p:tgtEl>
                                          <p:spTgt spid="5"/>
                                        </p:tgtEl>
                                        <p:attrNameLst>
                                          <p:attrName>style.visibility</p:attrName>
                                        </p:attrNameLst>
                                      </p:cBhvr>
                                      <p:to>
                                        <p:strVal val="visible"/>
                                      </p:to>
                                    </p:set>
                                    <p:anim calcmode="lin" valueType="num">
                                      <p:cBhvr additive="base">
                                        <p:cTn id="16" dur="500" fill="hold"/>
                                        <p:tgtEl>
                                          <p:spTgt spid="5"/>
                                        </p:tgtEl>
                                        <p:attrNameLst>
                                          <p:attrName>ppt_x</p:attrName>
                                        </p:attrNameLst>
                                      </p:cBhvr>
                                      <p:tavLst>
                                        <p:tav tm="0">
                                          <p:val>
                                            <p:strVal val="0-#ppt_w/2"/>
                                          </p:val>
                                        </p:tav>
                                        <p:tav tm="100000">
                                          <p:val>
                                            <p:strVal val="#ppt_x"/>
                                          </p:val>
                                        </p:tav>
                                      </p:tavLst>
                                    </p:anim>
                                    <p:anim calcmode="lin" valueType="num">
                                      <p:cBhvr additive="base">
                                        <p:cTn id="17" dur="500" fill="hold"/>
                                        <p:tgtEl>
                                          <p:spTgt spid="5"/>
                                        </p:tgtEl>
                                        <p:attrNameLst>
                                          <p:attrName>ppt_y</p:attrName>
                                        </p:attrNameLst>
                                      </p:cBhvr>
                                      <p:tavLst>
                                        <p:tav tm="0">
                                          <p:val>
                                            <p:strVal val="#ppt_y"/>
                                          </p:val>
                                        </p:tav>
                                        <p:tav tm="100000">
                                          <p:val>
                                            <p:strVal val="#ppt_y"/>
                                          </p:val>
                                        </p:tav>
                                      </p:tavLst>
                                    </p:anim>
                                  </p:childTnLst>
                                </p:cTn>
                              </p:par>
                            </p:childTnLst>
                          </p:cTn>
                        </p:par>
                        <p:par>
                          <p:cTn id="18" fill="hold">
                            <p:stCondLst>
                              <p:cond delay="1000"/>
                            </p:stCondLst>
                            <p:childTnLst>
                              <p:par>
                                <p:cTn id="19" presetID="2" presetClass="entr" presetSubtype="8" fill="hold" nodeType="afterEffect">
                                  <p:stCondLst>
                                    <p:cond delay="0"/>
                                  </p:stCondLst>
                                  <p:childTnLst>
                                    <p:set>
                                      <p:cBhvr>
                                        <p:cTn id="20" dur="1" fill="hold">
                                          <p:stCondLst>
                                            <p:cond delay="0"/>
                                          </p:stCondLst>
                                        </p:cTn>
                                        <p:tgtEl>
                                          <p:spTgt spid="6"/>
                                        </p:tgtEl>
                                        <p:attrNameLst>
                                          <p:attrName>style.visibility</p:attrName>
                                        </p:attrNameLst>
                                      </p:cBhvr>
                                      <p:to>
                                        <p:strVal val="visible"/>
                                      </p:to>
                                    </p:set>
                                    <p:anim calcmode="lin" valueType="num">
                                      <p:cBhvr additive="base">
                                        <p:cTn id="21" dur="500" fill="hold"/>
                                        <p:tgtEl>
                                          <p:spTgt spid="6"/>
                                        </p:tgtEl>
                                        <p:attrNameLst>
                                          <p:attrName>ppt_x</p:attrName>
                                        </p:attrNameLst>
                                      </p:cBhvr>
                                      <p:tavLst>
                                        <p:tav tm="0">
                                          <p:val>
                                            <p:strVal val="0-#ppt_w/2"/>
                                          </p:val>
                                        </p:tav>
                                        <p:tav tm="100000">
                                          <p:val>
                                            <p:strVal val="#ppt_x"/>
                                          </p:val>
                                        </p:tav>
                                      </p:tavLst>
                                    </p:anim>
                                    <p:anim calcmode="lin" valueType="num">
                                      <p:cBhvr additive="base">
                                        <p:cTn id="22" dur="500" fill="hold"/>
                                        <p:tgtEl>
                                          <p:spTgt spid="6"/>
                                        </p:tgtEl>
                                        <p:attrNameLst>
                                          <p:attrName>ppt_y</p:attrName>
                                        </p:attrNameLst>
                                      </p:cBhvr>
                                      <p:tavLst>
                                        <p:tav tm="0">
                                          <p:val>
                                            <p:strVal val="#ppt_y"/>
                                          </p:val>
                                        </p:tav>
                                        <p:tav tm="100000">
                                          <p:val>
                                            <p:strVal val="#ppt_y"/>
                                          </p:val>
                                        </p:tav>
                                      </p:tavLst>
                                    </p:anim>
                                  </p:childTnLst>
                                </p:cTn>
                              </p:par>
                            </p:childTnLst>
                          </p:cTn>
                        </p:par>
                        <p:par>
                          <p:cTn id="23" fill="hold">
                            <p:stCondLst>
                              <p:cond delay="1500"/>
                            </p:stCondLst>
                            <p:childTnLst>
                              <p:par>
                                <p:cTn id="24" presetID="1" presetClass="entr" presetSubtype="0" fill="hold" nodeType="afterEffect">
                                  <p:stCondLst>
                                    <p:cond delay="0"/>
                                  </p:stCondLst>
                                  <p:childTnLst>
                                    <p:set>
                                      <p:cBhvr>
                                        <p:cTn id="25" dur="1" fill="hold">
                                          <p:stCondLst>
                                            <p:cond delay="499"/>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2578" grpId="0" build="p"/>
    </p:bldLst>
  </p:timing>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02" name="Rectangle 2"/>
          <p:cNvSpPr>
            <a:spLocks noGrp="1" noChangeArrowheads="1"/>
          </p:cNvSpPr>
          <p:nvPr>
            <p:ph idx="1"/>
          </p:nvPr>
        </p:nvSpPr>
        <p:spPr>
          <a:xfrm>
            <a:off x="355600" y="1176338"/>
            <a:ext cx="2632075" cy="1574800"/>
          </a:xfrm>
        </p:spPr>
        <p:txBody>
          <a:bodyPr/>
          <a:lstStyle/>
          <a:p>
            <a:pPr marL="342900" marR="0" lvl="0" indent="-342900" algn="l" defTabSz="914400" rtl="0" eaLnBrk="0" fontAlgn="base" latinLnBrk="0" hangingPunct="0">
              <a:lnSpc>
                <a:spcPct val="100000"/>
              </a:lnSpc>
              <a:spcBef>
                <a:spcPct val="20000"/>
              </a:spcBef>
              <a:spcAft>
                <a:spcPct val="0"/>
              </a:spcAft>
              <a:buClr>
                <a:schemeClr val="hlink"/>
              </a:buClr>
              <a:buSzPct val="110000"/>
              <a:buFontTx/>
              <a:buChar char=" "/>
              <a:defRPr/>
            </a:pPr>
            <a:r>
              <a:rPr kumimoji="1" lang="en-US" altLang="zh-CN" sz="3200" b="1" i="0" u="none" strike="noStrike" kern="1200" cap="none" spc="0" normalizeH="0" baseline="0" noProof="0">
                <a:ln>
                  <a:noFill/>
                </a:ln>
                <a:solidFill>
                  <a:schemeClr val="tx1"/>
                </a:solidFill>
                <a:effectLst>
                  <a:outerShdw blurRad="38100" dist="38100" dir="2700000" algn="tl">
                    <a:srgbClr val="FFFFFF"/>
                  </a:outerShdw>
                </a:effectLst>
                <a:uLnTx/>
                <a:uFillTx/>
                <a:latin typeface="仿宋_GB2312" pitchFamily="49" charset="-122"/>
                <a:ea typeface="仿宋_GB2312" pitchFamily="49" charset="-122"/>
                <a:cs typeface="+mn-cs"/>
              </a:rPr>
              <a:t>  </a:t>
            </a:r>
            <a:r>
              <a:rPr kumimoji="1" lang="zh-CN" altLang="en-US" sz="2400" i="0" u="none" strike="noStrike" kern="1200" cap="none" spc="0" normalizeH="0" baseline="0" noProof="0">
                <a:ln>
                  <a:noFill/>
                </a:ln>
                <a:solidFill>
                  <a:schemeClr val="tx1"/>
                </a:solidFill>
                <a:effectLst>
                  <a:outerShdw blurRad="38100" dist="38100" dir="2700000" algn="tl">
                    <a:srgbClr val="FFFFFF"/>
                  </a:outerShdw>
                </a:effectLst>
                <a:uLnTx/>
                <a:uFillTx/>
                <a:latin typeface="仿宋_GB2312" pitchFamily="49" charset="-122"/>
                <a:ea typeface="仿宋_GB2312" pitchFamily="49" charset="-122"/>
                <a:cs typeface="+mn-cs"/>
              </a:rPr>
              <a:t>选择左端套筒的形式。</a:t>
            </a:r>
            <a:endParaRPr kumimoji="1" lang="zh-CN" altLang="en-US" sz="2400" i="0" u="none" strike="noStrike" kern="1200" cap="none" spc="0" normalizeH="0" baseline="0" noProof="0">
              <a:ln>
                <a:noFill/>
              </a:ln>
              <a:solidFill>
                <a:schemeClr val="tx1"/>
              </a:solidFill>
              <a:effectLst/>
              <a:uLnTx/>
              <a:uFillTx/>
              <a:latin typeface="幼圆" panose="02010509060101010101" pitchFamily="49" charset="-122"/>
              <a:ea typeface="幼圆" panose="02010509060101010101" pitchFamily="49" charset="-122"/>
              <a:cs typeface="+mn-cs"/>
            </a:endParaRPr>
          </a:p>
        </p:txBody>
      </p:sp>
      <p:pic>
        <p:nvPicPr>
          <p:cNvPr id="153603" name="Picture 3"/>
          <p:cNvPicPr>
            <a:picLocks noChangeAspect="1"/>
          </p:cNvPicPr>
          <p:nvPr/>
        </p:nvPicPr>
        <p:blipFill>
          <a:blip r:embed="rId1"/>
          <a:stretch>
            <a:fillRect/>
          </a:stretch>
        </p:blipFill>
        <p:spPr>
          <a:xfrm>
            <a:off x="3844925" y="744538"/>
            <a:ext cx="4535488" cy="2770187"/>
          </a:xfrm>
          <a:prstGeom prst="rect">
            <a:avLst/>
          </a:prstGeom>
          <a:noFill/>
          <a:ln w="9525">
            <a:noFill/>
          </a:ln>
        </p:spPr>
      </p:pic>
      <p:pic>
        <p:nvPicPr>
          <p:cNvPr id="153604" name="Picture 4"/>
          <p:cNvPicPr>
            <a:picLocks noChangeAspect="1"/>
          </p:cNvPicPr>
          <p:nvPr/>
        </p:nvPicPr>
        <p:blipFill>
          <a:blip r:embed="rId2"/>
          <a:stretch>
            <a:fillRect/>
          </a:stretch>
        </p:blipFill>
        <p:spPr>
          <a:xfrm>
            <a:off x="1147763" y="3602038"/>
            <a:ext cx="4538662" cy="2779712"/>
          </a:xfrm>
          <a:prstGeom prst="rect">
            <a:avLst/>
          </a:prstGeom>
          <a:noFill/>
          <a:ln w="9525">
            <a:noFill/>
          </a:ln>
        </p:spPr>
      </p:pic>
      <p:pic>
        <p:nvPicPr>
          <p:cNvPr id="153605" name="Picture 5"/>
          <p:cNvPicPr>
            <a:picLocks noChangeAspect="1"/>
          </p:cNvPicPr>
          <p:nvPr/>
        </p:nvPicPr>
        <p:blipFill>
          <a:blip r:embed="rId3"/>
          <a:stretch>
            <a:fillRect/>
          </a:stretch>
        </p:blipFill>
        <p:spPr>
          <a:xfrm>
            <a:off x="5934075" y="3784600"/>
            <a:ext cx="1511300" cy="2112963"/>
          </a:xfrm>
          <a:prstGeom prst="rect">
            <a:avLst/>
          </a:prstGeom>
          <a:noFill/>
          <a:ln w="9525">
            <a:noFill/>
          </a:ln>
        </p:spPr>
      </p:pic>
      <p:pic>
        <p:nvPicPr>
          <p:cNvPr id="6" name="Picture 49" descr="back1">
            <a:hlinkClick r:id="" tooltip="上一页" action="ppaction://hlinkshowjump?jump=previousslide"/>
          </p:cNvPr>
          <p:cNvPicPr>
            <a:picLocks noChangeAspect="1"/>
          </p:cNvPicPr>
          <p:nvPr/>
        </p:nvPicPr>
        <p:blipFill>
          <a:blip r:embed="rId4"/>
          <a:stretch>
            <a:fillRect/>
          </a:stretch>
        </p:blipFill>
        <p:spPr>
          <a:xfrm>
            <a:off x="8380413" y="6556375"/>
            <a:ext cx="306387" cy="306388"/>
          </a:xfrm>
          <a:prstGeom prst="rect">
            <a:avLst/>
          </a:prstGeom>
          <a:noFill/>
          <a:ln w="9525">
            <a:noFill/>
          </a:ln>
        </p:spPr>
      </p:pic>
      <p:pic>
        <p:nvPicPr>
          <p:cNvPr id="7" name="Picture 50" descr="rewind1">
            <a:hlinkClick r:id="" action="ppaction://hlinkshowjump?jump=firstslide"/>
          </p:cNvPr>
          <p:cNvPicPr>
            <a:picLocks noChangeAspect="1"/>
          </p:cNvPicPr>
          <p:nvPr/>
        </p:nvPicPr>
        <p:blipFill>
          <a:blip r:embed="rId5"/>
          <a:stretch>
            <a:fillRect/>
          </a:stretch>
        </p:blipFill>
        <p:spPr>
          <a:xfrm>
            <a:off x="8018463" y="6551613"/>
            <a:ext cx="306387" cy="306387"/>
          </a:xfrm>
          <a:prstGeom prst="rect">
            <a:avLst/>
          </a:prstGeom>
          <a:noFill/>
          <a:ln w="9525">
            <a:noFill/>
          </a:ln>
        </p:spPr>
      </p:pic>
      <p:pic>
        <p:nvPicPr>
          <p:cNvPr id="8" name="Picture 149" descr="NEXT1">
            <a:hlinkClick r:id="" action="ppaction://hlinkshowjump?jump=nextslide"/>
          </p:cNvPr>
          <p:cNvPicPr>
            <a:picLocks noChangeAspect="1"/>
          </p:cNvPicPr>
          <p:nvPr/>
        </p:nvPicPr>
        <p:blipFill>
          <a:blip r:embed="rId6"/>
          <a:stretch>
            <a:fillRect/>
          </a:stretch>
        </p:blipFill>
        <p:spPr>
          <a:xfrm>
            <a:off x="8753475" y="6551613"/>
            <a:ext cx="306388" cy="306387"/>
          </a:xfrm>
          <a:prstGeom prst="rect">
            <a:avLst/>
          </a:prstGeom>
          <a:noFill/>
          <a:ln w="9525">
            <a:noFill/>
          </a:ln>
        </p:spPr>
      </p:pic>
      <p:sp>
        <p:nvSpPr>
          <p:cNvPr id="2" name="矩形 1"/>
          <p:cNvSpPr/>
          <p:nvPr/>
        </p:nvSpPr>
        <p:spPr>
          <a:xfrm>
            <a:off x="1148080" y="27305"/>
            <a:ext cx="3467100" cy="583565"/>
          </a:xfrm>
          <a:prstGeom prst="rect">
            <a:avLst/>
          </a:prstGeom>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defRPr/>
            </a:pPr>
            <a:r>
              <a:rPr kumimoji="1" lang="zh-CN" altLang="en-US" sz="3200" b="1" i="0" u="none" strike="noStrike" kern="1200" cap="none" spc="0" normalizeH="0" baseline="0" noProof="0" dirty="0">
                <a:ln>
                  <a:noFill/>
                </a:ln>
                <a:solidFill>
                  <a:srgbClr val="C00000"/>
                </a:solidFill>
                <a:effectLst>
                  <a:outerShdw blurRad="38100" dist="38100" dir="2700000" algn="tl">
                    <a:srgbClr val="000000"/>
                  </a:outerShdw>
                </a:effectLst>
                <a:uLnTx/>
                <a:uFillTx/>
                <a:latin typeface="宋体" panose="02010600030101010101" pitchFamily="2" charset="-122"/>
                <a:ea typeface="华文中宋" panose="02010600040101010101" pitchFamily="2" charset="-122"/>
                <a:cs typeface="+mn-cs"/>
              </a:rPr>
              <a:t>轴承组合设计例题</a:t>
            </a:r>
            <a:endParaRPr kumimoji="1" lang="zh-CN" altLang="en-US" sz="3200" b="1" i="0" u="none" strike="noStrike" kern="1200" cap="none" spc="0" normalizeH="0" baseline="0" noProof="0" dirty="0">
              <a:ln>
                <a:noFill/>
              </a:ln>
              <a:solidFill>
                <a:srgbClr val="C00000"/>
              </a:solidFill>
              <a:effectLst>
                <a:outerShdw blurRad="38100" dist="38100" dir="2700000" algn="tl">
                  <a:srgbClr val="000000"/>
                </a:outerShdw>
              </a:effectLst>
              <a:uLnTx/>
              <a:uFillTx/>
              <a:latin typeface="宋体" panose="02010600030101010101" pitchFamily="2" charset="-122"/>
              <a:ea typeface="华文中宋" panose="02010600040101010101" pitchFamily="2" charset="-122"/>
              <a:cs typeface="+mn-cs"/>
            </a:endParaRPr>
          </a:p>
        </p:txBody>
      </p:sp>
    </p:spTree>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153603"/>
                                        </p:tgtEl>
                                        <p:attrNameLst>
                                          <p:attrName>style.visibility</p:attrName>
                                        </p:attrNameLst>
                                      </p:cBhvr>
                                      <p:to>
                                        <p:strVal val="visible"/>
                                      </p:to>
                                    </p:set>
                                    <p:animEffect transition="in" filter="wipe(up)">
                                      <p:cBhvr>
                                        <p:cTn id="7" dur="500"/>
                                        <p:tgtEl>
                                          <p:spTgt spid="15360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nodeType="clickEffect">
                                  <p:stCondLst>
                                    <p:cond delay="0"/>
                                  </p:stCondLst>
                                  <p:childTnLst>
                                    <p:set>
                                      <p:cBhvr>
                                        <p:cTn id="11" dur="1" fill="hold">
                                          <p:stCondLst>
                                            <p:cond delay="0"/>
                                          </p:stCondLst>
                                        </p:cTn>
                                        <p:tgtEl>
                                          <p:spTgt spid="153604"/>
                                        </p:tgtEl>
                                        <p:attrNameLst>
                                          <p:attrName>style.visibility</p:attrName>
                                        </p:attrNameLst>
                                      </p:cBhvr>
                                      <p:to>
                                        <p:strVal val="visible"/>
                                      </p:to>
                                    </p:set>
                                    <p:animEffect transition="in" filter="wipe(up)">
                                      <p:cBhvr>
                                        <p:cTn id="12" dur="500"/>
                                        <p:tgtEl>
                                          <p:spTgt spid="153604"/>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nodeType="clickEffect">
                                  <p:stCondLst>
                                    <p:cond delay="0"/>
                                  </p:stCondLst>
                                  <p:childTnLst>
                                    <p:set>
                                      <p:cBhvr>
                                        <p:cTn id="16" dur="1" fill="hold">
                                          <p:stCondLst>
                                            <p:cond delay="0"/>
                                          </p:stCondLst>
                                        </p:cTn>
                                        <p:tgtEl>
                                          <p:spTgt spid="153605"/>
                                        </p:tgtEl>
                                        <p:attrNameLst>
                                          <p:attrName>style.visibility</p:attrName>
                                        </p:attrNameLst>
                                      </p:cBhvr>
                                      <p:to>
                                        <p:strVal val="visible"/>
                                      </p:to>
                                    </p:set>
                                    <p:animEffect transition="in" filter="wipe(up)">
                                      <p:cBhvr>
                                        <p:cTn id="17" dur="500"/>
                                        <p:tgtEl>
                                          <p:spTgt spid="153605"/>
                                        </p:tgtEl>
                                      </p:cBhvr>
                                    </p:animEffect>
                                  </p:childTnLst>
                                </p:cTn>
                              </p:par>
                            </p:childTnLst>
                          </p:cTn>
                        </p:par>
                        <p:par>
                          <p:cTn id="18" fill="hold">
                            <p:stCondLst>
                              <p:cond delay="500"/>
                            </p:stCondLst>
                            <p:childTnLst>
                              <p:par>
                                <p:cTn id="19" presetID="2" presetClass="entr" presetSubtype="8" fill="hold" nodeType="afterEffect">
                                  <p:stCondLst>
                                    <p:cond delay="0"/>
                                  </p:stCondLst>
                                  <p:childTnLst>
                                    <p:set>
                                      <p:cBhvr>
                                        <p:cTn id="20" dur="1" fill="hold">
                                          <p:stCondLst>
                                            <p:cond delay="0"/>
                                          </p:stCondLst>
                                        </p:cTn>
                                        <p:tgtEl>
                                          <p:spTgt spid="6"/>
                                        </p:tgtEl>
                                        <p:attrNameLst>
                                          <p:attrName>style.visibility</p:attrName>
                                        </p:attrNameLst>
                                      </p:cBhvr>
                                      <p:to>
                                        <p:strVal val="visible"/>
                                      </p:to>
                                    </p:set>
                                    <p:anim calcmode="lin" valueType="num">
                                      <p:cBhvr additive="base">
                                        <p:cTn id="21" dur="500" fill="hold"/>
                                        <p:tgtEl>
                                          <p:spTgt spid="6"/>
                                        </p:tgtEl>
                                        <p:attrNameLst>
                                          <p:attrName>ppt_x</p:attrName>
                                        </p:attrNameLst>
                                      </p:cBhvr>
                                      <p:tavLst>
                                        <p:tav tm="0">
                                          <p:val>
                                            <p:strVal val="0-#ppt_w/2"/>
                                          </p:val>
                                        </p:tav>
                                        <p:tav tm="100000">
                                          <p:val>
                                            <p:strVal val="#ppt_x"/>
                                          </p:val>
                                        </p:tav>
                                      </p:tavLst>
                                    </p:anim>
                                    <p:anim calcmode="lin" valueType="num">
                                      <p:cBhvr additive="base">
                                        <p:cTn id="22" dur="500" fill="hold"/>
                                        <p:tgtEl>
                                          <p:spTgt spid="6"/>
                                        </p:tgtEl>
                                        <p:attrNameLst>
                                          <p:attrName>ppt_y</p:attrName>
                                        </p:attrNameLst>
                                      </p:cBhvr>
                                      <p:tavLst>
                                        <p:tav tm="0">
                                          <p:val>
                                            <p:strVal val="#ppt_y"/>
                                          </p:val>
                                        </p:tav>
                                        <p:tav tm="100000">
                                          <p:val>
                                            <p:strVal val="#ppt_y"/>
                                          </p:val>
                                        </p:tav>
                                      </p:tavLst>
                                    </p:anim>
                                  </p:childTnLst>
                                </p:cTn>
                              </p:par>
                            </p:childTnLst>
                          </p:cTn>
                        </p:par>
                        <p:par>
                          <p:cTn id="23" fill="hold">
                            <p:stCondLst>
                              <p:cond delay="1000"/>
                            </p:stCondLst>
                            <p:childTnLst>
                              <p:par>
                                <p:cTn id="24" presetID="2" presetClass="entr" presetSubtype="8" fill="hold" nodeType="afterEffect">
                                  <p:stCondLst>
                                    <p:cond delay="0"/>
                                  </p:stCondLst>
                                  <p:childTnLst>
                                    <p:set>
                                      <p:cBhvr>
                                        <p:cTn id="25" dur="1" fill="hold">
                                          <p:stCondLst>
                                            <p:cond delay="0"/>
                                          </p:stCondLst>
                                        </p:cTn>
                                        <p:tgtEl>
                                          <p:spTgt spid="7"/>
                                        </p:tgtEl>
                                        <p:attrNameLst>
                                          <p:attrName>style.visibility</p:attrName>
                                        </p:attrNameLst>
                                      </p:cBhvr>
                                      <p:to>
                                        <p:strVal val="visible"/>
                                      </p:to>
                                    </p:set>
                                    <p:anim calcmode="lin" valueType="num">
                                      <p:cBhvr additive="base">
                                        <p:cTn id="26" dur="500" fill="hold"/>
                                        <p:tgtEl>
                                          <p:spTgt spid="7"/>
                                        </p:tgtEl>
                                        <p:attrNameLst>
                                          <p:attrName>ppt_x</p:attrName>
                                        </p:attrNameLst>
                                      </p:cBhvr>
                                      <p:tavLst>
                                        <p:tav tm="0">
                                          <p:val>
                                            <p:strVal val="0-#ppt_w/2"/>
                                          </p:val>
                                        </p:tav>
                                        <p:tav tm="100000">
                                          <p:val>
                                            <p:strVal val="#ppt_x"/>
                                          </p:val>
                                        </p:tav>
                                      </p:tavLst>
                                    </p:anim>
                                    <p:anim calcmode="lin" valueType="num">
                                      <p:cBhvr additive="base">
                                        <p:cTn id="27" dur="500" fill="hold"/>
                                        <p:tgtEl>
                                          <p:spTgt spid="7"/>
                                        </p:tgtEl>
                                        <p:attrNameLst>
                                          <p:attrName>ppt_y</p:attrName>
                                        </p:attrNameLst>
                                      </p:cBhvr>
                                      <p:tavLst>
                                        <p:tav tm="0">
                                          <p:val>
                                            <p:strVal val="#ppt_y"/>
                                          </p:val>
                                        </p:tav>
                                        <p:tav tm="100000">
                                          <p:val>
                                            <p:strVal val="#ppt_y"/>
                                          </p:val>
                                        </p:tav>
                                      </p:tavLst>
                                    </p:anim>
                                  </p:childTnLst>
                                </p:cTn>
                              </p:par>
                            </p:childTnLst>
                          </p:cTn>
                        </p:par>
                        <p:par>
                          <p:cTn id="28" fill="hold">
                            <p:stCondLst>
                              <p:cond delay="1500"/>
                            </p:stCondLst>
                            <p:childTnLst>
                              <p:par>
                                <p:cTn id="29" presetID="1" presetClass="entr" presetSubtype="0" fill="hold" nodeType="afterEffect">
                                  <p:stCondLst>
                                    <p:cond delay="0"/>
                                  </p:stCondLst>
                                  <p:childTnLst>
                                    <p:set>
                                      <p:cBhvr>
                                        <p:cTn id="30" dur="1" fill="hold">
                                          <p:stCondLst>
                                            <p:cond delay="499"/>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3602" grpId="0" build="p"/>
    </p:bldLst>
  </p:timing>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4626" name="Rectangle 2"/>
          <p:cNvSpPr>
            <a:spLocks noGrp="1" noChangeArrowheads="1"/>
          </p:cNvSpPr>
          <p:nvPr>
            <p:ph idx="1"/>
          </p:nvPr>
        </p:nvSpPr>
        <p:spPr>
          <a:xfrm>
            <a:off x="606425" y="904875"/>
            <a:ext cx="7772400" cy="1000125"/>
          </a:xfrm>
        </p:spPr>
        <p:txBody>
          <a:bodyPr/>
          <a:lstStyle/>
          <a:p>
            <a:pPr marL="342900" marR="0" lvl="0" indent="-342900" algn="l" defTabSz="914400" rtl="0" eaLnBrk="0" fontAlgn="base" latinLnBrk="0" hangingPunct="0">
              <a:lnSpc>
                <a:spcPct val="100000"/>
              </a:lnSpc>
              <a:spcBef>
                <a:spcPct val="20000"/>
              </a:spcBef>
              <a:spcAft>
                <a:spcPct val="0"/>
              </a:spcAft>
              <a:buClr>
                <a:schemeClr val="hlink"/>
              </a:buClr>
              <a:buSzPct val="110000"/>
              <a:buFontTx/>
              <a:buNone/>
              <a:defRPr/>
            </a:pPr>
            <a:r>
              <a:rPr kumimoji="1" lang="en-US" altLang="zh-CN" sz="3200" b="1" i="0" u="none" strike="noStrike" kern="1200" cap="none" spc="0" normalizeH="0" baseline="0" noProof="0">
                <a:ln>
                  <a:noFill/>
                </a:ln>
                <a:solidFill>
                  <a:schemeClr val="tx1"/>
                </a:solidFill>
                <a:effectLst>
                  <a:outerShdw blurRad="38100" dist="38100" dir="2700000" algn="tl">
                    <a:srgbClr val="FFFFFF"/>
                  </a:outerShdw>
                </a:effectLst>
                <a:uLnTx/>
                <a:uFillTx/>
                <a:latin typeface="仿宋_GB2312" pitchFamily="49" charset="-122"/>
                <a:ea typeface="仿宋_GB2312" pitchFamily="49" charset="-122"/>
                <a:cs typeface="+mn-cs"/>
              </a:rPr>
              <a:t>     </a:t>
            </a:r>
            <a:r>
              <a:rPr kumimoji="1" lang="zh-CN" altLang="en-US" sz="2400" i="0" u="none" strike="noStrike" kern="1200" cap="none" spc="0" normalizeH="0" baseline="0" noProof="0">
                <a:ln>
                  <a:noFill/>
                </a:ln>
                <a:solidFill>
                  <a:schemeClr val="tx1"/>
                </a:solidFill>
                <a:effectLst>
                  <a:outerShdw blurRad="38100" dist="38100" dir="2700000" algn="tl">
                    <a:srgbClr val="FFFFFF"/>
                  </a:outerShdw>
                </a:effectLst>
                <a:uLnTx/>
                <a:uFillTx/>
                <a:latin typeface="仿宋_GB2312" pitchFamily="49" charset="-122"/>
                <a:ea typeface="仿宋_GB2312" pitchFamily="49" charset="-122"/>
                <a:cs typeface="+mn-cs"/>
              </a:rPr>
              <a:t>轴肩的高度不能超过轴承的安装尺寸，否则轴承无法拆卸</a:t>
            </a:r>
            <a:endParaRPr kumimoji="1" lang="zh-CN" altLang="en-US" sz="2400" i="0" u="none" strike="noStrike" kern="1200" cap="none" spc="0" normalizeH="0" baseline="0" noProof="0">
              <a:ln>
                <a:noFill/>
              </a:ln>
              <a:solidFill>
                <a:schemeClr val="tx1"/>
              </a:solidFill>
              <a:effectLst>
                <a:outerShdw blurRad="38100" dist="38100" dir="2700000" algn="tl">
                  <a:srgbClr val="FFFFFF"/>
                </a:outerShdw>
              </a:effectLst>
              <a:uLnTx/>
              <a:uFillTx/>
              <a:latin typeface="仿宋_GB2312" pitchFamily="49" charset="-122"/>
              <a:ea typeface="仿宋_GB2312" pitchFamily="49" charset="-122"/>
              <a:cs typeface="+mn-cs"/>
            </a:endParaRPr>
          </a:p>
        </p:txBody>
      </p:sp>
      <p:pic>
        <p:nvPicPr>
          <p:cNvPr id="154627" name="Picture 3"/>
          <p:cNvPicPr>
            <a:picLocks noChangeAspect="1"/>
          </p:cNvPicPr>
          <p:nvPr/>
        </p:nvPicPr>
        <p:blipFill>
          <a:blip r:embed="rId1"/>
          <a:stretch>
            <a:fillRect/>
          </a:stretch>
        </p:blipFill>
        <p:spPr>
          <a:xfrm>
            <a:off x="996950" y="2127250"/>
            <a:ext cx="5262563" cy="3262313"/>
          </a:xfrm>
          <a:prstGeom prst="rect">
            <a:avLst/>
          </a:prstGeom>
          <a:noFill/>
          <a:ln w="9525">
            <a:noFill/>
          </a:ln>
        </p:spPr>
      </p:pic>
      <p:pic>
        <p:nvPicPr>
          <p:cNvPr id="154628" name="Picture 4"/>
          <p:cNvPicPr>
            <a:picLocks noChangeAspect="1"/>
          </p:cNvPicPr>
          <p:nvPr/>
        </p:nvPicPr>
        <p:blipFill>
          <a:blip r:embed="rId2"/>
          <a:stretch>
            <a:fillRect/>
          </a:stretch>
        </p:blipFill>
        <p:spPr>
          <a:xfrm>
            <a:off x="6596063" y="2114550"/>
            <a:ext cx="1958975" cy="2738438"/>
          </a:xfrm>
          <a:prstGeom prst="rect">
            <a:avLst/>
          </a:prstGeom>
          <a:noFill/>
          <a:ln w="9525">
            <a:noFill/>
          </a:ln>
        </p:spPr>
      </p:pic>
      <p:pic>
        <p:nvPicPr>
          <p:cNvPr id="5" name="Picture 49" descr="back1">
            <a:hlinkClick r:id="" tooltip="上一页" action="ppaction://hlinkshowjump?jump=previousslide"/>
          </p:cNvPr>
          <p:cNvPicPr>
            <a:picLocks noChangeAspect="1"/>
          </p:cNvPicPr>
          <p:nvPr/>
        </p:nvPicPr>
        <p:blipFill>
          <a:blip r:embed="rId3"/>
          <a:stretch>
            <a:fillRect/>
          </a:stretch>
        </p:blipFill>
        <p:spPr>
          <a:xfrm>
            <a:off x="8380413" y="6556375"/>
            <a:ext cx="306387" cy="306388"/>
          </a:xfrm>
          <a:prstGeom prst="rect">
            <a:avLst/>
          </a:prstGeom>
          <a:noFill/>
          <a:ln w="9525">
            <a:noFill/>
          </a:ln>
        </p:spPr>
      </p:pic>
      <p:pic>
        <p:nvPicPr>
          <p:cNvPr id="6" name="Picture 50" descr="rewind1">
            <a:hlinkClick r:id="" action="ppaction://hlinkshowjump?jump=firstslide"/>
          </p:cNvPr>
          <p:cNvPicPr>
            <a:picLocks noChangeAspect="1"/>
          </p:cNvPicPr>
          <p:nvPr/>
        </p:nvPicPr>
        <p:blipFill>
          <a:blip r:embed="rId4"/>
          <a:stretch>
            <a:fillRect/>
          </a:stretch>
        </p:blipFill>
        <p:spPr>
          <a:xfrm>
            <a:off x="8018463" y="6551613"/>
            <a:ext cx="306387" cy="306387"/>
          </a:xfrm>
          <a:prstGeom prst="rect">
            <a:avLst/>
          </a:prstGeom>
          <a:noFill/>
          <a:ln w="9525">
            <a:noFill/>
          </a:ln>
        </p:spPr>
      </p:pic>
      <p:pic>
        <p:nvPicPr>
          <p:cNvPr id="7" name="Picture 149" descr="NEXT1">
            <a:hlinkClick r:id="" action="ppaction://hlinkshowjump?jump=nextslide"/>
          </p:cNvPr>
          <p:cNvPicPr>
            <a:picLocks noChangeAspect="1"/>
          </p:cNvPicPr>
          <p:nvPr/>
        </p:nvPicPr>
        <p:blipFill>
          <a:blip r:embed="rId5"/>
          <a:stretch>
            <a:fillRect/>
          </a:stretch>
        </p:blipFill>
        <p:spPr>
          <a:xfrm>
            <a:off x="8753475" y="6551613"/>
            <a:ext cx="306388" cy="306387"/>
          </a:xfrm>
          <a:prstGeom prst="rect">
            <a:avLst/>
          </a:prstGeom>
          <a:noFill/>
          <a:ln w="9525">
            <a:noFill/>
          </a:ln>
        </p:spPr>
      </p:pic>
      <p:sp>
        <p:nvSpPr>
          <p:cNvPr id="2" name="矩形 1"/>
          <p:cNvSpPr/>
          <p:nvPr/>
        </p:nvSpPr>
        <p:spPr>
          <a:xfrm>
            <a:off x="1025525" y="0"/>
            <a:ext cx="3467100" cy="584200"/>
          </a:xfrm>
          <a:prstGeom prst="rect">
            <a:avLst/>
          </a:prstGeom>
        </p:spPr>
        <p:txBody>
          <a:bodyPr wrap="none">
            <a:spAutoFit/>
          </a:bodyPr>
          <a:lstStyle/>
          <a:p>
            <a:pPr marL="0" marR="0" lvl="0" indent="0" algn="l" defTabSz="914400" rtl="0" eaLnBrk="0" fontAlgn="base" latinLnBrk="0" hangingPunct="0">
              <a:lnSpc>
                <a:spcPct val="100000"/>
              </a:lnSpc>
              <a:spcBef>
                <a:spcPct val="0"/>
              </a:spcBef>
              <a:spcAft>
                <a:spcPct val="0"/>
              </a:spcAft>
              <a:buClrTx/>
              <a:buSzTx/>
              <a:buFontTx/>
              <a:buNone/>
              <a:defRPr/>
            </a:pPr>
            <a:r>
              <a:rPr kumimoji="1" lang="zh-CN" altLang="en-US" sz="3200" b="1" i="0" u="none" strike="noStrike" kern="1200" cap="none" spc="0" normalizeH="0" baseline="0" noProof="0" dirty="0">
                <a:ln>
                  <a:noFill/>
                </a:ln>
                <a:solidFill>
                  <a:srgbClr val="C00000"/>
                </a:solidFill>
                <a:effectLst>
                  <a:outerShdw blurRad="38100" dist="38100" dir="2700000" algn="tl">
                    <a:srgbClr val="000000"/>
                  </a:outerShdw>
                </a:effectLst>
                <a:uLnTx/>
                <a:uFillTx/>
                <a:latin typeface="宋体" panose="02010600030101010101" pitchFamily="2" charset="-122"/>
                <a:ea typeface="华文中宋" panose="02010600040101010101" pitchFamily="2" charset="-122"/>
                <a:cs typeface="+mn-cs"/>
              </a:rPr>
              <a:t>轴承组合设计例题</a:t>
            </a:r>
            <a:endParaRPr kumimoji="1" lang="zh-CN" altLang="en-US" sz="3200" b="1" i="0" u="none" strike="noStrike" kern="1200" cap="none" spc="0" normalizeH="0" baseline="0" noProof="0" dirty="0">
              <a:ln>
                <a:noFill/>
              </a:ln>
              <a:solidFill>
                <a:srgbClr val="C00000"/>
              </a:solidFill>
              <a:effectLst>
                <a:outerShdw blurRad="38100" dist="38100" dir="2700000" algn="tl">
                  <a:srgbClr val="000000"/>
                </a:outerShdw>
              </a:effectLst>
              <a:uLnTx/>
              <a:uFillTx/>
              <a:latin typeface="宋体" panose="02010600030101010101" pitchFamily="2" charset="-122"/>
              <a:ea typeface="华文中宋" panose="02010600040101010101" pitchFamily="2" charset="-122"/>
              <a:cs typeface="+mn-cs"/>
            </a:endParaRPr>
          </a:p>
        </p:txBody>
      </p:sp>
    </p:spTree>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154627"/>
                                        </p:tgtEl>
                                        <p:attrNameLst>
                                          <p:attrName>style.visibility</p:attrName>
                                        </p:attrNameLst>
                                      </p:cBhvr>
                                      <p:to>
                                        <p:strVal val="visible"/>
                                      </p:to>
                                    </p:set>
                                    <p:animEffect transition="in" filter="wipe(left)">
                                      <p:cBhvr>
                                        <p:cTn id="7" dur="500"/>
                                        <p:tgtEl>
                                          <p:spTgt spid="154627"/>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154628"/>
                                        </p:tgtEl>
                                        <p:attrNameLst>
                                          <p:attrName>style.visibility</p:attrName>
                                        </p:attrNameLst>
                                      </p:cBhvr>
                                      <p:to>
                                        <p:strVal val="visible"/>
                                      </p:to>
                                    </p:set>
                                    <p:animEffect transition="in" filter="wipe(left)">
                                      <p:cBhvr>
                                        <p:cTn id="12" dur="500"/>
                                        <p:tgtEl>
                                          <p:spTgt spid="154628"/>
                                        </p:tgtEl>
                                      </p:cBhvr>
                                    </p:animEffect>
                                  </p:childTnLst>
                                </p:cTn>
                              </p:par>
                            </p:childTnLst>
                          </p:cTn>
                        </p:par>
                        <p:par>
                          <p:cTn id="13" fill="hold">
                            <p:stCondLst>
                              <p:cond delay="500"/>
                            </p:stCondLst>
                            <p:childTnLst>
                              <p:par>
                                <p:cTn id="14" presetID="2" presetClass="entr" presetSubtype="8" fill="hold" nodeType="afterEffect">
                                  <p:stCondLst>
                                    <p:cond delay="0"/>
                                  </p:stCondLst>
                                  <p:childTnLst>
                                    <p:set>
                                      <p:cBhvr>
                                        <p:cTn id="15" dur="1" fill="hold">
                                          <p:stCondLst>
                                            <p:cond delay="0"/>
                                          </p:stCondLst>
                                        </p:cTn>
                                        <p:tgtEl>
                                          <p:spTgt spid="5"/>
                                        </p:tgtEl>
                                        <p:attrNameLst>
                                          <p:attrName>style.visibility</p:attrName>
                                        </p:attrNameLst>
                                      </p:cBhvr>
                                      <p:to>
                                        <p:strVal val="visible"/>
                                      </p:to>
                                    </p:set>
                                    <p:anim calcmode="lin" valueType="num">
                                      <p:cBhvr additive="base">
                                        <p:cTn id="16" dur="500" fill="hold"/>
                                        <p:tgtEl>
                                          <p:spTgt spid="5"/>
                                        </p:tgtEl>
                                        <p:attrNameLst>
                                          <p:attrName>ppt_x</p:attrName>
                                        </p:attrNameLst>
                                      </p:cBhvr>
                                      <p:tavLst>
                                        <p:tav tm="0">
                                          <p:val>
                                            <p:strVal val="0-#ppt_w/2"/>
                                          </p:val>
                                        </p:tav>
                                        <p:tav tm="100000">
                                          <p:val>
                                            <p:strVal val="#ppt_x"/>
                                          </p:val>
                                        </p:tav>
                                      </p:tavLst>
                                    </p:anim>
                                    <p:anim calcmode="lin" valueType="num">
                                      <p:cBhvr additive="base">
                                        <p:cTn id="17" dur="500" fill="hold"/>
                                        <p:tgtEl>
                                          <p:spTgt spid="5"/>
                                        </p:tgtEl>
                                        <p:attrNameLst>
                                          <p:attrName>ppt_y</p:attrName>
                                        </p:attrNameLst>
                                      </p:cBhvr>
                                      <p:tavLst>
                                        <p:tav tm="0">
                                          <p:val>
                                            <p:strVal val="#ppt_y"/>
                                          </p:val>
                                        </p:tav>
                                        <p:tav tm="100000">
                                          <p:val>
                                            <p:strVal val="#ppt_y"/>
                                          </p:val>
                                        </p:tav>
                                      </p:tavLst>
                                    </p:anim>
                                  </p:childTnLst>
                                </p:cTn>
                              </p:par>
                            </p:childTnLst>
                          </p:cTn>
                        </p:par>
                        <p:par>
                          <p:cTn id="18" fill="hold">
                            <p:stCondLst>
                              <p:cond delay="1000"/>
                            </p:stCondLst>
                            <p:childTnLst>
                              <p:par>
                                <p:cTn id="19" presetID="2" presetClass="entr" presetSubtype="8" fill="hold" nodeType="afterEffect">
                                  <p:stCondLst>
                                    <p:cond delay="0"/>
                                  </p:stCondLst>
                                  <p:childTnLst>
                                    <p:set>
                                      <p:cBhvr>
                                        <p:cTn id="20" dur="1" fill="hold">
                                          <p:stCondLst>
                                            <p:cond delay="0"/>
                                          </p:stCondLst>
                                        </p:cTn>
                                        <p:tgtEl>
                                          <p:spTgt spid="6"/>
                                        </p:tgtEl>
                                        <p:attrNameLst>
                                          <p:attrName>style.visibility</p:attrName>
                                        </p:attrNameLst>
                                      </p:cBhvr>
                                      <p:to>
                                        <p:strVal val="visible"/>
                                      </p:to>
                                    </p:set>
                                    <p:anim calcmode="lin" valueType="num">
                                      <p:cBhvr additive="base">
                                        <p:cTn id="21" dur="500" fill="hold"/>
                                        <p:tgtEl>
                                          <p:spTgt spid="6"/>
                                        </p:tgtEl>
                                        <p:attrNameLst>
                                          <p:attrName>ppt_x</p:attrName>
                                        </p:attrNameLst>
                                      </p:cBhvr>
                                      <p:tavLst>
                                        <p:tav tm="0">
                                          <p:val>
                                            <p:strVal val="0-#ppt_w/2"/>
                                          </p:val>
                                        </p:tav>
                                        <p:tav tm="100000">
                                          <p:val>
                                            <p:strVal val="#ppt_x"/>
                                          </p:val>
                                        </p:tav>
                                      </p:tavLst>
                                    </p:anim>
                                    <p:anim calcmode="lin" valueType="num">
                                      <p:cBhvr additive="base">
                                        <p:cTn id="22" dur="500" fill="hold"/>
                                        <p:tgtEl>
                                          <p:spTgt spid="6"/>
                                        </p:tgtEl>
                                        <p:attrNameLst>
                                          <p:attrName>ppt_y</p:attrName>
                                        </p:attrNameLst>
                                      </p:cBhvr>
                                      <p:tavLst>
                                        <p:tav tm="0">
                                          <p:val>
                                            <p:strVal val="#ppt_y"/>
                                          </p:val>
                                        </p:tav>
                                        <p:tav tm="100000">
                                          <p:val>
                                            <p:strVal val="#ppt_y"/>
                                          </p:val>
                                        </p:tav>
                                      </p:tavLst>
                                    </p:anim>
                                  </p:childTnLst>
                                </p:cTn>
                              </p:par>
                            </p:childTnLst>
                          </p:cTn>
                        </p:par>
                        <p:par>
                          <p:cTn id="23" fill="hold">
                            <p:stCondLst>
                              <p:cond delay="1500"/>
                            </p:stCondLst>
                            <p:childTnLst>
                              <p:par>
                                <p:cTn id="24" presetID="1" presetClass="entr" presetSubtype="0" fill="hold" nodeType="afterEffect">
                                  <p:stCondLst>
                                    <p:cond delay="0"/>
                                  </p:stCondLst>
                                  <p:childTnLst>
                                    <p:set>
                                      <p:cBhvr>
                                        <p:cTn id="25" dur="1" fill="hold">
                                          <p:stCondLst>
                                            <p:cond delay="499"/>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4626" grpId="0" build="p"/>
    </p:bldLst>
  </p:timing>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5650" name="Rectangle 2"/>
          <p:cNvSpPr>
            <a:spLocks noGrp="1" noChangeArrowheads="1"/>
          </p:cNvSpPr>
          <p:nvPr>
            <p:ph idx="1"/>
          </p:nvPr>
        </p:nvSpPr>
        <p:spPr>
          <a:xfrm>
            <a:off x="403225" y="796925"/>
            <a:ext cx="8188325" cy="1168400"/>
          </a:xfrm>
        </p:spPr>
        <p:txBody>
          <a:bodyPr/>
          <a:lstStyle/>
          <a:p>
            <a:pPr marL="342900" marR="0" lvl="0" indent="-342900" algn="l" defTabSz="914400" rtl="0" eaLnBrk="0" fontAlgn="base" latinLnBrk="0" hangingPunct="0">
              <a:lnSpc>
                <a:spcPct val="100000"/>
              </a:lnSpc>
              <a:spcBef>
                <a:spcPct val="20000"/>
              </a:spcBef>
              <a:spcAft>
                <a:spcPct val="0"/>
              </a:spcAft>
              <a:buClr>
                <a:schemeClr val="hlink"/>
              </a:buClr>
              <a:buSzPct val="110000"/>
              <a:buFontTx/>
              <a:buNone/>
              <a:defRPr/>
            </a:pPr>
            <a:r>
              <a:rPr kumimoji="1" lang="en-US" altLang="zh-CN" sz="3200" b="1" i="0" u="none" strike="noStrike" kern="1200" cap="none" spc="0" normalizeH="0" baseline="0" noProof="0">
                <a:ln>
                  <a:noFill/>
                </a:ln>
                <a:solidFill>
                  <a:schemeClr val="tx1"/>
                </a:solidFill>
                <a:effectLst>
                  <a:outerShdw blurRad="38100" dist="38100" dir="2700000" algn="tl">
                    <a:srgbClr val="FFFFFF"/>
                  </a:outerShdw>
                </a:effectLst>
                <a:uLnTx/>
                <a:uFillTx/>
                <a:latin typeface="仿宋_GB2312" pitchFamily="49" charset="-122"/>
                <a:ea typeface="仿宋_GB2312" pitchFamily="49" charset="-122"/>
                <a:cs typeface="+mn-cs"/>
              </a:rPr>
              <a:t>    </a:t>
            </a:r>
            <a:r>
              <a:rPr kumimoji="1" lang="zh-CN" altLang="en-US" sz="2400" i="0" u="none" strike="noStrike" kern="1200" cap="none" spc="0" normalizeH="0" baseline="0" noProof="0">
                <a:ln>
                  <a:noFill/>
                </a:ln>
                <a:solidFill>
                  <a:schemeClr val="tx1"/>
                </a:solidFill>
                <a:effectLst>
                  <a:outerShdw blurRad="38100" dist="38100" dir="2700000" algn="tl">
                    <a:srgbClr val="FFFFFF"/>
                  </a:outerShdw>
                </a:effectLst>
                <a:uLnTx/>
                <a:uFillTx/>
                <a:latin typeface="仿宋_GB2312" pitchFamily="49" charset="-122"/>
                <a:ea typeface="仿宋_GB2312" pitchFamily="49" charset="-122"/>
                <a:cs typeface="+mn-cs"/>
              </a:rPr>
              <a:t>轴右端的部分要与安装轴承的轴段分开，否则装配段过长，轴承难以装入。</a:t>
            </a:r>
            <a:endParaRPr kumimoji="1" lang="zh-CN" altLang="en-US" sz="2400" i="0" u="none" strike="noStrike" kern="1200" cap="none" spc="0" normalizeH="0" baseline="0" noProof="0">
              <a:ln>
                <a:noFill/>
              </a:ln>
              <a:solidFill>
                <a:schemeClr val="tx1"/>
              </a:solidFill>
              <a:effectLst>
                <a:outerShdw blurRad="38100" dist="38100" dir="2700000" algn="tl">
                  <a:srgbClr val="FFFFFF"/>
                </a:outerShdw>
              </a:effectLst>
              <a:uLnTx/>
              <a:uFillTx/>
              <a:latin typeface="仿宋_GB2312" pitchFamily="49" charset="-122"/>
              <a:ea typeface="仿宋_GB2312" pitchFamily="49" charset="-122"/>
              <a:cs typeface="+mn-cs"/>
            </a:endParaRPr>
          </a:p>
        </p:txBody>
      </p:sp>
      <p:pic>
        <p:nvPicPr>
          <p:cNvPr id="155651" name="Picture 3"/>
          <p:cNvPicPr>
            <a:picLocks noChangeAspect="1"/>
          </p:cNvPicPr>
          <p:nvPr/>
        </p:nvPicPr>
        <p:blipFill>
          <a:blip r:embed="rId1"/>
          <a:stretch>
            <a:fillRect/>
          </a:stretch>
        </p:blipFill>
        <p:spPr>
          <a:xfrm>
            <a:off x="1247775" y="2065338"/>
            <a:ext cx="6877050" cy="4162425"/>
          </a:xfrm>
          <a:prstGeom prst="rect">
            <a:avLst/>
          </a:prstGeom>
          <a:noFill/>
          <a:ln w="9525">
            <a:noFill/>
          </a:ln>
        </p:spPr>
      </p:pic>
      <p:pic>
        <p:nvPicPr>
          <p:cNvPr id="4" name="Picture 49" descr="back1">
            <a:hlinkClick r:id="" tooltip="上一页" action="ppaction://hlinkshowjump?jump=previousslide"/>
          </p:cNvPr>
          <p:cNvPicPr>
            <a:picLocks noChangeAspect="1"/>
          </p:cNvPicPr>
          <p:nvPr/>
        </p:nvPicPr>
        <p:blipFill>
          <a:blip r:embed="rId2"/>
          <a:stretch>
            <a:fillRect/>
          </a:stretch>
        </p:blipFill>
        <p:spPr>
          <a:xfrm>
            <a:off x="8380413" y="6556375"/>
            <a:ext cx="306387" cy="306388"/>
          </a:xfrm>
          <a:prstGeom prst="rect">
            <a:avLst/>
          </a:prstGeom>
          <a:noFill/>
          <a:ln w="9525">
            <a:noFill/>
          </a:ln>
        </p:spPr>
      </p:pic>
      <p:pic>
        <p:nvPicPr>
          <p:cNvPr id="5" name="Picture 50" descr="rewind1">
            <a:hlinkClick r:id="" action="ppaction://hlinkshowjump?jump=firstslide"/>
          </p:cNvPr>
          <p:cNvPicPr>
            <a:picLocks noChangeAspect="1"/>
          </p:cNvPicPr>
          <p:nvPr/>
        </p:nvPicPr>
        <p:blipFill>
          <a:blip r:embed="rId3"/>
          <a:stretch>
            <a:fillRect/>
          </a:stretch>
        </p:blipFill>
        <p:spPr>
          <a:xfrm>
            <a:off x="8018463" y="6551613"/>
            <a:ext cx="306387" cy="306387"/>
          </a:xfrm>
          <a:prstGeom prst="rect">
            <a:avLst/>
          </a:prstGeom>
          <a:noFill/>
          <a:ln w="9525">
            <a:noFill/>
          </a:ln>
        </p:spPr>
      </p:pic>
      <p:pic>
        <p:nvPicPr>
          <p:cNvPr id="6" name="Picture 149" descr="NEXT1">
            <a:hlinkClick r:id="" action="ppaction://hlinkshowjump?jump=nextslide"/>
          </p:cNvPr>
          <p:cNvPicPr>
            <a:picLocks noChangeAspect="1"/>
          </p:cNvPicPr>
          <p:nvPr/>
        </p:nvPicPr>
        <p:blipFill>
          <a:blip r:embed="rId4"/>
          <a:stretch>
            <a:fillRect/>
          </a:stretch>
        </p:blipFill>
        <p:spPr>
          <a:xfrm>
            <a:off x="8753475" y="6551613"/>
            <a:ext cx="306388" cy="306387"/>
          </a:xfrm>
          <a:prstGeom prst="rect">
            <a:avLst/>
          </a:prstGeom>
          <a:noFill/>
          <a:ln w="9525">
            <a:noFill/>
          </a:ln>
        </p:spPr>
      </p:pic>
      <p:sp>
        <p:nvSpPr>
          <p:cNvPr id="2" name="矩形 1"/>
          <p:cNvSpPr/>
          <p:nvPr/>
        </p:nvSpPr>
        <p:spPr>
          <a:xfrm>
            <a:off x="1030288" y="0"/>
            <a:ext cx="3467100" cy="584200"/>
          </a:xfrm>
          <a:prstGeom prst="rect">
            <a:avLst/>
          </a:prstGeom>
        </p:spPr>
        <p:txBody>
          <a:bodyPr wrap="none">
            <a:spAutoFit/>
          </a:bodyPr>
          <a:lstStyle/>
          <a:p>
            <a:pPr marL="0" marR="0" lvl="0" indent="0" algn="l" defTabSz="914400" rtl="0" eaLnBrk="0" fontAlgn="base" latinLnBrk="0" hangingPunct="0">
              <a:lnSpc>
                <a:spcPct val="100000"/>
              </a:lnSpc>
              <a:spcBef>
                <a:spcPct val="0"/>
              </a:spcBef>
              <a:spcAft>
                <a:spcPct val="0"/>
              </a:spcAft>
              <a:buClrTx/>
              <a:buSzTx/>
              <a:buFontTx/>
              <a:buNone/>
              <a:defRPr/>
            </a:pPr>
            <a:r>
              <a:rPr kumimoji="1" lang="zh-CN" altLang="en-US" sz="3200" b="1" i="0" u="none" strike="noStrike" kern="1200" cap="none" spc="0" normalizeH="0" baseline="0" noProof="0" dirty="0">
                <a:ln>
                  <a:noFill/>
                </a:ln>
                <a:solidFill>
                  <a:srgbClr val="C00000"/>
                </a:solidFill>
                <a:effectLst>
                  <a:outerShdw blurRad="38100" dist="38100" dir="2700000" algn="tl">
                    <a:srgbClr val="000000"/>
                  </a:outerShdw>
                </a:effectLst>
                <a:uLnTx/>
                <a:uFillTx/>
                <a:latin typeface="宋体" panose="02010600030101010101" pitchFamily="2" charset="-122"/>
                <a:ea typeface="华文中宋" panose="02010600040101010101" pitchFamily="2" charset="-122"/>
                <a:cs typeface="+mn-cs"/>
              </a:rPr>
              <a:t>轴承组合设计例题</a:t>
            </a:r>
            <a:endParaRPr kumimoji="1" lang="zh-CN" altLang="en-US" sz="3200" b="1" i="0" u="none" strike="noStrike" kern="1200" cap="none" spc="0" normalizeH="0" baseline="0" noProof="0" dirty="0">
              <a:ln>
                <a:noFill/>
              </a:ln>
              <a:solidFill>
                <a:srgbClr val="C00000"/>
              </a:solidFill>
              <a:effectLst>
                <a:outerShdw blurRad="38100" dist="38100" dir="2700000" algn="tl">
                  <a:srgbClr val="000000"/>
                </a:outerShdw>
              </a:effectLst>
              <a:uLnTx/>
              <a:uFillTx/>
              <a:latin typeface="宋体" panose="02010600030101010101" pitchFamily="2" charset="-122"/>
              <a:ea typeface="华文中宋" panose="02010600040101010101" pitchFamily="2" charset="-122"/>
              <a:cs typeface="+mn-cs"/>
            </a:endParaRPr>
          </a:p>
        </p:txBody>
      </p:sp>
    </p:spTree>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155651"/>
                                        </p:tgtEl>
                                        <p:attrNameLst>
                                          <p:attrName>style.visibility</p:attrName>
                                        </p:attrNameLst>
                                      </p:cBhvr>
                                      <p:to>
                                        <p:strVal val="visible"/>
                                      </p:to>
                                    </p:set>
                                    <p:animEffect transition="in" filter="wipe(up)">
                                      <p:cBhvr>
                                        <p:cTn id="7" dur="500"/>
                                        <p:tgtEl>
                                          <p:spTgt spid="155651"/>
                                        </p:tgtEl>
                                      </p:cBhvr>
                                    </p:animEffect>
                                  </p:childTnLst>
                                </p:cTn>
                              </p:par>
                            </p:childTnLst>
                          </p:cTn>
                        </p:par>
                        <p:par>
                          <p:cTn id="8" fill="hold">
                            <p:stCondLst>
                              <p:cond delay="500"/>
                            </p:stCondLst>
                            <p:childTnLst>
                              <p:par>
                                <p:cTn id="9" presetID="2" presetClass="entr" presetSubtype="8" fill="hold" nodeType="afterEffect">
                                  <p:stCondLst>
                                    <p:cond delay="0"/>
                                  </p:stCondLst>
                                  <p:childTnLst>
                                    <p:set>
                                      <p:cBhvr>
                                        <p:cTn id="10" dur="1" fill="hold">
                                          <p:stCondLst>
                                            <p:cond delay="0"/>
                                          </p:stCondLst>
                                        </p:cTn>
                                        <p:tgtEl>
                                          <p:spTgt spid="4"/>
                                        </p:tgtEl>
                                        <p:attrNameLst>
                                          <p:attrName>style.visibility</p:attrName>
                                        </p:attrNameLst>
                                      </p:cBhvr>
                                      <p:to>
                                        <p:strVal val="visible"/>
                                      </p:to>
                                    </p:set>
                                    <p:anim calcmode="lin" valueType="num">
                                      <p:cBhvr additive="base">
                                        <p:cTn id="11" dur="500" fill="hold"/>
                                        <p:tgtEl>
                                          <p:spTgt spid="4"/>
                                        </p:tgtEl>
                                        <p:attrNameLst>
                                          <p:attrName>ppt_x</p:attrName>
                                        </p:attrNameLst>
                                      </p:cBhvr>
                                      <p:tavLst>
                                        <p:tav tm="0">
                                          <p:val>
                                            <p:strVal val="0-#ppt_w/2"/>
                                          </p:val>
                                        </p:tav>
                                        <p:tav tm="100000">
                                          <p:val>
                                            <p:strVal val="#ppt_x"/>
                                          </p:val>
                                        </p:tav>
                                      </p:tavLst>
                                    </p:anim>
                                    <p:anim calcmode="lin" valueType="num">
                                      <p:cBhvr additive="base">
                                        <p:cTn id="12" dur="500" fill="hold"/>
                                        <p:tgtEl>
                                          <p:spTgt spid="4"/>
                                        </p:tgtEl>
                                        <p:attrNameLst>
                                          <p:attrName>ppt_y</p:attrName>
                                        </p:attrNameLst>
                                      </p:cBhvr>
                                      <p:tavLst>
                                        <p:tav tm="0">
                                          <p:val>
                                            <p:strVal val="#ppt_y"/>
                                          </p:val>
                                        </p:tav>
                                        <p:tav tm="100000">
                                          <p:val>
                                            <p:strVal val="#ppt_y"/>
                                          </p:val>
                                        </p:tav>
                                      </p:tavLst>
                                    </p:anim>
                                  </p:childTnLst>
                                </p:cTn>
                              </p:par>
                            </p:childTnLst>
                          </p:cTn>
                        </p:par>
                        <p:par>
                          <p:cTn id="13" fill="hold">
                            <p:stCondLst>
                              <p:cond delay="1000"/>
                            </p:stCondLst>
                            <p:childTnLst>
                              <p:par>
                                <p:cTn id="14" presetID="2" presetClass="entr" presetSubtype="8" fill="hold" nodeType="afterEffect">
                                  <p:stCondLst>
                                    <p:cond delay="0"/>
                                  </p:stCondLst>
                                  <p:childTnLst>
                                    <p:set>
                                      <p:cBhvr>
                                        <p:cTn id="15" dur="1" fill="hold">
                                          <p:stCondLst>
                                            <p:cond delay="0"/>
                                          </p:stCondLst>
                                        </p:cTn>
                                        <p:tgtEl>
                                          <p:spTgt spid="5"/>
                                        </p:tgtEl>
                                        <p:attrNameLst>
                                          <p:attrName>style.visibility</p:attrName>
                                        </p:attrNameLst>
                                      </p:cBhvr>
                                      <p:to>
                                        <p:strVal val="visible"/>
                                      </p:to>
                                    </p:set>
                                    <p:anim calcmode="lin" valueType="num">
                                      <p:cBhvr additive="base">
                                        <p:cTn id="16" dur="500" fill="hold"/>
                                        <p:tgtEl>
                                          <p:spTgt spid="5"/>
                                        </p:tgtEl>
                                        <p:attrNameLst>
                                          <p:attrName>ppt_x</p:attrName>
                                        </p:attrNameLst>
                                      </p:cBhvr>
                                      <p:tavLst>
                                        <p:tav tm="0">
                                          <p:val>
                                            <p:strVal val="0-#ppt_w/2"/>
                                          </p:val>
                                        </p:tav>
                                        <p:tav tm="100000">
                                          <p:val>
                                            <p:strVal val="#ppt_x"/>
                                          </p:val>
                                        </p:tav>
                                      </p:tavLst>
                                    </p:anim>
                                    <p:anim calcmode="lin" valueType="num">
                                      <p:cBhvr additive="base">
                                        <p:cTn id="17" dur="500" fill="hold"/>
                                        <p:tgtEl>
                                          <p:spTgt spid="5"/>
                                        </p:tgtEl>
                                        <p:attrNameLst>
                                          <p:attrName>ppt_y</p:attrName>
                                        </p:attrNameLst>
                                      </p:cBhvr>
                                      <p:tavLst>
                                        <p:tav tm="0">
                                          <p:val>
                                            <p:strVal val="#ppt_y"/>
                                          </p:val>
                                        </p:tav>
                                        <p:tav tm="100000">
                                          <p:val>
                                            <p:strVal val="#ppt_y"/>
                                          </p:val>
                                        </p:tav>
                                      </p:tavLst>
                                    </p:anim>
                                  </p:childTnLst>
                                </p:cTn>
                              </p:par>
                            </p:childTnLst>
                          </p:cTn>
                        </p:par>
                        <p:par>
                          <p:cTn id="18" fill="hold">
                            <p:stCondLst>
                              <p:cond delay="1500"/>
                            </p:stCondLst>
                            <p:childTnLst>
                              <p:par>
                                <p:cTn id="19" presetID="1" presetClass="entr" presetSubtype="0" fill="hold" nodeType="afterEffect">
                                  <p:stCondLst>
                                    <p:cond delay="0"/>
                                  </p:stCondLst>
                                  <p:childTnLst>
                                    <p:set>
                                      <p:cBhvr>
                                        <p:cTn id="20" dur="1" fill="hold">
                                          <p:stCondLst>
                                            <p:cond delay="499"/>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5650" grpId="0" build="p"/>
    </p:bldLst>
  </p:timing>
</p:sld>
</file>

<file path=ppt/slides/slide1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6674" name="Rectangle 2"/>
          <p:cNvSpPr>
            <a:spLocks noGrp="1" noChangeArrowheads="1"/>
          </p:cNvSpPr>
          <p:nvPr>
            <p:ph idx="1"/>
          </p:nvPr>
        </p:nvSpPr>
        <p:spPr>
          <a:xfrm>
            <a:off x="669925" y="881063"/>
            <a:ext cx="7772400" cy="1158875"/>
          </a:xfrm>
        </p:spPr>
        <p:txBody>
          <a:bodyPr/>
          <a:lstStyle/>
          <a:p>
            <a:pPr marL="0" marR="0" lvl="0" indent="0" algn="l" defTabSz="914400" rtl="0" eaLnBrk="0" fontAlgn="base" latinLnBrk="0" hangingPunct="0">
              <a:lnSpc>
                <a:spcPct val="100000"/>
              </a:lnSpc>
              <a:spcBef>
                <a:spcPct val="20000"/>
              </a:spcBef>
              <a:spcAft>
                <a:spcPct val="0"/>
              </a:spcAft>
              <a:buClr>
                <a:schemeClr val="hlink"/>
              </a:buClr>
              <a:buSzPct val="110000"/>
              <a:buFontTx/>
              <a:buNone/>
              <a:defRPr/>
            </a:pPr>
            <a:r>
              <a:rPr kumimoji="1" lang="zh-CN" altLang="en-US" sz="2400" i="0" u="none" strike="noStrike" kern="1200" cap="none" spc="0" normalizeH="0" baseline="0" noProof="0">
                <a:ln>
                  <a:noFill/>
                </a:ln>
                <a:solidFill>
                  <a:schemeClr val="tx1"/>
                </a:solidFill>
                <a:effectLst>
                  <a:outerShdw blurRad="38100" dist="38100" dir="2700000" algn="tl">
                    <a:srgbClr val="FFFFFF"/>
                  </a:outerShdw>
                </a:effectLst>
                <a:uLnTx/>
                <a:uFillTx/>
                <a:latin typeface="仿宋_GB2312" pitchFamily="49" charset="-122"/>
                <a:ea typeface="仿宋_GB2312" pitchFamily="49" charset="-122"/>
                <a:cs typeface="+mn-cs"/>
              </a:rPr>
              <a:t>对齿轮和联轴器作周向固定的平键所成的角度为：</a:t>
            </a:r>
            <a:r>
              <a:rPr kumimoji="1" lang="en-US" altLang="zh-CN" sz="2400" i="0" u="none" strike="noStrike" kern="1200" cap="none" spc="0" normalizeH="0" baseline="0" noProof="0">
                <a:ln>
                  <a:noFill/>
                </a:ln>
                <a:solidFill>
                  <a:schemeClr val="tx1"/>
                </a:solidFill>
                <a:effectLst>
                  <a:outerShdw blurRad="38100" dist="38100" dir="2700000" algn="tl">
                    <a:srgbClr val="FFFFFF"/>
                  </a:outerShdw>
                </a:effectLst>
                <a:uLnTx/>
                <a:uFillTx/>
                <a:latin typeface="仿宋_GB2312" pitchFamily="49" charset="-122"/>
                <a:ea typeface="仿宋_GB2312" pitchFamily="49" charset="-122"/>
                <a:cs typeface="+mn-cs"/>
              </a:rPr>
              <a:t>0</a:t>
            </a:r>
            <a:r>
              <a:rPr kumimoji="1" lang="zh-CN" altLang="en-US" sz="2400" i="0" u="none" strike="noStrike" kern="1200" cap="none" spc="0" normalizeH="0" baseline="0" noProof="0">
                <a:ln>
                  <a:noFill/>
                </a:ln>
                <a:solidFill>
                  <a:schemeClr val="tx1"/>
                </a:solidFill>
                <a:effectLst>
                  <a:outerShdw blurRad="38100" dist="38100" dir="2700000" algn="tl">
                    <a:srgbClr val="FFFFFF"/>
                  </a:outerShdw>
                </a:effectLst>
                <a:uLnTx/>
                <a:uFillTx/>
                <a:latin typeface="仿宋_GB2312" pitchFamily="49" charset="-122"/>
                <a:ea typeface="仿宋_GB2312" pitchFamily="49" charset="-122"/>
                <a:cs typeface="+mn-cs"/>
              </a:rPr>
              <a:t>°</a:t>
            </a:r>
            <a:endParaRPr kumimoji="1" lang="zh-CN" altLang="en-US" sz="2400" i="0" u="none" strike="noStrike" kern="1200" cap="none" spc="0" normalizeH="0" baseline="30000" noProof="0">
              <a:ln>
                <a:noFill/>
              </a:ln>
              <a:solidFill>
                <a:schemeClr val="tx1"/>
              </a:solidFill>
              <a:effectLst>
                <a:outerShdw blurRad="38100" dist="38100" dir="2700000" algn="tl">
                  <a:srgbClr val="FFFFFF"/>
                </a:outerShdw>
              </a:effectLst>
              <a:uLnTx/>
              <a:uFillTx/>
              <a:latin typeface="仿宋_GB2312" pitchFamily="49" charset="-122"/>
              <a:ea typeface="仿宋_GB2312" pitchFamily="49" charset="-122"/>
              <a:cs typeface="+mn-cs"/>
            </a:endParaRPr>
          </a:p>
        </p:txBody>
      </p:sp>
      <p:pic>
        <p:nvPicPr>
          <p:cNvPr id="156675" name="Picture 3"/>
          <p:cNvPicPr>
            <a:picLocks noChangeAspect="1"/>
          </p:cNvPicPr>
          <p:nvPr/>
        </p:nvPicPr>
        <p:blipFill>
          <a:blip r:embed="rId1"/>
          <a:stretch>
            <a:fillRect/>
          </a:stretch>
        </p:blipFill>
        <p:spPr>
          <a:xfrm>
            <a:off x="930275" y="2206625"/>
            <a:ext cx="5614988" cy="3363913"/>
          </a:xfrm>
          <a:prstGeom prst="rect">
            <a:avLst/>
          </a:prstGeom>
          <a:noFill/>
          <a:ln w="9525">
            <a:noFill/>
          </a:ln>
        </p:spPr>
      </p:pic>
      <p:pic>
        <p:nvPicPr>
          <p:cNvPr id="156676" name="Picture 4"/>
          <p:cNvPicPr>
            <a:picLocks noChangeAspect="1"/>
          </p:cNvPicPr>
          <p:nvPr/>
        </p:nvPicPr>
        <p:blipFill>
          <a:blip r:embed="rId2"/>
          <a:stretch>
            <a:fillRect/>
          </a:stretch>
        </p:blipFill>
        <p:spPr>
          <a:xfrm>
            <a:off x="6877050" y="2627313"/>
            <a:ext cx="1343025" cy="2701925"/>
          </a:xfrm>
          <a:prstGeom prst="rect">
            <a:avLst/>
          </a:prstGeom>
          <a:noFill/>
          <a:ln w="9525">
            <a:noFill/>
          </a:ln>
        </p:spPr>
      </p:pic>
      <p:pic>
        <p:nvPicPr>
          <p:cNvPr id="5" name="Picture 49" descr="back1">
            <a:hlinkClick r:id="" tooltip="上一页" action="ppaction://hlinkshowjump?jump=previousslide"/>
          </p:cNvPr>
          <p:cNvPicPr>
            <a:picLocks noChangeAspect="1"/>
          </p:cNvPicPr>
          <p:nvPr/>
        </p:nvPicPr>
        <p:blipFill>
          <a:blip r:embed="rId3"/>
          <a:stretch>
            <a:fillRect/>
          </a:stretch>
        </p:blipFill>
        <p:spPr>
          <a:xfrm>
            <a:off x="8380413" y="6556375"/>
            <a:ext cx="306387" cy="306388"/>
          </a:xfrm>
          <a:prstGeom prst="rect">
            <a:avLst/>
          </a:prstGeom>
          <a:noFill/>
          <a:ln w="9525">
            <a:noFill/>
          </a:ln>
        </p:spPr>
      </p:pic>
      <p:pic>
        <p:nvPicPr>
          <p:cNvPr id="6" name="Picture 50" descr="rewind1">
            <a:hlinkClick r:id="" action="ppaction://hlinkshowjump?jump=firstslide"/>
          </p:cNvPr>
          <p:cNvPicPr>
            <a:picLocks noChangeAspect="1"/>
          </p:cNvPicPr>
          <p:nvPr/>
        </p:nvPicPr>
        <p:blipFill>
          <a:blip r:embed="rId4"/>
          <a:stretch>
            <a:fillRect/>
          </a:stretch>
        </p:blipFill>
        <p:spPr>
          <a:xfrm>
            <a:off x="8018463" y="6551613"/>
            <a:ext cx="306387" cy="306387"/>
          </a:xfrm>
          <a:prstGeom prst="rect">
            <a:avLst/>
          </a:prstGeom>
          <a:noFill/>
          <a:ln w="9525">
            <a:noFill/>
          </a:ln>
        </p:spPr>
      </p:pic>
      <p:pic>
        <p:nvPicPr>
          <p:cNvPr id="7" name="Picture 149" descr="NEXT1">
            <a:hlinkClick r:id="" action="ppaction://hlinkshowjump?jump=nextslide"/>
          </p:cNvPr>
          <p:cNvPicPr>
            <a:picLocks noChangeAspect="1"/>
          </p:cNvPicPr>
          <p:nvPr/>
        </p:nvPicPr>
        <p:blipFill>
          <a:blip r:embed="rId5"/>
          <a:stretch>
            <a:fillRect/>
          </a:stretch>
        </p:blipFill>
        <p:spPr>
          <a:xfrm>
            <a:off x="8753475" y="6551613"/>
            <a:ext cx="306388" cy="306387"/>
          </a:xfrm>
          <a:prstGeom prst="rect">
            <a:avLst/>
          </a:prstGeom>
          <a:noFill/>
          <a:ln w="9525">
            <a:noFill/>
          </a:ln>
        </p:spPr>
      </p:pic>
      <p:sp>
        <p:nvSpPr>
          <p:cNvPr id="2" name="矩形 1"/>
          <p:cNvSpPr/>
          <p:nvPr/>
        </p:nvSpPr>
        <p:spPr>
          <a:xfrm>
            <a:off x="780415" y="159385"/>
            <a:ext cx="3467100" cy="584200"/>
          </a:xfrm>
          <a:prstGeom prst="rect">
            <a:avLst/>
          </a:prstGeom>
        </p:spPr>
        <p:txBody>
          <a:bodyPr wrap="none">
            <a:spAutoFit/>
          </a:bodyPr>
          <a:lstStyle/>
          <a:p>
            <a:pPr marL="0" marR="0" lvl="0" indent="0" algn="l" defTabSz="914400" rtl="0" eaLnBrk="0" fontAlgn="base" latinLnBrk="0" hangingPunct="0">
              <a:lnSpc>
                <a:spcPct val="100000"/>
              </a:lnSpc>
              <a:spcBef>
                <a:spcPct val="0"/>
              </a:spcBef>
              <a:spcAft>
                <a:spcPct val="0"/>
              </a:spcAft>
              <a:buClrTx/>
              <a:buSzTx/>
              <a:buFontTx/>
              <a:buNone/>
              <a:defRPr/>
            </a:pPr>
            <a:r>
              <a:rPr kumimoji="1" lang="zh-CN" altLang="en-US" sz="3200" b="1" i="0" u="none" strike="noStrike" kern="1200" cap="none" spc="0" normalizeH="0" baseline="0" noProof="0" dirty="0">
                <a:ln>
                  <a:noFill/>
                </a:ln>
                <a:solidFill>
                  <a:srgbClr val="C00000"/>
                </a:solidFill>
                <a:effectLst>
                  <a:outerShdw blurRad="38100" dist="38100" dir="2700000" algn="tl">
                    <a:srgbClr val="000000"/>
                  </a:outerShdw>
                </a:effectLst>
                <a:uLnTx/>
                <a:uFillTx/>
                <a:latin typeface="宋体" panose="02010600030101010101" pitchFamily="2" charset="-122"/>
                <a:ea typeface="华文中宋" panose="02010600040101010101" pitchFamily="2" charset="-122"/>
                <a:cs typeface="+mn-cs"/>
              </a:rPr>
              <a:t>轴承组合设计例题</a:t>
            </a:r>
            <a:endParaRPr kumimoji="1" lang="zh-CN" altLang="en-US" sz="3200" b="1" i="0" u="none" strike="noStrike" kern="1200" cap="none" spc="0" normalizeH="0" baseline="0" noProof="0" dirty="0">
              <a:ln>
                <a:noFill/>
              </a:ln>
              <a:solidFill>
                <a:srgbClr val="C00000"/>
              </a:solidFill>
              <a:effectLst>
                <a:outerShdw blurRad="38100" dist="38100" dir="2700000" algn="tl">
                  <a:srgbClr val="000000"/>
                </a:outerShdw>
              </a:effectLst>
              <a:uLnTx/>
              <a:uFillTx/>
              <a:latin typeface="宋体" panose="02010600030101010101" pitchFamily="2" charset="-122"/>
              <a:ea typeface="华文中宋" panose="02010600040101010101" pitchFamily="2" charset="-122"/>
              <a:cs typeface="+mn-cs"/>
            </a:endParaRPr>
          </a:p>
        </p:txBody>
      </p:sp>
    </p:spTree>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156675"/>
                                        </p:tgtEl>
                                        <p:attrNameLst>
                                          <p:attrName>style.visibility</p:attrName>
                                        </p:attrNameLst>
                                      </p:cBhvr>
                                      <p:to>
                                        <p:strVal val="visible"/>
                                      </p:to>
                                    </p:set>
                                    <p:animEffect transition="in" filter="wipe(up)">
                                      <p:cBhvr>
                                        <p:cTn id="7" dur="500"/>
                                        <p:tgtEl>
                                          <p:spTgt spid="156675"/>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nodeType="clickEffect">
                                  <p:stCondLst>
                                    <p:cond delay="0"/>
                                  </p:stCondLst>
                                  <p:childTnLst>
                                    <p:set>
                                      <p:cBhvr>
                                        <p:cTn id="11" dur="1" fill="hold">
                                          <p:stCondLst>
                                            <p:cond delay="0"/>
                                          </p:stCondLst>
                                        </p:cTn>
                                        <p:tgtEl>
                                          <p:spTgt spid="156676"/>
                                        </p:tgtEl>
                                        <p:attrNameLst>
                                          <p:attrName>style.visibility</p:attrName>
                                        </p:attrNameLst>
                                      </p:cBhvr>
                                      <p:to>
                                        <p:strVal val="visible"/>
                                      </p:to>
                                    </p:set>
                                    <p:animEffect transition="in" filter="wipe(up)">
                                      <p:cBhvr>
                                        <p:cTn id="12" dur="500"/>
                                        <p:tgtEl>
                                          <p:spTgt spid="156676"/>
                                        </p:tgtEl>
                                      </p:cBhvr>
                                    </p:animEffect>
                                  </p:childTnLst>
                                </p:cTn>
                              </p:par>
                            </p:childTnLst>
                          </p:cTn>
                        </p:par>
                        <p:par>
                          <p:cTn id="13" fill="hold">
                            <p:stCondLst>
                              <p:cond delay="500"/>
                            </p:stCondLst>
                            <p:childTnLst>
                              <p:par>
                                <p:cTn id="14" presetID="2" presetClass="entr" presetSubtype="8" fill="hold" nodeType="afterEffect">
                                  <p:stCondLst>
                                    <p:cond delay="0"/>
                                  </p:stCondLst>
                                  <p:childTnLst>
                                    <p:set>
                                      <p:cBhvr>
                                        <p:cTn id="15" dur="1" fill="hold">
                                          <p:stCondLst>
                                            <p:cond delay="0"/>
                                          </p:stCondLst>
                                        </p:cTn>
                                        <p:tgtEl>
                                          <p:spTgt spid="5"/>
                                        </p:tgtEl>
                                        <p:attrNameLst>
                                          <p:attrName>style.visibility</p:attrName>
                                        </p:attrNameLst>
                                      </p:cBhvr>
                                      <p:to>
                                        <p:strVal val="visible"/>
                                      </p:to>
                                    </p:set>
                                    <p:anim calcmode="lin" valueType="num">
                                      <p:cBhvr additive="base">
                                        <p:cTn id="16" dur="500" fill="hold"/>
                                        <p:tgtEl>
                                          <p:spTgt spid="5"/>
                                        </p:tgtEl>
                                        <p:attrNameLst>
                                          <p:attrName>ppt_x</p:attrName>
                                        </p:attrNameLst>
                                      </p:cBhvr>
                                      <p:tavLst>
                                        <p:tav tm="0">
                                          <p:val>
                                            <p:strVal val="0-#ppt_w/2"/>
                                          </p:val>
                                        </p:tav>
                                        <p:tav tm="100000">
                                          <p:val>
                                            <p:strVal val="#ppt_x"/>
                                          </p:val>
                                        </p:tav>
                                      </p:tavLst>
                                    </p:anim>
                                    <p:anim calcmode="lin" valueType="num">
                                      <p:cBhvr additive="base">
                                        <p:cTn id="17" dur="500" fill="hold"/>
                                        <p:tgtEl>
                                          <p:spTgt spid="5"/>
                                        </p:tgtEl>
                                        <p:attrNameLst>
                                          <p:attrName>ppt_y</p:attrName>
                                        </p:attrNameLst>
                                      </p:cBhvr>
                                      <p:tavLst>
                                        <p:tav tm="0">
                                          <p:val>
                                            <p:strVal val="#ppt_y"/>
                                          </p:val>
                                        </p:tav>
                                        <p:tav tm="100000">
                                          <p:val>
                                            <p:strVal val="#ppt_y"/>
                                          </p:val>
                                        </p:tav>
                                      </p:tavLst>
                                    </p:anim>
                                  </p:childTnLst>
                                </p:cTn>
                              </p:par>
                            </p:childTnLst>
                          </p:cTn>
                        </p:par>
                        <p:par>
                          <p:cTn id="18" fill="hold">
                            <p:stCondLst>
                              <p:cond delay="1000"/>
                            </p:stCondLst>
                            <p:childTnLst>
                              <p:par>
                                <p:cTn id="19" presetID="2" presetClass="entr" presetSubtype="8" fill="hold" nodeType="afterEffect">
                                  <p:stCondLst>
                                    <p:cond delay="0"/>
                                  </p:stCondLst>
                                  <p:childTnLst>
                                    <p:set>
                                      <p:cBhvr>
                                        <p:cTn id="20" dur="1" fill="hold">
                                          <p:stCondLst>
                                            <p:cond delay="0"/>
                                          </p:stCondLst>
                                        </p:cTn>
                                        <p:tgtEl>
                                          <p:spTgt spid="6"/>
                                        </p:tgtEl>
                                        <p:attrNameLst>
                                          <p:attrName>style.visibility</p:attrName>
                                        </p:attrNameLst>
                                      </p:cBhvr>
                                      <p:to>
                                        <p:strVal val="visible"/>
                                      </p:to>
                                    </p:set>
                                    <p:anim calcmode="lin" valueType="num">
                                      <p:cBhvr additive="base">
                                        <p:cTn id="21" dur="500" fill="hold"/>
                                        <p:tgtEl>
                                          <p:spTgt spid="6"/>
                                        </p:tgtEl>
                                        <p:attrNameLst>
                                          <p:attrName>ppt_x</p:attrName>
                                        </p:attrNameLst>
                                      </p:cBhvr>
                                      <p:tavLst>
                                        <p:tav tm="0">
                                          <p:val>
                                            <p:strVal val="0-#ppt_w/2"/>
                                          </p:val>
                                        </p:tav>
                                        <p:tav tm="100000">
                                          <p:val>
                                            <p:strVal val="#ppt_x"/>
                                          </p:val>
                                        </p:tav>
                                      </p:tavLst>
                                    </p:anim>
                                    <p:anim calcmode="lin" valueType="num">
                                      <p:cBhvr additive="base">
                                        <p:cTn id="22" dur="500" fill="hold"/>
                                        <p:tgtEl>
                                          <p:spTgt spid="6"/>
                                        </p:tgtEl>
                                        <p:attrNameLst>
                                          <p:attrName>ppt_y</p:attrName>
                                        </p:attrNameLst>
                                      </p:cBhvr>
                                      <p:tavLst>
                                        <p:tav tm="0">
                                          <p:val>
                                            <p:strVal val="#ppt_y"/>
                                          </p:val>
                                        </p:tav>
                                        <p:tav tm="100000">
                                          <p:val>
                                            <p:strVal val="#ppt_y"/>
                                          </p:val>
                                        </p:tav>
                                      </p:tavLst>
                                    </p:anim>
                                  </p:childTnLst>
                                </p:cTn>
                              </p:par>
                            </p:childTnLst>
                          </p:cTn>
                        </p:par>
                        <p:par>
                          <p:cTn id="23" fill="hold">
                            <p:stCondLst>
                              <p:cond delay="1500"/>
                            </p:stCondLst>
                            <p:childTnLst>
                              <p:par>
                                <p:cTn id="24" presetID="1" presetClass="entr" presetSubtype="0" fill="hold" nodeType="afterEffect">
                                  <p:stCondLst>
                                    <p:cond delay="0"/>
                                  </p:stCondLst>
                                  <p:childTnLst>
                                    <p:set>
                                      <p:cBhvr>
                                        <p:cTn id="25" dur="1" fill="hold">
                                          <p:stCondLst>
                                            <p:cond delay="499"/>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6674" grpId="0" build="p"/>
    </p:bldLst>
  </p:timing>
</p:sld>
</file>

<file path=ppt/slides/slide1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57698" name="Picture 2"/>
          <p:cNvPicPr>
            <a:picLocks noChangeAspect="1"/>
          </p:cNvPicPr>
          <p:nvPr/>
        </p:nvPicPr>
        <p:blipFill>
          <a:blip r:embed="rId1"/>
          <a:stretch>
            <a:fillRect/>
          </a:stretch>
        </p:blipFill>
        <p:spPr>
          <a:xfrm>
            <a:off x="757238" y="1493838"/>
            <a:ext cx="5948362" cy="3509962"/>
          </a:xfrm>
          <a:prstGeom prst="rect">
            <a:avLst/>
          </a:prstGeom>
          <a:noFill/>
          <a:ln w="9525">
            <a:noFill/>
          </a:ln>
        </p:spPr>
      </p:pic>
      <p:pic>
        <p:nvPicPr>
          <p:cNvPr id="157699" name="Picture 3"/>
          <p:cNvPicPr>
            <a:picLocks noChangeAspect="1"/>
          </p:cNvPicPr>
          <p:nvPr/>
        </p:nvPicPr>
        <p:blipFill>
          <a:blip r:embed="rId2"/>
          <a:stretch>
            <a:fillRect/>
          </a:stretch>
        </p:blipFill>
        <p:spPr>
          <a:xfrm>
            <a:off x="6935788" y="1914525"/>
            <a:ext cx="1343025" cy="2701925"/>
          </a:xfrm>
          <a:prstGeom prst="rect">
            <a:avLst/>
          </a:prstGeom>
          <a:noFill/>
          <a:ln w="9525">
            <a:noFill/>
          </a:ln>
        </p:spPr>
      </p:pic>
      <p:pic>
        <p:nvPicPr>
          <p:cNvPr id="4" name="Picture 49" descr="back1">
            <a:hlinkClick r:id="" tooltip="上一页" action="ppaction://hlinkshowjump?jump=previousslide"/>
          </p:cNvPr>
          <p:cNvPicPr>
            <a:picLocks noChangeAspect="1"/>
          </p:cNvPicPr>
          <p:nvPr/>
        </p:nvPicPr>
        <p:blipFill>
          <a:blip r:embed="rId3"/>
          <a:stretch>
            <a:fillRect/>
          </a:stretch>
        </p:blipFill>
        <p:spPr>
          <a:xfrm>
            <a:off x="8380413" y="6556375"/>
            <a:ext cx="306387" cy="306388"/>
          </a:xfrm>
          <a:prstGeom prst="rect">
            <a:avLst/>
          </a:prstGeom>
          <a:noFill/>
          <a:ln w="9525">
            <a:noFill/>
          </a:ln>
        </p:spPr>
      </p:pic>
      <p:pic>
        <p:nvPicPr>
          <p:cNvPr id="5" name="Picture 50" descr="rewind1">
            <a:hlinkClick r:id="" action="ppaction://hlinkshowjump?jump=firstslide"/>
          </p:cNvPr>
          <p:cNvPicPr>
            <a:picLocks noChangeAspect="1"/>
          </p:cNvPicPr>
          <p:nvPr/>
        </p:nvPicPr>
        <p:blipFill>
          <a:blip r:embed="rId4"/>
          <a:stretch>
            <a:fillRect/>
          </a:stretch>
        </p:blipFill>
        <p:spPr>
          <a:xfrm>
            <a:off x="8018463" y="6551613"/>
            <a:ext cx="306387" cy="306387"/>
          </a:xfrm>
          <a:prstGeom prst="rect">
            <a:avLst/>
          </a:prstGeom>
          <a:noFill/>
          <a:ln w="9525">
            <a:noFill/>
          </a:ln>
        </p:spPr>
      </p:pic>
      <p:pic>
        <p:nvPicPr>
          <p:cNvPr id="6" name="Picture 149" descr="NEXT1">
            <a:hlinkClick r:id="" action="ppaction://hlinkshowjump?jump=nextslide"/>
          </p:cNvPr>
          <p:cNvPicPr>
            <a:picLocks noChangeAspect="1"/>
          </p:cNvPicPr>
          <p:nvPr/>
        </p:nvPicPr>
        <p:blipFill>
          <a:blip r:embed="rId5"/>
          <a:stretch>
            <a:fillRect/>
          </a:stretch>
        </p:blipFill>
        <p:spPr>
          <a:xfrm>
            <a:off x="8753475" y="6551613"/>
            <a:ext cx="306388" cy="306387"/>
          </a:xfrm>
          <a:prstGeom prst="rect">
            <a:avLst/>
          </a:prstGeom>
          <a:noFill/>
          <a:ln w="9525">
            <a:noFill/>
          </a:ln>
        </p:spPr>
      </p:pic>
      <p:sp>
        <p:nvSpPr>
          <p:cNvPr id="2" name="矩形 1"/>
          <p:cNvSpPr/>
          <p:nvPr/>
        </p:nvSpPr>
        <p:spPr>
          <a:xfrm>
            <a:off x="1046163" y="0"/>
            <a:ext cx="3468688" cy="584200"/>
          </a:xfrm>
          <a:prstGeom prst="rect">
            <a:avLst/>
          </a:prstGeom>
        </p:spPr>
        <p:txBody>
          <a:bodyPr wrap="none">
            <a:spAutoFit/>
          </a:bodyPr>
          <a:lstStyle/>
          <a:p>
            <a:pPr marL="0" marR="0" lvl="0" indent="0" algn="l" defTabSz="914400" rtl="0" eaLnBrk="0" fontAlgn="base" latinLnBrk="0" hangingPunct="0">
              <a:lnSpc>
                <a:spcPct val="100000"/>
              </a:lnSpc>
              <a:spcBef>
                <a:spcPct val="0"/>
              </a:spcBef>
              <a:spcAft>
                <a:spcPct val="0"/>
              </a:spcAft>
              <a:buClrTx/>
              <a:buSzTx/>
              <a:buFontTx/>
              <a:buNone/>
              <a:defRPr/>
            </a:pPr>
            <a:r>
              <a:rPr kumimoji="1" lang="zh-CN" altLang="en-US" sz="3200" b="1" i="0" u="none" strike="noStrike" kern="1200" cap="none" spc="0" normalizeH="0" baseline="0" noProof="0" dirty="0">
                <a:ln>
                  <a:noFill/>
                </a:ln>
                <a:solidFill>
                  <a:srgbClr val="C00000"/>
                </a:solidFill>
                <a:effectLst>
                  <a:outerShdw blurRad="38100" dist="38100" dir="2700000" algn="tl">
                    <a:srgbClr val="000000"/>
                  </a:outerShdw>
                </a:effectLst>
                <a:uLnTx/>
                <a:uFillTx/>
                <a:latin typeface="宋体" panose="02010600030101010101" pitchFamily="2" charset="-122"/>
                <a:ea typeface="华文中宋" panose="02010600040101010101" pitchFamily="2" charset="-122"/>
                <a:cs typeface="+mn-cs"/>
              </a:rPr>
              <a:t>轴承组合设计例题</a:t>
            </a:r>
            <a:endParaRPr kumimoji="1" lang="zh-CN" altLang="en-US" sz="3200" b="1" i="0" u="none" strike="noStrike" kern="1200" cap="none" spc="0" normalizeH="0" baseline="0" noProof="0" dirty="0">
              <a:ln>
                <a:noFill/>
              </a:ln>
              <a:solidFill>
                <a:srgbClr val="C00000"/>
              </a:solidFill>
              <a:effectLst>
                <a:outerShdw blurRad="38100" dist="38100" dir="2700000" algn="tl">
                  <a:srgbClr val="000000"/>
                </a:outerShdw>
              </a:effectLst>
              <a:uLnTx/>
              <a:uFillTx/>
              <a:latin typeface="宋体" panose="02010600030101010101" pitchFamily="2" charset="-122"/>
              <a:ea typeface="华文中宋" panose="02010600040101010101" pitchFamily="2" charset="-122"/>
              <a:cs typeface="+mn-cs"/>
            </a:endParaRPr>
          </a:p>
        </p:txBody>
      </p:sp>
    </p:spTree>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157698"/>
                                        </p:tgtEl>
                                        <p:attrNameLst>
                                          <p:attrName>style.visibility</p:attrName>
                                        </p:attrNameLst>
                                      </p:cBhvr>
                                      <p:to>
                                        <p:strVal val="visible"/>
                                      </p:to>
                                    </p:set>
                                    <p:animEffect transition="in" filter="wipe(up)">
                                      <p:cBhvr>
                                        <p:cTn id="7" dur="500"/>
                                        <p:tgtEl>
                                          <p:spTgt spid="157698"/>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nodeType="clickEffect">
                                  <p:stCondLst>
                                    <p:cond delay="0"/>
                                  </p:stCondLst>
                                  <p:childTnLst>
                                    <p:set>
                                      <p:cBhvr>
                                        <p:cTn id="11" dur="1" fill="hold">
                                          <p:stCondLst>
                                            <p:cond delay="0"/>
                                          </p:stCondLst>
                                        </p:cTn>
                                        <p:tgtEl>
                                          <p:spTgt spid="157699"/>
                                        </p:tgtEl>
                                        <p:attrNameLst>
                                          <p:attrName>style.visibility</p:attrName>
                                        </p:attrNameLst>
                                      </p:cBhvr>
                                      <p:to>
                                        <p:strVal val="visible"/>
                                      </p:to>
                                    </p:set>
                                    <p:animEffect transition="in" filter="wipe(up)">
                                      <p:cBhvr>
                                        <p:cTn id="12" dur="500"/>
                                        <p:tgtEl>
                                          <p:spTgt spid="157699"/>
                                        </p:tgtEl>
                                      </p:cBhvr>
                                    </p:animEffect>
                                  </p:childTnLst>
                                </p:cTn>
                              </p:par>
                            </p:childTnLst>
                          </p:cTn>
                        </p:par>
                        <p:par>
                          <p:cTn id="13" fill="hold">
                            <p:stCondLst>
                              <p:cond delay="500"/>
                            </p:stCondLst>
                            <p:childTnLst>
                              <p:par>
                                <p:cTn id="14" presetID="2" presetClass="entr" presetSubtype="8" fill="hold" nodeType="afterEffect">
                                  <p:stCondLst>
                                    <p:cond delay="0"/>
                                  </p:stCondLst>
                                  <p:childTnLst>
                                    <p:set>
                                      <p:cBhvr>
                                        <p:cTn id="15" dur="1" fill="hold">
                                          <p:stCondLst>
                                            <p:cond delay="0"/>
                                          </p:stCondLst>
                                        </p:cTn>
                                        <p:tgtEl>
                                          <p:spTgt spid="4"/>
                                        </p:tgtEl>
                                        <p:attrNameLst>
                                          <p:attrName>style.visibility</p:attrName>
                                        </p:attrNameLst>
                                      </p:cBhvr>
                                      <p:to>
                                        <p:strVal val="visible"/>
                                      </p:to>
                                    </p:set>
                                    <p:anim calcmode="lin" valueType="num">
                                      <p:cBhvr additive="base">
                                        <p:cTn id="16" dur="500" fill="hold"/>
                                        <p:tgtEl>
                                          <p:spTgt spid="4"/>
                                        </p:tgtEl>
                                        <p:attrNameLst>
                                          <p:attrName>ppt_x</p:attrName>
                                        </p:attrNameLst>
                                      </p:cBhvr>
                                      <p:tavLst>
                                        <p:tav tm="0">
                                          <p:val>
                                            <p:strVal val="0-#ppt_w/2"/>
                                          </p:val>
                                        </p:tav>
                                        <p:tav tm="100000">
                                          <p:val>
                                            <p:strVal val="#ppt_x"/>
                                          </p:val>
                                        </p:tav>
                                      </p:tavLst>
                                    </p:anim>
                                    <p:anim calcmode="lin" valueType="num">
                                      <p:cBhvr additive="base">
                                        <p:cTn id="17" dur="500" fill="hold"/>
                                        <p:tgtEl>
                                          <p:spTgt spid="4"/>
                                        </p:tgtEl>
                                        <p:attrNameLst>
                                          <p:attrName>ppt_y</p:attrName>
                                        </p:attrNameLst>
                                      </p:cBhvr>
                                      <p:tavLst>
                                        <p:tav tm="0">
                                          <p:val>
                                            <p:strVal val="#ppt_y"/>
                                          </p:val>
                                        </p:tav>
                                        <p:tav tm="100000">
                                          <p:val>
                                            <p:strVal val="#ppt_y"/>
                                          </p:val>
                                        </p:tav>
                                      </p:tavLst>
                                    </p:anim>
                                  </p:childTnLst>
                                </p:cTn>
                              </p:par>
                            </p:childTnLst>
                          </p:cTn>
                        </p:par>
                        <p:par>
                          <p:cTn id="18" fill="hold">
                            <p:stCondLst>
                              <p:cond delay="1000"/>
                            </p:stCondLst>
                            <p:childTnLst>
                              <p:par>
                                <p:cTn id="19" presetID="2" presetClass="entr" presetSubtype="8" fill="hold" nodeType="afterEffect">
                                  <p:stCondLst>
                                    <p:cond delay="0"/>
                                  </p:stCondLst>
                                  <p:childTnLst>
                                    <p:set>
                                      <p:cBhvr>
                                        <p:cTn id="20" dur="1" fill="hold">
                                          <p:stCondLst>
                                            <p:cond delay="0"/>
                                          </p:stCondLst>
                                        </p:cTn>
                                        <p:tgtEl>
                                          <p:spTgt spid="5"/>
                                        </p:tgtEl>
                                        <p:attrNameLst>
                                          <p:attrName>style.visibility</p:attrName>
                                        </p:attrNameLst>
                                      </p:cBhvr>
                                      <p:to>
                                        <p:strVal val="visible"/>
                                      </p:to>
                                    </p:set>
                                    <p:anim calcmode="lin" valueType="num">
                                      <p:cBhvr additive="base">
                                        <p:cTn id="21" dur="500" fill="hold"/>
                                        <p:tgtEl>
                                          <p:spTgt spid="5"/>
                                        </p:tgtEl>
                                        <p:attrNameLst>
                                          <p:attrName>ppt_x</p:attrName>
                                        </p:attrNameLst>
                                      </p:cBhvr>
                                      <p:tavLst>
                                        <p:tav tm="0">
                                          <p:val>
                                            <p:strVal val="0-#ppt_w/2"/>
                                          </p:val>
                                        </p:tav>
                                        <p:tav tm="100000">
                                          <p:val>
                                            <p:strVal val="#ppt_x"/>
                                          </p:val>
                                        </p:tav>
                                      </p:tavLst>
                                    </p:anim>
                                    <p:anim calcmode="lin" valueType="num">
                                      <p:cBhvr additive="base">
                                        <p:cTn id="22" dur="500" fill="hold"/>
                                        <p:tgtEl>
                                          <p:spTgt spid="5"/>
                                        </p:tgtEl>
                                        <p:attrNameLst>
                                          <p:attrName>ppt_y</p:attrName>
                                        </p:attrNameLst>
                                      </p:cBhvr>
                                      <p:tavLst>
                                        <p:tav tm="0">
                                          <p:val>
                                            <p:strVal val="#ppt_y"/>
                                          </p:val>
                                        </p:tav>
                                        <p:tav tm="100000">
                                          <p:val>
                                            <p:strVal val="#ppt_y"/>
                                          </p:val>
                                        </p:tav>
                                      </p:tavLst>
                                    </p:anim>
                                  </p:childTnLst>
                                </p:cTn>
                              </p:par>
                            </p:childTnLst>
                          </p:cTn>
                        </p:par>
                        <p:par>
                          <p:cTn id="23" fill="hold">
                            <p:stCondLst>
                              <p:cond delay="1500"/>
                            </p:stCondLst>
                            <p:childTnLst>
                              <p:par>
                                <p:cTn id="24" presetID="1" presetClass="entr" presetSubtype="0" fill="hold" nodeType="afterEffect">
                                  <p:stCondLst>
                                    <p:cond delay="0"/>
                                  </p:stCondLst>
                                  <p:childTnLst>
                                    <p:set>
                                      <p:cBhvr>
                                        <p:cTn id="25" dur="1" fill="hold">
                                          <p:stCondLst>
                                            <p:cond delay="499"/>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8722" name="Rectangle 2"/>
          <p:cNvSpPr>
            <a:spLocks noGrp="1" noChangeArrowheads="1"/>
          </p:cNvSpPr>
          <p:nvPr>
            <p:ph idx="1"/>
          </p:nvPr>
        </p:nvSpPr>
        <p:spPr>
          <a:xfrm>
            <a:off x="463233" y="874713"/>
            <a:ext cx="7772400" cy="573088"/>
          </a:xfrm>
        </p:spPr>
        <p:txBody>
          <a:bodyPr/>
          <a:lstStyle/>
          <a:p>
            <a:pPr marL="342900" marR="0" lvl="0" indent="-342900" algn="ctr" defTabSz="914400" rtl="0" eaLnBrk="0" fontAlgn="base" latinLnBrk="0" hangingPunct="0">
              <a:lnSpc>
                <a:spcPct val="100000"/>
              </a:lnSpc>
              <a:spcBef>
                <a:spcPct val="20000"/>
              </a:spcBef>
              <a:spcAft>
                <a:spcPct val="0"/>
              </a:spcAft>
              <a:buClr>
                <a:schemeClr val="hlink"/>
              </a:buClr>
              <a:buSzPct val="110000"/>
              <a:buFontTx/>
              <a:buChar char=" "/>
              <a:defRPr/>
            </a:pPr>
            <a:r>
              <a:rPr kumimoji="1" lang="zh-CN" altLang="en-US" sz="2800" i="0" u="none" strike="noStrike" kern="1200" cap="none" spc="0" normalizeH="0" baseline="0" noProof="0">
                <a:ln>
                  <a:noFill/>
                </a:ln>
                <a:solidFill>
                  <a:schemeClr val="tx1"/>
                </a:solidFill>
                <a:effectLst>
                  <a:outerShdw blurRad="38100" dist="38100" dir="2700000" algn="tl">
                    <a:srgbClr val="FFFFFF"/>
                  </a:outerShdw>
                </a:effectLst>
                <a:uLnTx/>
                <a:uFillTx/>
                <a:latin typeface="仿宋_GB2312" pitchFamily="49" charset="-122"/>
                <a:ea typeface="仿宋_GB2312" pitchFamily="49" charset="-122"/>
                <a:cs typeface="+mn-cs"/>
              </a:rPr>
              <a:t>最后结果</a:t>
            </a:r>
            <a:endParaRPr kumimoji="1" lang="zh-CN" altLang="en-US" sz="2800" i="0" u="none" strike="noStrike" kern="1200" cap="none" spc="0" normalizeH="0" baseline="0" noProof="0">
              <a:ln>
                <a:noFill/>
              </a:ln>
              <a:solidFill>
                <a:schemeClr val="tx1"/>
              </a:solidFill>
              <a:effectLst>
                <a:outerShdw blurRad="38100" dist="38100" dir="2700000" algn="tl">
                  <a:srgbClr val="FFFFFF"/>
                </a:outerShdw>
              </a:effectLst>
              <a:uLnTx/>
              <a:uFillTx/>
              <a:latin typeface="仿宋_GB2312" pitchFamily="49" charset="-122"/>
              <a:ea typeface="仿宋_GB2312" pitchFamily="49" charset="-122"/>
              <a:cs typeface="+mn-cs"/>
            </a:endParaRPr>
          </a:p>
        </p:txBody>
      </p:sp>
      <p:pic>
        <p:nvPicPr>
          <p:cNvPr id="158723" name="Picture 3"/>
          <p:cNvPicPr>
            <a:picLocks noChangeAspect="1"/>
          </p:cNvPicPr>
          <p:nvPr/>
        </p:nvPicPr>
        <p:blipFill>
          <a:blip r:embed="rId1"/>
          <a:stretch>
            <a:fillRect/>
          </a:stretch>
        </p:blipFill>
        <p:spPr>
          <a:xfrm>
            <a:off x="1119188" y="1627188"/>
            <a:ext cx="6804025" cy="4083050"/>
          </a:xfrm>
          <a:prstGeom prst="rect">
            <a:avLst/>
          </a:prstGeom>
          <a:noFill/>
          <a:ln w="9525">
            <a:noFill/>
          </a:ln>
        </p:spPr>
      </p:pic>
      <p:pic>
        <p:nvPicPr>
          <p:cNvPr id="4" name="Picture 49" descr="back1">
            <a:hlinkClick r:id="" tooltip="上一页" action="ppaction://hlinkshowjump?jump=previousslide"/>
          </p:cNvPr>
          <p:cNvPicPr>
            <a:picLocks noChangeAspect="1"/>
          </p:cNvPicPr>
          <p:nvPr/>
        </p:nvPicPr>
        <p:blipFill>
          <a:blip r:embed="rId2"/>
          <a:stretch>
            <a:fillRect/>
          </a:stretch>
        </p:blipFill>
        <p:spPr>
          <a:xfrm>
            <a:off x="8650288" y="6551613"/>
            <a:ext cx="306387" cy="306387"/>
          </a:xfrm>
          <a:prstGeom prst="rect">
            <a:avLst/>
          </a:prstGeom>
          <a:noFill/>
          <a:ln w="9525">
            <a:noFill/>
          </a:ln>
        </p:spPr>
      </p:pic>
      <p:pic>
        <p:nvPicPr>
          <p:cNvPr id="5" name="Picture 50" descr="rewind1">
            <a:hlinkClick r:id="" action="ppaction://hlinkshowjump?jump=firstslide"/>
          </p:cNvPr>
          <p:cNvPicPr>
            <a:picLocks noChangeAspect="1"/>
          </p:cNvPicPr>
          <p:nvPr/>
        </p:nvPicPr>
        <p:blipFill>
          <a:blip r:embed="rId3"/>
          <a:stretch>
            <a:fillRect/>
          </a:stretch>
        </p:blipFill>
        <p:spPr>
          <a:xfrm>
            <a:off x="8285163" y="6551613"/>
            <a:ext cx="306387" cy="306387"/>
          </a:xfrm>
          <a:prstGeom prst="rect">
            <a:avLst/>
          </a:prstGeom>
          <a:noFill/>
          <a:ln w="9525">
            <a:noFill/>
          </a:ln>
        </p:spPr>
      </p:pic>
      <p:sp>
        <p:nvSpPr>
          <p:cNvPr id="2" name="矩形 1"/>
          <p:cNvSpPr/>
          <p:nvPr/>
        </p:nvSpPr>
        <p:spPr>
          <a:xfrm>
            <a:off x="1054100" y="61913"/>
            <a:ext cx="3467100" cy="584200"/>
          </a:xfrm>
          <a:prstGeom prst="rect">
            <a:avLst/>
          </a:prstGeom>
        </p:spPr>
        <p:txBody>
          <a:bodyPr wrap="none">
            <a:spAutoFit/>
          </a:bodyPr>
          <a:lstStyle/>
          <a:p>
            <a:pPr marL="0" marR="0" lvl="0" indent="0" algn="l" defTabSz="914400" rtl="0" eaLnBrk="0" fontAlgn="base" latinLnBrk="0" hangingPunct="0">
              <a:lnSpc>
                <a:spcPct val="100000"/>
              </a:lnSpc>
              <a:spcBef>
                <a:spcPct val="0"/>
              </a:spcBef>
              <a:spcAft>
                <a:spcPct val="0"/>
              </a:spcAft>
              <a:buClrTx/>
              <a:buSzTx/>
              <a:buFontTx/>
              <a:buNone/>
              <a:defRPr/>
            </a:pPr>
            <a:r>
              <a:rPr kumimoji="1" lang="zh-CN" altLang="en-US" sz="3200" b="1" i="0" u="none" strike="noStrike" kern="1200" cap="none" spc="0" normalizeH="0" baseline="0" noProof="0" dirty="0">
                <a:ln>
                  <a:noFill/>
                </a:ln>
                <a:solidFill>
                  <a:srgbClr val="C00000"/>
                </a:solidFill>
                <a:effectLst>
                  <a:outerShdw blurRad="38100" dist="38100" dir="2700000" algn="tl">
                    <a:srgbClr val="000000"/>
                  </a:outerShdw>
                </a:effectLst>
                <a:uLnTx/>
                <a:uFillTx/>
                <a:latin typeface="宋体" panose="02010600030101010101" pitchFamily="2" charset="-122"/>
                <a:ea typeface="华文中宋" panose="02010600040101010101" pitchFamily="2" charset="-122"/>
                <a:cs typeface="+mn-cs"/>
              </a:rPr>
              <a:t>轴承组合设计例题</a:t>
            </a:r>
            <a:endParaRPr kumimoji="1" lang="zh-CN" altLang="en-US" sz="3200" b="1" i="0" u="none" strike="noStrike" kern="1200" cap="none" spc="0" normalizeH="0" baseline="0" noProof="0" dirty="0">
              <a:ln>
                <a:noFill/>
              </a:ln>
              <a:solidFill>
                <a:srgbClr val="C00000"/>
              </a:solidFill>
              <a:effectLst>
                <a:outerShdw blurRad="38100" dist="38100" dir="2700000" algn="tl">
                  <a:srgbClr val="000000"/>
                </a:outerShdw>
              </a:effectLst>
              <a:uLnTx/>
              <a:uFillTx/>
              <a:latin typeface="宋体" panose="02010600030101010101" pitchFamily="2" charset="-122"/>
              <a:ea typeface="华文中宋" panose="02010600040101010101" pitchFamily="2" charset="-122"/>
              <a:cs typeface="+mn-cs"/>
            </a:endParaRPr>
          </a:p>
        </p:txBody>
      </p:sp>
    </p:spTree>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158723"/>
                                        </p:tgtEl>
                                        <p:attrNameLst>
                                          <p:attrName>style.visibility</p:attrName>
                                        </p:attrNameLst>
                                      </p:cBhvr>
                                      <p:to>
                                        <p:strVal val="visible"/>
                                      </p:to>
                                    </p:set>
                                    <p:animEffect transition="in" filter="wipe(up)">
                                      <p:cBhvr>
                                        <p:cTn id="7" dur="500"/>
                                        <p:tgtEl>
                                          <p:spTgt spid="158723"/>
                                        </p:tgtEl>
                                      </p:cBhvr>
                                    </p:animEffect>
                                  </p:childTnLst>
                                </p:cTn>
                              </p:par>
                            </p:childTnLst>
                          </p:cTn>
                        </p:par>
                        <p:par>
                          <p:cTn id="8" fill="hold">
                            <p:stCondLst>
                              <p:cond delay="500"/>
                            </p:stCondLst>
                            <p:childTnLst>
                              <p:par>
                                <p:cTn id="9" presetID="2" presetClass="entr" presetSubtype="8" fill="hold" nodeType="afterEffect">
                                  <p:stCondLst>
                                    <p:cond delay="0"/>
                                  </p:stCondLst>
                                  <p:childTnLst>
                                    <p:set>
                                      <p:cBhvr>
                                        <p:cTn id="10" dur="1" fill="hold">
                                          <p:stCondLst>
                                            <p:cond delay="0"/>
                                          </p:stCondLst>
                                        </p:cTn>
                                        <p:tgtEl>
                                          <p:spTgt spid="4"/>
                                        </p:tgtEl>
                                        <p:attrNameLst>
                                          <p:attrName>style.visibility</p:attrName>
                                        </p:attrNameLst>
                                      </p:cBhvr>
                                      <p:to>
                                        <p:strVal val="visible"/>
                                      </p:to>
                                    </p:set>
                                    <p:anim calcmode="lin" valueType="num">
                                      <p:cBhvr additive="base">
                                        <p:cTn id="11" dur="500" fill="hold"/>
                                        <p:tgtEl>
                                          <p:spTgt spid="4"/>
                                        </p:tgtEl>
                                        <p:attrNameLst>
                                          <p:attrName>ppt_x</p:attrName>
                                        </p:attrNameLst>
                                      </p:cBhvr>
                                      <p:tavLst>
                                        <p:tav tm="0">
                                          <p:val>
                                            <p:strVal val="0-#ppt_w/2"/>
                                          </p:val>
                                        </p:tav>
                                        <p:tav tm="100000">
                                          <p:val>
                                            <p:strVal val="#ppt_x"/>
                                          </p:val>
                                        </p:tav>
                                      </p:tavLst>
                                    </p:anim>
                                    <p:anim calcmode="lin" valueType="num">
                                      <p:cBhvr additive="base">
                                        <p:cTn id="12" dur="500" fill="hold"/>
                                        <p:tgtEl>
                                          <p:spTgt spid="4"/>
                                        </p:tgtEl>
                                        <p:attrNameLst>
                                          <p:attrName>ppt_y</p:attrName>
                                        </p:attrNameLst>
                                      </p:cBhvr>
                                      <p:tavLst>
                                        <p:tav tm="0">
                                          <p:val>
                                            <p:strVal val="#ppt_y"/>
                                          </p:val>
                                        </p:tav>
                                        <p:tav tm="100000">
                                          <p:val>
                                            <p:strVal val="#ppt_y"/>
                                          </p:val>
                                        </p:tav>
                                      </p:tavLst>
                                    </p:anim>
                                  </p:childTnLst>
                                </p:cTn>
                              </p:par>
                            </p:childTnLst>
                          </p:cTn>
                        </p:par>
                        <p:par>
                          <p:cTn id="13" fill="hold">
                            <p:stCondLst>
                              <p:cond delay="1000"/>
                            </p:stCondLst>
                            <p:childTnLst>
                              <p:par>
                                <p:cTn id="14" presetID="2" presetClass="entr" presetSubtype="8" fill="hold" nodeType="afterEffect">
                                  <p:stCondLst>
                                    <p:cond delay="0"/>
                                  </p:stCondLst>
                                  <p:childTnLst>
                                    <p:set>
                                      <p:cBhvr>
                                        <p:cTn id="15" dur="1" fill="hold">
                                          <p:stCondLst>
                                            <p:cond delay="0"/>
                                          </p:stCondLst>
                                        </p:cTn>
                                        <p:tgtEl>
                                          <p:spTgt spid="5"/>
                                        </p:tgtEl>
                                        <p:attrNameLst>
                                          <p:attrName>style.visibility</p:attrName>
                                        </p:attrNameLst>
                                      </p:cBhvr>
                                      <p:to>
                                        <p:strVal val="visible"/>
                                      </p:to>
                                    </p:set>
                                    <p:anim calcmode="lin" valueType="num">
                                      <p:cBhvr additive="base">
                                        <p:cTn id="16" dur="500" fill="hold"/>
                                        <p:tgtEl>
                                          <p:spTgt spid="5"/>
                                        </p:tgtEl>
                                        <p:attrNameLst>
                                          <p:attrName>ppt_x</p:attrName>
                                        </p:attrNameLst>
                                      </p:cBhvr>
                                      <p:tavLst>
                                        <p:tav tm="0">
                                          <p:val>
                                            <p:strVal val="0-#ppt_w/2"/>
                                          </p:val>
                                        </p:tav>
                                        <p:tav tm="100000">
                                          <p:val>
                                            <p:strVal val="#ppt_x"/>
                                          </p:val>
                                        </p:tav>
                                      </p:tavLst>
                                    </p:anim>
                                    <p:anim calcmode="lin" valueType="num">
                                      <p:cBhvr additive="base">
                                        <p:cTn id="17" dur="500" fill="hold"/>
                                        <p:tgtEl>
                                          <p:spTgt spid="5"/>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8722" grpId="0" build="p"/>
    </p:bldLst>
  </p:timing>
</p:sld>
</file>

<file path=ppt/slides/slide1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4"/>
          <p:cNvSpPr>
            <a:spLocks noGrp="1" noChangeArrowheads="1"/>
          </p:cNvSpPr>
          <p:nvPr>
            <p:ph type="title"/>
          </p:nvPr>
        </p:nvSpPr>
        <p:spPr bwMode="auto">
          <a:xfrm>
            <a:off x="5486400" y="673100"/>
            <a:ext cx="1854200" cy="177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eaLnBrk="1" hangingPunct="1"/>
            <a:r>
              <a:rPr lang="zh-CN" altLang="en-US" sz="800" smtClean="0">
                <a:solidFill>
                  <a:schemeClr val="bg1"/>
                </a:solidFill>
                <a:latin typeface="华文中宋" panose="02010600040101010101" pitchFamily="2" charset="-122"/>
                <a:ea typeface="华文中宋" panose="02010600040101010101" pitchFamily="2" charset="-122"/>
              </a:rPr>
              <a:t>主要性能和特点</a:t>
            </a:r>
            <a:endParaRPr lang="en-US" altLang="zh-CN" sz="800" smtClean="0">
              <a:solidFill>
                <a:schemeClr val="bg1"/>
              </a:solidFill>
              <a:latin typeface="华文中宋" panose="02010600040101010101" pitchFamily="2" charset="-122"/>
              <a:ea typeface="华文中宋" panose="02010600040101010101" pitchFamily="2" charset="-122"/>
            </a:endParaRPr>
          </a:p>
        </p:txBody>
      </p:sp>
      <p:sp>
        <p:nvSpPr>
          <p:cNvPr id="43011" name="Text Box 37"/>
          <p:cNvSpPr txBox="1">
            <a:spLocks noChangeArrowheads="1"/>
          </p:cNvSpPr>
          <p:nvPr/>
        </p:nvSpPr>
        <p:spPr bwMode="auto">
          <a:xfrm>
            <a:off x="7505700" y="5908675"/>
            <a:ext cx="9271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57150">
                <a:solidFill>
                  <a:srgbClr val="000000"/>
                </a:solidFill>
                <a:miter lim="800000"/>
                <a:headEnd/>
                <a:tailEnd/>
              </a14:hiddenLine>
            </a:ext>
          </a:extLst>
        </p:spPr>
        <p:txBody>
          <a:bodyPr>
            <a:spAutoFit/>
          </a:bodyPr>
          <a:lstStyle>
            <a:lvl1pPr eaLnBrk="0" hangingPunct="0">
              <a:defRPr kumimoji="1" sz="2000">
                <a:solidFill>
                  <a:srgbClr val="000099"/>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rgbClr val="000099"/>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rgbClr val="000099"/>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rgbClr val="000099"/>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9pPr>
          </a:lstStyle>
          <a:p>
            <a:pPr algn="ctr" eaLnBrk="1" hangingPunct="1">
              <a:lnSpc>
                <a:spcPct val="100000"/>
              </a:lnSpc>
              <a:spcBef>
                <a:spcPct val="50000"/>
              </a:spcBef>
              <a:buFontTx/>
              <a:buNone/>
            </a:pPr>
            <a:r>
              <a:rPr lang="en-US" altLang="zh-CN" sz="1800">
                <a:latin typeface="华文中宋" panose="02010600040101010101" pitchFamily="2" charset="-122"/>
              </a:rPr>
              <a:t>  </a:t>
            </a:r>
            <a:endParaRPr lang="en-US" altLang="zh-CN" sz="1800">
              <a:latin typeface="华文中宋" panose="02010600040101010101" pitchFamily="2" charset="-122"/>
            </a:endParaRPr>
          </a:p>
        </p:txBody>
      </p:sp>
      <p:sp>
        <p:nvSpPr>
          <p:cNvPr id="43012" name="Text Box 129"/>
          <p:cNvSpPr txBox="1">
            <a:spLocks noChangeArrowheads="1"/>
          </p:cNvSpPr>
          <p:nvPr/>
        </p:nvSpPr>
        <p:spPr bwMode="auto">
          <a:xfrm>
            <a:off x="8286750" y="6488113"/>
            <a:ext cx="103505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000">
                <a:solidFill>
                  <a:srgbClr val="000099"/>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rgbClr val="000099"/>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rgbClr val="000099"/>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rgbClr val="000099"/>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lnSpc>
                <a:spcPct val="100000"/>
              </a:lnSpc>
              <a:buClr>
                <a:srgbClr val="EB6623"/>
              </a:buClr>
              <a:buSzPct val="70000"/>
              <a:buFontTx/>
              <a:buNone/>
            </a:pPr>
            <a:r>
              <a:rPr lang="en-US" altLang="zh-CN">
                <a:latin typeface="Tahoma" panose="020B0604030504040204" pitchFamily="34" charset="0"/>
              </a:rPr>
              <a:t> </a:t>
            </a:r>
            <a:r>
              <a:rPr lang="zh-CN" altLang="en-US" b="1">
                <a:latin typeface="Tahoma" panose="020B0604030504040204" pitchFamily="34" charset="0"/>
                <a:hlinkClick r:id="rId1" action="ppaction://hlinksldjump"/>
              </a:rPr>
              <a:t>返回</a:t>
            </a:r>
            <a:r>
              <a:rPr lang="zh-CN" altLang="en-US">
                <a:latin typeface="Tahoma" panose="020B0604030504040204" pitchFamily="34" charset="0"/>
              </a:rPr>
              <a:t>　</a:t>
            </a:r>
            <a:endParaRPr lang="zh-CN" altLang="en-US">
              <a:latin typeface="Tahoma" panose="020B0604030504040204" pitchFamily="34" charset="0"/>
            </a:endParaRPr>
          </a:p>
        </p:txBody>
      </p:sp>
      <p:graphicFrame>
        <p:nvGraphicFramePr>
          <p:cNvPr id="9" name="表格 8"/>
          <p:cNvGraphicFramePr>
            <a:graphicFrameLocks noGrp="1"/>
          </p:cNvGraphicFramePr>
          <p:nvPr/>
        </p:nvGraphicFramePr>
        <p:xfrm>
          <a:off x="825500" y="444500"/>
          <a:ext cx="7645400" cy="6122987"/>
        </p:xfrm>
        <a:graphic>
          <a:graphicData uri="http://schemas.openxmlformats.org/drawingml/2006/table">
            <a:tbl>
              <a:tblPr/>
              <a:tblGrid>
                <a:gridCol w="1804836"/>
                <a:gridCol w="2099449"/>
                <a:gridCol w="599194"/>
                <a:gridCol w="3141921"/>
              </a:tblGrid>
              <a:tr h="519526">
                <a:tc>
                  <a:txBody>
                    <a:bodyPr/>
                    <a:lstStyle/>
                    <a:p>
                      <a:pPr algn="ctr">
                        <a:spcAft>
                          <a:spcPts val="0"/>
                        </a:spcAft>
                      </a:pPr>
                      <a:r>
                        <a:rPr lang="zh-CN" sz="1200" kern="100" dirty="0">
                          <a:solidFill>
                            <a:srgbClr val="000099"/>
                          </a:solidFill>
                          <a:latin typeface="华文中宋" panose="02010600040101010101" pitchFamily="2" charset="-122"/>
                          <a:ea typeface="华文中宋" panose="02010600040101010101" pitchFamily="2" charset="-122"/>
                          <a:cs typeface="Times New Roman" panose="02020603050405020304"/>
                        </a:rPr>
                        <a:t>轴承类型</a:t>
                      </a:r>
                      <a:endParaRPr lang="zh-CN" sz="1200" kern="100" dirty="0">
                        <a:solidFill>
                          <a:srgbClr val="000099"/>
                        </a:solidFill>
                        <a:latin typeface="华文中宋" panose="02010600040101010101" pitchFamily="2" charset="-122"/>
                        <a:ea typeface="华文中宋" panose="02010600040101010101" pitchFamily="2" charset="-122"/>
                        <a:cs typeface="Times New Roman" panose="02020603050405020304"/>
                      </a:endParaRPr>
                    </a:p>
                  </a:txBody>
                  <a:tcPr marL="36030" marR="36030" marT="0" marB="0" anchor="ctr">
                    <a:lnL>
                      <a:noFill/>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zh-CN" sz="1200" kern="100" dirty="0">
                          <a:solidFill>
                            <a:srgbClr val="000099"/>
                          </a:solidFill>
                          <a:latin typeface="华文中宋" panose="02010600040101010101" pitchFamily="2" charset="-122"/>
                          <a:ea typeface="华文中宋" panose="02010600040101010101" pitchFamily="2" charset="-122"/>
                          <a:cs typeface="Times New Roman" panose="02020603050405020304"/>
                        </a:rPr>
                        <a:t>结构简图</a:t>
                      </a:r>
                      <a:endParaRPr lang="zh-CN" sz="1200" kern="100" dirty="0">
                        <a:solidFill>
                          <a:srgbClr val="000099"/>
                        </a:solidFill>
                        <a:latin typeface="华文中宋" panose="02010600040101010101" pitchFamily="2" charset="-122"/>
                        <a:ea typeface="华文中宋" panose="02010600040101010101" pitchFamily="2" charset="-122"/>
                        <a:cs typeface="Times New Roman" panose="02020603050405020304"/>
                      </a:endParaRPr>
                    </a:p>
                  </a:txBody>
                  <a:tcPr marL="36030" marR="3603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zh-CN" sz="1200" kern="100">
                          <a:solidFill>
                            <a:srgbClr val="000099"/>
                          </a:solidFill>
                          <a:latin typeface="华文中宋" panose="02010600040101010101" pitchFamily="2" charset="-122"/>
                          <a:ea typeface="华文中宋" panose="02010600040101010101" pitchFamily="2" charset="-122"/>
                          <a:cs typeface="Times New Roman" panose="02020603050405020304"/>
                        </a:rPr>
                        <a:t>类型代号</a:t>
                      </a:r>
                      <a:endParaRPr lang="zh-CN" sz="1200" kern="100">
                        <a:solidFill>
                          <a:srgbClr val="000099"/>
                        </a:solidFill>
                        <a:latin typeface="华文中宋" panose="02010600040101010101" pitchFamily="2" charset="-122"/>
                        <a:ea typeface="华文中宋" panose="02010600040101010101" pitchFamily="2" charset="-122"/>
                        <a:cs typeface="Times New Roman" panose="02020603050405020304"/>
                      </a:endParaRPr>
                    </a:p>
                  </a:txBody>
                  <a:tcPr marL="36030" marR="3603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zh-CN" sz="1200" kern="100">
                          <a:solidFill>
                            <a:srgbClr val="000099"/>
                          </a:solidFill>
                          <a:latin typeface="华文中宋" panose="02010600040101010101" pitchFamily="2" charset="-122"/>
                          <a:ea typeface="华文中宋" panose="02010600040101010101" pitchFamily="2" charset="-122"/>
                          <a:cs typeface="Times New Roman" panose="02020603050405020304"/>
                        </a:rPr>
                        <a:t>性能和特点</a:t>
                      </a:r>
                      <a:endParaRPr lang="zh-CN" sz="1200" kern="100">
                        <a:solidFill>
                          <a:srgbClr val="000099"/>
                        </a:solidFill>
                        <a:latin typeface="华文中宋" panose="02010600040101010101" pitchFamily="2" charset="-122"/>
                        <a:ea typeface="华文中宋" panose="02010600040101010101" pitchFamily="2" charset="-122"/>
                        <a:cs typeface="Times New Roman" panose="02020603050405020304"/>
                      </a:endParaRPr>
                    </a:p>
                  </a:txBody>
                  <a:tcPr marL="36030" marR="36030" marT="0" marB="0" anchor="ctr">
                    <a:lnL w="12700" cap="flat" cmpd="sng" algn="ctr">
                      <a:solidFill>
                        <a:srgbClr val="000000"/>
                      </a:solidFill>
                      <a:prstDash val="solid"/>
                      <a:round/>
                      <a:headEnd type="none" w="med" len="med"/>
                      <a:tailEnd type="none" w="med" len="med"/>
                    </a:lnL>
                    <a:lnR>
                      <a:noFill/>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461062">
                <a:tc>
                  <a:txBody>
                    <a:bodyPr/>
                    <a:lstStyle/>
                    <a:p>
                      <a:pPr algn="ctr">
                        <a:spcAft>
                          <a:spcPts val="0"/>
                        </a:spcAft>
                      </a:pPr>
                      <a:r>
                        <a:rPr lang="zh-CN" sz="1200" kern="100" dirty="0">
                          <a:solidFill>
                            <a:srgbClr val="000099"/>
                          </a:solidFill>
                          <a:latin typeface="华文中宋" panose="02010600040101010101" pitchFamily="2" charset="-122"/>
                          <a:ea typeface="华文中宋" panose="02010600040101010101" pitchFamily="2" charset="-122"/>
                          <a:cs typeface="Times New Roman" panose="02020603050405020304"/>
                        </a:rPr>
                        <a:t>调心球轴承</a:t>
                      </a:r>
                      <a:endParaRPr lang="zh-CN" sz="1200" kern="100" dirty="0">
                        <a:solidFill>
                          <a:srgbClr val="000099"/>
                        </a:solidFill>
                        <a:latin typeface="华文中宋" panose="02010600040101010101" pitchFamily="2" charset="-122"/>
                        <a:ea typeface="华文中宋" panose="02010600040101010101" pitchFamily="2" charset="-122"/>
                        <a:cs typeface="Times New Roman" panose="02020603050405020304"/>
                      </a:endParaRPr>
                    </a:p>
                  </a:txBody>
                  <a:tcPr marL="36030" marR="36030"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US" sz="1200" kern="100" dirty="0">
                        <a:solidFill>
                          <a:srgbClr val="000099"/>
                        </a:solidFill>
                        <a:latin typeface="华文中宋" panose="02010600040101010101" pitchFamily="2" charset="-122"/>
                        <a:ea typeface="华文中宋" panose="02010600040101010101" pitchFamily="2" charset="-122"/>
                        <a:cs typeface="Times New Roman" panose="02020603050405020304"/>
                      </a:endParaRPr>
                    </a:p>
                  </a:txBody>
                  <a:tcPr marL="36030" marR="3603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200" kern="100">
                          <a:solidFill>
                            <a:srgbClr val="000099"/>
                          </a:solidFill>
                          <a:latin typeface="华文中宋" panose="02010600040101010101" pitchFamily="2" charset="-122"/>
                          <a:ea typeface="华文中宋" panose="02010600040101010101" pitchFamily="2" charset="-122"/>
                          <a:cs typeface="Times New Roman" panose="02020603050405020304"/>
                        </a:rPr>
                        <a:t>1</a:t>
                      </a:r>
                      <a:endParaRPr lang="zh-CN" sz="1200" kern="100">
                        <a:solidFill>
                          <a:srgbClr val="000099"/>
                        </a:solidFill>
                        <a:latin typeface="华文中宋" panose="02010600040101010101" pitchFamily="2" charset="-122"/>
                        <a:ea typeface="华文中宋" panose="02010600040101010101" pitchFamily="2" charset="-122"/>
                        <a:cs typeface="Times New Roman" panose="02020603050405020304"/>
                      </a:endParaRPr>
                    </a:p>
                  </a:txBody>
                  <a:tcPr marL="36030" marR="3603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133350" algn="l">
                        <a:spcAft>
                          <a:spcPts val="0"/>
                        </a:spcAft>
                      </a:pPr>
                      <a:r>
                        <a:rPr lang="zh-CN" sz="1200" kern="100" dirty="0">
                          <a:solidFill>
                            <a:srgbClr val="000099"/>
                          </a:solidFill>
                          <a:latin typeface="华文中宋" panose="02010600040101010101" pitchFamily="2" charset="-122"/>
                          <a:ea typeface="华文中宋" panose="02010600040101010101" pitchFamily="2" charset="-122"/>
                          <a:cs typeface="Times New Roman" panose="02020603050405020304"/>
                        </a:rPr>
                        <a:t>主要承受径向载荷，可承受较小的轴向载荷，内外圈的相对偏斜量≤</a:t>
                      </a:r>
                      <a:r>
                        <a:rPr lang="en-US" sz="1200" kern="100" dirty="0">
                          <a:solidFill>
                            <a:srgbClr val="000099"/>
                          </a:solidFill>
                          <a:latin typeface="华文中宋" panose="02010600040101010101" pitchFamily="2" charset="-122"/>
                          <a:ea typeface="华文中宋" panose="02010600040101010101" pitchFamily="2" charset="-122"/>
                          <a:cs typeface="Times New Roman" panose="02020603050405020304"/>
                        </a:rPr>
                        <a:t>2</a:t>
                      </a:r>
                      <a:r>
                        <a:rPr lang="zh-CN" sz="1200" kern="100" dirty="0">
                          <a:solidFill>
                            <a:srgbClr val="000099"/>
                          </a:solidFill>
                          <a:latin typeface="华文中宋" panose="02010600040101010101" pitchFamily="2" charset="-122"/>
                          <a:ea typeface="华文中宋" panose="02010600040101010101" pitchFamily="2" charset="-122"/>
                          <a:cs typeface="Times New Roman" panose="02020603050405020304"/>
                        </a:rPr>
                        <a:t>°～</a:t>
                      </a:r>
                      <a:r>
                        <a:rPr lang="en-US" sz="1200" kern="100" dirty="0">
                          <a:solidFill>
                            <a:srgbClr val="000099"/>
                          </a:solidFill>
                          <a:latin typeface="华文中宋" panose="02010600040101010101" pitchFamily="2" charset="-122"/>
                          <a:ea typeface="华文中宋" panose="02010600040101010101" pitchFamily="2" charset="-122"/>
                          <a:cs typeface="Times New Roman" panose="02020603050405020304"/>
                        </a:rPr>
                        <a:t>3</a:t>
                      </a:r>
                      <a:r>
                        <a:rPr lang="zh-CN" sz="1200" kern="100" dirty="0">
                          <a:solidFill>
                            <a:srgbClr val="000099"/>
                          </a:solidFill>
                          <a:latin typeface="华文中宋" panose="02010600040101010101" pitchFamily="2" charset="-122"/>
                          <a:ea typeface="华文中宋" panose="02010600040101010101" pitchFamily="2" charset="-122"/>
                          <a:cs typeface="Times New Roman" panose="02020603050405020304"/>
                        </a:rPr>
                        <a:t>°</a:t>
                      </a:r>
                      <a:endParaRPr lang="zh-CN" sz="1200" kern="100" dirty="0">
                        <a:solidFill>
                          <a:srgbClr val="000099"/>
                        </a:solidFill>
                        <a:latin typeface="华文中宋" panose="02010600040101010101" pitchFamily="2" charset="-122"/>
                        <a:ea typeface="华文中宋" panose="02010600040101010101" pitchFamily="2" charset="-122"/>
                        <a:cs typeface="Times New Roman" panose="02020603050405020304"/>
                      </a:endParaRPr>
                    </a:p>
                  </a:txBody>
                  <a:tcPr marL="36030" marR="36030"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548652">
                <a:tc>
                  <a:txBody>
                    <a:bodyPr/>
                    <a:lstStyle/>
                    <a:p>
                      <a:pPr algn="ctr">
                        <a:spcAft>
                          <a:spcPts val="0"/>
                        </a:spcAft>
                      </a:pPr>
                      <a:r>
                        <a:rPr lang="zh-CN" sz="1200" kern="100" dirty="0">
                          <a:solidFill>
                            <a:srgbClr val="000099"/>
                          </a:solidFill>
                          <a:latin typeface="华文中宋" panose="02010600040101010101" pitchFamily="2" charset="-122"/>
                          <a:ea typeface="华文中宋" panose="02010600040101010101" pitchFamily="2" charset="-122"/>
                          <a:cs typeface="Times New Roman" panose="02020603050405020304"/>
                        </a:rPr>
                        <a:t>调心滚子轴承</a:t>
                      </a:r>
                      <a:endParaRPr lang="zh-CN" sz="1200" kern="100" dirty="0">
                        <a:solidFill>
                          <a:srgbClr val="000099"/>
                        </a:solidFill>
                        <a:latin typeface="华文中宋" panose="02010600040101010101" pitchFamily="2" charset="-122"/>
                        <a:ea typeface="华文中宋" panose="02010600040101010101" pitchFamily="2" charset="-122"/>
                        <a:cs typeface="Times New Roman" panose="02020603050405020304"/>
                      </a:endParaRPr>
                    </a:p>
                  </a:txBody>
                  <a:tcPr marL="36030" marR="36030"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US" sz="1200" kern="100" dirty="0">
                        <a:solidFill>
                          <a:srgbClr val="000099"/>
                        </a:solidFill>
                        <a:latin typeface="华文中宋" panose="02010600040101010101" pitchFamily="2" charset="-122"/>
                        <a:ea typeface="华文中宋" panose="02010600040101010101" pitchFamily="2" charset="-122"/>
                        <a:cs typeface="Times New Roman" panose="02020603050405020304"/>
                      </a:endParaRPr>
                    </a:p>
                  </a:txBody>
                  <a:tcPr marL="36030" marR="3603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200" kern="100">
                          <a:solidFill>
                            <a:srgbClr val="000099"/>
                          </a:solidFill>
                          <a:latin typeface="华文中宋" panose="02010600040101010101" pitchFamily="2" charset="-122"/>
                          <a:ea typeface="华文中宋" panose="02010600040101010101" pitchFamily="2" charset="-122"/>
                          <a:cs typeface="Times New Roman" panose="02020603050405020304"/>
                        </a:rPr>
                        <a:t>2</a:t>
                      </a:r>
                      <a:endParaRPr lang="zh-CN" sz="1200" kern="100">
                        <a:solidFill>
                          <a:srgbClr val="000099"/>
                        </a:solidFill>
                        <a:latin typeface="华文中宋" panose="02010600040101010101" pitchFamily="2" charset="-122"/>
                        <a:ea typeface="华文中宋" panose="02010600040101010101" pitchFamily="2" charset="-122"/>
                        <a:cs typeface="Times New Roman" panose="02020603050405020304"/>
                      </a:endParaRPr>
                    </a:p>
                  </a:txBody>
                  <a:tcPr marL="36030" marR="3603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133350" algn="l">
                        <a:spcAft>
                          <a:spcPts val="0"/>
                        </a:spcAft>
                      </a:pPr>
                      <a:r>
                        <a:rPr lang="zh-CN" sz="1200" kern="100">
                          <a:solidFill>
                            <a:srgbClr val="000099"/>
                          </a:solidFill>
                          <a:latin typeface="华文中宋" panose="02010600040101010101" pitchFamily="2" charset="-122"/>
                          <a:ea typeface="华文中宋" panose="02010600040101010101" pitchFamily="2" charset="-122"/>
                          <a:cs typeface="Times New Roman" panose="02020603050405020304"/>
                        </a:rPr>
                        <a:t>能承受较大的径向载荷和较小的轴向载荷，允许内外圈的轴线相对偏斜量≤</a:t>
                      </a:r>
                      <a:r>
                        <a:rPr lang="en-US" sz="1200" kern="100">
                          <a:solidFill>
                            <a:srgbClr val="000099"/>
                          </a:solidFill>
                          <a:latin typeface="华文中宋" panose="02010600040101010101" pitchFamily="2" charset="-122"/>
                          <a:ea typeface="华文中宋" panose="02010600040101010101" pitchFamily="2" charset="-122"/>
                          <a:cs typeface="Times New Roman" panose="02020603050405020304"/>
                        </a:rPr>
                        <a:t>1.5</a:t>
                      </a:r>
                      <a:r>
                        <a:rPr lang="zh-CN" sz="1200" kern="100">
                          <a:solidFill>
                            <a:srgbClr val="000099"/>
                          </a:solidFill>
                          <a:latin typeface="华文中宋" panose="02010600040101010101" pitchFamily="2" charset="-122"/>
                          <a:ea typeface="华文中宋" panose="02010600040101010101" pitchFamily="2" charset="-122"/>
                          <a:cs typeface="Times New Roman" panose="02020603050405020304"/>
                        </a:rPr>
                        <a:t>°～</a:t>
                      </a:r>
                      <a:r>
                        <a:rPr lang="en-US" sz="1200" kern="100">
                          <a:solidFill>
                            <a:srgbClr val="000099"/>
                          </a:solidFill>
                          <a:latin typeface="华文中宋" panose="02010600040101010101" pitchFamily="2" charset="-122"/>
                          <a:ea typeface="华文中宋" panose="02010600040101010101" pitchFamily="2" charset="-122"/>
                          <a:cs typeface="Times New Roman" panose="02020603050405020304"/>
                        </a:rPr>
                        <a:t>2.5</a:t>
                      </a:r>
                      <a:r>
                        <a:rPr lang="zh-CN" sz="1200" kern="100">
                          <a:solidFill>
                            <a:srgbClr val="000099"/>
                          </a:solidFill>
                          <a:latin typeface="华文中宋" panose="02010600040101010101" pitchFamily="2" charset="-122"/>
                          <a:ea typeface="华文中宋" panose="02010600040101010101" pitchFamily="2" charset="-122"/>
                          <a:cs typeface="Times New Roman" panose="02020603050405020304"/>
                        </a:rPr>
                        <a:t>°</a:t>
                      </a:r>
                      <a:endParaRPr lang="zh-CN" sz="1200" kern="100">
                        <a:solidFill>
                          <a:srgbClr val="000099"/>
                        </a:solidFill>
                        <a:latin typeface="华文中宋" panose="02010600040101010101" pitchFamily="2" charset="-122"/>
                        <a:ea typeface="华文中宋" panose="02010600040101010101" pitchFamily="2" charset="-122"/>
                        <a:cs typeface="Times New Roman" panose="02020603050405020304"/>
                      </a:endParaRPr>
                    </a:p>
                  </a:txBody>
                  <a:tcPr marL="36030" marR="36030"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589002">
                <a:tc>
                  <a:txBody>
                    <a:bodyPr/>
                    <a:lstStyle/>
                    <a:p>
                      <a:pPr algn="ctr">
                        <a:spcAft>
                          <a:spcPts val="0"/>
                        </a:spcAft>
                      </a:pPr>
                      <a:r>
                        <a:rPr lang="zh-CN" sz="1200" kern="100">
                          <a:solidFill>
                            <a:srgbClr val="000099"/>
                          </a:solidFill>
                          <a:latin typeface="华文中宋" panose="02010600040101010101" pitchFamily="2" charset="-122"/>
                          <a:ea typeface="华文中宋" panose="02010600040101010101" pitchFamily="2" charset="-122"/>
                          <a:cs typeface="Times New Roman" panose="02020603050405020304"/>
                        </a:rPr>
                        <a:t>圆锥滚子轴承</a:t>
                      </a:r>
                      <a:endParaRPr lang="zh-CN" sz="1200" kern="100">
                        <a:solidFill>
                          <a:srgbClr val="000099"/>
                        </a:solidFill>
                        <a:latin typeface="华文中宋" panose="02010600040101010101" pitchFamily="2" charset="-122"/>
                        <a:ea typeface="华文中宋" panose="02010600040101010101" pitchFamily="2" charset="-122"/>
                        <a:cs typeface="Times New Roman" panose="02020603050405020304"/>
                      </a:endParaRPr>
                    </a:p>
                  </a:txBody>
                  <a:tcPr marL="36030" marR="36030"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US" sz="1200" kern="100" dirty="0">
                        <a:solidFill>
                          <a:srgbClr val="000099"/>
                        </a:solidFill>
                        <a:latin typeface="华文中宋" panose="02010600040101010101" pitchFamily="2" charset="-122"/>
                        <a:ea typeface="华文中宋" panose="02010600040101010101" pitchFamily="2" charset="-122"/>
                        <a:cs typeface="Times New Roman" panose="02020603050405020304"/>
                      </a:endParaRPr>
                    </a:p>
                  </a:txBody>
                  <a:tcPr marL="36030" marR="3603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200" kern="100">
                          <a:solidFill>
                            <a:srgbClr val="000099"/>
                          </a:solidFill>
                          <a:latin typeface="华文中宋" panose="02010600040101010101" pitchFamily="2" charset="-122"/>
                          <a:ea typeface="华文中宋" panose="02010600040101010101" pitchFamily="2" charset="-122"/>
                          <a:cs typeface="Times New Roman" panose="02020603050405020304"/>
                        </a:rPr>
                        <a:t>3</a:t>
                      </a:r>
                      <a:endParaRPr lang="zh-CN" sz="1200" kern="100">
                        <a:solidFill>
                          <a:srgbClr val="000099"/>
                        </a:solidFill>
                        <a:latin typeface="华文中宋" panose="02010600040101010101" pitchFamily="2" charset="-122"/>
                        <a:ea typeface="华文中宋" panose="02010600040101010101" pitchFamily="2" charset="-122"/>
                        <a:cs typeface="Times New Roman" panose="02020603050405020304"/>
                      </a:endParaRPr>
                    </a:p>
                  </a:txBody>
                  <a:tcPr marL="36030" marR="3603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133350" algn="l">
                        <a:spcAft>
                          <a:spcPts val="0"/>
                        </a:spcAft>
                      </a:pPr>
                      <a:r>
                        <a:rPr lang="zh-CN" sz="1200" kern="100">
                          <a:solidFill>
                            <a:srgbClr val="000099"/>
                          </a:solidFill>
                          <a:latin typeface="华文中宋" panose="02010600040101010101" pitchFamily="2" charset="-122"/>
                          <a:ea typeface="华文中宋" panose="02010600040101010101" pitchFamily="2" charset="-122"/>
                          <a:cs typeface="Times New Roman" panose="02020603050405020304"/>
                        </a:rPr>
                        <a:t>能承受径向载荷和轴向载荷的联合作用，不宜承受纯轴向载荷。外圈可分离，可调整径向和轴向游隙</a:t>
                      </a:r>
                      <a:endParaRPr lang="zh-CN" sz="1200" kern="100">
                        <a:solidFill>
                          <a:srgbClr val="000099"/>
                        </a:solidFill>
                        <a:latin typeface="华文中宋" panose="02010600040101010101" pitchFamily="2" charset="-122"/>
                        <a:ea typeface="华文中宋" panose="02010600040101010101" pitchFamily="2" charset="-122"/>
                        <a:cs typeface="Times New Roman" panose="02020603050405020304"/>
                      </a:endParaRPr>
                    </a:p>
                  </a:txBody>
                  <a:tcPr marL="36030" marR="36030"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543040">
                <a:tc>
                  <a:txBody>
                    <a:bodyPr/>
                    <a:lstStyle/>
                    <a:p>
                      <a:pPr algn="ctr">
                        <a:spcAft>
                          <a:spcPts val="0"/>
                        </a:spcAft>
                      </a:pPr>
                      <a:r>
                        <a:rPr lang="zh-CN" sz="1200" kern="100">
                          <a:solidFill>
                            <a:srgbClr val="000099"/>
                          </a:solidFill>
                          <a:latin typeface="华文中宋" panose="02010600040101010101" pitchFamily="2" charset="-122"/>
                          <a:ea typeface="华文中宋" panose="02010600040101010101" pitchFamily="2" charset="-122"/>
                          <a:cs typeface="Times New Roman" panose="02020603050405020304"/>
                        </a:rPr>
                        <a:t>双列深沟球轴承</a:t>
                      </a:r>
                      <a:endParaRPr lang="zh-CN" sz="1200" kern="100">
                        <a:solidFill>
                          <a:srgbClr val="000099"/>
                        </a:solidFill>
                        <a:latin typeface="华文中宋" panose="02010600040101010101" pitchFamily="2" charset="-122"/>
                        <a:ea typeface="华文中宋" panose="02010600040101010101" pitchFamily="2" charset="-122"/>
                        <a:cs typeface="Times New Roman" panose="02020603050405020304"/>
                      </a:endParaRPr>
                    </a:p>
                  </a:txBody>
                  <a:tcPr marL="36030" marR="36030"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US" sz="1200" kern="100" dirty="0">
                        <a:solidFill>
                          <a:srgbClr val="000099"/>
                        </a:solidFill>
                        <a:latin typeface="华文中宋" panose="02010600040101010101" pitchFamily="2" charset="-122"/>
                        <a:ea typeface="华文中宋" panose="02010600040101010101" pitchFamily="2" charset="-122"/>
                        <a:cs typeface="Times New Roman" panose="02020603050405020304"/>
                      </a:endParaRPr>
                    </a:p>
                  </a:txBody>
                  <a:tcPr marL="36030" marR="3603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200" kern="100" dirty="0">
                          <a:solidFill>
                            <a:srgbClr val="000099"/>
                          </a:solidFill>
                          <a:latin typeface="华文中宋" panose="02010600040101010101" pitchFamily="2" charset="-122"/>
                          <a:ea typeface="华文中宋" panose="02010600040101010101" pitchFamily="2" charset="-122"/>
                          <a:cs typeface="Times New Roman" panose="02020603050405020304"/>
                        </a:rPr>
                        <a:t>4</a:t>
                      </a:r>
                      <a:endParaRPr lang="zh-CN" sz="1200" kern="100" dirty="0">
                        <a:solidFill>
                          <a:srgbClr val="000099"/>
                        </a:solidFill>
                        <a:latin typeface="华文中宋" panose="02010600040101010101" pitchFamily="2" charset="-122"/>
                        <a:ea typeface="华文中宋" panose="02010600040101010101" pitchFamily="2" charset="-122"/>
                        <a:cs typeface="Times New Roman" panose="02020603050405020304"/>
                      </a:endParaRPr>
                    </a:p>
                  </a:txBody>
                  <a:tcPr marL="36030" marR="3603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133350" algn="l">
                        <a:spcAft>
                          <a:spcPts val="0"/>
                        </a:spcAft>
                      </a:pPr>
                      <a:r>
                        <a:rPr lang="zh-CN" sz="1200" kern="100">
                          <a:solidFill>
                            <a:srgbClr val="000099"/>
                          </a:solidFill>
                          <a:latin typeface="华文中宋" panose="02010600040101010101" pitchFamily="2" charset="-122"/>
                          <a:ea typeface="华文中宋" panose="02010600040101010101" pitchFamily="2" charset="-122"/>
                          <a:cs typeface="Times New Roman" panose="02020603050405020304"/>
                        </a:rPr>
                        <a:t>主要承受径向载荷，也可承受一定的轴向载荷</a:t>
                      </a:r>
                      <a:endParaRPr lang="zh-CN" sz="1200" kern="100">
                        <a:solidFill>
                          <a:srgbClr val="000099"/>
                        </a:solidFill>
                        <a:latin typeface="华文中宋" panose="02010600040101010101" pitchFamily="2" charset="-122"/>
                        <a:ea typeface="华文中宋" panose="02010600040101010101" pitchFamily="2" charset="-122"/>
                        <a:cs typeface="Times New Roman" panose="02020603050405020304"/>
                      </a:endParaRPr>
                    </a:p>
                  </a:txBody>
                  <a:tcPr marL="36030" marR="36030"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484280">
                <a:tc>
                  <a:txBody>
                    <a:bodyPr/>
                    <a:lstStyle/>
                    <a:p>
                      <a:pPr algn="ctr">
                        <a:spcAft>
                          <a:spcPts val="0"/>
                        </a:spcAft>
                      </a:pPr>
                      <a:r>
                        <a:rPr lang="zh-CN" sz="1200" kern="100">
                          <a:solidFill>
                            <a:srgbClr val="000099"/>
                          </a:solidFill>
                          <a:latin typeface="华文中宋" panose="02010600040101010101" pitchFamily="2" charset="-122"/>
                          <a:ea typeface="华文中宋" panose="02010600040101010101" pitchFamily="2" charset="-122"/>
                          <a:cs typeface="Times New Roman" panose="02020603050405020304"/>
                        </a:rPr>
                        <a:t>推力球轴承</a:t>
                      </a:r>
                      <a:endParaRPr lang="zh-CN" sz="1200" kern="100">
                        <a:solidFill>
                          <a:srgbClr val="000099"/>
                        </a:solidFill>
                        <a:latin typeface="华文中宋" panose="02010600040101010101" pitchFamily="2" charset="-122"/>
                        <a:ea typeface="华文中宋" panose="02010600040101010101" pitchFamily="2" charset="-122"/>
                        <a:cs typeface="Times New Roman" panose="02020603050405020304"/>
                      </a:endParaRPr>
                    </a:p>
                  </a:txBody>
                  <a:tcPr marL="36030" marR="36030"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US" sz="1200" kern="100" dirty="0">
                        <a:solidFill>
                          <a:srgbClr val="000099"/>
                        </a:solidFill>
                        <a:latin typeface="华文中宋" panose="02010600040101010101" pitchFamily="2" charset="-122"/>
                        <a:ea typeface="华文中宋" panose="02010600040101010101" pitchFamily="2" charset="-122"/>
                        <a:cs typeface="Times New Roman" panose="02020603050405020304"/>
                      </a:endParaRPr>
                    </a:p>
                  </a:txBody>
                  <a:tcPr marL="36030" marR="3603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200" kern="100" dirty="0">
                          <a:solidFill>
                            <a:srgbClr val="000099"/>
                          </a:solidFill>
                          <a:latin typeface="华文中宋" panose="02010600040101010101" pitchFamily="2" charset="-122"/>
                          <a:ea typeface="华文中宋" panose="02010600040101010101" pitchFamily="2" charset="-122"/>
                          <a:cs typeface="Times New Roman" panose="02020603050405020304"/>
                        </a:rPr>
                        <a:t>5</a:t>
                      </a:r>
                      <a:endParaRPr lang="zh-CN" sz="1200" kern="100" dirty="0">
                        <a:solidFill>
                          <a:srgbClr val="000099"/>
                        </a:solidFill>
                        <a:latin typeface="华文中宋" panose="02010600040101010101" pitchFamily="2" charset="-122"/>
                        <a:ea typeface="华文中宋" panose="02010600040101010101" pitchFamily="2" charset="-122"/>
                        <a:cs typeface="Times New Roman" panose="02020603050405020304"/>
                      </a:endParaRPr>
                    </a:p>
                  </a:txBody>
                  <a:tcPr marL="36030" marR="3603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133350" algn="l">
                        <a:spcAft>
                          <a:spcPts val="0"/>
                        </a:spcAft>
                      </a:pPr>
                      <a:r>
                        <a:rPr lang="zh-CN" sz="1200" kern="100" dirty="0">
                          <a:solidFill>
                            <a:srgbClr val="000099"/>
                          </a:solidFill>
                          <a:latin typeface="华文中宋" panose="02010600040101010101" pitchFamily="2" charset="-122"/>
                          <a:ea typeface="华文中宋" panose="02010600040101010101" pitchFamily="2" charset="-122"/>
                          <a:cs typeface="Times New Roman" panose="02020603050405020304"/>
                        </a:rPr>
                        <a:t>仅承受一个方向的轴向载荷，极限转速低</a:t>
                      </a:r>
                      <a:endParaRPr lang="zh-CN" sz="1200" kern="100" dirty="0">
                        <a:solidFill>
                          <a:srgbClr val="000099"/>
                        </a:solidFill>
                        <a:latin typeface="华文中宋" panose="02010600040101010101" pitchFamily="2" charset="-122"/>
                        <a:ea typeface="华文中宋" panose="02010600040101010101" pitchFamily="2" charset="-122"/>
                        <a:cs typeface="Times New Roman" panose="02020603050405020304"/>
                      </a:endParaRPr>
                    </a:p>
                  </a:txBody>
                  <a:tcPr marL="36030" marR="36030"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538300">
                <a:tc>
                  <a:txBody>
                    <a:bodyPr/>
                    <a:lstStyle/>
                    <a:p>
                      <a:pPr algn="ctr">
                        <a:spcAft>
                          <a:spcPts val="0"/>
                        </a:spcAft>
                      </a:pPr>
                      <a:r>
                        <a:rPr lang="zh-CN" sz="1200" kern="100">
                          <a:solidFill>
                            <a:srgbClr val="000099"/>
                          </a:solidFill>
                          <a:latin typeface="华文中宋" panose="02010600040101010101" pitchFamily="2" charset="-122"/>
                          <a:ea typeface="华文中宋" panose="02010600040101010101" pitchFamily="2" charset="-122"/>
                          <a:cs typeface="Times New Roman" panose="02020603050405020304"/>
                        </a:rPr>
                        <a:t>双向推力球轴承</a:t>
                      </a:r>
                      <a:endParaRPr lang="zh-CN" sz="1200" kern="100">
                        <a:solidFill>
                          <a:srgbClr val="000099"/>
                        </a:solidFill>
                        <a:latin typeface="华文中宋" panose="02010600040101010101" pitchFamily="2" charset="-122"/>
                        <a:ea typeface="华文中宋" panose="02010600040101010101" pitchFamily="2" charset="-122"/>
                        <a:cs typeface="Times New Roman" panose="02020603050405020304"/>
                      </a:endParaRPr>
                    </a:p>
                  </a:txBody>
                  <a:tcPr marL="36030" marR="36030"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US" sz="1200" kern="100" dirty="0">
                        <a:solidFill>
                          <a:srgbClr val="000099"/>
                        </a:solidFill>
                        <a:latin typeface="华文中宋" panose="02010600040101010101" pitchFamily="2" charset="-122"/>
                        <a:ea typeface="华文中宋" panose="02010600040101010101" pitchFamily="2" charset="-122"/>
                        <a:cs typeface="Times New Roman" panose="02020603050405020304"/>
                      </a:endParaRPr>
                    </a:p>
                  </a:txBody>
                  <a:tcPr marL="36030" marR="3603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200" kern="100" dirty="0">
                          <a:solidFill>
                            <a:srgbClr val="000099"/>
                          </a:solidFill>
                          <a:latin typeface="华文中宋" panose="02010600040101010101" pitchFamily="2" charset="-122"/>
                          <a:ea typeface="华文中宋" panose="02010600040101010101" pitchFamily="2" charset="-122"/>
                          <a:cs typeface="Times New Roman" panose="02020603050405020304"/>
                        </a:rPr>
                        <a:t>5</a:t>
                      </a:r>
                      <a:endParaRPr lang="zh-CN" sz="1200" kern="100" dirty="0">
                        <a:solidFill>
                          <a:srgbClr val="000099"/>
                        </a:solidFill>
                        <a:latin typeface="华文中宋" panose="02010600040101010101" pitchFamily="2" charset="-122"/>
                        <a:ea typeface="华文中宋" panose="02010600040101010101" pitchFamily="2" charset="-122"/>
                        <a:cs typeface="Times New Roman" panose="02020603050405020304"/>
                      </a:endParaRPr>
                    </a:p>
                  </a:txBody>
                  <a:tcPr marL="36030" marR="3603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133350" algn="l">
                        <a:spcAft>
                          <a:spcPts val="0"/>
                        </a:spcAft>
                      </a:pPr>
                      <a:r>
                        <a:rPr lang="zh-CN" sz="1200" kern="100" dirty="0">
                          <a:solidFill>
                            <a:srgbClr val="000099"/>
                          </a:solidFill>
                          <a:latin typeface="华文中宋" panose="02010600040101010101" pitchFamily="2" charset="-122"/>
                          <a:ea typeface="华文中宋" panose="02010600040101010101" pitchFamily="2" charset="-122"/>
                          <a:cs typeface="Times New Roman" panose="02020603050405020304"/>
                        </a:rPr>
                        <a:t>承受双向轴向载荷，极限转速低</a:t>
                      </a:r>
                      <a:endParaRPr lang="zh-CN" sz="1200" kern="100" dirty="0">
                        <a:solidFill>
                          <a:srgbClr val="000099"/>
                        </a:solidFill>
                        <a:latin typeface="华文中宋" panose="02010600040101010101" pitchFamily="2" charset="-122"/>
                        <a:ea typeface="华文中宋" panose="02010600040101010101" pitchFamily="2" charset="-122"/>
                        <a:cs typeface="Times New Roman" panose="02020603050405020304"/>
                      </a:endParaRPr>
                    </a:p>
                  </a:txBody>
                  <a:tcPr marL="36030" marR="36030"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481831">
                <a:tc>
                  <a:txBody>
                    <a:bodyPr/>
                    <a:lstStyle/>
                    <a:p>
                      <a:pPr algn="ctr">
                        <a:spcAft>
                          <a:spcPts val="0"/>
                        </a:spcAft>
                      </a:pPr>
                      <a:r>
                        <a:rPr lang="zh-CN" sz="1200" kern="100">
                          <a:solidFill>
                            <a:srgbClr val="000099"/>
                          </a:solidFill>
                          <a:latin typeface="华文中宋" panose="02010600040101010101" pitchFamily="2" charset="-122"/>
                          <a:ea typeface="华文中宋" panose="02010600040101010101" pitchFamily="2" charset="-122"/>
                          <a:cs typeface="Times New Roman" panose="02020603050405020304"/>
                        </a:rPr>
                        <a:t>深沟球轴承</a:t>
                      </a:r>
                      <a:endParaRPr lang="zh-CN" sz="1200" kern="100">
                        <a:solidFill>
                          <a:srgbClr val="000099"/>
                        </a:solidFill>
                        <a:latin typeface="华文中宋" panose="02010600040101010101" pitchFamily="2" charset="-122"/>
                        <a:ea typeface="华文中宋" panose="02010600040101010101" pitchFamily="2" charset="-122"/>
                        <a:cs typeface="Times New Roman" panose="02020603050405020304"/>
                      </a:endParaRPr>
                    </a:p>
                  </a:txBody>
                  <a:tcPr marL="36030" marR="36030"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US" sz="1200" kern="100" dirty="0">
                        <a:solidFill>
                          <a:srgbClr val="000099"/>
                        </a:solidFill>
                        <a:latin typeface="华文中宋" panose="02010600040101010101" pitchFamily="2" charset="-122"/>
                        <a:ea typeface="华文中宋" panose="02010600040101010101" pitchFamily="2" charset="-122"/>
                        <a:cs typeface="Times New Roman" panose="02020603050405020304"/>
                      </a:endParaRPr>
                    </a:p>
                  </a:txBody>
                  <a:tcPr marL="36030" marR="3603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200" kern="100">
                          <a:solidFill>
                            <a:srgbClr val="000099"/>
                          </a:solidFill>
                          <a:latin typeface="华文中宋" panose="02010600040101010101" pitchFamily="2" charset="-122"/>
                          <a:ea typeface="华文中宋" panose="02010600040101010101" pitchFamily="2" charset="-122"/>
                          <a:cs typeface="Times New Roman" panose="02020603050405020304"/>
                        </a:rPr>
                        <a:t>6</a:t>
                      </a:r>
                      <a:endParaRPr lang="zh-CN" sz="1200" kern="100">
                        <a:solidFill>
                          <a:srgbClr val="000099"/>
                        </a:solidFill>
                        <a:latin typeface="华文中宋" panose="02010600040101010101" pitchFamily="2" charset="-122"/>
                        <a:ea typeface="华文中宋" panose="02010600040101010101" pitchFamily="2" charset="-122"/>
                        <a:cs typeface="Times New Roman" panose="02020603050405020304"/>
                      </a:endParaRPr>
                    </a:p>
                  </a:txBody>
                  <a:tcPr marL="36030" marR="3603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133350" algn="l">
                        <a:spcAft>
                          <a:spcPts val="0"/>
                        </a:spcAft>
                      </a:pPr>
                      <a:r>
                        <a:rPr lang="zh-CN" sz="1200" kern="100" dirty="0">
                          <a:solidFill>
                            <a:srgbClr val="000099"/>
                          </a:solidFill>
                          <a:latin typeface="华文中宋" panose="02010600040101010101" pitchFamily="2" charset="-122"/>
                          <a:ea typeface="华文中宋" panose="02010600040101010101" pitchFamily="2" charset="-122"/>
                          <a:cs typeface="Times New Roman" panose="02020603050405020304"/>
                        </a:rPr>
                        <a:t>主要承受径向载荷，也可承受一定的轴向载荷，允许内外圈轴线偏斜量≤</a:t>
                      </a:r>
                      <a:r>
                        <a:rPr lang="en-US" sz="1200" kern="100" dirty="0">
                          <a:solidFill>
                            <a:srgbClr val="000099"/>
                          </a:solidFill>
                          <a:latin typeface="华文中宋" panose="02010600040101010101" pitchFamily="2" charset="-122"/>
                          <a:ea typeface="华文中宋" panose="02010600040101010101" pitchFamily="2" charset="-122"/>
                          <a:cs typeface="Times New Roman" panose="02020603050405020304"/>
                        </a:rPr>
                        <a:t>8</a:t>
                      </a:r>
                      <a:r>
                        <a:rPr lang="zh-CN" sz="1200" kern="100" dirty="0">
                          <a:solidFill>
                            <a:srgbClr val="000099"/>
                          </a:solidFill>
                          <a:latin typeface="华文中宋" panose="02010600040101010101" pitchFamily="2" charset="-122"/>
                          <a:ea typeface="华文中宋" panose="02010600040101010101" pitchFamily="2" charset="-122"/>
                          <a:cs typeface="Times New Roman" panose="02020603050405020304"/>
                        </a:rPr>
                        <a:t>′～</a:t>
                      </a:r>
                      <a:r>
                        <a:rPr lang="en-US" sz="1200" kern="100" dirty="0">
                          <a:solidFill>
                            <a:srgbClr val="000099"/>
                          </a:solidFill>
                          <a:latin typeface="华文中宋" panose="02010600040101010101" pitchFamily="2" charset="-122"/>
                          <a:ea typeface="华文中宋" panose="02010600040101010101" pitchFamily="2" charset="-122"/>
                          <a:cs typeface="Times New Roman" panose="02020603050405020304"/>
                        </a:rPr>
                        <a:t>16</a:t>
                      </a:r>
                      <a:r>
                        <a:rPr lang="zh-CN" sz="1200" kern="100" dirty="0">
                          <a:solidFill>
                            <a:srgbClr val="000099"/>
                          </a:solidFill>
                          <a:latin typeface="华文中宋" panose="02010600040101010101" pitchFamily="2" charset="-122"/>
                          <a:ea typeface="华文中宋" panose="02010600040101010101" pitchFamily="2" charset="-122"/>
                          <a:cs typeface="Times New Roman" panose="02020603050405020304"/>
                        </a:rPr>
                        <a:t>′</a:t>
                      </a:r>
                      <a:endParaRPr lang="zh-CN" sz="1200" kern="100" dirty="0">
                        <a:solidFill>
                          <a:srgbClr val="000099"/>
                        </a:solidFill>
                        <a:latin typeface="华文中宋" panose="02010600040101010101" pitchFamily="2" charset="-122"/>
                        <a:ea typeface="华文中宋" panose="02010600040101010101" pitchFamily="2" charset="-122"/>
                        <a:cs typeface="Times New Roman" panose="02020603050405020304"/>
                      </a:endParaRPr>
                    </a:p>
                  </a:txBody>
                  <a:tcPr marL="36030" marR="36030"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779290">
                <a:tc>
                  <a:txBody>
                    <a:bodyPr/>
                    <a:lstStyle/>
                    <a:p>
                      <a:pPr algn="ctr">
                        <a:spcAft>
                          <a:spcPts val="0"/>
                        </a:spcAft>
                      </a:pPr>
                      <a:r>
                        <a:rPr lang="zh-CN" sz="1200" kern="100">
                          <a:solidFill>
                            <a:srgbClr val="000099"/>
                          </a:solidFill>
                          <a:latin typeface="华文中宋" panose="02010600040101010101" pitchFamily="2" charset="-122"/>
                          <a:ea typeface="华文中宋" panose="02010600040101010101" pitchFamily="2" charset="-122"/>
                          <a:cs typeface="Times New Roman" panose="02020603050405020304"/>
                        </a:rPr>
                        <a:t>角接触球轴承</a:t>
                      </a:r>
                      <a:endParaRPr lang="zh-CN" sz="1200" kern="100">
                        <a:solidFill>
                          <a:srgbClr val="000099"/>
                        </a:solidFill>
                        <a:latin typeface="华文中宋" panose="02010600040101010101" pitchFamily="2" charset="-122"/>
                        <a:ea typeface="华文中宋" panose="02010600040101010101" pitchFamily="2" charset="-122"/>
                        <a:cs typeface="Times New Roman" panose="02020603050405020304"/>
                      </a:endParaRPr>
                    </a:p>
                  </a:txBody>
                  <a:tcPr marL="36030" marR="36030"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US" sz="1200" kern="100" dirty="0">
                        <a:solidFill>
                          <a:srgbClr val="000099"/>
                        </a:solidFill>
                        <a:latin typeface="华文中宋" panose="02010600040101010101" pitchFamily="2" charset="-122"/>
                        <a:ea typeface="华文中宋" panose="02010600040101010101" pitchFamily="2" charset="-122"/>
                        <a:cs typeface="Times New Roman" panose="02020603050405020304"/>
                      </a:endParaRPr>
                    </a:p>
                  </a:txBody>
                  <a:tcPr marL="36030" marR="3603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200" kern="100">
                          <a:solidFill>
                            <a:srgbClr val="000099"/>
                          </a:solidFill>
                          <a:latin typeface="华文中宋" panose="02010600040101010101" pitchFamily="2" charset="-122"/>
                          <a:ea typeface="华文中宋" panose="02010600040101010101" pitchFamily="2" charset="-122"/>
                          <a:cs typeface="Times New Roman" panose="02020603050405020304"/>
                        </a:rPr>
                        <a:t>7</a:t>
                      </a:r>
                      <a:endParaRPr lang="zh-CN" sz="1200" kern="100">
                        <a:solidFill>
                          <a:srgbClr val="000099"/>
                        </a:solidFill>
                        <a:latin typeface="华文中宋" panose="02010600040101010101" pitchFamily="2" charset="-122"/>
                        <a:ea typeface="华文中宋" panose="02010600040101010101" pitchFamily="2" charset="-122"/>
                        <a:cs typeface="Times New Roman" panose="02020603050405020304"/>
                      </a:endParaRPr>
                    </a:p>
                  </a:txBody>
                  <a:tcPr marL="36030" marR="3603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133350" algn="l">
                        <a:spcAft>
                          <a:spcPts val="0"/>
                        </a:spcAft>
                      </a:pPr>
                      <a:r>
                        <a:rPr lang="zh-CN" sz="1200" kern="100" dirty="0">
                          <a:solidFill>
                            <a:srgbClr val="000099"/>
                          </a:solidFill>
                          <a:latin typeface="华文中宋" panose="02010600040101010101" pitchFamily="2" charset="-122"/>
                          <a:ea typeface="华文中宋" panose="02010600040101010101" pitchFamily="2" charset="-122"/>
                          <a:cs typeface="Times New Roman" panose="02020603050405020304"/>
                        </a:rPr>
                        <a:t>可以承受径向载荷和轴向载荷的联合作用，也可以单独承受轴向载荷。能在较高转速下正常工作。承受轴向载荷的能力与接触角</a:t>
                      </a:r>
                      <a:r>
                        <a:rPr lang="en-US" sz="1200" i="1" kern="100" dirty="0">
                          <a:solidFill>
                            <a:srgbClr val="000099"/>
                          </a:solidFill>
                          <a:latin typeface="华文中宋" panose="02010600040101010101" pitchFamily="2" charset="-122"/>
                          <a:ea typeface="华文中宋" panose="02010600040101010101" pitchFamily="2" charset="-122"/>
                          <a:cs typeface="Times New Roman" panose="02020603050405020304"/>
                        </a:rPr>
                        <a:t>α</a:t>
                      </a:r>
                      <a:r>
                        <a:rPr lang="zh-CN" sz="1200" kern="100" dirty="0">
                          <a:solidFill>
                            <a:srgbClr val="000099"/>
                          </a:solidFill>
                          <a:latin typeface="华文中宋" panose="02010600040101010101" pitchFamily="2" charset="-122"/>
                          <a:ea typeface="华文中宋" panose="02010600040101010101" pitchFamily="2" charset="-122"/>
                          <a:cs typeface="Times New Roman" panose="02020603050405020304"/>
                        </a:rPr>
                        <a:t>有关，接触角</a:t>
                      </a:r>
                      <a:r>
                        <a:rPr lang="en-US" sz="1200" i="1" kern="100" dirty="0">
                          <a:solidFill>
                            <a:srgbClr val="000099"/>
                          </a:solidFill>
                          <a:latin typeface="华文中宋" panose="02010600040101010101" pitchFamily="2" charset="-122"/>
                          <a:ea typeface="华文中宋" panose="02010600040101010101" pitchFamily="2" charset="-122"/>
                          <a:cs typeface="Times New Roman" panose="02020603050405020304"/>
                        </a:rPr>
                        <a:t>α</a:t>
                      </a:r>
                      <a:r>
                        <a:rPr lang="zh-CN" sz="1200" kern="100" dirty="0">
                          <a:solidFill>
                            <a:srgbClr val="000099"/>
                          </a:solidFill>
                          <a:latin typeface="华文中宋" panose="02010600040101010101" pitchFamily="2" charset="-122"/>
                          <a:ea typeface="华文中宋" panose="02010600040101010101" pitchFamily="2" charset="-122"/>
                          <a:cs typeface="Times New Roman" panose="02020603050405020304"/>
                        </a:rPr>
                        <a:t>越大，承受轴向载荷的能力也越高</a:t>
                      </a:r>
                      <a:endParaRPr lang="zh-CN" sz="1200" kern="100" dirty="0">
                        <a:solidFill>
                          <a:srgbClr val="000099"/>
                        </a:solidFill>
                        <a:latin typeface="华文中宋" panose="02010600040101010101" pitchFamily="2" charset="-122"/>
                        <a:ea typeface="华文中宋" panose="02010600040101010101" pitchFamily="2" charset="-122"/>
                        <a:cs typeface="Times New Roman" panose="02020603050405020304"/>
                      </a:endParaRPr>
                    </a:p>
                  </a:txBody>
                  <a:tcPr marL="36030" marR="36030"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589002">
                <a:tc>
                  <a:txBody>
                    <a:bodyPr/>
                    <a:lstStyle/>
                    <a:p>
                      <a:pPr algn="ctr">
                        <a:spcAft>
                          <a:spcPts val="0"/>
                        </a:spcAft>
                      </a:pPr>
                      <a:r>
                        <a:rPr lang="zh-CN" sz="1200" kern="100">
                          <a:solidFill>
                            <a:srgbClr val="000099"/>
                          </a:solidFill>
                          <a:latin typeface="华文中宋" panose="02010600040101010101" pitchFamily="2" charset="-122"/>
                          <a:ea typeface="华文中宋" panose="02010600040101010101" pitchFamily="2" charset="-122"/>
                          <a:cs typeface="Times New Roman" panose="02020603050405020304"/>
                        </a:rPr>
                        <a:t>外圈无挡边的</a:t>
                      </a:r>
                      <a:endParaRPr lang="zh-CN" sz="1200" kern="100">
                        <a:solidFill>
                          <a:srgbClr val="000099"/>
                        </a:solidFill>
                        <a:latin typeface="华文中宋" panose="02010600040101010101" pitchFamily="2" charset="-122"/>
                        <a:ea typeface="华文中宋" panose="02010600040101010101" pitchFamily="2" charset="-122"/>
                        <a:cs typeface="Times New Roman" panose="02020603050405020304"/>
                      </a:endParaRPr>
                    </a:p>
                    <a:p>
                      <a:pPr algn="ctr">
                        <a:spcAft>
                          <a:spcPts val="0"/>
                        </a:spcAft>
                      </a:pPr>
                      <a:r>
                        <a:rPr lang="zh-CN" sz="1200" kern="100">
                          <a:solidFill>
                            <a:srgbClr val="000099"/>
                          </a:solidFill>
                          <a:latin typeface="华文中宋" panose="02010600040101010101" pitchFamily="2" charset="-122"/>
                          <a:ea typeface="华文中宋" panose="02010600040101010101" pitchFamily="2" charset="-122"/>
                          <a:cs typeface="Times New Roman" panose="02020603050405020304"/>
                        </a:rPr>
                        <a:t>圆柱滚子轴承</a:t>
                      </a:r>
                      <a:endParaRPr lang="zh-CN" sz="1200" kern="100">
                        <a:solidFill>
                          <a:srgbClr val="000099"/>
                        </a:solidFill>
                        <a:latin typeface="华文中宋" panose="02010600040101010101" pitchFamily="2" charset="-122"/>
                        <a:ea typeface="华文中宋" panose="02010600040101010101" pitchFamily="2" charset="-122"/>
                        <a:cs typeface="Times New Roman" panose="02020603050405020304"/>
                      </a:endParaRPr>
                    </a:p>
                  </a:txBody>
                  <a:tcPr marL="36030" marR="36030"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US" sz="1200" kern="100" dirty="0">
                        <a:solidFill>
                          <a:srgbClr val="000099"/>
                        </a:solidFill>
                        <a:latin typeface="华文中宋" panose="02010600040101010101" pitchFamily="2" charset="-122"/>
                        <a:ea typeface="华文中宋" panose="02010600040101010101" pitchFamily="2" charset="-122"/>
                        <a:cs typeface="Times New Roman" panose="02020603050405020304"/>
                      </a:endParaRPr>
                    </a:p>
                  </a:txBody>
                  <a:tcPr marL="36030" marR="3603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200" kern="100">
                          <a:solidFill>
                            <a:srgbClr val="000099"/>
                          </a:solidFill>
                          <a:latin typeface="华文中宋" panose="02010600040101010101" pitchFamily="2" charset="-122"/>
                          <a:ea typeface="华文中宋" panose="02010600040101010101" pitchFamily="2" charset="-122"/>
                          <a:cs typeface="Times New Roman" panose="02020603050405020304"/>
                        </a:rPr>
                        <a:t>N</a:t>
                      </a:r>
                      <a:endParaRPr lang="zh-CN" sz="1200" kern="100">
                        <a:solidFill>
                          <a:srgbClr val="000099"/>
                        </a:solidFill>
                        <a:latin typeface="华文中宋" panose="02010600040101010101" pitchFamily="2" charset="-122"/>
                        <a:ea typeface="华文中宋" panose="02010600040101010101" pitchFamily="2" charset="-122"/>
                        <a:cs typeface="Times New Roman" panose="02020603050405020304"/>
                      </a:endParaRPr>
                    </a:p>
                  </a:txBody>
                  <a:tcPr marL="36030" marR="3603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133350" algn="l">
                        <a:spcAft>
                          <a:spcPts val="0"/>
                        </a:spcAft>
                      </a:pPr>
                      <a:r>
                        <a:rPr lang="zh-CN" sz="1200" kern="100" dirty="0">
                          <a:solidFill>
                            <a:srgbClr val="000099"/>
                          </a:solidFill>
                          <a:latin typeface="华文中宋" panose="02010600040101010101" pitchFamily="2" charset="-122"/>
                          <a:ea typeface="华文中宋" panose="02010600040101010101" pitchFamily="2" charset="-122"/>
                          <a:cs typeface="Times New Roman" panose="02020603050405020304"/>
                        </a:rPr>
                        <a:t>仅承受径向载荷，允许内、外圈轴线偏斜</a:t>
                      </a:r>
                      <a:r>
                        <a:rPr lang="en-US" sz="1200" kern="100" dirty="0">
                          <a:solidFill>
                            <a:srgbClr val="000099"/>
                          </a:solidFill>
                          <a:latin typeface="华文中宋" panose="02010600040101010101" pitchFamily="2" charset="-122"/>
                          <a:ea typeface="华文中宋" panose="02010600040101010101" pitchFamily="2" charset="-122"/>
                          <a:cs typeface="Times New Roman" panose="02020603050405020304"/>
                        </a:rPr>
                        <a:t>2</a:t>
                      </a:r>
                      <a:r>
                        <a:rPr lang="zh-CN" sz="1200" kern="100" dirty="0">
                          <a:solidFill>
                            <a:srgbClr val="000099"/>
                          </a:solidFill>
                          <a:latin typeface="华文中宋" panose="02010600040101010101" pitchFamily="2" charset="-122"/>
                          <a:ea typeface="华文中宋" panose="02010600040101010101" pitchFamily="2" charset="-122"/>
                          <a:cs typeface="Times New Roman" panose="02020603050405020304"/>
                        </a:rPr>
                        <a:t>′～</a:t>
                      </a:r>
                      <a:r>
                        <a:rPr lang="en-US" sz="1200" kern="100" dirty="0">
                          <a:solidFill>
                            <a:srgbClr val="000099"/>
                          </a:solidFill>
                          <a:latin typeface="华文中宋" panose="02010600040101010101" pitchFamily="2" charset="-122"/>
                          <a:ea typeface="华文中宋" panose="02010600040101010101" pitchFamily="2" charset="-122"/>
                          <a:cs typeface="Times New Roman" panose="02020603050405020304"/>
                        </a:rPr>
                        <a:t>4</a:t>
                      </a:r>
                      <a:r>
                        <a:rPr lang="zh-CN" sz="1200" kern="100" dirty="0">
                          <a:solidFill>
                            <a:srgbClr val="000099"/>
                          </a:solidFill>
                          <a:latin typeface="华文中宋" panose="02010600040101010101" pitchFamily="2" charset="-122"/>
                          <a:ea typeface="华文中宋" panose="02010600040101010101" pitchFamily="2" charset="-122"/>
                          <a:cs typeface="Times New Roman" panose="02020603050405020304"/>
                        </a:rPr>
                        <a:t>′</a:t>
                      </a:r>
                      <a:endParaRPr lang="zh-CN" sz="1200" kern="100" dirty="0">
                        <a:solidFill>
                          <a:srgbClr val="000099"/>
                        </a:solidFill>
                        <a:latin typeface="华文中宋" panose="02010600040101010101" pitchFamily="2" charset="-122"/>
                        <a:ea typeface="华文中宋" panose="02010600040101010101" pitchFamily="2" charset="-122"/>
                        <a:cs typeface="Times New Roman" panose="02020603050405020304"/>
                      </a:endParaRPr>
                    </a:p>
                  </a:txBody>
                  <a:tcPr marL="36030" marR="36030"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589002">
                <a:tc>
                  <a:txBody>
                    <a:bodyPr/>
                    <a:lstStyle/>
                    <a:p>
                      <a:pPr algn="ctr">
                        <a:spcAft>
                          <a:spcPts val="0"/>
                        </a:spcAft>
                      </a:pPr>
                      <a:r>
                        <a:rPr lang="zh-CN" sz="1200" kern="100">
                          <a:solidFill>
                            <a:srgbClr val="000099"/>
                          </a:solidFill>
                          <a:latin typeface="华文中宋" panose="02010600040101010101" pitchFamily="2" charset="-122"/>
                          <a:ea typeface="华文中宋" panose="02010600040101010101" pitchFamily="2" charset="-122"/>
                          <a:cs typeface="Times New Roman" panose="02020603050405020304"/>
                        </a:rPr>
                        <a:t>内圈无挡边的</a:t>
                      </a:r>
                      <a:endParaRPr lang="zh-CN" sz="1200" kern="100">
                        <a:solidFill>
                          <a:srgbClr val="000099"/>
                        </a:solidFill>
                        <a:latin typeface="华文中宋" panose="02010600040101010101" pitchFamily="2" charset="-122"/>
                        <a:ea typeface="华文中宋" panose="02010600040101010101" pitchFamily="2" charset="-122"/>
                        <a:cs typeface="Times New Roman" panose="02020603050405020304"/>
                      </a:endParaRPr>
                    </a:p>
                    <a:p>
                      <a:pPr algn="ctr">
                        <a:spcAft>
                          <a:spcPts val="0"/>
                        </a:spcAft>
                      </a:pPr>
                      <a:r>
                        <a:rPr lang="zh-CN" sz="1200" kern="100">
                          <a:solidFill>
                            <a:srgbClr val="000099"/>
                          </a:solidFill>
                          <a:latin typeface="华文中宋" panose="02010600040101010101" pitchFamily="2" charset="-122"/>
                          <a:ea typeface="华文中宋" panose="02010600040101010101" pitchFamily="2" charset="-122"/>
                          <a:cs typeface="Times New Roman" panose="02020603050405020304"/>
                        </a:rPr>
                        <a:t>圆柱滚子轴承</a:t>
                      </a:r>
                      <a:endParaRPr lang="zh-CN" sz="1200" kern="100">
                        <a:solidFill>
                          <a:srgbClr val="000099"/>
                        </a:solidFill>
                        <a:latin typeface="华文中宋" panose="02010600040101010101" pitchFamily="2" charset="-122"/>
                        <a:ea typeface="华文中宋" panose="02010600040101010101" pitchFamily="2" charset="-122"/>
                        <a:cs typeface="Times New Roman" panose="02020603050405020304"/>
                      </a:endParaRPr>
                    </a:p>
                  </a:txBody>
                  <a:tcPr marL="36030" marR="36030"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ctr">
                        <a:spcAft>
                          <a:spcPts val="0"/>
                        </a:spcAft>
                      </a:pPr>
                      <a:endParaRPr lang="en-US" sz="1200" kern="100" dirty="0">
                        <a:solidFill>
                          <a:srgbClr val="000099"/>
                        </a:solidFill>
                        <a:latin typeface="华文中宋" panose="02010600040101010101" pitchFamily="2" charset="-122"/>
                        <a:ea typeface="华文中宋" panose="02010600040101010101" pitchFamily="2" charset="-122"/>
                        <a:cs typeface="Times New Roman" panose="02020603050405020304"/>
                      </a:endParaRPr>
                    </a:p>
                  </a:txBody>
                  <a:tcPr marL="36030" marR="3603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ctr">
                        <a:spcAft>
                          <a:spcPts val="0"/>
                        </a:spcAft>
                      </a:pPr>
                      <a:r>
                        <a:rPr lang="en-US" sz="1200" kern="100" dirty="0">
                          <a:solidFill>
                            <a:srgbClr val="000099"/>
                          </a:solidFill>
                          <a:latin typeface="华文中宋" panose="02010600040101010101" pitchFamily="2" charset="-122"/>
                          <a:ea typeface="华文中宋" panose="02010600040101010101" pitchFamily="2" charset="-122"/>
                          <a:cs typeface="Times New Roman" panose="02020603050405020304"/>
                        </a:rPr>
                        <a:t>NU</a:t>
                      </a:r>
                      <a:endParaRPr lang="zh-CN" sz="1200" kern="100" dirty="0">
                        <a:solidFill>
                          <a:srgbClr val="000099"/>
                        </a:solidFill>
                        <a:latin typeface="华文中宋" panose="02010600040101010101" pitchFamily="2" charset="-122"/>
                        <a:ea typeface="华文中宋" panose="02010600040101010101" pitchFamily="2" charset="-122"/>
                        <a:cs typeface="Times New Roman" panose="02020603050405020304"/>
                      </a:endParaRPr>
                    </a:p>
                  </a:txBody>
                  <a:tcPr marL="36030" marR="3603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indent="133350" algn="l">
                        <a:spcAft>
                          <a:spcPts val="0"/>
                        </a:spcAft>
                      </a:pPr>
                      <a:r>
                        <a:rPr lang="zh-CN" sz="1200" kern="100" dirty="0">
                          <a:solidFill>
                            <a:srgbClr val="000099"/>
                          </a:solidFill>
                          <a:latin typeface="华文中宋" panose="02010600040101010101" pitchFamily="2" charset="-122"/>
                          <a:ea typeface="华文中宋" panose="02010600040101010101" pitchFamily="2" charset="-122"/>
                          <a:cs typeface="Times New Roman" panose="02020603050405020304"/>
                        </a:rPr>
                        <a:t>仅承受径向载荷，允许内、外圈轴线偏斜</a:t>
                      </a:r>
                      <a:r>
                        <a:rPr lang="en-US" sz="1200" kern="100" dirty="0">
                          <a:solidFill>
                            <a:srgbClr val="000099"/>
                          </a:solidFill>
                          <a:latin typeface="华文中宋" panose="02010600040101010101" pitchFamily="2" charset="-122"/>
                          <a:ea typeface="华文中宋" panose="02010600040101010101" pitchFamily="2" charset="-122"/>
                          <a:cs typeface="Times New Roman" panose="02020603050405020304"/>
                        </a:rPr>
                        <a:t>2</a:t>
                      </a:r>
                      <a:r>
                        <a:rPr lang="zh-CN" sz="1200" kern="100" dirty="0">
                          <a:solidFill>
                            <a:srgbClr val="000099"/>
                          </a:solidFill>
                          <a:latin typeface="华文中宋" panose="02010600040101010101" pitchFamily="2" charset="-122"/>
                          <a:ea typeface="华文中宋" panose="02010600040101010101" pitchFamily="2" charset="-122"/>
                          <a:cs typeface="Times New Roman" panose="02020603050405020304"/>
                        </a:rPr>
                        <a:t>′～</a:t>
                      </a:r>
                      <a:r>
                        <a:rPr lang="en-US" sz="1200" kern="100" dirty="0">
                          <a:solidFill>
                            <a:srgbClr val="000099"/>
                          </a:solidFill>
                          <a:latin typeface="华文中宋" panose="02010600040101010101" pitchFamily="2" charset="-122"/>
                          <a:ea typeface="华文中宋" panose="02010600040101010101" pitchFamily="2" charset="-122"/>
                          <a:cs typeface="Times New Roman" panose="02020603050405020304"/>
                        </a:rPr>
                        <a:t>4</a:t>
                      </a:r>
                      <a:r>
                        <a:rPr lang="zh-CN" sz="1200" kern="100" dirty="0">
                          <a:solidFill>
                            <a:srgbClr val="000099"/>
                          </a:solidFill>
                          <a:latin typeface="华文中宋" panose="02010600040101010101" pitchFamily="2" charset="-122"/>
                          <a:ea typeface="华文中宋" panose="02010600040101010101" pitchFamily="2" charset="-122"/>
                          <a:cs typeface="Times New Roman" panose="02020603050405020304"/>
                        </a:rPr>
                        <a:t>′</a:t>
                      </a:r>
                      <a:endParaRPr lang="zh-CN" sz="1200" kern="100" dirty="0">
                        <a:solidFill>
                          <a:srgbClr val="000099"/>
                        </a:solidFill>
                        <a:latin typeface="华文中宋" panose="02010600040101010101" pitchFamily="2" charset="-122"/>
                        <a:ea typeface="华文中宋" panose="02010600040101010101" pitchFamily="2" charset="-122"/>
                        <a:cs typeface="Times New Roman" panose="02020603050405020304"/>
                      </a:endParaRPr>
                    </a:p>
                  </a:txBody>
                  <a:tcPr marL="36030" marR="36030"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r>
            </a:tbl>
          </a:graphicData>
        </a:graphic>
      </p:graphicFrame>
      <p:sp>
        <p:nvSpPr>
          <p:cNvPr id="43073" name="Rectangle 19"/>
          <p:cNvSpPr>
            <a:spLocks noChangeArrowheads="1"/>
          </p:cNvSpPr>
          <p:nvPr/>
        </p:nvSpPr>
        <p:spPr bwMode="auto">
          <a:xfrm>
            <a:off x="0" y="914400"/>
            <a:ext cx="9144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kumimoji="1" sz="2000">
                <a:solidFill>
                  <a:srgbClr val="000099"/>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rgbClr val="000099"/>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rgbClr val="000099"/>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rgbClr val="000099"/>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9pPr>
          </a:lstStyle>
          <a:p>
            <a:endParaRPr lang="zh-CN" altLang="zh-CN"/>
          </a:p>
        </p:txBody>
      </p:sp>
      <p:pic>
        <p:nvPicPr>
          <p:cNvPr id="43074" name="Picture 20"/>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225800" y="1027113"/>
            <a:ext cx="1066800" cy="3857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3075" name="Picture 21"/>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251200" y="1479550"/>
            <a:ext cx="1066800" cy="455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3076" name="Picture 22"/>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3098800" y="2046288"/>
            <a:ext cx="1381125" cy="5254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3077" name="Picture 2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403600" y="2628900"/>
            <a:ext cx="788988" cy="452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3078" name="Picture 24"/>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3327400" y="3140075"/>
            <a:ext cx="946150" cy="425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3079" name="Picture 25"/>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429000" y="3614738"/>
            <a:ext cx="723900" cy="485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3080" name="Picture 26"/>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3149600" y="4157663"/>
            <a:ext cx="1292225" cy="431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3081" name="Picture 27"/>
          <p:cNvPicPr>
            <a:picLocks noChangeAspect="1" noChangeArrowheads="1"/>
          </p:cNvPicPr>
          <p:nvPr/>
        </p:nvPicPr>
        <p:blipFill>
          <a:blip r:embed="rId9" cstate="print">
            <a:extLst>
              <a:ext uri="{28A0092B-C50C-407E-A947-70E740481C1C}">
                <a14:useLocalDpi xmlns:a14="http://schemas.microsoft.com/office/drawing/2010/main" val="0"/>
              </a:ext>
            </a:extLst>
          </a:blip>
          <a:srcRect/>
          <a:stretch>
            <a:fillRect/>
          </a:stretch>
        </p:blipFill>
        <p:spPr bwMode="auto">
          <a:xfrm>
            <a:off x="3048000" y="4760913"/>
            <a:ext cx="1493838" cy="511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3082" name="Picture 28"/>
          <p:cNvPicPr>
            <a:picLocks noChangeAspect="1" noChangeArrowheads="1"/>
          </p:cNvPicPr>
          <p:nvPr/>
        </p:nvPicPr>
        <p:blipFill>
          <a:blip r:embed="rId10" cstate="print">
            <a:extLst>
              <a:ext uri="{28A0092B-C50C-407E-A947-70E740481C1C}">
                <a14:useLocalDpi xmlns:a14="http://schemas.microsoft.com/office/drawing/2010/main" val="0"/>
              </a:ext>
            </a:extLst>
          </a:blip>
          <a:srcRect/>
          <a:stretch>
            <a:fillRect/>
          </a:stretch>
        </p:blipFill>
        <p:spPr bwMode="auto">
          <a:xfrm>
            <a:off x="3149600" y="5418138"/>
            <a:ext cx="1346200" cy="4810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3083" name="Picture 29"/>
          <p:cNvPicPr>
            <a:picLocks noChangeAspect="1" noChangeArrowheads="1"/>
          </p:cNvPicPr>
          <p:nvPr/>
        </p:nvPicPr>
        <p:blipFill>
          <a:blip r:embed="rId11" cstate="print">
            <a:extLst>
              <a:ext uri="{28A0092B-C50C-407E-A947-70E740481C1C}">
                <a14:useLocalDpi xmlns:a14="http://schemas.microsoft.com/office/drawing/2010/main" val="0"/>
              </a:ext>
            </a:extLst>
          </a:blip>
          <a:srcRect/>
          <a:stretch>
            <a:fillRect/>
          </a:stretch>
        </p:blipFill>
        <p:spPr bwMode="auto">
          <a:xfrm>
            <a:off x="3086100" y="6026150"/>
            <a:ext cx="1454150" cy="520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3084" name="矩形 35"/>
          <p:cNvSpPr>
            <a:spLocks noChangeArrowheads="1"/>
          </p:cNvSpPr>
          <p:nvPr/>
        </p:nvSpPr>
        <p:spPr bwMode="auto">
          <a:xfrm>
            <a:off x="2919413" y="0"/>
            <a:ext cx="34163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000">
                <a:solidFill>
                  <a:srgbClr val="000099"/>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rgbClr val="000099"/>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rgbClr val="000099"/>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rgbClr val="000099"/>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buFontTx/>
              <a:buNone/>
            </a:pPr>
            <a:r>
              <a:rPr lang="zh-CN" altLang="en-US" sz="1800">
                <a:solidFill>
                  <a:srgbClr val="CC3300"/>
                </a:solidFill>
              </a:rPr>
              <a:t>常用滚动轴承的主要性能和特点</a:t>
            </a:r>
            <a:endParaRPr lang="zh-CN" altLang="en-US" sz="1800">
              <a:solidFill>
                <a:srgbClr val="CC3300"/>
              </a:solidFill>
            </a:endParaRPr>
          </a:p>
        </p:txBody>
      </p:sp>
    </p:spTree>
  </p:cSld>
  <p:clrMapOvr>
    <a:masterClrMapping/>
  </p:clrMapOvr>
  <p:transition>
    <p:wipe dir="r"/>
  </p:transition>
  <p:timing>
    <p:tnLst>
      <p:par>
        <p:cTn id="1" dur="indefinite" restart="never" nodeType="tmRoot"/>
      </p:par>
    </p:tnLst>
  </p:timing>
</p:sld>
</file>

<file path=ppt/slides/slide1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21" name="Rectangle 4"/>
          <p:cNvSpPr>
            <a:spLocks noGrp="1" noChangeArrowheads="1"/>
          </p:cNvSpPr>
          <p:nvPr>
            <p:ph type="title"/>
          </p:nvPr>
        </p:nvSpPr>
        <p:spPr bwMode="auto">
          <a:xfrm>
            <a:off x="5486400" y="673100"/>
            <a:ext cx="1854200" cy="177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eaLnBrk="1" hangingPunct="1"/>
            <a:r>
              <a:rPr lang="zh-CN" altLang="en-US" sz="800" smtClean="0">
                <a:solidFill>
                  <a:schemeClr val="bg1"/>
                </a:solidFill>
                <a:latin typeface="华文中宋" panose="02010600040101010101" pitchFamily="2" charset="-122"/>
                <a:ea typeface="华文中宋" panose="02010600040101010101" pitchFamily="2" charset="-122"/>
              </a:rPr>
              <a:t>表</a:t>
            </a:r>
            <a:r>
              <a:rPr lang="en-US" altLang="zh-CN" sz="800" smtClean="0">
                <a:solidFill>
                  <a:schemeClr val="bg1"/>
                </a:solidFill>
                <a:latin typeface="华文中宋" panose="02010600040101010101" pitchFamily="2" charset="-122"/>
                <a:ea typeface="华文中宋" panose="02010600040101010101" pitchFamily="2" charset="-122"/>
              </a:rPr>
              <a:t>12-8</a:t>
            </a:r>
            <a:r>
              <a:rPr lang="zh-CN" altLang="en-US" sz="800" smtClean="0">
                <a:solidFill>
                  <a:schemeClr val="bg1"/>
                </a:solidFill>
                <a:latin typeface="华文中宋" panose="02010600040101010101" pitchFamily="2" charset="-122"/>
                <a:ea typeface="华文中宋" panose="02010600040101010101" pitchFamily="2" charset="-122"/>
              </a:rPr>
              <a:t>系数</a:t>
            </a:r>
            <a:r>
              <a:rPr lang="en-US" altLang="zh-CN" sz="800" smtClean="0">
                <a:solidFill>
                  <a:schemeClr val="bg1"/>
                </a:solidFill>
                <a:latin typeface="华文中宋" panose="02010600040101010101" pitchFamily="2" charset="-122"/>
                <a:ea typeface="华文中宋" panose="02010600040101010101" pitchFamily="2" charset="-122"/>
              </a:rPr>
              <a:t>X</a:t>
            </a:r>
            <a:r>
              <a:rPr lang="zh-CN" altLang="en-US" sz="800" smtClean="0">
                <a:solidFill>
                  <a:schemeClr val="bg1"/>
                </a:solidFill>
                <a:latin typeface="华文中宋" panose="02010600040101010101" pitchFamily="2" charset="-122"/>
                <a:ea typeface="华文中宋" panose="02010600040101010101" pitchFamily="2" charset="-122"/>
              </a:rPr>
              <a:t>和</a:t>
            </a:r>
            <a:r>
              <a:rPr lang="en-US" altLang="zh-CN" sz="800" smtClean="0">
                <a:solidFill>
                  <a:schemeClr val="bg1"/>
                </a:solidFill>
                <a:latin typeface="华文中宋" panose="02010600040101010101" pitchFamily="2" charset="-122"/>
                <a:ea typeface="华文中宋" panose="02010600040101010101" pitchFamily="2" charset="-122"/>
              </a:rPr>
              <a:t>Y</a:t>
            </a:r>
            <a:endParaRPr lang="en-US" altLang="zh-CN" sz="800" smtClean="0">
              <a:solidFill>
                <a:schemeClr val="bg1"/>
              </a:solidFill>
              <a:latin typeface="华文中宋" panose="02010600040101010101" pitchFamily="2" charset="-122"/>
              <a:ea typeface="华文中宋" panose="02010600040101010101" pitchFamily="2" charset="-122"/>
            </a:endParaRPr>
          </a:p>
        </p:txBody>
      </p:sp>
      <p:sp>
        <p:nvSpPr>
          <p:cNvPr id="9222" name="Text Box 37"/>
          <p:cNvSpPr txBox="1">
            <a:spLocks noChangeArrowheads="1"/>
          </p:cNvSpPr>
          <p:nvPr/>
        </p:nvSpPr>
        <p:spPr bwMode="auto">
          <a:xfrm>
            <a:off x="7505700" y="5908675"/>
            <a:ext cx="9271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57150">
                <a:solidFill>
                  <a:srgbClr val="000000"/>
                </a:solidFill>
                <a:miter lim="800000"/>
                <a:headEnd/>
                <a:tailEnd/>
              </a14:hiddenLine>
            </a:ext>
          </a:extLst>
        </p:spPr>
        <p:txBody>
          <a:bodyPr>
            <a:spAutoFit/>
          </a:bodyPr>
          <a:lstStyle>
            <a:lvl1pPr eaLnBrk="0" hangingPunct="0">
              <a:defRPr kumimoji="1" sz="2000">
                <a:solidFill>
                  <a:srgbClr val="000099"/>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rgbClr val="000099"/>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rgbClr val="000099"/>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rgbClr val="000099"/>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9pPr>
          </a:lstStyle>
          <a:p>
            <a:pPr algn="ctr" eaLnBrk="1" hangingPunct="1">
              <a:lnSpc>
                <a:spcPct val="100000"/>
              </a:lnSpc>
              <a:spcBef>
                <a:spcPct val="50000"/>
              </a:spcBef>
              <a:buFontTx/>
              <a:buNone/>
            </a:pPr>
            <a:r>
              <a:rPr lang="en-US" altLang="zh-CN" sz="1800">
                <a:latin typeface="华文中宋" panose="02010600040101010101" pitchFamily="2" charset="-122"/>
              </a:rPr>
              <a:t>  </a:t>
            </a:r>
            <a:endParaRPr lang="en-US" altLang="zh-CN" sz="1800">
              <a:latin typeface="华文中宋" panose="02010600040101010101" pitchFamily="2" charset="-122"/>
            </a:endParaRPr>
          </a:p>
        </p:txBody>
      </p:sp>
      <p:graphicFrame>
        <p:nvGraphicFramePr>
          <p:cNvPr id="18" name="表格 17"/>
          <p:cNvGraphicFramePr>
            <a:graphicFrameLocks noGrp="1"/>
          </p:cNvGraphicFramePr>
          <p:nvPr/>
        </p:nvGraphicFramePr>
        <p:xfrm>
          <a:off x="857250" y="0"/>
          <a:ext cx="7215188" cy="6859590"/>
        </p:xfrm>
        <a:graphic>
          <a:graphicData uri="http://schemas.openxmlformats.org/drawingml/2006/table">
            <a:tbl>
              <a:tblPr/>
              <a:tblGrid>
                <a:gridCol w="950913"/>
                <a:gridCol w="1427162"/>
                <a:gridCol w="1189038"/>
                <a:gridCol w="881062"/>
                <a:gridCol w="703263"/>
                <a:gridCol w="704850"/>
                <a:gridCol w="693737"/>
                <a:gridCol w="665163"/>
              </a:tblGrid>
              <a:tr h="288925">
                <a:tc rowSpan="2" gridSpan="2">
                  <a:txBody>
                    <a:bodyPr/>
                    <a:lstStyle/>
                    <a:p>
                      <a:pPr marL="0" marR="0" lvl="0" indent="0" algn="ctr" defTabSz="914400" rtl="0" eaLnBrk="1" fontAlgn="base" latinLnBrk="0" hangingPunct="1">
                        <a:lnSpc>
                          <a:spcPct val="150000"/>
                        </a:lnSpc>
                        <a:spcBef>
                          <a:spcPct val="0"/>
                        </a:spcBef>
                        <a:spcAft>
                          <a:spcPct val="0"/>
                        </a:spcAft>
                        <a:buClrTx/>
                        <a:buSzTx/>
                        <a:buFontTx/>
                        <a:buNone/>
                      </a:pPr>
                      <a:r>
                        <a:rPr kumimoji="0" lang="zh-CN" sz="1400" b="1" i="0" u="none" strike="noStrike" cap="none" normalizeH="0" baseline="0" dirty="0" smtClean="0">
                          <a:ln>
                            <a:noFill/>
                          </a:ln>
                          <a:solidFill>
                            <a:srgbClr val="000099"/>
                          </a:solidFill>
                          <a:effectLst/>
                          <a:latin typeface="Calibri" panose="020F0502020204030204" charset="0"/>
                          <a:ea typeface="宋体" panose="02010600030101010101" pitchFamily="2" charset="-122"/>
                        </a:rPr>
                        <a:t>轴承类型</a:t>
                      </a:r>
                      <a:endParaRPr kumimoji="0" lang="zh-CN" sz="1400" b="1" i="0" u="none" strike="noStrike" cap="none" normalizeH="0" baseline="0" dirty="0" smtClean="0">
                        <a:ln>
                          <a:noFill/>
                        </a:ln>
                        <a:solidFill>
                          <a:srgbClr val="000099"/>
                        </a:solidFill>
                        <a:effectLst/>
                        <a:latin typeface="Calibri" panose="020F0502020204030204" charset="0"/>
                        <a:ea typeface="宋体" panose="02010600030101010101" pitchFamily="2" charset="-122"/>
                        <a:cs typeface="Times New Roman" panose="02020603050405020304" pitchFamily="18" charset="0"/>
                      </a:endParaRPr>
                    </a:p>
                  </a:txBody>
                  <a:tcPr marL="38973" marR="38973" marT="0" marB="0" anchor="ctr" horzOverflow="overflow">
                    <a:lnL>
                      <a:noFill/>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rowSpan="2" hMerge="1">
                  <a:tcPr/>
                </a:tc>
                <a:tc rowSpan="2">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zh-CN" sz="1400" b="1" i="0" u="none" strike="noStrike" cap="none" normalizeH="0" baseline="0" smtClean="0">
                          <a:ln>
                            <a:noFill/>
                          </a:ln>
                          <a:solidFill>
                            <a:srgbClr val="000099"/>
                          </a:solidFill>
                          <a:effectLst/>
                          <a:latin typeface="Calibri" panose="020F0502020204030204" charset="0"/>
                          <a:ea typeface="宋体" panose="02010600030101010101" pitchFamily="2" charset="-122"/>
                        </a:rPr>
                        <a:t>相对轴向载荷</a:t>
                      </a:r>
                      <a:endParaRPr kumimoji="0" lang="en-US" altLang="zh-CN" sz="1400" b="1" i="0" u="none" strike="noStrike" cap="none" normalizeH="0" baseline="0" smtClean="0">
                        <a:ln>
                          <a:noFill/>
                        </a:ln>
                        <a:solidFill>
                          <a:srgbClr val="000099"/>
                        </a:solidFill>
                        <a:effectLst/>
                        <a:latin typeface="Calibri" panose="020F0502020204030204" charset="0"/>
                        <a:ea typeface="宋体" panose="02010600030101010101" pitchFamily="2" charset="-122"/>
                      </a:endParaRPr>
                    </a:p>
                    <a:p>
                      <a:pPr marL="0" marR="0" lvl="0" indent="0" algn="ctr" defTabSz="914400" rtl="0" eaLnBrk="1" fontAlgn="base" latinLnBrk="0" hangingPunct="1">
                        <a:lnSpc>
                          <a:spcPct val="100000"/>
                        </a:lnSpc>
                        <a:spcBef>
                          <a:spcPct val="0"/>
                        </a:spcBef>
                        <a:spcAft>
                          <a:spcPct val="0"/>
                        </a:spcAft>
                        <a:buClrTx/>
                        <a:buSzTx/>
                        <a:buFontTx/>
                        <a:buNone/>
                      </a:pPr>
                      <a:endParaRPr kumimoji="0" lang="zh-CN" altLang="zh-CN" sz="1400" b="1" i="0" u="none" strike="noStrike" cap="none" normalizeH="0" baseline="0" smtClean="0">
                        <a:ln>
                          <a:noFill/>
                        </a:ln>
                        <a:solidFill>
                          <a:srgbClr val="000099"/>
                        </a:solidFill>
                        <a:effectLst/>
                        <a:latin typeface="Calibri" panose="020F0502020204030204" charset="0"/>
                        <a:ea typeface="宋体" panose="02010600030101010101" pitchFamily="2" charset="-122"/>
                        <a:cs typeface="Times New Roman" panose="02020603050405020304" pitchFamily="18" charset="0"/>
                      </a:endParaRPr>
                    </a:p>
                  </a:txBody>
                  <a:tcPr marL="38973" marR="38973"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rowSpan="2">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zh-CN" sz="1400" b="1" i="0" u="none" strike="noStrike" cap="none" normalizeH="0" baseline="0" smtClean="0">
                          <a:ln>
                            <a:noFill/>
                          </a:ln>
                          <a:solidFill>
                            <a:srgbClr val="000099"/>
                          </a:solidFill>
                          <a:effectLst/>
                          <a:latin typeface="Calibri" panose="020F0502020204030204" charset="0"/>
                          <a:ea typeface="宋体" panose="02010600030101010101" pitchFamily="2" charset="-122"/>
                        </a:rPr>
                        <a:t>判断系数</a:t>
                      </a:r>
                      <a:r>
                        <a:rPr kumimoji="0" lang="en-US" altLang="zh-CN" sz="1400" b="1" i="1" u="none" strike="noStrike" cap="none" normalizeH="0" baseline="0" smtClean="0">
                          <a:ln>
                            <a:noFill/>
                          </a:ln>
                          <a:solidFill>
                            <a:srgbClr val="000099"/>
                          </a:solidFill>
                          <a:effectLst/>
                          <a:latin typeface="Times New Roman" panose="02020603050405020304" pitchFamily="18" charset="0"/>
                          <a:ea typeface="宋体" panose="02010600030101010101" pitchFamily="2" charset="-122"/>
                          <a:cs typeface="Times New Roman" panose="02020603050405020304" pitchFamily="18" charset="0"/>
                        </a:rPr>
                        <a:t>e</a:t>
                      </a:r>
                      <a:endParaRPr kumimoji="0" lang="zh-CN" altLang="zh-CN" sz="1400" b="1" i="0" u="none" strike="noStrike" cap="none" normalizeH="0" baseline="0" smtClean="0">
                        <a:ln>
                          <a:noFill/>
                        </a:ln>
                        <a:solidFill>
                          <a:srgbClr val="000099"/>
                        </a:solidFill>
                        <a:effectLst/>
                        <a:latin typeface="Calibri" panose="020F0502020204030204" charset="0"/>
                        <a:ea typeface="宋体" panose="02010600030101010101" pitchFamily="2" charset="-122"/>
                        <a:cs typeface="Times New Roman" panose="02020603050405020304" pitchFamily="18" charset="0"/>
                      </a:endParaRPr>
                    </a:p>
                  </a:txBody>
                  <a:tcPr marL="38973" marR="38973"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gridSpan="2">
                  <a:txBody>
                    <a:bodyPr/>
                    <a:lstStyle/>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1" i="0" u="none" strike="noStrike" cap="none" normalizeH="0" baseline="0" smtClean="0">
                        <a:ln>
                          <a:noFill/>
                        </a:ln>
                        <a:solidFill>
                          <a:srgbClr val="000099"/>
                        </a:solidFill>
                        <a:effectLst/>
                        <a:latin typeface="宋体" panose="02010600030101010101" pitchFamily="2" charset="-122"/>
                        <a:ea typeface="宋体" panose="02010600030101010101" pitchFamily="2" charset="-122"/>
                      </a:endParaRPr>
                    </a:p>
                  </a:txBody>
                  <a:tcPr marL="38973" marR="38973"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hMerge="1">
                  <a:tcPr/>
                </a:tc>
                <a:tc gridSpan="2">
                  <a:txBody>
                    <a:bodyPr/>
                    <a:lstStyle/>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1" i="0" u="none" strike="noStrike" cap="none" normalizeH="0" baseline="0" smtClean="0">
                        <a:ln>
                          <a:noFill/>
                        </a:ln>
                        <a:solidFill>
                          <a:srgbClr val="000099"/>
                        </a:solidFill>
                        <a:effectLst/>
                        <a:latin typeface="宋体" panose="02010600030101010101" pitchFamily="2" charset="-122"/>
                        <a:ea typeface="宋体" panose="02010600030101010101" pitchFamily="2" charset="-122"/>
                      </a:endParaRPr>
                    </a:p>
                  </a:txBody>
                  <a:tcPr marL="38973" marR="38973" marT="0" marB="0" anchor="ctr" horzOverflow="overflow">
                    <a:lnL w="12700" cap="flat" cmpd="sng" algn="ctr">
                      <a:solidFill>
                        <a:srgbClr val="000000"/>
                      </a:solidFill>
                      <a:prstDash val="solid"/>
                      <a:round/>
                      <a:headEnd type="none" w="med" len="med"/>
                      <a:tailEnd type="none" w="med" len="med"/>
                    </a:lnL>
                    <a:lnR>
                      <a:noFill/>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hMerge="1">
                  <a:tcPr/>
                </a:tc>
              </a:tr>
              <a:tr h="282575">
                <a:tc vMerge="1" gridSpan="2">
                  <a:tcPr/>
                </a:tc>
                <a:tc vMerge="1" hMerge="1">
                  <a:tcPr/>
                </a:tc>
                <a:tc vMerge="1">
                  <a:tcPr/>
                </a:tc>
                <a:tc vMerge="1">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400" b="1" i="1" u="none" strike="noStrike" cap="none" normalizeH="0" baseline="0" smtClean="0">
                          <a:ln>
                            <a:noFill/>
                          </a:ln>
                          <a:solidFill>
                            <a:srgbClr val="000099"/>
                          </a:solidFill>
                          <a:effectLst/>
                          <a:latin typeface="Times New Roman" panose="02020603050405020304" pitchFamily="18" charset="0"/>
                          <a:ea typeface="宋体" panose="02010600030101010101" pitchFamily="2" charset="-122"/>
                          <a:cs typeface="Times New Roman" panose="02020603050405020304" pitchFamily="18" charset="0"/>
                        </a:rPr>
                        <a:t>X</a:t>
                      </a:r>
                      <a:endParaRPr kumimoji="0" lang="zh-CN" altLang="zh-CN" sz="1400" b="1" i="0" u="none" strike="noStrike" cap="none" normalizeH="0" baseline="0" smtClean="0">
                        <a:ln>
                          <a:noFill/>
                        </a:ln>
                        <a:solidFill>
                          <a:srgbClr val="000099"/>
                        </a:solidFill>
                        <a:effectLst/>
                        <a:latin typeface="Calibri" panose="020F0502020204030204" charset="0"/>
                        <a:ea typeface="宋体" panose="02010600030101010101" pitchFamily="2" charset="-122"/>
                        <a:cs typeface="Times New Roman" panose="02020603050405020304" pitchFamily="18" charset="0"/>
                      </a:endParaRPr>
                    </a:p>
                  </a:txBody>
                  <a:tcPr marL="38973" marR="38973"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400" b="1" i="1" u="none" strike="noStrike" cap="none" normalizeH="0" baseline="0" smtClean="0">
                          <a:ln>
                            <a:noFill/>
                          </a:ln>
                          <a:solidFill>
                            <a:srgbClr val="000099"/>
                          </a:solidFill>
                          <a:effectLst/>
                          <a:latin typeface="Times New Roman" panose="02020603050405020304" pitchFamily="18" charset="0"/>
                          <a:ea typeface="宋体" panose="02010600030101010101" pitchFamily="2" charset="-122"/>
                          <a:cs typeface="Times New Roman" panose="02020603050405020304" pitchFamily="18" charset="0"/>
                        </a:rPr>
                        <a:t>Y</a:t>
                      </a:r>
                      <a:endParaRPr kumimoji="0" lang="zh-CN" altLang="zh-CN" sz="1400" b="1" i="0" u="none" strike="noStrike" cap="none" normalizeH="0" baseline="0" smtClean="0">
                        <a:ln>
                          <a:noFill/>
                        </a:ln>
                        <a:solidFill>
                          <a:srgbClr val="000099"/>
                        </a:solidFill>
                        <a:effectLst/>
                        <a:latin typeface="Calibri" panose="020F0502020204030204" charset="0"/>
                        <a:ea typeface="宋体" panose="02010600030101010101" pitchFamily="2" charset="-122"/>
                        <a:cs typeface="Times New Roman" panose="02020603050405020304" pitchFamily="18" charset="0"/>
                      </a:endParaRPr>
                    </a:p>
                  </a:txBody>
                  <a:tcPr marL="38973" marR="38973"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400" b="1" i="1" u="none" strike="noStrike" cap="none" normalizeH="0" baseline="0" smtClean="0">
                          <a:ln>
                            <a:noFill/>
                          </a:ln>
                          <a:solidFill>
                            <a:srgbClr val="000099"/>
                          </a:solidFill>
                          <a:effectLst/>
                          <a:latin typeface="Times New Roman" panose="02020603050405020304" pitchFamily="18" charset="0"/>
                          <a:ea typeface="宋体" panose="02010600030101010101" pitchFamily="2" charset="-122"/>
                          <a:cs typeface="Times New Roman" panose="02020603050405020304" pitchFamily="18" charset="0"/>
                        </a:rPr>
                        <a:t>X</a:t>
                      </a:r>
                      <a:endParaRPr kumimoji="0" lang="zh-CN" altLang="zh-CN" sz="1400" b="1" i="0" u="none" strike="noStrike" cap="none" normalizeH="0" baseline="0" smtClean="0">
                        <a:ln>
                          <a:noFill/>
                        </a:ln>
                        <a:solidFill>
                          <a:srgbClr val="000099"/>
                        </a:solidFill>
                        <a:effectLst/>
                        <a:latin typeface="Calibri" panose="020F0502020204030204" charset="0"/>
                        <a:ea typeface="宋体" panose="02010600030101010101" pitchFamily="2" charset="-122"/>
                        <a:cs typeface="Times New Roman" panose="02020603050405020304" pitchFamily="18" charset="0"/>
                      </a:endParaRPr>
                    </a:p>
                  </a:txBody>
                  <a:tcPr marL="38973" marR="38973"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400" b="1" i="1" u="none" strike="noStrike" cap="none" normalizeH="0" baseline="0" smtClean="0">
                          <a:ln>
                            <a:noFill/>
                          </a:ln>
                          <a:solidFill>
                            <a:srgbClr val="000099"/>
                          </a:solidFill>
                          <a:effectLst/>
                          <a:latin typeface="Times New Roman" panose="02020603050405020304" pitchFamily="18" charset="0"/>
                          <a:ea typeface="宋体" panose="02010600030101010101" pitchFamily="2" charset="-122"/>
                          <a:cs typeface="Times New Roman" panose="02020603050405020304" pitchFamily="18" charset="0"/>
                        </a:rPr>
                        <a:t>Y</a:t>
                      </a:r>
                      <a:endParaRPr kumimoji="0" lang="zh-CN" altLang="zh-CN" sz="1400" b="1" i="0" u="none" strike="noStrike" cap="none" normalizeH="0" baseline="0" smtClean="0">
                        <a:ln>
                          <a:noFill/>
                        </a:ln>
                        <a:solidFill>
                          <a:srgbClr val="000099"/>
                        </a:solidFill>
                        <a:effectLst/>
                        <a:latin typeface="Calibri" panose="020F0502020204030204" charset="0"/>
                        <a:ea typeface="宋体" panose="02010600030101010101" pitchFamily="2" charset="-122"/>
                        <a:cs typeface="Times New Roman" panose="02020603050405020304" pitchFamily="18" charset="0"/>
                      </a:endParaRPr>
                    </a:p>
                  </a:txBody>
                  <a:tcPr marL="38973" marR="38973" marT="0" marB="0" anchor="ctr" horzOverflow="overflow">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263525">
                <a:tc rowSpan="9" gridSpan="2">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zh-CN" sz="1400" b="1" i="0" u="none" strike="noStrike" cap="none" normalizeH="0" baseline="0" smtClean="0">
                          <a:ln>
                            <a:noFill/>
                          </a:ln>
                          <a:solidFill>
                            <a:srgbClr val="000099"/>
                          </a:solidFill>
                          <a:effectLst/>
                          <a:latin typeface="Calibri" panose="020F0502020204030204" charset="0"/>
                          <a:ea typeface="宋体" panose="02010600030101010101" pitchFamily="2" charset="-122"/>
                        </a:rPr>
                        <a:t>深沟球轴承</a:t>
                      </a:r>
                      <a:endParaRPr kumimoji="0" lang="zh-CN" sz="1400" b="1" i="0" u="none" strike="noStrike" cap="none" normalizeH="0" baseline="0" smtClean="0">
                        <a:ln>
                          <a:noFill/>
                        </a:ln>
                        <a:solidFill>
                          <a:srgbClr val="000099"/>
                        </a:solidFill>
                        <a:effectLst/>
                        <a:latin typeface="Calibri" panose="020F0502020204030204" charset="0"/>
                        <a:ea typeface="宋体" panose="02010600030101010101" pitchFamily="2" charset="-122"/>
                        <a:cs typeface="Times New Roman" panose="02020603050405020304" pitchFamily="18" charset="0"/>
                      </a:endParaRPr>
                    </a:p>
                    <a:p>
                      <a:pPr marL="0" marR="0" lvl="0" indent="0" algn="ctr" defTabSz="914400" rtl="0" eaLnBrk="1" fontAlgn="base" latinLnBrk="0" hangingPunct="1">
                        <a:lnSpc>
                          <a:spcPct val="100000"/>
                        </a:lnSpc>
                        <a:spcBef>
                          <a:spcPct val="0"/>
                        </a:spcBef>
                        <a:spcAft>
                          <a:spcPct val="0"/>
                        </a:spcAft>
                        <a:buClrTx/>
                        <a:buSzTx/>
                        <a:buFontTx/>
                        <a:buNone/>
                      </a:pPr>
                      <a:r>
                        <a:rPr kumimoji="0" lang="zh-CN" sz="1400" b="1" i="0" u="none" strike="noStrike" cap="none" normalizeH="0" baseline="0" smtClean="0">
                          <a:ln>
                            <a:noFill/>
                          </a:ln>
                          <a:solidFill>
                            <a:srgbClr val="000099"/>
                          </a:solidFill>
                          <a:effectLst/>
                          <a:latin typeface="Calibri" panose="020F0502020204030204" charset="0"/>
                          <a:ea typeface="宋体" panose="02010600030101010101" pitchFamily="2" charset="-122"/>
                        </a:rPr>
                        <a:t>（</a:t>
                      </a:r>
                      <a:r>
                        <a:rPr kumimoji="0" lang="en-US" altLang="zh-CN" sz="1400" b="1" i="0" u="none" strike="noStrike" cap="none" normalizeH="0" baseline="0" smtClean="0">
                          <a:ln>
                            <a:noFill/>
                          </a:ln>
                          <a:solidFill>
                            <a:srgbClr val="000099"/>
                          </a:solidFill>
                          <a:effectLst/>
                          <a:latin typeface="Calibri" panose="020F0502020204030204" charset="0"/>
                          <a:ea typeface="宋体" panose="02010600030101010101" pitchFamily="2" charset="-122"/>
                        </a:rPr>
                        <a:t>60000</a:t>
                      </a:r>
                      <a:r>
                        <a:rPr kumimoji="0" lang="zh-CN" sz="1400" b="1" i="0" u="none" strike="noStrike" cap="none" normalizeH="0" baseline="0" smtClean="0">
                          <a:ln>
                            <a:noFill/>
                          </a:ln>
                          <a:solidFill>
                            <a:srgbClr val="000099"/>
                          </a:solidFill>
                          <a:effectLst/>
                          <a:latin typeface="Calibri" panose="020F0502020204030204" charset="0"/>
                          <a:ea typeface="宋体" panose="02010600030101010101" pitchFamily="2" charset="-122"/>
                        </a:rPr>
                        <a:t>型）</a:t>
                      </a:r>
                      <a:endParaRPr kumimoji="0" lang="zh-CN" sz="1400" b="1" i="0" u="none" strike="noStrike" cap="none" normalizeH="0" baseline="0" smtClean="0">
                        <a:ln>
                          <a:noFill/>
                        </a:ln>
                        <a:solidFill>
                          <a:srgbClr val="000099"/>
                        </a:solidFill>
                        <a:effectLst/>
                        <a:latin typeface="Calibri" panose="020F0502020204030204" charset="0"/>
                        <a:ea typeface="宋体" panose="02010600030101010101" pitchFamily="2" charset="-122"/>
                      </a:endParaRPr>
                    </a:p>
                  </a:txBody>
                  <a:tcPr marL="38973" marR="38973" marT="0" marB="0" anchor="ctr" horzOverflow="overflow">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rowSpan="9" hMerge="1">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dirty="0" smtClean="0">
                          <a:ln>
                            <a:noFill/>
                          </a:ln>
                          <a:solidFill>
                            <a:srgbClr val="000099"/>
                          </a:solidFill>
                          <a:effectLst/>
                          <a:latin typeface="宋体" panose="02010600030101010101" pitchFamily="2" charset="-122"/>
                          <a:ea typeface="宋体" panose="02010600030101010101" pitchFamily="2" charset="-122"/>
                        </a:rPr>
                        <a:t>0.014</a:t>
                      </a:r>
                      <a:endParaRPr kumimoji="0" lang="zh-CN" altLang="zh-CN" sz="1400" b="1" i="0" u="none" strike="noStrike" cap="none" normalizeH="0" baseline="0" dirty="0" smtClean="0">
                        <a:ln>
                          <a:noFill/>
                        </a:ln>
                        <a:solidFill>
                          <a:srgbClr val="000099"/>
                        </a:solidFill>
                        <a:effectLst/>
                        <a:latin typeface="Calibri" panose="020F0502020204030204" charset="0"/>
                        <a:ea typeface="宋体" panose="02010600030101010101" pitchFamily="2" charset="-122"/>
                        <a:cs typeface="Times New Roman" panose="02020603050405020304" pitchFamily="18" charset="0"/>
                      </a:endParaRPr>
                    </a:p>
                  </a:txBody>
                  <a:tcPr marL="38973" marR="38973"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dirty="0" smtClean="0">
                          <a:ln>
                            <a:noFill/>
                          </a:ln>
                          <a:solidFill>
                            <a:srgbClr val="000099"/>
                          </a:solidFill>
                          <a:effectLst/>
                          <a:latin typeface="宋体" panose="02010600030101010101" pitchFamily="2" charset="-122"/>
                          <a:ea typeface="宋体" panose="02010600030101010101" pitchFamily="2" charset="-122"/>
                        </a:rPr>
                        <a:t>0.19</a:t>
                      </a:r>
                      <a:endParaRPr kumimoji="0" lang="zh-CN" altLang="zh-CN" sz="1400" b="1" i="0" u="none" strike="noStrike" cap="none" normalizeH="0" baseline="0" dirty="0" smtClean="0">
                        <a:ln>
                          <a:noFill/>
                        </a:ln>
                        <a:solidFill>
                          <a:srgbClr val="000099"/>
                        </a:solidFill>
                        <a:effectLst/>
                        <a:latin typeface="Calibri" panose="020F0502020204030204" charset="0"/>
                        <a:ea typeface="宋体" panose="02010600030101010101" pitchFamily="2" charset="-122"/>
                        <a:cs typeface="Times New Roman" panose="02020603050405020304" pitchFamily="18" charset="0"/>
                      </a:endParaRPr>
                    </a:p>
                  </a:txBody>
                  <a:tcPr marL="38973" marR="38973"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rowSpan="9">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smtClean="0">
                          <a:ln>
                            <a:noFill/>
                          </a:ln>
                          <a:solidFill>
                            <a:srgbClr val="000099"/>
                          </a:solidFill>
                          <a:effectLst/>
                          <a:latin typeface="宋体" panose="02010600030101010101" pitchFamily="2" charset="-122"/>
                          <a:ea typeface="宋体" panose="02010600030101010101" pitchFamily="2" charset="-122"/>
                        </a:rPr>
                        <a:t>1</a:t>
                      </a:r>
                      <a:endParaRPr kumimoji="0" lang="zh-CN" altLang="zh-CN" sz="1400" b="1" i="0" u="none" strike="noStrike" cap="none" normalizeH="0" baseline="0" smtClean="0">
                        <a:ln>
                          <a:noFill/>
                        </a:ln>
                        <a:solidFill>
                          <a:srgbClr val="000099"/>
                        </a:solidFill>
                        <a:effectLst/>
                        <a:latin typeface="Calibri" panose="020F0502020204030204" charset="0"/>
                        <a:ea typeface="宋体" panose="02010600030101010101" pitchFamily="2" charset="-122"/>
                        <a:cs typeface="Times New Roman" panose="02020603050405020304" pitchFamily="18" charset="0"/>
                      </a:endParaRPr>
                    </a:p>
                  </a:txBody>
                  <a:tcPr marL="38973" marR="38973"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rowSpan="9">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smtClean="0">
                          <a:ln>
                            <a:noFill/>
                          </a:ln>
                          <a:solidFill>
                            <a:srgbClr val="000099"/>
                          </a:solidFill>
                          <a:effectLst/>
                          <a:latin typeface="宋体" panose="02010600030101010101" pitchFamily="2" charset="-122"/>
                          <a:ea typeface="宋体" panose="02010600030101010101" pitchFamily="2" charset="-122"/>
                        </a:rPr>
                        <a:t>0</a:t>
                      </a:r>
                      <a:endParaRPr kumimoji="0" lang="zh-CN" altLang="zh-CN" sz="1400" b="1" i="0" u="none" strike="noStrike" cap="none" normalizeH="0" baseline="0" smtClean="0">
                        <a:ln>
                          <a:noFill/>
                        </a:ln>
                        <a:solidFill>
                          <a:srgbClr val="000099"/>
                        </a:solidFill>
                        <a:effectLst/>
                        <a:latin typeface="Calibri" panose="020F0502020204030204" charset="0"/>
                        <a:ea typeface="宋体" panose="02010600030101010101" pitchFamily="2" charset="-122"/>
                        <a:cs typeface="Times New Roman" panose="02020603050405020304" pitchFamily="18" charset="0"/>
                      </a:endParaRPr>
                    </a:p>
                  </a:txBody>
                  <a:tcPr marL="38973" marR="38973"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rowSpan="9">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dirty="0" smtClean="0">
                          <a:ln>
                            <a:noFill/>
                          </a:ln>
                          <a:solidFill>
                            <a:srgbClr val="000099"/>
                          </a:solidFill>
                          <a:effectLst/>
                          <a:latin typeface="宋体" panose="02010600030101010101" pitchFamily="2" charset="-122"/>
                          <a:ea typeface="宋体" panose="02010600030101010101" pitchFamily="2" charset="-122"/>
                        </a:rPr>
                        <a:t>0.56</a:t>
                      </a:r>
                      <a:endParaRPr kumimoji="0" lang="zh-CN" altLang="zh-CN" sz="1400" b="1" i="0" u="none" strike="noStrike" cap="none" normalizeH="0" baseline="0" dirty="0" smtClean="0">
                        <a:ln>
                          <a:noFill/>
                        </a:ln>
                        <a:solidFill>
                          <a:srgbClr val="000099"/>
                        </a:solidFill>
                        <a:effectLst/>
                        <a:latin typeface="Calibri" panose="020F0502020204030204" charset="0"/>
                        <a:ea typeface="宋体" panose="02010600030101010101" pitchFamily="2" charset="-122"/>
                        <a:cs typeface="Times New Roman" panose="02020603050405020304" pitchFamily="18" charset="0"/>
                      </a:endParaRPr>
                    </a:p>
                  </a:txBody>
                  <a:tcPr marL="38973" marR="38973"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smtClean="0">
                          <a:ln>
                            <a:noFill/>
                          </a:ln>
                          <a:solidFill>
                            <a:srgbClr val="000099"/>
                          </a:solidFill>
                          <a:effectLst/>
                          <a:latin typeface="宋体" panose="02010600030101010101" pitchFamily="2" charset="-122"/>
                          <a:ea typeface="宋体" panose="02010600030101010101" pitchFamily="2" charset="-122"/>
                        </a:rPr>
                        <a:t>2.30</a:t>
                      </a:r>
                      <a:endParaRPr kumimoji="0" lang="zh-CN" altLang="zh-CN" sz="1400" b="1" i="0" u="none" strike="noStrike" cap="none" normalizeH="0" baseline="0" smtClean="0">
                        <a:ln>
                          <a:noFill/>
                        </a:ln>
                        <a:solidFill>
                          <a:srgbClr val="000099"/>
                        </a:solidFill>
                        <a:effectLst/>
                        <a:latin typeface="Calibri" panose="020F0502020204030204" charset="0"/>
                        <a:ea typeface="宋体" panose="02010600030101010101" pitchFamily="2" charset="-122"/>
                        <a:cs typeface="Times New Roman" panose="02020603050405020304" pitchFamily="18" charset="0"/>
                      </a:endParaRPr>
                    </a:p>
                  </a:txBody>
                  <a:tcPr marL="38973" marR="38973" marT="0" marB="0" anchor="ctr" horzOverflow="overflow">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263525">
                <a:tc vMerge="1" gridSpan="2">
                  <a:tcPr/>
                </a:tc>
                <a:tc vMerge="1" hMerge="1">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dirty="0" smtClean="0">
                          <a:ln>
                            <a:noFill/>
                          </a:ln>
                          <a:solidFill>
                            <a:srgbClr val="000099"/>
                          </a:solidFill>
                          <a:effectLst/>
                          <a:latin typeface="宋体" panose="02010600030101010101" pitchFamily="2" charset="-122"/>
                          <a:ea typeface="宋体" panose="02010600030101010101" pitchFamily="2" charset="-122"/>
                        </a:rPr>
                        <a:t>0.028</a:t>
                      </a:r>
                      <a:endParaRPr kumimoji="0" lang="zh-CN" altLang="zh-CN" sz="1400" b="1" i="0" u="none" strike="noStrike" cap="none" normalizeH="0" baseline="0" dirty="0" smtClean="0">
                        <a:ln>
                          <a:noFill/>
                        </a:ln>
                        <a:solidFill>
                          <a:srgbClr val="000099"/>
                        </a:solidFill>
                        <a:effectLst/>
                        <a:latin typeface="Calibri" panose="020F0502020204030204" charset="0"/>
                        <a:ea typeface="宋体" panose="02010600030101010101" pitchFamily="2" charset="-122"/>
                        <a:cs typeface="Times New Roman" panose="02020603050405020304" pitchFamily="18" charset="0"/>
                      </a:endParaRPr>
                    </a:p>
                  </a:txBody>
                  <a:tcPr marL="38973" marR="38973"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dirty="0" smtClean="0">
                          <a:ln>
                            <a:noFill/>
                          </a:ln>
                          <a:solidFill>
                            <a:srgbClr val="000099"/>
                          </a:solidFill>
                          <a:effectLst/>
                          <a:latin typeface="宋体" panose="02010600030101010101" pitchFamily="2" charset="-122"/>
                          <a:ea typeface="宋体" panose="02010600030101010101" pitchFamily="2" charset="-122"/>
                        </a:rPr>
                        <a:t>0.22</a:t>
                      </a:r>
                      <a:endParaRPr kumimoji="0" lang="zh-CN" altLang="zh-CN" sz="1400" b="1" i="0" u="none" strike="noStrike" cap="none" normalizeH="0" baseline="0" dirty="0" smtClean="0">
                        <a:ln>
                          <a:noFill/>
                        </a:ln>
                        <a:solidFill>
                          <a:srgbClr val="000099"/>
                        </a:solidFill>
                        <a:effectLst/>
                        <a:latin typeface="Calibri" panose="020F0502020204030204" charset="0"/>
                        <a:ea typeface="宋体" panose="02010600030101010101" pitchFamily="2" charset="-122"/>
                        <a:cs typeface="Times New Roman" panose="02020603050405020304" pitchFamily="18" charset="0"/>
                      </a:endParaRPr>
                    </a:p>
                  </a:txBody>
                  <a:tcPr marL="38973" marR="38973"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vMerge="1">
                  <a:tcPr/>
                </a:tc>
                <a:tc vMerge="1">
                  <a:tcPr/>
                </a:tc>
                <a:tc vMerge="1">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dirty="0" smtClean="0">
                          <a:ln>
                            <a:noFill/>
                          </a:ln>
                          <a:solidFill>
                            <a:srgbClr val="000099"/>
                          </a:solidFill>
                          <a:effectLst/>
                          <a:latin typeface="宋体" panose="02010600030101010101" pitchFamily="2" charset="-122"/>
                          <a:ea typeface="宋体" panose="02010600030101010101" pitchFamily="2" charset="-122"/>
                        </a:rPr>
                        <a:t>1.99</a:t>
                      </a:r>
                      <a:endParaRPr kumimoji="0" lang="zh-CN" altLang="zh-CN" sz="1400" b="1" i="0" u="none" strike="noStrike" cap="none" normalizeH="0" baseline="0" dirty="0" smtClean="0">
                        <a:ln>
                          <a:noFill/>
                        </a:ln>
                        <a:solidFill>
                          <a:srgbClr val="000099"/>
                        </a:solidFill>
                        <a:effectLst/>
                        <a:latin typeface="Calibri" panose="020F0502020204030204" charset="0"/>
                        <a:ea typeface="宋体" panose="02010600030101010101" pitchFamily="2" charset="-122"/>
                        <a:cs typeface="Times New Roman" panose="02020603050405020304" pitchFamily="18" charset="0"/>
                      </a:endParaRPr>
                    </a:p>
                  </a:txBody>
                  <a:tcPr marL="38973" marR="38973" marT="0" marB="0" anchor="ctr" horzOverflow="overflow">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263525">
                <a:tc vMerge="1" gridSpan="2">
                  <a:tcPr/>
                </a:tc>
                <a:tc vMerge="1" hMerge="1">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dirty="0" smtClean="0">
                          <a:ln>
                            <a:noFill/>
                          </a:ln>
                          <a:solidFill>
                            <a:srgbClr val="000099"/>
                          </a:solidFill>
                          <a:effectLst/>
                          <a:latin typeface="宋体" panose="02010600030101010101" pitchFamily="2" charset="-122"/>
                          <a:ea typeface="宋体" panose="02010600030101010101" pitchFamily="2" charset="-122"/>
                        </a:rPr>
                        <a:t>0.056</a:t>
                      </a:r>
                      <a:endParaRPr kumimoji="0" lang="zh-CN" altLang="zh-CN" sz="1400" b="1" i="0" u="none" strike="noStrike" cap="none" normalizeH="0" baseline="0" dirty="0" smtClean="0">
                        <a:ln>
                          <a:noFill/>
                        </a:ln>
                        <a:solidFill>
                          <a:srgbClr val="000099"/>
                        </a:solidFill>
                        <a:effectLst/>
                        <a:latin typeface="Calibri" panose="020F0502020204030204" charset="0"/>
                        <a:ea typeface="宋体" panose="02010600030101010101" pitchFamily="2" charset="-122"/>
                        <a:cs typeface="Times New Roman" panose="02020603050405020304" pitchFamily="18" charset="0"/>
                      </a:endParaRPr>
                    </a:p>
                  </a:txBody>
                  <a:tcPr marL="38973" marR="38973"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dirty="0" smtClean="0">
                          <a:ln>
                            <a:noFill/>
                          </a:ln>
                          <a:solidFill>
                            <a:srgbClr val="000099"/>
                          </a:solidFill>
                          <a:effectLst/>
                          <a:latin typeface="宋体" panose="02010600030101010101" pitchFamily="2" charset="-122"/>
                          <a:ea typeface="宋体" panose="02010600030101010101" pitchFamily="2" charset="-122"/>
                        </a:rPr>
                        <a:t>0.26</a:t>
                      </a:r>
                      <a:endParaRPr kumimoji="0" lang="zh-CN" altLang="zh-CN" sz="1400" b="1" i="0" u="none" strike="noStrike" cap="none" normalizeH="0" baseline="0" dirty="0" smtClean="0">
                        <a:ln>
                          <a:noFill/>
                        </a:ln>
                        <a:solidFill>
                          <a:srgbClr val="000099"/>
                        </a:solidFill>
                        <a:effectLst/>
                        <a:latin typeface="Calibri" panose="020F0502020204030204" charset="0"/>
                        <a:ea typeface="宋体" panose="02010600030101010101" pitchFamily="2" charset="-122"/>
                        <a:cs typeface="Times New Roman" panose="02020603050405020304" pitchFamily="18" charset="0"/>
                      </a:endParaRPr>
                    </a:p>
                  </a:txBody>
                  <a:tcPr marL="38973" marR="38973"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vMerge="1">
                  <a:tcPr/>
                </a:tc>
                <a:tc vMerge="1">
                  <a:tcPr/>
                </a:tc>
                <a:tc vMerge="1">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dirty="0" smtClean="0">
                          <a:ln>
                            <a:noFill/>
                          </a:ln>
                          <a:solidFill>
                            <a:srgbClr val="000099"/>
                          </a:solidFill>
                          <a:effectLst/>
                          <a:latin typeface="宋体" panose="02010600030101010101" pitchFamily="2" charset="-122"/>
                          <a:ea typeface="宋体" panose="02010600030101010101" pitchFamily="2" charset="-122"/>
                        </a:rPr>
                        <a:t>1.71</a:t>
                      </a:r>
                      <a:endParaRPr kumimoji="0" lang="zh-CN" altLang="zh-CN" sz="1400" b="1" i="0" u="none" strike="noStrike" cap="none" normalizeH="0" baseline="0" dirty="0" smtClean="0">
                        <a:ln>
                          <a:noFill/>
                        </a:ln>
                        <a:solidFill>
                          <a:srgbClr val="000099"/>
                        </a:solidFill>
                        <a:effectLst/>
                        <a:latin typeface="Calibri" panose="020F0502020204030204" charset="0"/>
                        <a:ea typeface="宋体" panose="02010600030101010101" pitchFamily="2" charset="-122"/>
                        <a:cs typeface="Times New Roman" panose="02020603050405020304" pitchFamily="18" charset="0"/>
                      </a:endParaRPr>
                    </a:p>
                  </a:txBody>
                  <a:tcPr marL="38973" marR="38973" marT="0" marB="0" anchor="ctr" horzOverflow="overflow">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263525">
                <a:tc vMerge="1" gridSpan="2">
                  <a:tcPr/>
                </a:tc>
                <a:tc vMerge="1" hMerge="1">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smtClean="0">
                          <a:ln>
                            <a:noFill/>
                          </a:ln>
                          <a:solidFill>
                            <a:srgbClr val="000099"/>
                          </a:solidFill>
                          <a:effectLst/>
                          <a:latin typeface="宋体" panose="02010600030101010101" pitchFamily="2" charset="-122"/>
                          <a:ea typeface="宋体" panose="02010600030101010101" pitchFamily="2" charset="-122"/>
                        </a:rPr>
                        <a:t>0.084</a:t>
                      </a:r>
                      <a:endParaRPr kumimoji="0" lang="zh-CN" altLang="zh-CN" sz="1400" b="1" i="0" u="none" strike="noStrike" cap="none" normalizeH="0" baseline="0" smtClean="0">
                        <a:ln>
                          <a:noFill/>
                        </a:ln>
                        <a:solidFill>
                          <a:srgbClr val="000099"/>
                        </a:solidFill>
                        <a:effectLst/>
                        <a:latin typeface="Calibri" panose="020F0502020204030204" charset="0"/>
                        <a:ea typeface="宋体" panose="02010600030101010101" pitchFamily="2" charset="-122"/>
                        <a:cs typeface="Times New Roman" panose="02020603050405020304" pitchFamily="18" charset="0"/>
                      </a:endParaRPr>
                    </a:p>
                  </a:txBody>
                  <a:tcPr marL="38973" marR="38973"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dirty="0" smtClean="0">
                          <a:ln>
                            <a:noFill/>
                          </a:ln>
                          <a:solidFill>
                            <a:srgbClr val="000099"/>
                          </a:solidFill>
                          <a:effectLst/>
                          <a:latin typeface="宋体" panose="02010600030101010101" pitchFamily="2" charset="-122"/>
                          <a:ea typeface="宋体" panose="02010600030101010101" pitchFamily="2" charset="-122"/>
                        </a:rPr>
                        <a:t>0.28</a:t>
                      </a:r>
                      <a:endParaRPr kumimoji="0" lang="zh-CN" altLang="zh-CN" sz="1400" b="1" i="0" u="none" strike="noStrike" cap="none" normalizeH="0" baseline="0" dirty="0" smtClean="0">
                        <a:ln>
                          <a:noFill/>
                        </a:ln>
                        <a:solidFill>
                          <a:srgbClr val="000099"/>
                        </a:solidFill>
                        <a:effectLst/>
                        <a:latin typeface="Calibri" panose="020F0502020204030204" charset="0"/>
                        <a:ea typeface="宋体" panose="02010600030101010101" pitchFamily="2" charset="-122"/>
                        <a:cs typeface="Times New Roman" panose="02020603050405020304" pitchFamily="18" charset="0"/>
                      </a:endParaRPr>
                    </a:p>
                  </a:txBody>
                  <a:tcPr marL="38973" marR="38973"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vMerge="1">
                  <a:tcPr/>
                </a:tc>
                <a:tc vMerge="1">
                  <a:tcPr/>
                </a:tc>
                <a:tc vMerge="1">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smtClean="0">
                          <a:ln>
                            <a:noFill/>
                          </a:ln>
                          <a:solidFill>
                            <a:srgbClr val="000099"/>
                          </a:solidFill>
                          <a:effectLst/>
                          <a:latin typeface="宋体" panose="02010600030101010101" pitchFamily="2" charset="-122"/>
                          <a:ea typeface="宋体" panose="02010600030101010101" pitchFamily="2" charset="-122"/>
                        </a:rPr>
                        <a:t>1.55</a:t>
                      </a:r>
                      <a:endParaRPr kumimoji="0" lang="zh-CN" altLang="zh-CN" sz="1400" b="1" i="0" u="none" strike="noStrike" cap="none" normalizeH="0" baseline="0" smtClean="0">
                        <a:ln>
                          <a:noFill/>
                        </a:ln>
                        <a:solidFill>
                          <a:srgbClr val="000099"/>
                        </a:solidFill>
                        <a:effectLst/>
                        <a:latin typeface="Calibri" panose="020F0502020204030204" charset="0"/>
                        <a:ea typeface="宋体" panose="02010600030101010101" pitchFamily="2" charset="-122"/>
                        <a:cs typeface="Times New Roman" panose="02020603050405020304" pitchFamily="18" charset="0"/>
                      </a:endParaRPr>
                    </a:p>
                  </a:txBody>
                  <a:tcPr marL="38973" marR="38973" marT="0" marB="0" anchor="ctr" horzOverflow="overflow">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263525">
                <a:tc vMerge="1" gridSpan="2">
                  <a:tcPr/>
                </a:tc>
                <a:tc vMerge="1" hMerge="1">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smtClean="0">
                          <a:ln>
                            <a:noFill/>
                          </a:ln>
                          <a:solidFill>
                            <a:srgbClr val="000099"/>
                          </a:solidFill>
                          <a:effectLst/>
                          <a:latin typeface="宋体" panose="02010600030101010101" pitchFamily="2" charset="-122"/>
                          <a:ea typeface="宋体" panose="02010600030101010101" pitchFamily="2" charset="-122"/>
                        </a:rPr>
                        <a:t>0.11</a:t>
                      </a:r>
                      <a:endParaRPr kumimoji="0" lang="zh-CN" altLang="zh-CN" sz="1400" b="1" i="0" u="none" strike="noStrike" cap="none" normalizeH="0" baseline="0" smtClean="0">
                        <a:ln>
                          <a:noFill/>
                        </a:ln>
                        <a:solidFill>
                          <a:srgbClr val="000099"/>
                        </a:solidFill>
                        <a:effectLst/>
                        <a:latin typeface="Calibri" panose="020F0502020204030204" charset="0"/>
                        <a:ea typeface="宋体" panose="02010600030101010101" pitchFamily="2" charset="-122"/>
                        <a:cs typeface="Times New Roman" panose="02020603050405020304" pitchFamily="18" charset="0"/>
                      </a:endParaRPr>
                    </a:p>
                  </a:txBody>
                  <a:tcPr marL="38973" marR="38973"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smtClean="0">
                          <a:ln>
                            <a:noFill/>
                          </a:ln>
                          <a:solidFill>
                            <a:srgbClr val="000099"/>
                          </a:solidFill>
                          <a:effectLst/>
                          <a:latin typeface="宋体" panose="02010600030101010101" pitchFamily="2" charset="-122"/>
                          <a:ea typeface="宋体" panose="02010600030101010101" pitchFamily="2" charset="-122"/>
                        </a:rPr>
                        <a:t>0.30</a:t>
                      </a:r>
                      <a:endParaRPr kumimoji="0" lang="zh-CN" altLang="zh-CN" sz="1400" b="1" i="0" u="none" strike="noStrike" cap="none" normalizeH="0" baseline="0" smtClean="0">
                        <a:ln>
                          <a:noFill/>
                        </a:ln>
                        <a:solidFill>
                          <a:srgbClr val="000099"/>
                        </a:solidFill>
                        <a:effectLst/>
                        <a:latin typeface="Calibri" panose="020F0502020204030204" charset="0"/>
                        <a:ea typeface="宋体" panose="02010600030101010101" pitchFamily="2" charset="-122"/>
                        <a:cs typeface="Times New Roman" panose="02020603050405020304" pitchFamily="18" charset="0"/>
                      </a:endParaRPr>
                    </a:p>
                  </a:txBody>
                  <a:tcPr marL="38973" marR="38973"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vMerge="1">
                  <a:tcPr/>
                </a:tc>
                <a:tc vMerge="1">
                  <a:tcPr/>
                </a:tc>
                <a:tc vMerge="1">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smtClean="0">
                          <a:ln>
                            <a:noFill/>
                          </a:ln>
                          <a:solidFill>
                            <a:srgbClr val="000099"/>
                          </a:solidFill>
                          <a:effectLst/>
                          <a:latin typeface="宋体" panose="02010600030101010101" pitchFamily="2" charset="-122"/>
                          <a:ea typeface="宋体" panose="02010600030101010101" pitchFamily="2" charset="-122"/>
                        </a:rPr>
                        <a:t>1.45</a:t>
                      </a:r>
                      <a:endParaRPr kumimoji="0" lang="zh-CN" altLang="zh-CN" sz="1400" b="1" i="0" u="none" strike="noStrike" cap="none" normalizeH="0" baseline="0" smtClean="0">
                        <a:ln>
                          <a:noFill/>
                        </a:ln>
                        <a:solidFill>
                          <a:srgbClr val="000099"/>
                        </a:solidFill>
                        <a:effectLst/>
                        <a:latin typeface="Calibri" panose="020F0502020204030204" charset="0"/>
                        <a:ea typeface="宋体" panose="02010600030101010101" pitchFamily="2" charset="-122"/>
                        <a:cs typeface="Times New Roman" panose="02020603050405020304" pitchFamily="18" charset="0"/>
                      </a:endParaRPr>
                    </a:p>
                  </a:txBody>
                  <a:tcPr marL="38973" marR="38973" marT="0" marB="0" anchor="ctr" horzOverflow="overflow">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263525">
                <a:tc vMerge="1" gridSpan="2">
                  <a:tcPr/>
                </a:tc>
                <a:tc vMerge="1" hMerge="1">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smtClean="0">
                          <a:ln>
                            <a:noFill/>
                          </a:ln>
                          <a:solidFill>
                            <a:srgbClr val="000099"/>
                          </a:solidFill>
                          <a:effectLst/>
                          <a:latin typeface="宋体" panose="02010600030101010101" pitchFamily="2" charset="-122"/>
                          <a:ea typeface="宋体" panose="02010600030101010101" pitchFamily="2" charset="-122"/>
                        </a:rPr>
                        <a:t>0.17</a:t>
                      </a:r>
                      <a:endParaRPr kumimoji="0" lang="zh-CN" altLang="zh-CN" sz="1400" b="1" i="0" u="none" strike="noStrike" cap="none" normalizeH="0" baseline="0" smtClean="0">
                        <a:ln>
                          <a:noFill/>
                        </a:ln>
                        <a:solidFill>
                          <a:srgbClr val="000099"/>
                        </a:solidFill>
                        <a:effectLst/>
                        <a:latin typeface="Calibri" panose="020F0502020204030204" charset="0"/>
                        <a:ea typeface="宋体" panose="02010600030101010101" pitchFamily="2" charset="-122"/>
                        <a:cs typeface="Times New Roman" panose="02020603050405020304" pitchFamily="18" charset="0"/>
                      </a:endParaRPr>
                    </a:p>
                  </a:txBody>
                  <a:tcPr marL="38973" marR="38973"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smtClean="0">
                          <a:ln>
                            <a:noFill/>
                          </a:ln>
                          <a:solidFill>
                            <a:srgbClr val="000099"/>
                          </a:solidFill>
                          <a:effectLst/>
                          <a:latin typeface="宋体" panose="02010600030101010101" pitchFamily="2" charset="-122"/>
                          <a:ea typeface="宋体" panose="02010600030101010101" pitchFamily="2" charset="-122"/>
                        </a:rPr>
                        <a:t>0.34</a:t>
                      </a:r>
                      <a:endParaRPr kumimoji="0" lang="zh-CN" altLang="zh-CN" sz="1400" b="1" i="0" u="none" strike="noStrike" cap="none" normalizeH="0" baseline="0" smtClean="0">
                        <a:ln>
                          <a:noFill/>
                        </a:ln>
                        <a:solidFill>
                          <a:srgbClr val="000099"/>
                        </a:solidFill>
                        <a:effectLst/>
                        <a:latin typeface="Calibri" panose="020F0502020204030204" charset="0"/>
                        <a:ea typeface="宋体" panose="02010600030101010101" pitchFamily="2" charset="-122"/>
                        <a:cs typeface="Times New Roman" panose="02020603050405020304" pitchFamily="18" charset="0"/>
                      </a:endParaRPr>
                    </a:p>
                  </a:txBody>
                  <a:tcPr marL="38973" marR="38973"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vMerge="1">
                  <a:tcPr/>
                </a:tc>
                <a:tc vMerge="1">
                  <a:tcPr/>
                </a:tc>
                <a:tc vMerge="1">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smtClean="0">
                          <a:ln>
                            <a:noFill/>
                          </a:ln>
                          <a:solidFill>
                            <a:srgbClr val="000099"/>
                          </a:solidFill>
                          <a:effectLst/>
                          <a:latin typeface="宋体" panose="02010600030101010101" pitchFamily="2" charset="-122"/>
                          <a:ea typeface="宋体" panose="02010600030101010101" pitchFamily="2" charset="-122"/>
                        </a:rPr>
                        <a:t>1.31</a:t>
                      </a:r>
                      <a:endParaRPr kumimoji="0" lang="zh-CN" altLang="zh-CN" sz="1400" b="1" i="0" u="none" strike="noStrike" cap="none" normalizeH="0" baseline="0" smtClean="0">
                        <a:ln>
                          <a:noFill/>
                        </a:ln>
                        <a:solidFill>
                          <a:srgbClr val="000099"/>
                        </a:solidFill>
                        <a:effectLst/>
                        <a:latin typeface="Calibri" panose="020F0502020204030204" charset="0"/>
                        <a:ea typeface="宋体" panose="02010600030101010101" pitchFamily="2" charset="-122"/>
                        <a:cs typeface="Times New Roman" panose="02020603050405020304" pitchFamily="18" charset="0"/>
                      </a:endParaRPr>
                    </a:p>
                  </a:txBody>
                  <a:tcPr marL="38973" marR="38973" marT="0" marB="0" anchor="ctr" horzOverflow="overflow">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263525">
                <a:tc vMerge="1" gridSpan="2">
                  <a:tcPr/>
                </a:tc>
                <a:tc vMerge="1" hMerge="1">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dirty="0" smtClean="0">
                          <a:ln>
                            <a:noFill/>
                          </a:ln>
                          <a:solidFill>
                            <a:srgbClr val="000099"/>
                          </a:solidFill>
                          <a:effectLst/>
                          <a:latin typeface="宋体" panose="02010600030101010101" pitchFamily="2" charset="-122"/>
                          <a:ea typeface="宋体" panose="02010600030101010101" pitchFamily="2" charset="-122"/>
                        </a:rPr>
                        <a:t>0.28</a:t>
                      </a:r>
                      <a:endParaRPr kumimoji="0" lang="zh-CN" altLang="zh-CN" sz="1400" b="1" i="0" u="none" strike="noStrike" cap="none" normalizeH="0" baseline="0" dirty="0" smtClean="0">
                        <a:ln>
                          <a:noFill/>
                        </a:ln>
                        <a:solidFill>
                          <a:srgbClr val="000099"/>
                        </a:solidFill>
                        <a:effectLst/>
                        <a:latin typeface="Calibri" panose="020F0502020204030204" charset="0"/>
                        <a:ea typeface="宋体" panose="02010600030101010101" pitchFamily="2" charset="-122"/>
                        <a:cs typeface="Times New Roman" panose="02020603050405020304" pitchFamily="18" charset="0"/>
                      </a:endParaRPr>
                    </a:p>
                  </a:txBody>
                  <a:tcPr marL="38973" marR="38973"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smtClean="0">
                          <a:ln>
                            <a:noFill/>
                          </a:ln>
                          <a:solidFill>
                            <a:srgbClr val="000099"/>
                          </a:solidFill>
                          <a:effectLst/>
                          <a:latin typeface="宋体" panose="02010600030101010101" pitchFamily="2" charset="-122"/>
                          <a:ea typeface="宋体" panose="02010600030101010101" pitchFamily="2" charset="-122"/>
                        </a:rPr>
                        <a:t>0.38</a:t>
                      </a:r>
                      <a:endParaRPr kumimoji="0" lang="zh-CN" altLang="zh-CN" sz="1400" b="1" i="0" u="none" strike="noStrike" cap="none" normalizeH="0" baseline="0" smtClean="0">
                        <a:ln>
                          <a:noFill/>
                        </a:ln>
                        <a:solidFill>
                          <a:srgbClr val="000099"/>
                        </a:solidFill>
                        <a:effectLst/>
                        <a:latin typeface="Calibri" panose="020F0502020204030204" charset="0"/>
                        <a:ea typeface="宋体" panose="02010600030101010101" pitchFamily="2" charset="-122"/>
                        <a:cs typeface="Times New Roman" panose="02020603050405020304" pitchFamily="18" charset="0"/>
                      </a:endParaRPr>
                    </a:p>
                  </a:txBody>
                  <a:tcPr marL="38973" marR="38973"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vMerge="1">
                  <a:tcPr/>
                </a:tc>
                <a:tc vMerge="1">
                  <a:tcPr/>
                </a:tc>
                <a:tc vMerge="1">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smtClean="0">
                          <a:ln>
                            <a:noFill/>
                          </a:ln>
                          <a:solidFill>
                            <a:srgbClr val="000099"/>
                          </a:solidFill>
                          <a:effectLst/>
                          <a:latin typeface="宋体" panose="02010600030101010101" pitchFamily="2" charset="-122"/>
                          <a:ea typeface="宋体" panose="02010600030101010101" pitchFamily="2" charset="-122"/>
                        </a:rPr>
                        <a:t>1.15</a:t>
                      </a:r>
                      <a:endParaRPr kumimoji="0" lang="zh-CN" altLang="zh-CN" sz="1400" b="1" i="0" u="none" strike="noStrike" cap="none" normalizeH="0" baseline="0" smtClean="0">
                        <a:ln>
                          <a:noFill/>
                        </a:ln>
                        <a:solidFill>
                          <a:srgbClr val="000099"/>
                        </a:solidFill>
                        <a:effectLst/>
                        <a:latin typeface="Calibri" panose="020F0502020204030204" charset="0"/>
                        <a:ea typeface="宋体" panose="02010600030101010101" pitchFamily="2" charset="-122"/>
                        <a:cs typeface="Times New Roman" panose="02020603050405020304" pitchFamily="18" charset="0"/>
                      </a:endParaRPr>
                    </a:p>
                  </a:txBody>
                  <a:tcPr marL="38973" marR="38973" marT="0" marB="0" anchor="ctr" horzOverflow="overflow">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263525">
                <a:tc vMerge="1" gridSpan="2">
                  <a:tcPr/>
                </a:tc>
                <a:tc vMerge="1" hMerge="1">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dirty="0" smtClean="0">
                          <a:ln>
                            <a:noFill/>
                          </a:ln>
                          <a:solidFill>
                            <a:srgbClr val="000099"/>
                          </a:solidFill>
                          <a:effectLst/>
                          <a:latin typeface="宋体" panose="02010600030101010101" pitchFamily="2" charset="-122"/>
                          <a:ea typeface="宋体" panose="02010600030101010101" pitchFamily="2" charset="-122"/>
                        </a:rPr>
                        <a:t>0.42</a:t>
                      </a:r>
                      <a:endParaRPr kumimoji="0" lang="zh-CN" altLang="zh-CN" sz="1400" b="1" i="0" u="none" strike="noStrike" cap="none" normalizeH="0" baseline="0" dirty="0" smtClean="0">
                        <a:ln>
                          <a:noFill/>
                        </a:ln>
                        <a:solidFill>
                          <a:srgbClr val="000099"/>
                        </a:solidFill>
                        <a:effectLst/>
                        <a:latin typeface="Calibri" panose="020F0502020204030204" charset="0"/>
                        <a:ea typeface="宋体" panose="02010600030101010101" pitchFamily="2" charset="-122"/>
                        <a:cs typeface="Times New Roman" panose="02020603050405020304" pitchFamily="18" charset="0"/>
                      </a:endParaRPr>
                    </a:p>
                  </a:txBody>
                  <a:tcPr marL="38973" marR="38973"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smtClean="0">
                          <a:ln>
                            <a:noFill/>
                          </a:ln>
                          <a:solidFill>
                            <a:srgbClr val="000099"/>
                          </a:solidFill>
                          <a:effectLst/>
                          <a:latin typeface="宋体" panose="02010600030101010101" pitchFamily="2" charset="-122"/>
                          <a:ea typeface="宋体" panose="02010600030101010101" pitchFamily="2" charset="-122"/>
                        </a:rPr>
                        <a:t>0.42</a:t>
                      </a:r>
                      <a:endParaRPr kumimoji="0" lang="zh-CN" altLang="zh-CN" sz="1400" b="1" i="0" u="none" strike="noStrike" cap="none" normalizeH="0" baseline="0" smtClean="0">
                        <a:ln>
                          <a:noFill/>
                        </a:ln>
                        <a:solidFill>
                          <a:srgbClr val="000099"/>
                        </a:solidFill>
                        <a:effectLst/>
                        <a:latin typeface="Calibri" panose="020F0502020204030204" charset="0"/>
                        <a:ea typeface="宋体" panose="02010600030101010101" pitchFamily="2" charset="-122"/>
                        <a:cs typeface="Times New Roman" panose="02020603050405020304" pitchFamily="18" charset="0"/>
                      </a:endParaRPr>
                    </a:p>
                  </a:txBody>
                  <a:tcPr marL="38973" marR="38973"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vMerge="1">
                  <a:tcPr/>
                </a:tc>
                <a:tc vMerge="1">
                  <a:tcPr/>
                </a:tc>
                <a:tc vMerge="1">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smtClean="0">
                          <a:ln>
                            <a:noFill/>
                          </a:ln>
                          <a:solidFill>
                            <a:srgbClr val="000099"/>
                          </a:solidFill>
                          <a:effectLst/>
                          <a:latin typeface="宋体" panose="02010600030101010101" pitchFamily="2" charset="-122"/>
                          <a:ea typeface="宋体" panose="02010600030101010101" pitchFamily="2" charset="-122"/>
                        </a:rPr>
                        <a:t>1.04</a:t>
                      </a:r>
                      <a:endParaRPr kumimoji="0" lang="zh-CN" altLang="zh-CN" sz="1400" b="1" i="0" u="none" strike="noStrike" cap="none" normalizeH="0" baseline="0" smtClean="0">
                        <a:ln>
                          <a:noFill/>
                        </a:ln>
                        <a:solidFill>
                          <a:srgbClr val="000099"/>
                        </a:solidFill>
                        <a:effectLst/>
                        <a:latin typeface="Calibri" panose="020F0502020204030204" charset="0"/>
                        <a:ea typeface="宋体" panose="02010600030101010101" pitchFamily="2" charset="-122"/>
                        <a:cs typeface="Times New Roman" panose="02020603050405020304" pitchFamily="18" charset="0"/>
                      </a:endParaRPr>
                    </a:p>
                  </a:txBody>
                  <a:tcPr marL="38973" marR="38973" marT="0" marB="0" anchor="ctr" horzOverflow="overflow">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263525">
                <a:tc vMerge="1" gridSpan="2">
                  <a:tcPr/>
                </a:tc>
                <a:tc vMerge="1" hMerge="1">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dirty="0" smtClean="0">
                          <a:ln>
                            <a:noFill/>
                          </a:ln>
                          <a:solidFill>
                            <a:srgbClr val="000099"/>
                          </a:solidFill>
                          <a:effectLst/>
                          <a:latin typeface="宋体" panose="02010600030101010101" pitchFamily="2" charset="-122"/>
                          <a:ea typeface="宋体" panose="02010600030101010101" pitchFamily="2" charset="-122"/>
                        </a:rPr>
                        <a:t>0.56</a:t>
                      </a:r>
                      <a:endParaRPr kumimoji="0" lang="zh-CN" altLang="zh-CN" sz="1400" b="1" i="0" u="none" strike="noStrike" cap="none" normalizeH="0" baseline="0" dirty="0" smtClean="0">
                        <a:ln>
                          <a:noFill/>
                        </a:ln>
                        <a:solidFill>
                          <a:srgbClr val="000099"/>
                        </a:solidFill>
                        <a:effectLst/>
                        <a:latin typeface="Calibri" panose="020F0502020204030204" charset="0"/>
                        <a:ea typeface="宋体" panose="02010600030101010101" pitchFamily="2" charset="-122"/>
                        <a:cs typeface="Times New Roman" panose="02020603050405020304" pitchFamily="18" charset="0"/>
                      </a:endParaRPr>
                    </a:p>
                  </a:txBody>
                  <a:tcPr marL="38973" marR="38973"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smtClean="0">
                          <a:ln>
                            <a:noFill/>
                          </a:ln>
                          <a:solidFill>
                            <a:srgbClr val="000099"/>
                          </a:solidFill>
                          <a:effectLst/>
                          <a:latin typeface="宋体" panose="02010600030101010101" pitchFamily="2" charset="-122"/>
                          <a:ea typeface="宋体" panose="02010600030101010101" pitchFamily="2" charset="-122"/>
                        </a:rPr>
                        <a:t>0.44</a:t>
                      </a:r>
                      <a:endParaRPr kumimoji="0" lang="zh-CN" altLang="zh-CN" sz="1400" b="1" i="0" u="none" strike="noStrike" cap="none" normalizeH="0" baseline="0" smtClean="0">
                        <a:ln>
                          <a:noFill/>
                        </a:ln>
                        <a:solidFill>
                          <a:srgbClr val="000099"/>
                        </a:solidFill>
                        <a:effectLst/>
                        <a:latin typeface="Calibri" panose="020F0502020204030204" charset="0"/>
                        <a:ea typeface="宋体" panose="02010600030101010101" pitchFamily="2" charset="-122"/>
                        <a:cs typeface="Times New Roman" panose="02020603050405020304" pitchFamily="18" charset="0"/>
                      </a:endParaRPr>
                    </a:p>
                  </a:txBody>
                  <a:tcPr marL="38973" marR="38973"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vMerge="1">
                  <a:tcPr/>
                </a:tc>
                <a:tc vMerge="1">
                  <a:tcPr/>
                </a:tc>
                <a:tc vMerge="1">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smtClean="0">
                          <a:ln>
                            <a:noFill/>
                          </a:ln>
                          <a:solidFill>
                            <a:srgbClr val="000099"/>
                          </a:solidFill>
                          <a:effectLst/>
                          <a:latin typeface="宋体" panose="02010600030101010101" pitchFamily="2" charset="-122"/>
                          <a:ea typeface="宋体" panose="02010600030101010101" pitchFamily="2" charset="-122"/>
                        </a:rPr>
                        <a:t>1.00</a:t>
                      </a:r>
                      <a:endParaRPr kumimoji="0" lang="zh-CN" altLang="zh-CN" sz="1400" b="1" i="0" u="none" strike="noStrike" cap="none" normalizeH="0" baseline="0" smtClean="0">
                        <a:ln>
                          <a:noFill/>
                        </a:ln>
                        <a:solidFill>
                          <a:srgbClr val="000099"/>
                        </a:solidFill>
                        <a:effectLst/>
                        <a:latin typeface="Calibri" panose="020F0502020204030204" charset="0"/>
                        <a:ea typeface="宋体" panose="02010600030101010101" pitchFamily="2" charset="-122"/>
                        <a:cs typeface="Times New Roman" panose="02020603050405020304" pitchFamily="18" charset="0"/>
                      </a:endParaRPr>
                    </a:p>
                  </a:txBody>
                  <a:tcPr marL="38973" marR="38973" marT="0" marB="0" anchor="ctr" horzOverflow="overflow">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242888">
                <a:tc rowSpan="11">
                  <a:txBody>
                    <a:bodyPr/>
                    <a:lstStyle/>
                    <a:p>
                      <a:pPr marL="71755" marR="0" lvl="0" indent="0" algn="ctr" defTabSz="914400" rtl="0" eaLnBrk="1" fontAlgn="base" latinLnBrk="0" hangingPunct="1">
                        <a:lnSpc>
                          <a:spcPct val="100000"/>
                        </a:lnSpc>
                        <a:spcBef>
                          <a:spcPct val="0"/>
                        </a:spcBef>
                        <a:spcAft>
                          <a:spcPct val="0"/>
                        </a:spcAft>
                        <a:buClrTx/>
                        <a:buSzTx/>
                        <a:buFontTx/>
                        <a:buNone/>
                      </a:pPr>
                      <a:r>
                        <a:rPr kumimoji="0" lang="zh-CN" sz="1400" b="1" i="0" u="none" strike="noStrike" cap="none" normalizeH="0" baseline="0" smtClean="0">
                          <a:ln>
                            <a:noFill/>
                          </a:ln>
                          <a:solidFill>
                            <a:srgbClr val="000099"/>
                          </a:solidFill>
                          <a:effectLst/>
                          <a:latin typeface="Calibri" panose="020F0502020204030204" charset="0"/>
                          <a:ea typeface="宋体" panose="02010600030101010101" pitchFamily="2" charset="-122"/>
                        </a:rPr>
                        <a:t>角 接 触 球 轴 承</a:t>
                      </a:r>
                      <a:endParaRPr kumimoji="0" lang="zh-CN" sz="1400" b="1" i="0" u="none" strike="noStrike" cap="none" normalizeH="0" baseline="0" smtClean="0">
                        <a:ln>
                          <a:noFill/>
                        </a:ln>
                        <a:solidFill>
                          <a:srgbClr val="000099"/>
                        </a:solidFill>
                        <a:effectLst/>
                        <a:latin typeface="Calibri" panose="020F0502020204030204" charset="0"/>
                        <a:ea typeface="宋体" panose="02010600030101010101" pitchFamily="2" charset="-122"/>
                        <a:cs typeface="Times New Roman" panose="02020603050405020304" pitchFamily="18" charset="0"/>
                      </a:endParaRPr>
                    </a:p>
                  </a:txBody>
                  <a:tcPr marL="38973" marR="38973" marT="0" marB="0" vert="eaVert" anchor="ctr" horzOverflow="overflow">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rowSpan="9">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smtClean="0">
                          <a:ln>
                            <a:noFill/>
                          </a:ln>
                          <a:solidFill>
                            <a:srgbClr val="000099"/>
                          </a:solidFill>
                          <a:effectLst/>
                          <a:latin typeface="宋体" panose="02010600030101010101" pitchFamily="2" charset="-122"/>
                          <a:ea typeface="宋体" panose="02010600030101010101" pitchFamily="2" charset="-122"/>
                        </a:rPr>
                        <a:t>70000</a:t>
                      </a:r>
                      <a:r>
                        <a:rPr kumimoji="0" lang="en-US" altLang="zh-CN" sz="1400" b="1" i="0" u="none" strike="noStrike" cap="none" normalizeH="0" baseline="0" smtClean="0">
                          <a:ln>
                            <a:noFill/>
                          </a:ln>
                          <a:solidFill>
                            <a:srgbClr val="000099"/>
                          </a:solidFill>
                          <a:effectLst/>
                          <a:latin typeface="Times New Roman" panose="02020603050405020304" pitchFamily="18" charset="0"/>
                          <a:ea typeface="宋体" panose="02010600030101010101" pitchFamily="2" charset="-122"/>
                          <a:cs typeface="Times New Roman" panose="02020603050405020304" pitchFamily="18" charset="0"/>
                        </a:rPr>
                        <a:t>C</a:t>
                      </a:r>
                      <a:endParaRPr kumimoji="0" lang="zh-CN" altLang="zh-CN" sz="1400" b="1" i="0" u="none" strike="noStrike" cap="none" normalizeH="0" baseline="0" smtClean="0">
                        <a:ln>
                          <a:noFill/>
                        </a:ln>
                        <a:solidFill>
                          <a:srgbClr val="000099"/>
                        </a:solidFill>
                        <a:effectLst/>
                        <a:latin typeface="Calibri" panose="020F0502020204030204" charset="0"/>
                        <a:ea typeface="宋体" panose="02010600030101010101" pitchFamily="2" charset="-122"/>
                        <a:cs typeface="Times New Roman" panose="02020603050405020304" pitchFamily="18" charset="0"/>
                      </a:endParaRPr>
                    </a:p>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400" b="1" i="1" u="none" strike="noStrike" cap="none" normalizeH="0" baseline="0" smtClean="0">
                          <a:ln>
                            <a:noFill/>
                          </a:ln>
                          <a:solidFill>
                            <a:srgbClr val="000099"/>
                          </a:solidFill>
                          <a:effectLst/>
                          <a:latin typeface="Times New Roman" panose="02020603050405020304" pitchFamily="18" charset="0"/>
                          <a:ea typeface="宋体" panose="02010600030101010101" pitchFamily="2" charset="-122"/>
                          <a:cs typeface="Times New Roman" panose="02020603050405020304" pitchFamily="18" charset="0"/>
                        </a:rPr>
                        <a:t>α</a:t>
                      </a:r>
                      <a:r>
                        <a:rPr kumimoji="0" lang="en-US" altLang="zh-CN" sz="1400" b="1" i="0" u="none" strike="noStrike" cap="none" normalizeH="0" baseline="0" smtClean="0">
                          <a:ln>
                            <a:noFill/>
                          </a:ln>
                          <a:solidFill>
                            <a:srgbClr val="000099"/>
                          </a:solidFill>
                          <a:effectLst/>
                          <a:latin typeface="宋体" panose="02010600030101010101" pitchFamily="2" charset="-122"/>
                          <a:ea typeface="宋体" panose="02010600030101010101" pitchFamily="2" charset="-122"/>
                        </a:rPr>
                        <a:t>=15</a:t>
                      </a:r>
                      <a:r>
                        <a:rPr kumimoji="0" lang="zh-CN" altLang="zh-CN" sz="1400" b="1" i="0" u="none" strike="noStrike" cap="none" normalizeH="0" baseline="0" smtClean="0">
                          <a:ln>
                            <a:noFill/>
                          </a:ln>
                          <a:solidFill>
                            <a:srgbClr val="000099"/>
                          </a:solidFill>
                          <a:effectLst/>
                          <a:latin typeface="Calibri" panose="020F0502020204030204" charset="0"/>
                          <a:ea typeface="宋体" panose="02010600030101010101" pitchFamily="2" charset="-122"/>
                        </a:rPr>
                        <a:t>°</a:t>
                      </a:r>
                      <a:endParaRPr kumimoji="0" lang="zh-CN" altLang="zh-CN" sz="1400" b="1" i="0" u="none" strike="noStrike" cap="none" normalizeH="0" baseline="0" smtClean="0">
                        <a:ln>
                          <a:noFill/>
                        </a:ln>
                        <a:solidFill>
                          <a:srgbClr val="000099"/>
                        </a:solidFill>
                        <a:effectLst/>
                        <a:latin typeface="Calibri" panose="020F0502020204030204" charset="0"/>
                        <a:ea typeface="宋体" panose="02010600030101010101" pitchFamily="2" charset="-122"/>
                      </a:endParaRPr>
                    </a:p>
                  </a:txBody>
                  <a:tcPr marL="38973" marR="38973"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smtClean="0">
                          <a:ln>
                            <a:noFill/>
                          </a:ln>
                          <a:solidFill>
                            <a:srgbClr val="000099"/>
                          </a:solidFill>
                          <a:effectLst/>
                          <a:latin typeface="宋体" panose="02010600030101010101" pitchFamily="2" charset="-122"/>
                          <a:ea typeface="宋体" panose="02010600030101010101" pitchFamily="2" charset="-122"/>
                        </a:rPr>
                        <a:t>0.015</a:t>
                      </a:r>
                      <a:endParaRPr kumimoji="0" lang="zh-CN" altLang="zh-CN" sz="1400" b="1" i="0" u="none" strike="noStrike" cap="none" normalizeH="0" baseline="0" smtClean="0">
                        <a:ln>
                          <a:noFill/>
                        </a:ln>
                        <a:solidFill>
                          <a:srgbClr val="000099"/>
                        </a:solidFill>
                        <a:effectLst/>
                        <a:latin typeface="Calibri" panose="020F0502020204030204" charset="0"/>
                        <a:ea typeface="宋体" panose="02010600030101010101" pitchFamily="2" charset="-122"/>
                        <a:cs typeface="Times New Roman" panose="02020603050405020304" pitchFamily="18" charset="0"/>
                      </a:endParaRPr>
                    </a:p>
                  </a:txBody>
                  <a:tcPr marL="38973" marR="38973"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dirty="0" smtClean="0">
                          <a:ln>
                            <a:noFill/>
                          </a:ln>
                          <a:solidFill>
                            <a:srgbClr val="000099"/>
                          </a:solidFill>
                          <a:effectLst/>
                          <a:latin typeface="宋体" panose="02010600030101010101" pitchFamily="2" charset="-122"/>
                          <a:ea typeface="宋体" panose="02010600030101010101" pitchFamily="2" charset="-122"/>
                        </a:rPr>
                        <a:t>0.38</a:t>
                      </a:r>
                      <a:endParaRPr kumimoji="0" lang="zh-CN" altLang="zh-CN" sz="1400" b="1" i="0" u="none" strike="noStrike" cap="none" normalizeH="0" baseline="0" dirty="0" smtClean="0">
                        <a:ln>
                          <a:noFill/>
                        </a:ln>
                        <a:solidFill>
                          <a:srgbClr val="000099"/>
                        </a:solidFill>
                        <a:effectLst/>
                        <a:latin typeface="Calibri" panose="020F0502020204030204" charset="0"/>
                        <a:ea typeface="宋体" panose="02010600030101010101" pitchFamily="2" charset="-122"/>
                        <a:cs typeface="Times New Roman" panose="02020603050405020304" pitchFamily="18" charset="0"/>
                      </a:endParaRPr>
                    </a:p>
                  </a:txBody>
                  <a:tcPr marL="38973" marR="38973"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rowSpan="9">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dirty="0" smtClean="0">
                          <a:ln>
                            <a:noFill/>
                          </a:ln>
                          <a:solidFill>
                            <a:srgbClr val="000099"/>
                          </a:solidFill>
                          <a:effectLst/>
                          <a:latin typeface="宋体" panose="02010600030101010101" pitchFamily="2" charset="-122"/>
                          <a:ea typeface="宋体" panose="02010600030101010101" pitchFamily="2" charset="-122"/>
                        </a:rPr>
                        <a:t>1</a:t>
                      </a:r>
                      <a:endParaRPr kumimoji="0" lang="zh-CN" altLang="zh-CN" sz="1400" b="1" i="0" u="none" strike="noStrike" cap="none" normalizeH="0" baseline="0" dirty="0" smtClean="0">
                        <a:ln>
                          <a:noFill/>
                        </a:ln>
                        <a:solidFill>
                          <a:srgbClr val="000099"/>
                        </a:solidFill>
                        <a:effectLst/>
                        <a:latin typeface="Calibri" panose="020F0502020204030204" charset="0"/>
                        <a:ea typeface="宋体" panose="02010600030101010101" pitchFamily="2" charset="-122"/>
                        <a:cs typeface="Times New Roman" panose="02020603050405020304" pitchFamily="18" charset="0"/>
                      </a:endParaRPr>
                    </a:p>
                  </a:txBody>
                  <a:tcPr marL="38973" marR="38973"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rowSpan="9">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dirty="0" smtClean="0">
                          <a:ln>
                            <a:noFill/>
                          </a:ln>
                          <a:solidFill>
                            <a:srgbClr val="000099"/>
                          </a:solidFill>
                          <a:effectLst/>
                          <a:latin typeface="宋体" panose="02010600030101010101" pitchFamily="2" charset="-122"/>
                          <a:ea typeface="宋体" panose="02010600030101010101" pitchFamily="2" charset="-122"/>
                        </a:rPr>
                        <a:t>0</a:t>
                      </a:r>
                      <a:endParaRPr kumimoji="0" lang="zh-CN" altLang="zh-CN" sz="1400" b="1" i="0" u="none" strike="noStrike" cap="none" normalizeH="0" baseline="0" dirty="0" smtClean="0">
                        <a:ln>
                          <a:noFill/>
                        </a:ln>
                        <a:solidFill>
                          <a:srgbClr val="000099"/>
                        </a:solidFill>
                        <a:effectLst/>
                        <a:latin typeface="Calibri" panose="020F0502020204030204" charset="0"/>
                        <a:ea typeface="宋体" panose="02010600030101010101" pitchFamily="2" charset="-122"/>
                        <a:cs typeface="Times New Roman" panose="02020603050405020304" pitchFamily="18" charset="0"/>
                      </a:endParaRPr>
                    </a:p>
                  </a:txBody>
                  <a:tcPr marL="38973" marR="38973"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rowSpan="9">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dirty="0" smtClean="0">
                          <a:ln>
                            <a:noFill/>
                          </a:ln>
                          <a:solidFill>
                            <a:srgbClr val="000099"/>
                          </a:solidFill>
                          <a:effectLst/>
                          <a:latin typeface="宋体" panose="02010600030101010101" pitchFamily="2" charset="-122"/>
                          <a:ea typeface="宋体" panose="02010600030101010101" pitchFamily="2" charset="-122"/>
                        </a:rPr>
                        <a:t>0.44</a:t>
                      </a:r>
                      <a:endParaRPr kumimoji="0" lang="zh-CN" altLang="zh-CN" sz="1400" b="1" i="0" u="none" strike="noStrike" cap="none" normalizeH="0" baseline="0" dirty="0" smtClean="0">
                        <a:ln>
                          <a:noFill/>
                        </a:ln>
                        <a:solidFill>
                          <a:srgbClr val="000099"/>
                        </a:solidFill>
                        <a:effectLst/>
                        <a:latin typeface="Calibri" panose="020F0502020204030204" charset="0"/>
                        <a:ea typeface="宋体" panose="02010600030101010101" pitchFamily="2" charset="-122"/>
                        <a:cs typeface="Times New Roman" panose="02020603050405020304" pitchFamily="18" charset="0"/>
                      </a:endParaRPr>
                    </a:p>
                  </a:txBody>
                  <a:tcPr marL="38973" marR="38973"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smtClean="0">
                          <a:ln>
                            <a:noFill/>
                          </a:ln>
                          <a:solidFill>
                            <a:srgbClr val="000099"/>
                          </a:solidFill>
                          <a:effectLst/>
                          <a:latin typeface="宋体" panose="02010600030101010101" pitchFamily="2" charset="-122"/>
                          <a:ea typeface="宋体" panose="02010600030101010101" pitchFamily="2" charset="-122"/>
                        </a:rPr>
                        <a:t>1.47</a:t>
                      </a:r>
                      <a:endParaRPr kumimoji="0" lang="zh-CN" altLang="zh-CN" sz="1400" b="1" i="0" u="none" strike="noStrike" cap="none" normalizeH="0" baseline="0" smtClean="0">
                        <a:ln>
                          <a:noFill/>
                        </a:ln>
                        <a:solidFill>
                          <a:srgbClr val="000099"/>
                        </a:solidFill>
                        <a:effectLst/>
                        <a:latin typeface="Calibri" panose="020F0502020204030204" charset="0"/>
                        <a:ea typeface="宋体" panose="02010600030101010101" pitchFamily="2" charset="-122"/>
                        <a:cs typeface="Times New Roman" panose="02020603050405020304" pitchFamily="18" charset="0"/>
                      </a:endParaRPr>
                    </a:p>
                  </a:txBody>
                  <a:tcPr marL="38973" marR="38973" marT="0" marB="0" anchor="ctr" horzOverflow="overflow">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241300">
                <a:tc vMerge="1">
                  <a:tcPr/>
                </a:tc>
                <a:tc vMerge="1">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smtClean="0">
                          <a:ln>
                            <a:noFill/>
                          </a:ln>
                          <a:solidFill>
                            <a:srgbClr val="000099"/>
                          </a:solidFill>
                          <a:effectLst/>
                          <a:latin typeface="宋体" panose="02010600030101010101" pitchFamily="2" charset="-122"/>
                          <a:ea typeface="宋体" panose="02010600030101010101" pitchFamily="2" charset="-122"/>
                        </a:rPr>
                        <a:t>0.029</a:t>
                      </a:r>
                      <a:endParaRPr kumimoji="0" lang="zh-CN" altLang="zh-CN" sz="1400" b="1" i="0" u="none" strike="noStrike" cap="none" normalizeH="0" baseline="0" smtClean="0">
                        <a:ln>
                          <a:noFill/>
                        </a:ln>
                        <a:solidFill>
                          <a:srgbClr val="000099"/>
                        </a:solidFill>
                        <a:effectLst/>
                        <a:latin typeface="Calibri" panose="020F0502020204030204" charset="0"/>
                        <a:ea typeface="宋体" panose="02010600030101010101" pitchFamily="2" charset="-122"/>
                        <a:cs typeface="Times New Roman" panose="02020603050405020304" pitchFamily="18" charset="0"/>
                      </a:endParaRPr>
                    </a:p>
                  </a:txBody>
                  <a:tcPr marL="38973" marR="38973"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smtClean="0">
                          <a:ln>
                            <a:noFill/>
                          </a:ln>
                          <a:solidFill>
                            <a:srgbClr val="000099"/>
                          </a:solidFill>
                          <a:effectLst/>
                          <a:latin typeface="宋体" panose="02010600030101010101" pitchFamily="2" charset="-122"/>
                          <a:ea typeface="宋体" panose="02010600030101010101" pitchFamily="2" charset="-122"/>
                        </a:rPr>
                        <a:t>0.40</a:t>
                      </a:r>
                      <a:endParaRPr kumimoji="0" lang="zh-CN" altLang="zh-CN" sz="1400" b="1" i="0" u="none" strike="noStrike" cap="none" normalizeH="0" baseline="0" smtClean="0">
                        <a:ln>
                          <a:noFill/>
                        </a:ln>
                        <a:solidFill>
                          <a:srgbClr val="000099"/>
                        </a:solidFill>
                        <a:effectLst/>
                        <a:latin typeface="Calibri" panose="020F0502020204030204" charset="0"/>
                        <a:ea typeface="宋体" panose="02010600030101010101" pitchFamily="2" charset="-122"/>
                        <a:cs typeface="Times New Roman" panose="02020603050405020304" pitchFamily="18" charset="0"/>
                      </a:endParaRPr>
                    </a:p>
                  </a:txBody>
                  <a:tcPr marL="38973" marR="38973"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vMerge="1">
                  <a:tcPr/>
                </a:tc>
                <a:tc vMerge="1">
                  <a:tcPr/>
                </a:tc>
                <a:tc vMerge="1">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smtClean="0">
                          <a:ln>
                            <a:noFill/>
                          </a:ln>
                          <a:solidFill>
                            <a:srgbClr val="000099"/>
                          </a:solidFill>
                          <a:effectLst/>
                          <a:latin typeface="宋体" panose="02010600030101010101" pitchFamily="2" charset="-122"/>
                          <a:ea typeface="宋体" panose="02010600030101010101" pitchFamily="2" charset="-122"/>
                        </a:rPr>
                        <a:t>1.40</a:t>
                      </a:r>
                      <a:endParaRPr kumimoji="0" lang="zh-CN" altLang="zh-CN" sz="1400" b="1" i="0" u="none" strike="noStrike" cap="none" normalizeH="0" baseline="0" smtClean="0">
                        <a:ln>
                          <a:noFill/>
                        </a:ln>
                        <a:solidFill>
                          <a:srgbClr val="000099"/>
                        </a:solidFill>
                        <a:effectLst/>
                        <a:latin typeface="Calibri" panose="020F0502020204030204" charset="0"/>
                        <a:ea typeface="宋体" panose="02010600030101010101" pitchFamily="2" charset="-122"/>
                        <a:cs typeface="Times New Roman" panose="02020603050405020304" pitchFamily="18" charset="0"/>
                      </a:endParaRPr>
                    </a:p>
                  </a:txBody>
                  <a:tcPr marL="38973" marR="38973" marT="0" marB="0" anchor="ctr" horzOverflow="overflow">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241300">
                <a:tc vMerge="1">
                  <a:tcPr/>
                </a:tc>
                <a:tc vMerge="1">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smtClean="0">
                          <a:ln>
                            <a:noFill/>
                          </a:ln>
                          <a:solidFill>
                            <a:srgbClr val="000099"/>
                          </a:solidFill>
                          <a:effectLst/>
                          <a:latin typeface="宋体" panose="02010600030101010101" pitchFamily="2" charset="-122"/>
                          <a:ea typeface="宋体" panose="02010600030101010101" pitchFamily="2" charset="-122"/>
                        </a:rPr>
                        <a:t>0.058</a:t>
                      </a:r>
                      <a:endParaRPr kumimoji="0" lang="zh-CN" altLang="zh-CN" sz="1400" b="1" i="0" u="none" strike="noStrike" cap="none" normalizeH="0" baseline="0" smtClean="0">
                        <a:ln>
                          <a:noFill/>
                        </a:ln>
                        <a:solidFill>
                          <a:srgbClr val="000099"/>
                        </a:solidFill>
                        <a:effectLst/>
                        <a:latin typeface="Calibri" panose="020F0502020204030204" charset="0"/>
                        <a:ea typeface="宋体" panose="02010600030101010101" pitchFamily="2" charset="-122"/>
                        <a:cs typeface="Times New Roman" panose="02020603050405020304" pitchFamily="18" charset="0"/>
                      </a:endParaRPr>
                    </a:p>
                  </a:txBody>
                  <a:tcPr marL="38973" marR="38973"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smtClean="0">
                          <a:ln>
                            <a:noFill/>
                          </a:ln>
                          <a:solidFill>
                            <a:srgbClr val="000099"/>
                          </a:solidFill>
                          <a:effectLst/>
                          <a:latin typeface="宋体" panose="02010600030101010101" pitchFamily="2" charset="-122"/>
                          <a:ea typeface="宋体" panose="02010600030101010101" pitchFamily="2" charset="-122"/>
                        </a:rPr>
                        <a:t>0.43</a:t>
                      </a:r>
                      <a:endParaRPr kumimoji="0" lang="zh-CN" altLang="zh-CN" sz="1400" b="1" i="0" u="none" strike="noStrike" cap="none" normalizeH="0" baseline="0" smtClean="0">
                        <a:ln>
                          <a:noFill/>
                        </a:ln>
                        <a:solidFill>
                          <a:srgbClr val="000099"/>
                        </a:solidFill>
                        <a:effectLst/>
                        <a:latin typeface="Calibri" panose="020F0502020204030204" charset="0"/>
                        <a:ea typeface="宋体" panose="02010600030101010101" pitchFamily="2" charset="-122"/>
                        <a:cs typeface="Times New Roman" panose="02020603050405020304" pitchFamily="18" charset="0"/>
                      </a:endParaRPr>
                    </a:p>
                  </a:txBody>
                  <a:tcPr marL="38973" marR="38973"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vMerge="1">
                  <a:tcPr/>
                </a:tc>
                <a:tc vMerge="1">
                  <a:tcPr/>
                </a:tc>
                <a:tc vMerge="1">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smtClean="0">
                          <a:ln>
                            <a:noFill/>
                          </a:ln>
                          <a:solidFill>
                            <a:srgbClr val="000099"/>
                          </a:solidFill>
                          <a:effectLst/>
                          <a:latin typeface="宋体" panose="02010600030101010101" pitchFamily="2" charset="-122"/>
                          <a:ea typeface="宋体" panose="02010600030101010101" pitchFamily="2" charset="-122"/>
                        </a:rPr>
                        <a:t>1.30</a:t>
                      </a:r>
                      <a:endParaRPr kumimoji="0" lang="zh-CN" altLang="zh-CN" sz="1400" b="1" i="0" u="none" strike="noStrike" cap="none" normalizeH="0" baseline="0" smtClean="0">
                        <a:ln>
                          <a:noFill/>
                        </a:ln>
                        <a:solidFill>
                          <a:srgbClr val="000099"/>
                        </a:solidFill>
                        <a:effectLst/>
                        <a:latin typeface="Calibri" panose="020F0502020204030204" charset="0"/>
                        <a:ea typeface="宋体" panose="02010600030101010101" pitchFamily="2" charset="-122"/>
                        <a:cs typeface="Times New Roman" panose="02020603050405020304" pitchFamily="18" charset="0"/>
                      </a:endParaRPr>
                    </a:p>
                  </a:txBody>
                  <a:tcPr marL="38973" marR="38973" marT="0" marB="0" anchor="ctr" horzOverflow="overflow">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241300">
                <a:tc vMerge="1">
                  <a:tcPr/>
                </a:tc>
                <a:tc vMerge="1">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smtClean="0">
                          <a:ln>
                            <a:noFill/>
                          </a:ln>
                          <a:solidFill>
                            <a:srgbClr val="000099"/>
                          </a:solidFill>
                          <a:effectLst/>
                          <a:latin typeface="宋体" panose="02010600030101010101" pitchFamily="2" charset="-122"/>
                          <a:ea typeface="宋体" panose="02010600030101010101" pitchFamily="2" charset="-122"/>
                        </a:rPr>
                        <a:t>0.087</a:t>
                      </a:r>
                      <a:endParaRPr kumimoji="0" lang="zh-CN" altLang="zh-CN" sz="1400" b="1" i="0" u="none" strike="noStrike" cap="none" normalizeH="0" baseline="0" smtClean="0">
                        <a:ln>
                          <a:noFill/>
                        </a:ln>
                        <a:solidFill>
                          <a:srgbClr val="000099"/>
                        </a:solidFill>
                        <a:effectLst/>
                        <a:latin typeface="Calibri" panose="020F0502020204030204" charset="0"/>
                        <a:ea typeface="宋体" panose="02010600030101010101" pitchFamily="2" charset="-122"/>
                        <a:cs typeface="Times New Roman" panose="02020603050405020304" pitchFamily="18" charset="0"/>
                      </a:endParaRPr>
                    </a:p>
                  </a:txBody>
                  <a:tcPr marL="38973" marR="38973"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dirty="0" smtClean="0">
                          <a:ln>
                            <a:noFill/>
                          </a:ln>
                          <a:solidFill>
                            <a:srgbClr val="000099"/>
                          </a:solidFill>
                          <a:effectLst/>
                          <a:latin typeface="宋体" panose="02010600030101010101" pitchFamily="2" charset="-122"/>
                          <a:ea typeface="宋体" panose="02010600030101010101" pitchFamily="2" charset="-122"/>
                        </a:rPr>
                        <a:t>0.46</a:t>
                      </a:r>
                      <a:endParaRPr kumimoji="0" lang="zh-CN" altLang="zh-CN" sz="1400" b="1" i="0" u="none" strike="noStrike" cap="none" normalizeH="0" baseline="0" dirty="0" smtClean="0">
                        <a:ln>
                          <a:noFill/>
                        </a:ln>
                        <a:solidFill>
                          <a:srgbClr val="000099"/>
                        </a:solidFill>
                        <a:effectLst/>
                        <a:latin typeface="Calibri" panose="020F0502020204030204" charset="0"/>
                        <a:ea typeface="宋体" panose="02010600030101010101" pitchFamily="2" charset="-122"/>
                        <a:cs typeface="Times New Roman" panose="02020603050405020304" pitchFamily="18" charset="0"/>
                      </a:endParaRPr>
                    </a:p>
                  </a:txBody>
                  <a:tcPr marL="38973" marR="38973"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vMerge="1">
                  <a:tcPr/>
                </a:tc>
                <a:tc vMerge="1">
                  <a:tcPr/>
                </a:tc>
                <a:tc vMerge="1">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smtClean="0">
                          <a:ln>
                            <a:noFill/>
                          </a:ln>
                          <a:solidFill>
                            <a:srgbClr val="000099"/>
                          </a:solidFill>
                          <a:effectLst/>
                          <a:latin typeface="宋体" panose="02010600030101010101" pitchFamily="2" charset="-122"/>
                          <a:ea typeface="宋体" panose="02010600030101010101" pitchFamily="2" charset="-122"/>
                        </a:rPr>
                        <a:t>1.23</a:t>
                      </a:r>
                      <a:endParaRPr kumimoji="0" lang="zh-CN" altLang="zh-CN" sz="1400" b="1" i="0" u="none" strike="noStrike" cap="none" normalizeH="0" baseline="0" smtClean="0">
                        <a:ln>
                          <a:noFill/>
                        </a:ln>
                        <a:solidFill>
                          <a:srgbClr val="000099"/>
                        </a:solidFill>
                        <a:effectLst/>
                        <a:latin typeface="Calibri" panose="020F0502020204030204" charset="0"/>
                        <a:ea typeface="宋体" panose="02010600030101010101" pitchFamily="2" charset="-122"/>
                        <a:cs typeface="Times New Roman" panose="02020603050405020304" pitchFamily="18" charset="0"/>
                      </a:endParaRPr>
                    </a:p>
                  </a:txBody>
                  <a:tcPr marL="38973" marR="38973" marT="0" marB="0" anchor="ctr" horzOverflow="overflow">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241300">
                <a:tc vMerge="1">
                  <a:tcPr/>
                </a:tc>
                <a:tc vMerge="1">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smtClean="0">
                          <a:ln>
                            <a:noFill/>
                          </a:ln>
                          <a:solidFill>
                            <a:srgbClr val="000099"/>
                          </a:solidFill>
                          <a:effectLst/>
                          <a:latin typeface="宋体" panose="02010600030101010101" pitchFamily="2" charset="-122"/>
                          <a:ea typeface="宋体" panose="02010600030101010101" pitchFamily="2" charset="-122"/>
                        </a:rPr>
                        <a:t>0.12</a:t>
                      </a:r>
                      <a:endParaRPr kumimoji="0" lang="zh-CN" altLang="zh-CN" sz="1400" b="1" i="0" u="none" strike="noStrike" cap="none" normalizeH="0" baseline="0" smtClean="0">
                        <a:ln>
                          <a:noFill/>
                        </a:ln>
                        <a:solidFill>
                          <a:srgbClr val="000099"/>
                        </a:solidFill>
                        <a:effectLst/>
                        <a:latin typeface="Calibri" panose="020F0502020204030204" charset="0"/>
                        <a:ea typeface="宋体" panose="02010600030101010101" pitchFamily="2" charset="-122"/>
                        <a:cs typeface="Times New Roman" panose="02020603050405020304" pitchFamily="18" charset="0"/>
                      </a:endParaRPr>
                    </a:p>
                  </a:txBody>
                  <a:tcPr marL="38973" marR="38973"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smtClean="0">
                          <a:ln>
                            <a:noFill/>
                          </a:ln>
                          <a:solidFill>
                            <a:srgbClr val="000099"/>
                          </a:solidFill>
                          <a:effectLst/>
                          <a:latin typeface="宋体" panose="02010600030101010101" pitchFamily="2" charset="-122"/>
                          <a:ea typeface="宋体" panose="02010600030101010101" pitchFamily="2" charset="-122"/>
                        </a:rPr>
                        <a:t>0.47</a:t>
                      </a:r>
                      <a:endParaRPr kumimoji="0" lang="zh-CN" altLang="zh-CN" sz="1400" b="1" i="0" u="none" strike="noStrike" cap="none" normalizeH="0" baseline="0" smtClean="0">
                        <a:ln>
                          <a:noFill/>
                        </a:ln>
                        <a:solidFill>
                          <a:srgbClr val="000099"/>
                        </a:solidFill>
                        <a:effectLst/>
                        <a:latin typeface="Calibri" panose="020F0502020204030204" charset="0"/>
                        <a:ea typeface="宋体" panose="02010600030101010101" pitchFamily="2" charset="-122"/>
                        <a:cs typeface="Times New Roman" panose="02020603050405020304" pitchFamily="18" charset="0"/>
                      </a:endParaRPr>
                    </a:p>
                  </a:txBody>
                  <a:tcPr marL="38973" marR="38973"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vMerge="1">
                  <a:tcPr/>
                </a:tc>
                <a:tc vMerge="1">
                  <a:tcPr/>
                </a:tc>
                <a:tc vMerge="1">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smtClean="0">
                          <a:ln>
                            <a:noFill/>
                          </a:ln>
                          <a:solidFill>
                            <a:srgbClr val="000099"/>
                          </a:solidFill>
                          <a:effectLst/>
                          <a:latin typeface="宋体" panose="02010600030101010101" pitchFamily="2" charset="-122"/>
                          <a:ea typeface="宋体" panose="02010600030101010101" pitchFamily="2" charset="-122"/>
                        </a:rPr>
                        <a:t>1.19</a:t>
                      </a:r>
                      <a:endParaRPr kumimoji="0" lang="zh-CN" altLang="zh-CN" sz="1400" b="1" i="0" u="none" strike="noStrike" cap="none" normalizeH="0" baseline="0" smtClean="0">
                        <a:ln>
                          <a:noFill/>
                        </a:ln>
                        <a:solidFill>
                          <a:srgbClr val="000099"/>
                        </a:solidFill>
                        <a:effectLst/>
                        <a:latin typeface="Calibri" panose="020F0502020204030204" charset="0"/>
                        <a:ea typeface="宋体" panose="02010600030101010101" pitchFamily="2" charset="-122"/>
                        <a:cs typeface="Times New Roman" panose="02020603050405020304" pitchFamily="18" charset="0"/>
                      </a:endParaRPr>
                    </a:p>
                  </a:txBody>
                  <a:tcPr marL="38973" marR="38973" marT="0" marB="0" anchor="ctr" horzOverflow="overflow">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241300">
                <a:tc vMerge="1">
                  <a:tcPr/>
                </a:tc>
                <a:tc vMerge="1">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smtClean="0">
                          <a:ln>
                            <a:noFill/>
                          </a:ln>
                          <a:solidFill>
                            <a:srgbClr val="000099"/>
                          </a:solidFill>
                          <a:effectLst/>
                          <a:latin typeface="宋体" panose="02010600030101010101" pitchFamily="2" charset="-122"/>
                          <a:ea typeface="宋体" panose="02010600030101010101" pitchFamily="2" charset="-122"/>
                        </a:rPr>
                        <a:t>0.17</a:t>
                      </a:r>
                      <a:endParaRPr kumimoji="0" lang="zh-CN" altLang="zh-CN" sz="1400" b="1" i="0" u="none" strike="noStrike" cap="none" normalizeH="0" baseline="0" smtClean="0">
                        <a:ln>
                          <a:noFill/>
                        </a:ln>
                        <a:solidFill>
                          <a:srgbClr val="000099"/>
                        </a:solidFill>
                        <a:effectLst/>
                        <a:latin typeface="Calibri" panose="020F0502020204030204" charset="0"/>
                        <a:ea typeface="宋体" panose="02010600030101010101" pitchFamily="2" charset="-122"/>
                        <a:cs typeface="Times New Roman" panose="02020603050405020304" pitchFamily="18" charset="0"/>
                      </a:endParaRPr>
                    </a:p>
                  </a:txBody>
                  <a:tcPr marL="38973" marR="38973"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smtClean="0">
                          <a:ln>
                            <a:noFill/>
                          </a:ln>
                          <a:solidFill>
                            <a:srgbClr val="000099"/>
                          </a:solidFill>
                          <a:effectLst/>
                          <a:latin typeface="宋体" panose="02010600030101010101" pitchFamily="2" charset="-122"/>
                          <a:ea typeface="宋体" panose="02010600030101010101" pitchFamily="2" charset="-122"/>
                        </a:rPr>
                        <a:t>0.50</a:t>
                      </a:r>
                      <a:endParaRPr kumimoji="0" lang="zh-CN" altLang="zh-CN" sz="1400" b="1" i="0" u="none" strike="noStrike" cap="none" normalizeH="0" baseline="0" smtClean="0">
                        <a:ln>
                          <a:noFill/>
                        </a:ln>
                        <a:solidFill>
                          <a:srgbClr val="000099"/>
                        </a:solidFill>
                        <a:effectLst/>
                        <a:latin typeface="Calibri" panose="020F0502020204030204" charset="0"/>
                        <a:ea typeface="宋体" panose="02010600030101010101" pitchFamily="2" charset="-122"/>
                        <a:cs typeface="Times New Roman" panose="02020603050405020304" pitchFamily="18" charset="0"/>
                      </a:endParaRPr>
                    </a:p>
                  </a:txBody>
                  <a:tcPr marL="38973" marR="38973"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vMerge="1">
                  <a:tcPr/>
                </a:tc>
                <a:tc vMerge="1">
                  <a:tcPr/>
                </a:tc>
                <a:tc vMerge="1">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smtClean="0">
                          <a:ln>
                            <a:noFill/>
                          </a:ln>
                          <a:solidFill>
                            <a:srgbClr val="000099"/>
                          </a:solidFill>
                          <a:effectLst/>
                          <a:latin typeface="宋体" panose="02010600030101010101" pitchFamily="2" charset="-122"/>
                          <a:ea typeface="宋体" panose="02010600030101010101" pitchFamily="2" charset="-122"/>
                        </a:rPr>
                        <a:t>1.12</a:t>
                      </a:r>
                      <a:endParaRPr kumimoji="0" lang="zh-CN" altLang="zh-CN" sz="1400" b="1" i="0" u="none" strike="noStrike" cap="none" normalizeH="0" baseline="0" smtClean="0">
                        <a:ln>
                          <a:noFill/>
                        </a:ln>
                        <a:solidFill>
                          <a:srgbClr val="000099"/>
                        </a:solidFill>
                        <a:effectLst/>
                        <a:latin typeface="Calibri" panose="020F0502020204030204" charset="0"/>
                        <a:ea typeface="宋体" panose="02010600030101010101" pitchFamily="2" charset="-122"/>
                        <a:cs typeface="Times New Roman" panose="02020603050405020304" pitchFamily="18" charset="0"/>
                      </a:endParaRPr>
                    </a:p>
                  </a:txBody>
                  <a:tcPr marL="38973" marR="38973" marT="0" marB="0" anchor="ctr" horzOverflow="overflow">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241300">
                <a:tc vMerge="1">
                  <a:tcPr/>
                </a:tc>
                <a:tc vMerge="1">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smtClean="0">
                          <a:ln>
                            <a:noFill/>
                          </a:ln>
                          <a:solidFill>
                            <a:srgbClr val="000099"/>
                          </a:solidFill>
                          <a:effectLst/>
                          <a:latin typeface="宋体" panose="02010600030101010101" pitchFamily="2" charset="-122"/>
                          <a:ea typeface="宋体" panose="02010600030101010101" pitchFamily="2" charset="-122"/>
                        </a:rPr>
                        <a:t>0.29</a:t>
                      </a:r>
                      <a:endParaRPr kumimoji="0" lang="zh-CN" altLang="zh-CN" sz="1400" b="1" i="0" u="none" strike="noStrike" cap="none" normalizeH="0" baseline="0" smtClean="0">
                        <a:ln>
                          <a:noFill/>
                        </a:ln>
                        <a:solidFill>
                          <a:srgbClr val="000099"/>
                        </a:solidFill>
                        <a:effectLst/>
                        <a:latin typeface="Calibri" panose="020F0502020204030204" charset="0"/>
                        <a:ea typeface="宋体" panose="02010600030101010101" pitchFamily="2" charset="-122"/>
                        <a:cs typeface="Times New Roman" panose="02020603050405020304" pitchFamily="18" charset="0"/>
                      </a:endParaRPr>
                    </a:p>
                  </a:txBody>
                  <a:tcPr marL="38973" marR="38973"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smtClean="0">
                          <a:ln>
                            <a:noFill/>
                          </a:ln>
                          <a:solidFill>
                            <a:srgbClr val="000099"/>
                          </a:solidFill>
                          <a:effectLst/>
                          <a:latin typeface="宋体" panose="02010600030101010101" pitchFamily="2" charset="-122"/>
                          <a:ea typeface="宋体" panose="02010600030101010101" pitchFamily="2" charset="-122"/>
                        </a:rPr>
                        <a:t>0.55</a:t>
                      </a:r>
                      <a:endParaRPr kumimoji="0" lang="zh-CN" altLang="zh-CN" sz="1400" b="1" i="0" u="none" strike="noStrike" cap="none" normalizeH="0" baseline="0" smtClean="0">
                        <a:ln>
                          <a:noFill/>
                        </a:ln>
                        <a:solidFill>
                          <a:srgbClr val="000099"/>
                        </a:solidFill>
                        <a:effectLst/>
                        <a:latin typeface="Calibri" panose="020F0502020204030204" charset="0"/>
                        <a:ea typeface="宋体" panose="02010600030101010101" pitchFamily="2" charset="-122"/>
                        <a:cs typeface="Times New Roman" panose="02020603050405020304" pitchFamily="18" charset="0"/>
                      </a:endParaRPr>
                    </a:p>
                  </a:txBody>
                  <a:tcPr marL="38973" marR="38973"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vMerge="1">
                  <a:tcPr/>
                </a:tc>
                <a:tc vMerge="1">
                  <a:tcPr/>
                </a:tc>
                <a:tc vMerge="1">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smtClean="0">
                          <a:ln>
                            <a:noFill/>
                          </a:ln>
                          <a:solidFill>
                            <a:srgbClr val="000099"/>
                          </a:solidFill>
                          <a:effectLst/>
                          <a:latin typeface="宋体" panose="02010600030101010101" pitchFamily="2" charset="-122"/>
                          <a:ea typeface="宋体" panose="02010600030101010101" pitchFamily="2" charset="-122"/>
                        </a:rPr>
                        <a:t>1.02</a:t>
                      </a:r>
                      <a:endParaRPr kumimoji="0" lang="zh-CN" altLang="zh-CN" sz="1400" b="1" i="0" u="none" strike="noStrike" cap="none" normalizeH="0" baseline="0" smtClean="0">
                        <a:ln>
                          <a:noFill/>
                        </a:ln>
                        <a:solidFill>
                          <a:srgbClr val="000099"/>
                        </a:solidFill>
                        <a:effectLst/>
                        <a:latin typeface="Calibri" panose="020F0502020204030204" charset="0"/>
                        <a:ea typeface="宋体" panose="02010600030101010101" pitchFamily="2" charset="-122"/>
                        <a:cs typeface="Times New Roman" panose="02020603050405020304" pitchFamily="18" charset="0"/>
                      </a:endParaRPr>
                    </a:p>
                  </a:txBody>
                  <a:tcPr marL="38973" marR="38973" marT="0" marB="0" anchor="ctr" horzOverflow="overflow">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241300">
                <a:tc vMerge="1">
                  <a:tcPr/>
                </a:tc>
                <a:tc vMerge="1">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dirty="0" smtClean="0">
                          <a:ln>
                            <a:noFill/>
                          </a:ln>
                          <a:solidFill>
                            <a:srgbClr val="000099"/>
                          </a:solidFill>
                          <a:effectLst/>
                          <a:latin typeface="宋体" panose="02010600030101010101" pitchFamily="2" charset="-122"/>
                          <a:ea typeface="宋体" panose="02010600030101010101" pitchFamily="2" charset="-122"/>
                        </a:rPr>
                        <a:t>0.44</a:t>
                      </a:r>
                      <a:endParaRPr kumimoji="0" lang="zh-CN" altLang="zh-CN" sz="1400" b="1" i="0" u="none" strike="noStrike" cap="none" normalizeH="0" baseline="0" dirty="0" smtClean="0">
                        <a:ln>
                          <a:noFill/>
                        </a:ln>
                        <a:solidFill>
                          <a:srgbClr val="000099"/>
                        </a:solidFill>
                        <a:effectLst/>
                        <a:latin typeface="Calibri" panose="020F0502020204030204" charset="0"/>
                        <a:ea typeface="宋体" panose="02010600030101010101" pitchFamily="2" charset="-122"/>
                        <a:cs typeface="Times New Roman" panose="02020603050405020304" pitchFamily="18" charset="0"/>
                      </a:endParaRPr>
                    </a:p>
                  </a:txBody>
                  <a:tcPr marL="38973" marR="38973"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smtClean="0">
                          <a:ln>
                            <a:noFill/>
                          </a:ln>
                          <a:solidFill>
                            <a:srgbClr val="000099"/>
                          </a:solidFill>
                          <a:effectLst/>
                          <a:latin typeface="宋体" panose="02010600030101010101" pitchFamily="2" charset="-122"/>
                          <a:ea typeface="宋体" panose="02010600030101010101" pitchFamily="2" charset="-122"/>
                        </a:rPr>
                        <a:t>0.56</a:t>
                      </a:r>
                      <a:endParaRPr kumimoji="0" lang="zh-CN" altLang="zh-CN" sz="1400" b="1" i="0" u="none" strike="noStrike" cap="none" normalizeH="0" baseline="0" smtClean="0">
                        <a:ln>
                          <a:noFill/>
                        </a:ln>
                        <a:solidFill>
                          <a:srgbClr val="000099"/>
                        </a:solidFill>
                        <a:effectLst/>
                        <a:latin typeface="Calibri" panose="020F0502020204030204" charset="0"/>
                        <a:ea typeface="宋体" panose="02010600030101010101" pitchFamily="2" charset="-122"/>
                        <a:cs typeface="Times New Roman" panose="02020603050405020304" pitchFamily="18" charset="0"/>
                      </a:endParaRPr>
                    </a:p>
                  </a:txBody>
                  <a:tcPr marL="38973" marR="38973"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vMerge="1">
                  <a:tcPr/>
                </a:tc>
                <a:tc vMerge="1">
                  <a:tcPr/>
                </a:tc>
                <a:tc vMerge="1">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smtClean="0">
                          <a:ln>
                            <a:noFill/>
                          </a:ln>
                          <a:solidFill>
                            <a:srgbClr val="000099"/>
                          </a:solidFill>
                          <a:effectLst/>
                          <a:latin typeface="宋体" panose="02010600030101010101" pitchFamily="2" charset="-122"/>
                          <a:ea typeface="宋体" panose="02010600030101010101" pitchFamily="2" charset="-122"/>
                        </a:rPr>
                        <a:t>1.00</a:t>
                      </a:r>
                      <a:endParaRPr kumimoji="0" lang="zh-CN" altLang="zh-CN" sz="1400" b="1" i="0" u="none" strike="noStrike" cap="none" normalizeH="0" baseline="0" smtClean="0">
                        <a:ln>
                          <a:noFill/>
                        </a:ln>
                        <a:solidFill>
                          <a:srgbClr val="000099"/>
                        </a:solidFill>
                        <a:effectLst/>
                        <a:latin typeface="Calibri" panose="020F0502020204030204" charset="0"/>
                        <a:ea typeface="宋体" panose="02010600030101010101" pitchFamily="2" charset="-122"/>
                        <a:cs typeface="Times New Roman" panose="02020603050405020304" pitchFamily="18" charset="0"/>
                      </a:endParaRPr>
                    </a:p>
                  </a:txBody>
                  <a:tcPr marL="38973" marR="38973" marT="0" marB="0" anchor="ctr" horzOverflow="overflow">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241300">
                <a:tc vMerge="1">
                  <a:tcPr/>
                </a:tc>
                <a:tc vMerge="1">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smtClean="0">
                          <a:ln>
                            <a:noFill/>
                          </a:ln>
                          <a:solidFill>
                            <a:srgbClr val="000099"/>
                          </a:solidFill>
                          <a:effectLst/>
                          <a:latin typeface="宋体" panose="02010600030101010101" pitchFamily="2" charset="-122"/>
                          <a:ea typeface="宋体" panose="02010600030101010101" pitchFamily="2" charset="-122"/>
                        </a:rPr>
                        <a:t>0.58</a:t>
                      </a:r>
                      <a:endParaRPr kumimoji="0" lang="zh-CN" altLang="zh-CN" sz="1400" b="1" i="0" u="none" strike="noStrike" cap="none" normalizeH="0" baseline="0" smtClean="0">
                        <a:ln>
                          <a:noFill/>
                        </a:ln>
                        <a:solidFill>
                          <a:srgbClr val="000099"/>
                        </a:solidFill>
                        <a:effectLst/>
                        <a:latin typeface="Calibri" panose="020F0502020204030204" charset="0"/>
                        <a:ea typeface="宋体" panose="02010600030101010101" pitchFamily="2" charset="-122"/>
                        <a:cs typeface="Times New Roman" panose="02020603050405020304" pitchFamily="18" charset="0"/>
                      </a:endParaRPr>
                    </a:p>
                  </a:txBody>
                  <a:tcPr marL="38973" marR="38973"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smtClean="0">
                          <a:ln>
                            <a:noFill/>
                          </a:ln>
                          <a:solidFill>
                            <a:srgbClr val="000099"/>
                          </a:solidFill>
                          <a:effectLst/>
                          <a:latin typeface="宋体" panose="02010600030101010101" pitchFamily="2" charset="-122"/>
                          <a:ea typeface="宋体" panose="02010600030101010101" pitchFamily="2" charset="-122"/>
                        </a:rPr>
                        <a:t>0.56</a:t>
                      </a:r>
                      <a:endParaRPr kumimoji="0" lang="zh-CN" altLang="zh-CN" sz="1400" b="1" i="0" u="none" strike="noStrike" cap="none" normalizeH="0" baseline="0" smtClean="0">
                        <a:ln>
                          <a:noFill/>
                        </a:ln>
                        <a:solidFill>
                          <a:srgbClr val="000099"/>
                        </a:solidFill>
                        <a:effectLst/>
                        <a:latin typeface="Calibri" panose="020F0502020204030204" charset="0"/>
                        <a:ea typeface="宋体" panose="02010600030101010101" pitchFamily="2" charset="-122"/>
                        <a:cs typeface="Times New Roman" panose="02020603050405020304" pitchFamily="18" charset="0"/>
                      </a:endParaRPr>
                    </a:p>
                  </a:txBody>
                  <a:tcPr marL="38973" marR="38973"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vMerge="1">
                  <a:tcPr/>
                </a:tc>
                <a:tc vMerge="1">
                  <a:tcPr/>
                </a:tc>
                <a:tc vMerge="1">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smtClean="0">
                          <a:ln>
                            <a:noFill/>
                          </a:ln>
                          <a:solidFill>
                            <a:srgbClr val="000099"/>
                          </a:solidFill>
                          <a:effectLst/>
                          <a:latin typeface="宋体" panose="02010600030101010101" pitchFamily="2" charset="-122"/>
                          <a:ea typeface="宋体" panose="02010600030101010101" pitchFamily="2" charset="-122"/>
                        </a:rPr>
                        <a:t>1.00</a:t>
                      </a:r>
                      <a:endParaRPr kumimoji="0" lang="zh-CN" altLang="zh-CN" sz="1400" b="1" i="0" u="none" strike="noStrike" cap="none" normalizeH="0" baseline="0" smtClean="0">
                        <a:ln>
                          <a:noFill/>
                        </a:ln>
                        <a:solidFill>
                          <a:srgbClr val="000099"/>
                        </a:solidFill>
                        <a:effectLst/>
                        <a:latin typeface="Calibri" panose="020F0502020204030204" charset="0"/>
                        <a:ea typeface="宋体" panose="02010600030101010101" pitchFamily="2" charset="-122"/>
                        <a:cs typeface="Times New Roman" panose="02020603050405020304" pitchFamily="18" charset="0"/>
                      </a:endParaRPr>
                    </a:p>
                  </a:txBody>
                  <a:tcPr marL="38973" marR="38973" marT="0" marB="0" anchor="ctr" horzOverflow="overflow">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442913">
                <a:tc vMerge="1">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smtClean="0">
                          <a:ln>
                            <a:noFill/>
                          </a:ln>
                          <a:solidFill>
                            <a:srgbClr val="000099"/>
                          </a:solidFill>
                          <a:effectLst/>
                          <a:latin typeface="宋体" panose="02010600030101010101" pitchFamily="2" charset="-122"/>
                          <a:ea typeface="宋体" panose="02010600030101010101" pitchFamily="2" charset="-122"/>
                        </a:rPr>
                        <a:t>70000</a:t>
                      </a:r>
                      <a:r>
                        <a:rPr kumimoji="0" lang="en-US" altLang="zh-CN" sz="1400" b="1" i="0" u="none" strike="noStrike" cap="none" normalizeH="0" baseline="0" smtClean="0">
                          <a:ln>
                            <a:noFill/>
                          </a:ln>
                          <a:solidFill>
                            <a:srgbClr val="000099"/>
                          </a:solidFill>
                          <a:effectLst/>
                          <a:latin typeface="Times New Roman" panose="02020603050405020304" pitchFamily="18" charset="0"/>
                          <a:ea typeface="宋体" panose="02010600030101010101" pitchFamily="2" charset="-122"/>
                          <a:cs typeface="Times New Roman" panose="02020603050405020304" pitchFamily="18" charset="0"/>
                        </a:rPr>
                        <a:t>AC</a:t>
                      </a:r>
                      <a:endParaRPr kumimoji="0" lang="zh-CN" altLang="zh-CN" sz="1400" b="1" i="0" u="none" strike="noStrike" cap="none" normalizeH="0" baseline="0" smtClean="0">
                        <a:ln>
                          <a:noFill/>
                        </a:ln>
                        <a:solidFill>
                          <a:srgbClr val="000099"/>
                        </a:solidFill>
                        <a:effectLst/>
                        <a:latin typeface="Calibri" panose="020F0502020204030204" charset="0"/>
                        <a:ea typeface="宋体" panose="02010600030101010101" pitchFamily="2" charset="-122"/>
                        <a:cs typeface="Times New Roman" panose="02020603050405020304" pitchFamily="18" charset="0"/>
                      </a:endParaRPr>
                    </a:p>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400" b="1" i="1" u="none" strike="noStrike" cap="none" normalizeH="0" baseline="0" smtClean="0">
                          <a:ln>
                            <a:noFill/>
                          </a:ln>
                          <a:solidFill>
                            <a:srgbClr val="000099"/>
                          </a:solidFill>
                          <a:effectLst/>
                          <a:latin typeface="Times New Roman" panose="02020603050405020304" pitchFamily="18" charset="0"/>
                          <a:ea typeface="宋体" panose="02010600030101010101" pitchFamily="2" charset="-122"/>
                          <a:cs typeface="Times New Roman" panose="02020603050405020304" pitchFamily="18" charset="0"/>
                        </a:rPr>
                        <a:t>α</a:t>
                      </a:r>
                      <a:r>
                        <a:rPr kumimoji="0" lang="en-US" altLang="zh-CN" sz="1400" b="1" i="0" u="none" strike="noStrike" cap="none" normalizeH="0" baseline="0" smtClean="0">
                          <a:ln>
                            <a:noFill/>
                          </a:ln>
                          <a:solidFill>
                            <a:srgbClr val="000099"/>
                          </a:solidFill>
                          <a:effectLst/>
                          <a:latin typeface="宋体" panose="02010600030101010101" pitchFamily="2" charset="-122"/>
                          <a:ea typeface="宋体" panose="02010600030101010101" pitchFamily="2" charset="-122"/>
                        </a:rPr>
                        <a:t>=25</a:t>
                      </a:r>
                      <a:r>
                        <a:rPr kumimoji="0" lang="zh-CN" altLang="zh-CN" sz="1400" b="1" i="0" u="none" strike="noStrike" cap="none" normalizeH="0" baseline="0" smtClean="0">
                          <a:ln>
                            <a:noFill/>
                          </a:ln>
                          <a:solidFill>
                            <a:srgbClr val="000099"/>
                          </a:solidFill>
                          <a:effectLst/>
                          <a:latin typeface="Calibri" panose="020F0502020204030204" charset="0"/>
                          <a:ea typeface="宋体" panose="02010600030101010101" pitchFamily="2" charset="-122"/>
                        </a:rPr>
                        <a:t>°</a:t>
                      </a:r>
                      <a:endParaRPr kumimoji="0" lang="zh-CN" altLang="zh-CN" sz="1400" b="1" i="0" u="none" strike="noStrike" cap="none" normalizeH="0" baseline="0" smtClean="0">
                        <a:ln>
                          <a:noFill/>
                        </a:ln>
                        <a:solidFill>
                          <a:srgbClr val="000099"/>
                        </a:solidFill>
                        <a:effectLst/>
                        <a:latin typeface="Calibri" panose="020F0502020204030204" charset="0"/>
                        <a:ea typeface="宋体" panose="02010600030101010101" pitchFamily="2" charset="-122"/>
                      </a:endParaRPr>
                    </a:p>
                  </a:txBody>
                  <a:tcPr marL="38973" marR="38973"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zh-CN" sz="1400" b="1" i="0" u="none" strike="noStrike" cap="none" normalizeH="0" baseline="0" smtClean="0">
                          <a:ln>
                            <a:noFill/>
                          </a:ln>
                          <a:solidFill>
                            <a:srgbClr val="000099"/>
                          </a:solidFill>
                          <a:effectLst/>
                          <a:latin typeface="Calibri" panose="020F0502020204030204" charset="0"/>
                          <a:ea typeface="宋体" panose="02010600030101010101" pitchFamily="2" charset="-122"/>
                        </a:rPr>
                        <a:t>—</a:t>
                      </a:r>
                      <a:endParaRPr kumimoji="0" lang="zh-CN" altLang="zh-CN" sz="1400" b="1" i="0" u="none" strike="noStrike" cap="none" normalizeH="0" baseline="0" smtClean="0">
                        <a:ln>
                          <a:noFill/>
                        </a:ln>
                        <a:solidFill>
                          <a:srgbClr val="000099"/>
                        </a:solidFill>
                        <a:effectLst/>
                        <a:latin typeface="Calibri" panose="020F0502020204030204" charset="0"/>
                        <a:ea typeface="宋体" panose="02010600030101010101" pitchFamily="2" charset="-122"/>
                        <a:cs typeface="Times New Roman" panose="02020603050405020304" pitchFamily="18" charset="0"/>
                      </a:endParaRPr>
                    </a:p>
                  </a:txBody>
                  <a:tcPr marL="38973" marR="38973"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smtClean="0">
                          <a:ln>
                            <a:noFill/>
                          </a:ln>
                          <a:solidFill>
                            <a:srgbClr val="000099"/>
                          </a:solidFill>
                          <a:effectLst/>
                          <a:latin typeface="宋体" panose="02010600030101010101" pitchFamily="2" charset="-122"/>
                          <a:ea typeface="宋体" panose="02010600030101010101" pitchFamily="2" charset="-122"/>
                        </a:rPr>
                        <a:t>0.68</a:t>
                      </a:r>
                      <a:endParaRPr kumimoji="0" lang="zh-CN" altLang="zh-CN" sz="1400" b="1" i="0" u="none" strike="noStrike" cap="none" normalizeH="0" baseline="0" smtClean="0">
                        <a:ln>
                          <a:noFill/>
                        </a:ln>
                        <a:solidFill>
                          <a:srgbClr val="000099"/>
                        </a:solidFill>
                        <a:effectLst/>
                        <a:latin typeface="Calibri" panose="020F0502020204030204" charset="0"/>
                        <a:ea typeface="宋体" panose="02010600030101010101" pitchFamily="2" charset="-122"/>
                        <a:cs typeface="Times New Roman" panose="02020603050405020304" pitchFamily="18" charset="0"/>
                      </a:endParaRPr>
                    </a:p>
                  </a:txBody>
                  <a:tcPr marL="38973" marR="38973"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smtClean="0">
                          <a:ln>
                            <a:noFill/>
                          </a:ln>
                          <a:solidFill>
                            <a:srgbClr val="000099"/>
                          </a:solidFill>
                          <a:effectLst/>
                          <a:latin typeface="宋体" panose="02010600030101010101" pitchFamily="2" charset="-122"/>
                          <a:ea typeface="宋体" panose="02010600030101010101" pitchFamily="2" charset="-122"/>
                        </a:rPr>
                        <a:t>1</a:t>
                      </a:r>
                      <a:endParaRPr kumimoji="0" lang="zh-CN" altLang="zh-CN" sz="1400" b="1" i="0" u="none" strike="noStrike" cap="none" normalizeH="0" baseline="0" smtClean="0">
                        <a:ln>
                          <a:noFill/>
                        </a:ln>
                        <a:solidFill>
                          <a:srgbClr val="000099"/>
                        </a:solidFill>
                        <a:effectLst/>
                        <a:latin typeface="Calibri" panose="020F0502020204030204" charset="0"/>
                        <a:ea typeface="宋体" panose="02010600030101010101" pitchFamily="2" charset="-122"/>
                        <a:cs typeface="Times New Roman" panose="02020603050405020304" pitchFamily="18" charset="0"/>
                      </a:endParaRPr>
                    </a:p>
                  </a:txBody>
                  <a:tcPr marL="38973" marR="38973"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smtClean="0">
                          <a:ln>
                            <a:noFill/>
                          </a:ln>
                          <a:solidFill>
                            <a:srgbClr val="000099"/>
                          </a:solidFill>
                          <a:effectLst/>
                          <a:latin typeface="宋体" panose="02010600030101010101" pitchFamily="2" charset="-122"/>
                          <a:ea typeface="宋体" panose="02010600030101010101" pitchFamily="2" charset="-122"/>
                        </a:rPr>
                        <a:t>0</a:t>
                      </a:r>
                      <a:endParaRPr kumimoji="0" lang="zh-CN" altLang="zh-CN" sz="1400" b="1" i="0" u="none" strike="noStrike" cap="none" normalizeH="0" baseline="0" smtClean="0">
                        <a:ln>
                          <a:noFill/>
                        </a:ln>
                        <a:solidFill>
                          <a:srgbClr val="000099"/>
                        </a:solidFill>
                        <a:effectLst/>
                        <a:latin typeface="Calibri" panose="020F0502020204030204" charset="0"/>
                        <a:ea typeface="宋体" panose="02010600030101010101" pitchFamily="2" charset="-122"/>
                        <a:cs typeface="Times New Roman" panose="02020603050405020304" pitchFamily="18" charset="0"/>
                      </a:endParaRPr>
                    </a:p>
                  </a:txBody>
                  <a:tcPr marL="38973" marR="38973"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smtClean="0">
                          <a:ln>
                            <a:noFill/>
                          </a:ln>
                          <a:solidFill>
                            <a:srgbClr val="000099"/>
                          </a:solidFill>
                          <a:effectLst/>
                          <a:latin typeface="宋体" panose="02010600030101010101" pitchFamily="2" charset="-122"/>
                          <a:ea typeface="宋体" panose="02010600030101010101" pitchFamily="2" charset="-122"/>
                        </a:rPr>
                        <a:t>0.41</a:t>
                      </a:r>
                      <a:endParaRPr kumimoji="0" lang="zh-CN" altLang="zh-CN" sz="1400" b="1" i="0" u="none" strike="noStrike" cap="none" normalizeH="0" baseline="0" smtClean="0">
                        <a:ln>
                          <a:noFill/>
                        </a:ln>
                        <a:solidFill>
                          <a:srgbClr val="000099"/>
                        </a:solidFill>
                        <a:effectLst/>
                        <a:latin typeface="Calibri" panose="020F0502020204030204" charset="0"/>
                        <a:ea typeface="宋体" panose="02010600030101010101" pitchFamily="2" charset="-122"/>
                        <a:cs typeface="Times New Roman" panose="02020603050405020304" pitchFamily="18" charset="0"/>
                      </a:endParaRPr>
                    </a:p>
                  </a:txBody>
                  <a:tcPr marL="38973" marR="38973"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smtClean="0">
                          <a:ln>
                            <a:noFill/>
                          </a:ln>
                          <a:solidFill>
                            <a:srgbClr val="000099"/>
                          </a:solidFill>
                          <a:effectLst/>
                          <a:latin typeface="宋体" panose="02010600030101010101" pitchFamily="2" charset="-122"/>
                          <a:ea typeface="宋体" panose="02010600030101010101" pitchFamily="2" charset="-122"/>
                        </a:rPr>
                        <a:t>0.87</a:t>
                      </a:r>
                      <a:endParaRPr kumimoji="0" lang="zh-CN" altLang="zh-CN" sz="1400" b="1" i="0" u="none" strike="noStrike" cap="none" normalizeH="0" baseline="0" smtClean="0">
                        <a:ln>
                          <a:noFill/>
                        </a:ln>
                        <a:solidFill>
                          <a:srgbClr val="000099"/>
                        </a:solidFill>
                        <a:effectLst/>
                        <a:latin typeface="Calibri" panose="020F0502020204030204" charset="0"/>
                        <a:ea typeface="宋体" panose="02010600030101010101" pitchFamily="2" charset="-122"/>
                        <a:cs typeface="Times New Roman" panose="02020603050405020304" pitchFamily="18" charset="0"/>
                      </a:endParaRPr>
                    </a:p>
                  </a:txBody>
                  <a:tcPr marL="38973" marR="38973" marT="0" marB="0" anchor="ctr" horzOverflow="overflow">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442913">
                <a:tc vMerge="1">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smtClean="0">
                          <a:ln>
                            <a:noFill/>
                          </a:ln>
                          <a:solidFill>
                            <a:srgbClr val="000099"/>
                          </a:solidFill>
                          <a:effectLst/>
                          <a:latin typeface="宋体" panose="02010600030101010101" pitchFamily="2" charset="-122"/>
                          <a:ea typeface="宋体" panose="02010600030101010101" pitchFamily="2" charset="-122"/>
                        </a:rPr>
                        <a:t>70000</a:t>
                      </a:r>
                      <a:r>
                        <a:rPr kumimoji="0" lang="en-US" altLang="zh-CN" sz="1400" b="1" i="0" u="none" strike="noStrike" cap="none" normalizeH="0" baseline="0" smtClean="0">
                          <a:ln>
                            <a:noFill/>
                          </a:ln>
                          <a:solidFill>
                            <a:srgbClr val="000099"/>
                          </a:solidFill>
                          <a:effectLst/>
                          <a:latin typeface="Times New Roman" panose="02020603050405020304" pitchFamily="18" charset="0"/>
                          <a:ea typeface="宋体" panose="02010600030101010101" pitchFamily="2" charset="-122"/>
                          <a:cs typeface="Times New Roman" panose="02020603050405020304" pitchFamily="18" charset="0"/>
                        </a:rPr>
                        <a:t>B</a:t>
                      </a:r>
                      <a:endParaRPr kumimoji="0" lang="zh-CN" altLang="zh-CN" sz="1400" b="1" i="0" u="none" strike="noStrike" cap="none" normalizeH="0" baseline="0" smtClean="0">
                        <a:ln>
                          <a:noFill/>
                        </a:ln>
                        <a:solidFill>
                          <a:srgbClr val="000099"/>
                        </a:solidFill>
                        <a:effectLst/>
                        <a:latin typeface="Calibri" panose="020F0502020204030204" charset="0"/>
                        <a:ea typeface="宋体" panose="02010600030101010101" pitchFamily="2" charset="-122"/>
                        <a:cs typeface="Times New Roman" panose="02020603050405020304" pitchFamily="18" charset="0"/>
                      </a:endParaRPr>
                    </a:p>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400" b="1" i="1" u="none" strike="noStrike" cap="none" normalizeH="0" baseline="0" smtClean="0">
                          <a:ln>
                            <a:noFill/>
                          </a:ln>
                          <a:solidFill>
                            <a:srgbClr val="000099"/>
                          </a:solidFill>
                          <a:effectLst/>
                          <a:latin typeface="Times New Roman" panose="02020603050405020304" pitchFamily="18" charset="0"/>
                          <a:ea typeface="宋体" panose="02010600030101010101" pitchFamily="2" charset="-122"/>
                          <a:cs typeface="Times New Roman" panose="02020603050405020304" pitchFamily="18" charset="0"/>
                        </a:rPr>
                        <a:t>α</a:t>
                      </a:r>
                      <a:r>
                        <a:rPr kumimoji="0" lang="en-US" altLang="zh-CN" sz="1400" b="1" i="0" u="none" strike="noStrike" cap="none" normalizeH="0" baseline="0" smtClean="0">
                          <a:ln>
                            <a:noFill/>
                          </a:ln>
                          <a:solidFill>
                            <a:srgbClr val="000099"/>
                          </a:solidFill>
                          <a:effectLst/>
                          <a:latin typeface="宋体" panose="02010600030101010101" pitchFamily="2" charset="-122"/>
                          <a:ea typeface="宋体" panose="02010600030101010101" pitchFamily="2" charset="-122"/>
                        </a:rPr>
                        <a:t>=40</a:t>
                      </a:r>
                      <a:r>
                        <a:rPr kumimoji="0" lang="zh-CN" altLang="zh-CN" sz="1400" b="1" i="0" u="none" strike="noStrike" cap="none" normalizeH="0" baseline="0" smtClean="0">
                          <a:ln>
                            <a:noFill/>
                          </a:ln>
                          <a:solidFill>
                            <a:srgbClr val="000099"/>
                          </a:solidFill>
                          <a:effectLst/>
                          <a:latin typeface="Calibri" panose="020F0502020204030204" charset="0"/>
                          <a:ea typeface="宋体" panose="02010600030101010101" pitchFamily="2" charset="-122"/>
                        </a:rPr>
                        <a:t>°</a:t>
                      </a:r>
                      <a:endParaRPr kumimoji="0" lang="zh-CN" altLang="zh-CN" sz="1400" b="1" i="0" u="none" strike="noStrike" cap="none" normalizeH="0" baseline="0" smtClean="0">
                        <a:ln>
                          <a:noFill/>
                        </a:ln>
                        <a:solidFill>
                          <a:srgbClr val="000099"/>
                        </a:solidFill>
                        <a:effectLst/>
                        <a:latin typeface="Calibri" panose="020F0502020204030204" charset="0"/>
                        <a:ea typeface="宋体" panose="02010600030101010101" pitchFamily="2" charset="-122"/>
                      </a:endParaRPr>
                    </a:p>
                  </a:txBody>
                  <a:tcPr marL="38973" marR="38973"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zh-CN" sz="1400" b="1" i="0" u="none" strike="noStrike" cap="none" normalizeH="0" baseline="0" smtClean="0">
                          <a:ln>
                            <a:noFill/>
                          </a:ln>
                          <a:solidFill>
                            <a:srgbClr val="000099"/>
                          </a:solidFill>
                          <a:effectLst/>
                          <a:latin typeface="Calibri" panose="020F0502020204030204" charset="0"/>
                          <a:ea typeface="宋体" panose="02010600030101010101" pitchFamily="2" charset="-122"/>
                        </a:rPr>
                        <a:t>—</a:t>
                      </a:r>
                      <a:endParaRPr kumimoji="0" lang="zh-CN" altLang="zh-CN" sz="1400" b="1" i="0" u="none" strike="noStrike" cap="none" normalizeH="0" baseline="0" smtClean="0">
                        <a:ln>
                          <a:noFill/>
                        </a:ln>
                        <a:solidFill>
                          <a:srgbClr val="000099"/>
                        </a:solidFill>
                        <a:effectLst/>
                        <a:latin typeface="Calibri" panose="020F0502020204030204" charset="0"/>
                        <a:ea typeface="宋体" panose="02010600030101010101" pitchFamily="2" charset="-122"/>
                        <a:cs typeface="Times New Roman" panose="02020603050405020304" pitchFamily="18" charset="0"/>
                      </a:endParaRPr>
                    </a:p>
                  </a:txBody>
                  <a:tcPr marL="38973" marR="38973"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smtClean="0">
                          <a:ln>
                            <a:noFill/>
                          </a:ln>
                          <a:solidFill>
                            <a:srgbClr val="000099"/>
                          </a:solidFill>
                          <a:effectLst/>
                          <a:latin typeface="宋体" panose="02010600030101010101" pitchFamily="2" charset="-122"/>
                          <a:ea typeface="宋体" panose="02010600030101010101" pitchFamily="2" charset="-122"/>
                        </a:rPr>
                        <a:t>1.14</a:t>
                      </a:r>
                      <a:endParaRPr kumimoji="0" lang="zh-CN" altLang="zh-CN" sz="1400" b="1" i="0" u="none" strike="noStrike" cap="none" normalizeH="0" baseline="0" smtClean="0">
                        <a:ln>
                          <a:noFill/>
                        </a:ln>
                        <a:solidFill>
                          <a:srgbClr val="000099"/>
                        </a:solidFill>
                        <a:effectLst/>
                        <a:latin typeface="Calibri" panose="020F0502020204030204" charset="0"/>
                        <a:ea typeface="宋体" panose="02010600030101010101" pitchFamily="2" charset="-122"/>
                        <a:cs typeface="Times New Roman" panose="02020603050405020304" pitchFamily="18" charset="0"/>
                      </a:endParaRPr>
                    </a:p>
                  </a:txBody>
                  <a:tcPr marL="38973" marR="38973"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smtClean="0">
                          <a:ln>
                            <a:noFill/>
                          </a:ln>
                          <a:solidFill>
                            <a:srgbClr val="000099"/>
                          </a:solidFill>
                          <a:effectLst/>
                          <a:latin typeface="宋体" panose="02010600030101010101" pitchFamily="2" charset="-122"/>
                          <a:ea typeface="宋体" panose="02010600030101010101" pitchFamily="2" charset="-122"/>
                        </a:rPr>
                        <a:t>1</a:t>
                      </a:r>
                      <a:endParaRPr kumimoji="0" lang="zh-CN" altLang="zh-CN" sz="1400" b="1" i="0" u="none" strike="noStrike" cap="none" normalizeH="0" baseline="0" smtClean="0">
                        <a:ln>
                          <a:noFill/>
                        </a:ln>
                        <a:solidFill>
                          <a:srgbClr val="000099"/>
                        </a:solidFill>
                        <a:effectLst/>
                        <a:latin typeface="Calibri" panose="020F0502020204030204" charset="0"/>
                        <a:ea typeface="宋体" panose="02010600030101010101" pitchFamily="2" charset="-122"/>
                        <a:cs typeface="Times New Roman" panose="02020603050405020304" pitchFamily="18" charset="0"/>
                      </a:endParaRPr>
                    </a:p>
                  </a:txBody>
                  <a:tcPr marL="38973" marR="38973"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smtClean="0">
                          <a:ln>
                            <a:noFill/>
                          </a:ln>
                          <a:solidFill>
                            <a:srgbClr val="000099"/>
                          </a:solidFill>
                          <a:effectLst/>
                          <a:latin typeface="宋体" panose="02010600030101010101" pitchFamily="2" charset="-122"/>
                          <a:ea typeface="宋体" panose="02010600030101010101" pitchFamily="2" charset="-122"/>
                        </a:rPr>
                        <a:t>0</a:t>
                      </a:r>
                      <a:endParaRPr kumimoji="0" lang="zh-CN" altLang="zh-CN" sz="1400" b="1" i="0" u="none" strike="noStrike" cap="none" normalizeH="0" baseline="0" smtClean="0">
                        <a:ln>
                          <a:noFill/>
                        </a:ln>
                        <a:solidFill>
                          <a:srgbClr val="000099"/>
                        </a:solidFill>
                        <a:effectLst/>
                        <a:latin typeface="Calibri" panose="020F0502020204030204" charset="0"/>
                        <a:ea typeface="宋体" panose="02010600030101010101" pitchFamily="2" charset="-122"/>
                        <a:cs typeface="Times New Roman" panose="02020603050405020304" pitchFamily="18" charset="0"/>
                      </a:endParaRPr>
                    </a:p>
                  </a:txBody>
                  <a:tcPr marL="38973" marR="38973"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smtClean="0">
                          <a:ln>
                            <a:noFill/>
                          </a:ln>
                          <a:solidFill>
                            <a:srgbClr val="000099"/>
                          </a:solidFill>
                          <a:effectLst/>
                          <a:latin typeface="宋体" panose="02010600030101010101" pitchFamily="2" charset="-122"/>
                          <a:ea typeface="宋体" panose="02010600030101010101" pitchFamily="2" charset="-122"/>
                        </a:rPr>
                        <a:t>0.35</a:t>
                      </a:r>
                      <a:endParaRPr kumimoji="0" lang="zh-CN" altLang="zh-CN" sz="1400" b="1" i="0" u="none" strike="noStrike" cap="none" normalizeH="0" baseline="0" smtClean="0">
                        <a:ln>
                          <a:noFill/>
                        </a:ln>
                        <a:solidFill>
                          <a:srgbClr val="000099"/>
                        </a:solidFill>
                        <a:effectLst/>
                        <a:latin typeface="Calibri" panose="020F0502020204030204" charset="0"/>
                        <a:ea typeface="宋体" panose="02010600030101010101" pitchFamily="2" charset="-122"/>
                        <a:cs typeface="Times New Roman" panose="02020603050405020304" pitchFamily="18" charset="0"/>
                      </a:endParaRPr>
                    </a:p>
                  </a:txBody>
                  <a:tcPr marL="38973" marR="38973"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smtClean="0">
                          <a:ln>
                            <a:noFill/>
                          </a:ln>
                          <a:solidFill>
                            <a:srgbClr val="000099"/>
                          </a:solidFill>
                          <a:effectLst/>
                          <a:latin typeface="宋体" panose="02010600030101010101" pitchFamily="2" charset="-122"/>
                          <a:ea typeface="宋体" panose="02010600030101010101" pitchFamily="2" charset="-122"/>
                        </a:rPr>
                        <a:t>0.57</a:t>
                      </a:r>
                      <a:endParaRPr kumimoji="0" lang="zh-CN" altLang="zh-CN" sz="1400" b="1" i="0" u="none" strike="noStrike" cap="none" normalizeH="0" baseline="0" smtClean="0">
                        <a:ln>
                          <a:noFill/>
                        </a:ln>
                        <a:solidFill>
                          <a:srgbClr val="000099"/>
                        </a:solidFill>
                        <a:effectLst/>
                        <a:latin typeface="Calibri" panose="020F0502020204030204" charset="0"/>
                        <a:ea typeface="宋体" panose="02010600030101010101" pitchFamily="2" charset="-122"/>
                        <a:cs typeface="Times New Roman" panose="02020603050405020304" pitchFamily="18" charset="0"/>
                      </a:endParaRPr>
                    </a:p>
                  </a:txBody>
                  <a:tcPr marL="38973" marR="38973" marT="0" marB="0" anchor="ctr" horzOverflow="overflow">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263525">
                <a:tc gridSpan="2">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zh-CN" sz="1400" b="1" i="0" u="none" strike="noStrike" cap="none" normalizeH="0" baseline="0" smtClean="0">
                          <a:ln>
                            <a:noFill/>
                          </a:ln>
                          <a:solidFill>
                            <a:srgbClr val="000099"/>
                          </a:solidFill>
                          <a:effectLst/>
                          <a:latin typeface="Calibri" panose="020F0502020204030204" charset="0"/>
                          <a:ea typeface="宋体" panose="02010600030101010101" pitchFamily="2" charset="-122"/>
                        </a:rPr>
                        <a:t>圆锥滚子轴承（</a:t>
                      </a:r>
                      <a:r>
                        <a:rPr kumimoji="0" lang="en-US" altLang="zh-CN" sz="1400" b="1" i="0" u="none" strike="noStrike" cap="none" normalizeH="0" baseline="0" smtClean="0">
                          <a:ln>
                            <a:noFill/>
                          </a:ln>
                          <a:solidFill>
                            <a:srgbClr val="000099"/>
                          </a:solidFill>
                          <a:effectLst/>
                          <a:latin typeface="Calibri" panose="020F0502020204030204" charset="0"/>
                          <a:ea typeface="宋体" panose="02010600030101010101" pitchFamily="2" charset="-122"/>
                        </a:rPr>
                        <a:t>30000</a:t>
                      </a:r>
                      <a:r>
                        <a:rPr kumimoji="0" lang="zh-CN" sz="1400" b="1" i="0" u="none" strike="noStrike" cap="none" normalizeH="0" baseline="0" smtClean="0">
                          <a:ln>
                            <a:noFill/>
                          </a:ln>
                          <a:solidFill>
                            <a:srgbClr val="000099"/>
                          </a:solidFill>
                          <a:effectLst/>
                          <a:latin typeface="Calibri" panose="020F0502020204030204" charset="0"/>
                          <a:ea typeface="宋体" panose="02010600030101010101" pitchFamily="2" charset="-122"/>
                        </a:rPr>
                        <a:t>型）</a:t>
                      </a:r>
                      <a:endParaRPr kumimoji="0" lang="zh-CN" sz="1400" b="1" i="0" u="none" strike="noStrike" cap="none" normalizeH="0" baseline="0" smtClean="0">
                        <a:ln>
                          <a:noFill/>
                        </a:ln>
                        <a:solidFill>
                          <a:srgbClr val="000099"/>
                        </a:solidFill>
                        <a:effectLst/>
                        <a:latin typeface="Calibri" panose="020F0502020204030204" charset="0"/>
                        <a:ea typeface="宋体" panose="02010600030101010101" pitchFamily="2" charset="-122"/>
                        <a:cs typeface="Times New Roman" panose="02020603050405020304" pitchFamily="18" charset="0"/>
                      </a:endParaRPr>
                    </a:p>
                  </a:txBody>
                  <a:tcPr marL="38973" marR="38973" marT="0" marB="0" anchor="ctr" horzOverflow="overflow">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hMerge="1">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zh-CN" sz="1400" b="1" i="0" u="none" strike="noStrike" cap="none" normalizeH="0" baseline="0" smtClean="0">
                          <a:ln>
                            <a:noFill/>
                          </a:ln>
                          <a:solidFill>
                            <a:srgbClr val="000099"/>
                          </a:solidFill>
                          <a:effectLst/>
                          <a:latin typeface="Calibri" panose="020F0502020204030204" charset="0"/>
                          <a:ea typeface="宋体" panose="02010600030101010101" pitchFamily="2" charset="-122"/>
                        </a:rPr>
                        <a:t>—</a:t>
                      </a:r>
                      <a:endParaRPr kumimoji="0" lang="zh-CN" altLang="zh-CN" sz="1400" b="1" i="0" u="none" strike="noStrike" cap="none" normalizeH="0" baseline="0" smtClean="0">
                        <a:ln>
                          <a:noFill/>
                        </a:ln>
                        <a:solidFill>
                          <a:srgbClr val="000099"/>
                        </a:solidFill>
                        <a:effectLst/>
                        <a:latin typeface="Calibri" panose="020F0502020204030204" charset="0"/>
                        <a:ea typeface="宋体" panose="02010600030101010101" pitchFamily="2" charset="-122"/>
                        <a:cs typeface="Times New Roman" panose="02020603050405020304" pitchFamily="18" charset="0"/>
                      </a:endParaRPr>
                    </a:p>
                  </a:txBody>
                  <a:tcPr marL="38973" marR="38973"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zh-CN" sz="1400" b="1" i="0" u="none" strike="noStrike" cap="none" normalizeH="0" baseline="0" smtClean="0">
                          <a:ln>
                            <a:noFill/>
                          </a:ln>
                          <a:solidFill>
                            <a:srgbClr val="000099"/>
                          </a:solidFill>
                          <a:effectLst/>
                          <a:latin typeface="Calibri" panose="020F0502020204030204" charset="0"/>
                          <a:ea typeface="宋体" panose="02010600030101010101" pitchFamily="2" charset="-122"/>
                        </a:rPr>
                        <a:t>（</a:t>
                      </a:r>
                      <a:r>
                        <a:rPr kumimoji="0" lang="en-US" altLang="zh-CN" sz="1400" b="1" i="1" u="none" strike="noStrike" cap="none" normalizeH="0" baseline="0" smtClean="0">
                          <a:ln>
                            <a:noFill/>
                          </a:ln>
                          <a:solidFill>
                            <a:srgbClr val="000099"/>
                          </a:solidFill>
                          <a:effectLst/>
                          <a:latin typeface="Times New Roman" panose="02020603050405020304" pitchFamily="18" charset="0"/>
                          <a:ea typeface="宋体" panose="02010600030101010101" pitchFamily="2" charset="-122"/>
                          <a:cs typeface="Times New Roman" panose="02020603050405020304" pitchFamily="18" charset="0"/>
                        </a:rPr>
                        <a:t>e</a:t>
                      </a:r>
                      <a:r>
                        <a:rPr kumimoji="0" lang="zh-CN" sz="1400" b="1" i="0" u="none" strike="noStrike" cap="none" normalizeH="0" baseline="0" smtClean="0">
                          <a:ln>
                            <a:noFill/>
                          </a:ln>
                          <a:solidFill>
                            <a:srgbClr val="000099"/>
                          </a:solidFill>
                          <a:effectLst/>
                          <a:latin typeface="Times New Roman" panose="02020603050405020304" pitchFamily="18" charset="0"/>
                          <a:ea typeface="宋体" panose="02010600030101010101" pitchFamily="2" charset="-122"/>
                          <a:cs typeface="Times New Roman" panose="02020603050405020304" pitchFamily="18" charset="0"/>
                        </a:rPr>
                        <a:t>）</a:t>
                      </a:r>
                      <a:endParaRPr kumimoji="0" lang="zh-CN" sz="1400" b="1" i="0" u="none" strike="noStrike" cap="none" normalizeH="0" baseline="0" smtClean="0">
                        <a:ln>
                          <a:noFill/>
                        </a:ln>
                        <a:solidFill>
                          <a:srgbClr val="000099"/>
                        </a:solidFill>
                        <a:effectLst/>
                        <a:latin typeface="Calibri" panose="020F0502020204030204" charset="0"/>
                        <a:ea typeface="宋体" panose="02010600030101010101" pitchFamily="2" charset="-122"/>
                        <a:cs typeface="Times New Roman" panose="02020603050405020304" pitchFamily="18" charset="0"/>
                      </a:endParaRPr>
                    </a:p>
                  </a:txBody>
                  <a:tcPr marL="38973" marR="38973"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smtClean="0">
                          <a:ln>
                            <a:noFill/>
                          </a:ln>
                          <a:solidFill>
                            <a:srgbClr val="000099"/>
                          </a:solidFill>
                          <a:effectLst/>
                          <a:latin typeface="宋体" panose="02010600030101010101" pitchFamily="2" charset="-122"/>
                          <a:ea typeface="宋体" panose="02010600030101010101" pitchFamily="2" charset="-122"/>
                        </a:rPr>
                        <a:t>1</a:t>
                      </a:r>
                      <a:endParaRPr kumimoji="0" lang="zh-CN" altLang="zh-CN" sz="1400" b="1" i="0" u="none" strike="noStrike" cap="none" normalizeH="0" baseline="0" smtClean="0">
                        <a:ln>
                          <a:noFill/>
                        </a:ln>
                        <a:solidFill>
                          <a:srgbClr val="000099"/>
                        </a:solidFill>
                        <a:effectLst/>
                        <a:latin typeface="Calibri" panose="020F0502020204030204" charset="0"/>
                        <a:ea typeface="宋体" panose="02010600030101010101" pitchFamily="2" charset="-122"/>
                        <a:cs typeface="Times New Roman" panose="02020603050405020304" pitchFamily="18" charset="0"/>
                      </a:endParaRPr>
                    </a:p>
                  </a:txBody>
                  <a:tcPr marL="38973" marR="38973"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smtClean="0">
                          <a:ln>
                            <a:noFill/>
                          </a:ln>
                          <a:solidFill>
                            <a:srgbClr val="000099"/>
                          </a:solidFill>
                          <a:effectLst/>
                          <a:latin typeface="宋体" panose="02010600030101010101" pitchFamily="2" charset="-122"/>
                          <a:ea typeface="宋体" panose="02010600030101010101" pitchFamily="2" charset="-122"/>
                        </a:rPr>
                        <a:t>0</a:t>
                      </a:r>
                      <a:endParaRPr kumimoji="0" lang="zh-CN" altLang="zh-CN" sz="1400" b="1" i="0" u="none" strike="noStrike" cap="none" normalizeH="0" baseline="0" smtClean="0">
                        <a:ln>
                          <a:noFill/>
                        </a:ln>
                        <a:solidFill>
                          <a:srgbClr val="000099"/>
                        </a:solidFill>
                        <a:effectLst/>
                        <a:latin typeface="Calibri" panose="020F0502020204030204" charset="0"/>
                        <a:ea typeface="宋体" panose="02010600030101010101" pitchFamily="2" charset="-122"/>
                        <a:cs typeface="Times New Roman" panose="02020603050405020304" pitchFamily="18" charset="0"/>
                      </a:endParaRPr>
                    </a:p>
                  </a:txBody>
                  <a:tcPr marL="38973" marR="38973"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smtClean="0">
                          <a:ln>
                            <a:noFill/>
                          </a:ln>
                          <a:solidFill>
                            <a:srgbClr val="000099"/>
                          </a:solidFill>
                          <a:effectLst/>
                          <a:latin typeface="宋体" panose="02010600030101010101" pitchFamily="2" charset="-122"/>
                          <a:ea typeface="宋体" panose="02010600030101010101" pitchFamily="2" charset="-122"/>
                        </a:rPr>
                        <a:t>0.40</a:t>
                      </a:r>
                      <a:endParaRPr kumimoji="0" lang="zh-CN" altLang="zh-CN" sz="1400" b="1" i="0" u="none" strike="noStrike" cap="none" normalizeH="0" baseline="0" smtClean="0">
                        <a:ln>
                          <a:noFill/>
                        </a:ln>
                        <a:solidFill>
                          <a:srgbClr val="000099"/>
                        </a:solidFill>
                        <a:effectLst/>
                        <a:latin typeface="Calibri" panose="020F0502020204030204" charset="0"/>
                        <a:ea typeface="宋体" panose="02010600030101010101" pitchFamily="2" charset="-122"/>
                        <a:cs typeface="Times New Roman" panose="02020603050405020304" pitchFamily="18" charset="0"/>
                      </a:endParaRPr>
                    </a:p>
                  </a:txBody>
                  <a:tcPr marL="38973" marR="38973"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zh-CN" sz="1400" b="1" i="0" u="none" strike="noStrike" cap="none" normalizeH="0" baseline="0" dirty="0" smtClean="0">
                          <a:ln>
                            <a:noFill/>
                          </a:ln>
                          <a:solidFill>
                            <a:srgbClr val="000099"/>
                          </a:solidFill>
                          <a:effectLst/>
                          <a:latin typeface="Calibri" panose="020F0502020204030204" charset="0"/>
                          <a:ea typeface="宋体" panose="02010600030101010101" pitchFamily="2" charset="-122"/>
                        </a:rPr>
                        <a:t>（</a:t>
                      </a:r>
                      <a:r>
                        <a:rPr kumimoji="0" lang="en-US" altLang="zh-CN" sz="1400" b="1" i="1" u="none" strike="noStrike" cap="none" normalizeH="0" baseline="0" dirty="0" smtClean="0">
                          <a:ln>
                            <a:noFill/>
                          </a:ln>
                          <a:solidFill>
                            <a:srgbClr val="000099"/>
                          </a:solidFill>
                          <a:effectLst/>
                          <a:latin typeface="Times New Roman" panose="02020603050405020304" pitchFamily="18" charset="0"/>
                          <a:ea typeface="宋体" panose="02010600030101010101" pitchFamily="2" charset="-122"/>
                          <a:cs typeface="Times New Roman" panose="02020603050405020304" pitchFamily="18" charset="0"/>
                        </a:rPr>
                        <a:t>Y</a:t>
                      </a:r>
                      <a:r>
                        <a:rPr kumimoji="0" lang="zh-CN" sz="1400" b="1" i="0" u="none" strike="noStrike" cap="none" normalizeH="0" baseline="0" dirty="0" smtClean="0">
                          <a:ln>
                            <a:noFill/>
                          </a:ln>
                          <a:solidFill>
                            <a:srgbClr val="000099"/>
                          </a:solidFill>
                          <a:effectLst/>
                          <a:latin typeface="Calibri" panose="020F0502020204030204" charset="0"/>
                          <a:ea typeface="宋体" panose="02010600030101010101" pitchFamily="2" charset="-122"/>
                        </a:rPr>
                        <a:t>）</a:t>
                      </a:r>
                      <a:endParaRPr kumimoji="0" lang="zh-CN" sz="1400" b="1" i="0" u="none" strike="noStrike" cap="none" normalizeH="0" baseline="0" dirty="0" smtClean="0">
                        <a:ln>
                          <a:noFill/>
                        </a:ln>
                        <a:solidFill>
                          <a:srgbClr val="000099"/>
                        </a:solidFill>
                        <a:effectLst/>
                        <a:latin typeface="Calibri" panose="020F0502020204030204" charset="0"/>
                        <a:ea typeface="宋体" panose="02010600030101010101" pitchFamily="2" charset="-122"/>
                      </a:endParaRPr>
                    </a:p>
                  </a:txBody>
                  <a:tcPr marL="38973" marR="38973" marT="0" marB="0" anchor="ctr" horzOverflow="overflow">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296863">
                <a:tc gridSpan="2">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zh-CN" sz="1400" b="1" i="0" u="none" strike="noStrike" cap="none" normalizeH="0" baseline="0" smtClean="0">
                          <a:ln>
                            <a:noFill/>
                          </a:ln>
                          <a:solidFill>
                            <a:srgbClr val="000099"/>
                          </a:solidFill>
                          <a:effectLst/>
                          <a:latin typeface="Calibri" panose="020F0502020204030204" charset="0"/>
                          <a:ea typeface="宋体" panose="02010600030101010101" pitchFamily="2" charset="-122"/>
                        </a:rPr>
                        <a:t>调心球轴承（</a:t>
                      </a:r>
                      <a:r>
                        <a:rPr kumimoji="0" lang="en-US" altLang="zh-CN" sz="1400" b="1" i="0" u="none" strike="noStrike" cap="none" normalizeH="0" baseline="0" smtClean="0">
                          <a:ln>
                            <a:noFill/>
                          </a:ln>
                          <a:solidFill>
                            <a:srgbClr val="000099"/>
                          </a:solidFill>
                          <a:effectLst/>
                          <a:latin typeface="Calibri" panose="020F0502020204030204" charset="0"/>
                          <a:ea typeface="宋体" panose="02010600030101010101" pitchFamily="2" charset="-122"/>
                        </a:rPr>
                        <a:t>10000</a:t>
                      </a:r>
                      <a:r>
                        <a:rPr kumimoji="0" lang="zh-CN" sz="1400" b="1" i="0" u="none" strike="noStrike" cap="none" normalizeH="0" baseline="0" smtClean="0">
                          <a:ln>
                            <a:noFill/>
                          </a:ln>
                          <a:solidFill>
                            <a:srgbClr val="000099"/>
                          </a:solidFill>
                          <a:effectLst/>
                          <a:latin typeface="Calibri" panose="020F0502020204030204" charset="0"/>
                          <a:ea typeface="宋体" panose="02010600030101010101" pitchFamily="2" charset="-122"/>
                        </a:rPr>
                        <a:t>型）</a:t>
                      </a:r>
                      <a:endParaRPr kumimoji="0" lang="zh-CN" sz="1400" b="1" i="0" u="none" strike="noStrike" cap="none" normalizeH="0" baseline="0" smtClean="0">
                        <a:ln>
                          <a:noFill/>
                        </a:ln>
                        <a:solidFill>
                          <a:srgbClr val="000099"/>
                        </a:solidFill>
                        <a:effectLst/>
                        <a:latin typeface="Calibri" panose="020F0502020204030204" charset="0"/>
                        <a:ea typeface="宋体" panose="02010600030101010101" pitchFamily="2" charset="-122"/>
                        <a:cs typeface="Times New Roman" panose="02020603050405020304" pitchFamily="18" charset="0"/>
                      </a:endParaRPr>
                    </a:p>
                  </a:txBody>
                  <a:tcPr marL="38973" marR="38973" marT="0" marB="0" anchor="ctr" horzOverflow="overflow">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hMerge="1">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zh-CN" sz="1400" b="1" i="0" u="none" strike="noStrike" cap="none" normalizeH="0" baseline="0" dirty="0" smtClean="0">
                          <a:ln>
                            <a:noFill/>
                          </a:ln>
                          <a:solidFill>
                            <a:srgbClr val="000099"/>
                          </a:solidFill>
                          <a:effectLst/>
                          <a:latin typeface="Calibri" panose="020F0502020204030204" charset="0"/>
                          <a:ea typeface="宋体" panose="02010600030101010101" pitchFamily="2" charset="-122"/>
                        </a:rPr>
                        <a:t>—</a:t>
                      </a:r>
                      <a:endParaRPr kumimoji="0" lang="zh-CN" altLang="zh-CN" sz="1400" b="1" i="0" u="none" strike="noStrike" cap="none" normalizeH="0" baseline="0" dirty="0" smtClean="0">
                        <a:ln>
                          <a:noFill/>
                        </a:ln>
                        <a:solidFill>
                          <a:srgbClr val="000099"/>
                        </a:solidFill>
                        <a:effectLst/>
                        <a:latin typeface="Calibri" panose="020F0502020204030204" charset="0"/>
                        <a:ea typeface="宋体" panose="02010600030101010101" pitchFamily="2" charset="-122"/>
                        <a:cs typeface="Times New Roman" panose="02020603050405020304" pitchFamily="18" charset="0"/>
                      </a:endParaRPr>
                    </a:p>
                  </a:txBody>
                  <a:tcPr marL="38973" marR="38973"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zh-CN" sz="1400" b="1" i="0" u="none" strike="noStrike" cap="none" normalizeH="0" baseline="0" smtClean="0">
                          <a:ln>
                            <a:noFill/>
                          </a:ln>
                          <a:solidFill>
                            <a:srgbClr val="000099"/>
                          </a:solidFill>
                          <a:effectLst/>
                          <a:latin typeface="Calibri" panose="020F0502020204030204" charset="0"/>
                          <a:ea typeface="宋体" panose="02010600030101010101" pitchFamily="2" charset="-122"/>
                        </a:rPr>
                        <a:t>（</a:t>
                      </a:r>
                      <a:r>
                        <a:rPr kumimoji="0" lang="en-US" altLang="zh-CN" sz="1400" b="1" i="1" u="none" strike="noStrike" cap="none" normalizeH="0" baseline="0" smtClean="0">
                          <a:ln>
                            <a:noFill/>
                          </a:ln>
                          <a:solidFill>
                            <a:srgbClr val="000099"/>
                          </a:solidFill>
                          <a:effectLst/>
                          <a:latin typeface="Times New Roman" panose="02020603050405020304" pitchFamily="18" charset="0"/>
                          <a:ea typeface="宋体" panose="02010600030101010101" pitchFamily="2" charset="-122"/>
                          <a:cs typeface="Times New Roman" panose="02020603050405020304" pitchFamily="18" charset="0"/>
                        </a:rPr>
                        <a:t>e</a:t>
                      </a:r>
                      <a:r>
                        <a:rPr kumimoji="0" lang="zh-CN" sz="1400" b="1" i="0" u="none" strike="noStrike" cap="none" normalizeH="0" baseline="0" smtClean="0">
                          <a:ln>
                            <a:noFill/>
                          </a:ln>
                          <a:solidFill>
                            <a:srgbClr val="000099"/>
                          </a:solidFill>
                          <a:effectLst/>
                          <a:latin typeface="Times New Roman" panose="02020603050405020304" pitchFamily="18" charset="0"/>
                          <a:ea typeface="宋体" panose="02010600030101010101" pitchFamily="2" charset="-122"/>
                          <a:cs typeface="Times New Roman" panose="02020603050405020304" pitchFamily="18" charset="0"/>
                        </a:rPr>
                        <a:t>）</a:t>
                      </a:r>
                      <a:endParaRPr kumimoji="0" lang="zh-CN" sz="1400" b="1" i="0" u="none" strike="noStrike" cap="none" normalizeH="0" baseline="0" smtClean="0">
                        <a:ln>
                          <a:noFill/>
                        </a:ln>
                        <a:solidFill>
                          <a:srgbClr val="000099"/>
                        </a:solidFill>
                        <a:effectLst/>
                        <a:latin typeface="Calibri" panose="020F0502020204030204" charset="0"/>
                        <a:ea typeface="宋体" panose="02010600030101010101" pitchFamily="2" charset="-122"/>
                        <a:cs typeface="Times New Roman" panose="02020603050405020304" pitchFamily="18" charset="0"/>
                      </a:endParaRPr>
                    </a:p>
                  </a:txBody>
                  <a:tcPr marL="38973" marR="38973"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smtClean="0">
                          <a:ln>
                            <a:noFill/>
                          </a:ln>
                          <a:solidFill>
                            <a:srgbClr val="000099"/>
                          </a:solidFill>
                          <a:effectLst/>
                          <a:latin typeface="宋体" panose="02010600030101010101" pitchFamily="2" charset="-122"/>
                          <a:ea typeface="宋体" panose="02010600030101010101" pitchFamily="2" charset="-122"/>
                        </a:rPr>
                        <a:t>1</a:t>
                      </a:r>
                      <a:endParaRPr kumimoji="0" lang="zh-CN" altLang="zh-CN" sz="1400" b="1" i="0" u="none" strike="noStrike" cap="none" normalizeH="0" baseline="0" smtClean="0">
                        <a:ln>
                          <a:noFill/>
                        </a:ln>
                        <a:solidFill>
                          <a:srgbClr val="000099"/>
                        </a:solidFill>
                        <a:effectLst/>
                        <a:latin typeface="Calibri" panose="020F0502020204030204" charset="0"/>
                        <a:ea typeface="宋体" panose="02010600030101010101" pitchFamily="2" charset="-122"/>
                        <a:cs typeface="Times New Roman" panose="02020603050405020304" pitchFamily="18" charset="0"/>
                      </a:endParaRPr>
                    </a:p>
                  </a:txBody>
                  <a:tcPr marL="38973" marR="38973"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zh-CN" sz="1400" b="1" i="0" u="none" strike="noStrike" cap="none" normalizeH="0" baseline="0" smtClean="0">
                          <a:ln>
                            <a:noFill/>
                          </a:ln>
                          <a:solidFill>
                            <a:srgbClr val="000099"/>
                          </a:solidFill>
                          <a:effectLst/>
                          <a:latin typeface="Calibri" panose="020F0502020204030204" charset="0"/>
                          <a:ea typeface="宋体" panose="02010600030101010101" pitchFamily="2" charset="-122"/>
                        </a:rPr>
                        <a:t>（</a:t>
                      </a:r>
                      <a:r>
                        <a:rPr kumimoji="0" lang="en-US" altLang="zh-CN" sz="1400" b="1" i="1" u="none" strike="noStrike" cap="none" normalizeH="0" baseline="0" smtClean="0">
                          <a:ln>
                            <a:noFill/>
                          </a:ln>
                          <a:solidFill>
                            <a:srgbClr val="000099"/>
                          </a:solidFill>
                          <a:effectLst/>
                          <a:latin typeface="Times New Roman" panose="02020603050405020304" pitchFamily="18" charset="0"/>
                          <a:ea typeface="宋体" panose="02010600030101010101" pitchFamily="2" charset="-122"/>
                          <a:cs typeface="Times New Roman" panose="02020603050405020304" pitchFamily="18" charset="0"/>
                        </a:rPr>
                        <a:t>Y</a:t>
                      </a:r>
                      <a:r>
                        <a:rPr kumimoji="0" lang="en-US" altLang="zh-CN" sz="1400" b="1" i="0" u="none" strike="noStrike" cap="none" normalizeH="0" baseline="-25000" smtClean="0">
                          <a:ln>
                            <a:noFill/>
                          </a:ln>
                          <a:solidFill>
                            <a:srgbClr val="000099"/>
                          </a:solidFill>
                          <a:effectLst/>
                          <a:latin typeface="Times New Roman" panose="02020603050405020304" pitchFamily="18" charset="0"/>
                          <a:ea typeface="宋体" panose="02010600030101010101" pitchFamily="2" charset="-122"/>
                          <a:cs typeface="Times New Roman" panose="02020603050405020304" pitchFamily="18" charset="0"/>
                        </a:rPr>
                        <a:t>1</a:t>
                      </a:r>
                      <a:r>
                        <a:rPr kumimoji="0" lang="zh-CN" sz="1400" b="1" i="0" u="none" strike="noStrike" cap="none" normalizeH="0" baseline="0" smtClean="0">
                          <a:ln>
                            <a:noFill/>
                          </a:ln>
                          <a:solidFill>
                            <a:srgbClr val="000099"/>
                          </a:solidFill>
                          <a:effectLst/>
                          <a:latin typeface="Calibri" panose="020F0502020204030204" charset="0"/>
                          <a:ea typeface="宋体" panose="02010600030101010101" pitchFamily="2" charset="-122"/>
                        </a:rPr>
                        <a:t>）</a:t>
                      </a:r>
                      <a:endParaRPr kumimoji="0" lang="zh-CN" sz="1400" b="1" i="0" u="none" strike="noStrike" cap="none" normalizeH="0" baseline="0" smtClean="0">
                        <a:ln>
                          <a:noFill/>
                        </a:ln>
                        <a:solidFill>
                          <a:srgbClr val="000099"/>
                        </a:solidFill>
                        <a:effectLst/>
                        <a:latin typeface="Calibri" panose="020F0502020204030204" charset="0"/>
                        <a:ea typeface="宋体" panose="02010600030101010101" pitchFamily="2" charset="-122"/>
                      </a:endParaRPr>
                    </a:p>
                  </a:txBody>
                  <a:tcPr marL="38973" marR="38973"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smtClean="0">
                          <a:ln>
                            <a:noFill/>
                          </a:ln>
                          <a:solidFill>
                            <a:srgbClr val="000099"/>
                          </a:solidFill>
                          <a:effectLst/>
                          <a:latin typeface="宋体" panose="02010600030101010101" pitchFamily="2" charset="-122"/>
                          <a:ea typeface="宋体" panose="02010600030101010101" pitchFamily="2" charset="-122"/>
                        </a:rPr>
                        <a:t>0.65</a:t>
                      </a:r>
                      <a:endParaRPr kumimoji="0" lang="zh-CN" altLang="zh-CN" sz="1400" b="1" i="0" u="none" strike="noStrike" cap="none" normalizeH="0" baseline="0" smtClean="0">
                        <a:ln>
                          <a:noFill/>
                        </a:ln>
                        <a:solidFill>
                          <a:srgbClr val="000099"/>
                        </a:solidFill>
                        <a:effectLst/>
                        <a:latin typeface="Calibri" panose="020F0502020204030204" charset="0"/>
                        <a:ea typeface="宋体" panose="02010600030101010101" pitchFamily="2" charset="-122"/>
                        <a:cs typeface="Times New Roman" panose="02020603050405020304" pitchFamily="18" charset="0"/>
                      </a:endParaRPr>
                    </a:p>
                  </a:txBody>
                  <a:tcPr marL="38973" marR="38973"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zh-CN" sz="1400" b="1" i="0" u="none" strike="noStrike" cap="none" normalizeH="0" baseline="0" smtClean="0">
                          <a:ln>
                            <a:noFill/>
                          </a:ln>
                          <a:solidFill>
                            <a:srgbClr val="000099"/>
                          </a:solidFill>
                          <a:effectLst/>
                          <a:latin typeface="Calibri" panose="020F0502020204030204" charset="0"/>
                          <a:ea typeface="宋体" panose="02010600030101010101" pitchFamily="2" charset="-122"/>
                        </a:rPr>
                        <a:t>（</a:t>
                      </a:r>
                      <a:r>
                        <a:rPr kumimoji="0" lang="en-US" altLang="zh-CN" sz="1400" b="1" i="1" u="none" strike="noStrike" cap="none" normalizeH="0" baseline="0" smtClean="0">
                          <a:ln>
                            <a:noFill/>
                          </a:ln>
                          <a:solidFill>
                            <a:srgbClr val="000099"/>
                          </a:solidFill>
                          <a:effectLst/>
                          <a:latin typeface="Times New Roman" panose="02020603050405020304" pitchFamily="18" charset="0"/>
                          <a:ea typeface="宋体" panose="02010600030101010101" pitchFamily="2" charset="-122"/>
                          <a:cs typeface="Times New Roman" panose="02020603050405020304" pitchFamily="18" charset="0"/>
                        </a:rPr>
                        <a:t>Y</a:t>
                      </a:r>
                      <a:r>
                        <a:rPr kumimoji="0" lang="en-US" altLang="zh-CN" sz="1400" b="1" i="0" u="none" strike="noStrike" cap="none" normalizeH="0" baseline="-25000" smtClean="0">
                          <a:ln>
                            <a:noFill/>
                          </a:ln>
                          <a:solidFill>
                            <a:srgbClr val="000099"/>
                          </a:solidFill>
                          <a:effectLst/>
                          <a:latin typeface="Times New Roman" panose="02020603050405020304" pitchFamily="18" charset="0"/>
                          <a:ea typeface="宋体" panose="02010600030101010101" pitchFamily="2" charset="-122"/>
                          <a:cs typeface="Times New Roman" panose="02020603050405020304" pitchFamily="18" charset="0"/>
                        </a:rPr>
                        <a:t>2</a:t>
                      </a:r>
                      <a:r>
                        <a:rPr kumimoji="0" lang="zh-CN" sz="1400" b="1" i="0" u="none" strike="noStrike" cap="none" normalizeH="0" baseline="0" smtClean="0">
                          <a:ln>
                            <a:noFill/>
                          </a:ln>
                          <a:solidFill>
                            <a:srgbClr val="000099"/>
                          </a:solidFill>
                          <a:effectLst/>
                          <a:latin typeface="Calibri" panose="020F0502020204030204" charset="0"/>
                          <a:ea typeface="宋体" panose="02010600030101010101" pitchFamily="2" charset="-122"/>
                        </a:rPr>
                        <a:t>）</a:t>
                      </a:r>
                      <a:endParaRPr kumimoji="0" lang="zh-CN" sz="1400" b="1" i="0" u="none" strike="noStrike" cap="none" normalizeH="0" baseline="0" smtClean="0">
                        <a:ln>
                          <a:noFill/>
                        </a:ln>
                        <a:solidFill>
                          <a:srgbClr val="000099"/>
                        </a:solidFill>
                        <a:effectLst/>
                        <a:latin typeface="Calibri" panose="020F0502020204030204" charset="0"/>
                        <a:ea typeface="宋体" panose="02010600030101010101" pitchFamily="2" charset="-122"/>
                      </a:endParaRPr>
                    </a:p>
                  </a:txBody>
                  <a:tcPr marL="38973" marR="38973" marT="0" marB="0" anchor="ctr" horzOverflow="overflow">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296863">
                <a:tc gridSpan="2">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zh-CN" sz="1400" b="1" i="0" u="none" strike="noStrike" cap="none" normalizeH="0" baseline="0" smtClean="0">
                          <a:ln>
                            <a:noFill/>
                          </a:ln>
                          <a:solidFill>
                            <a:srgbClr val="000099"/>
                          </a:solidFill>
                          <a:effectLst/>
                          <a:latin typeface="Calibri" panose="020F0502020204030204" charset="0"/>
                          <a:ea typeface="宋体" panose="02010600030101010101" pitchFamily="2" charset="-122"/>
                        </a:rPr>
                        <a:t>调心滚子轴承（</a:t>
                      </a:r>
                      <a:r>
                        <a:rPr kumimoji="0" lang="en-US" altLang="zh-CN" sz="1400" b="1" i="0" u="none" strike="noStrike" cap="none" normalizeH="0" baseline="0" smtClean="0">
                          <a:ln>
                            <a:noFill/>
                          </a:ln>
                          <a:solidFill>
                            <a:srgbClr val="000099"/>
                          </a:solidFill>
                          <a:effectLst/>
                          <a:latin typeface="Calibri" panose="020F0502020204030204" charset="0"/>
                          <a:ea typeface="宋体" panose="02010600030101010101" pitchFamily="2" charset="-122"/>
                        </a:rPr>
                        <a:t>20000</a:t>
                      </a:r>
                      <a:r>
                        <a:rPr kumimoji="0" lang="zh-CN" sz="1400" b="1" i="0" u="none" strike="noStrike" cap="none" normalizeH="0" baseline="0" smtClean="0">
                          <a:ln>
                            <a:noFill/>
                          </a:ln>
                          <a:solidFill>
                            <a:srgbClr val="000099"/>
                          </a:solidFill>
                          <a:effectLst/>
                          <a:latin typeface="Calibri" panose="020F0502020204030204" charset="0"/>
                          <a:ea typeface="宋体" panose="02010600030101010101" pitchFamily="2" charset="-122"/>
                        </a:rPr>
                        <a:t>型）</a:t>
                      </a:r>
                      <a:endParaRPr kumimoji="0" lang="zh-CN" sz="1400" b="1" i="0" u="none" strike="noStrike" cap="none" normalizeH="0" baseline="0" smtClean="0">
                        <a:ln>
                          <a:noFill/>
                        </a:ln>
                        <a:solidFill>
                          <a:srgbClr val="000099"/>
                        </a:solidFill>
                        <a:effectLst/>
                        <a:latin typeface="Calibri" panose="020F0502020204030204" charset="0"/>
                        <a:ea typeface="宋体" panose="02010600030101010101" pitchFamily="2" charset="-122"/>
                        <a:cs typeface="Times New Roman" panose="02020603050405020304" pitchFamily="18" charset="0"/>
                      </a:endParaRPr>
                    </a:p>
                  </a:txBody>
                  <a:tcPr marL="38973" marR="38973" marT="0" marB="0" anchor="ctr" horzOverflow="overflow">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lnTlToBr>
                      <a:noFill/>
                    </a:lnTlToBr>
                    <a:lnBlToTr>
                      <a:noFill/>
                    </a:lnBlToTr>
                    <a:noFill/>
                  </a:tcPr>
                </a:tc>
                <a:tc hMerge="1">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zh-CN" sz="1400" b="1" i="0" u="none" strike="noStrike" cap="none" normalizeH="0" baseline="0" smtClean="0">
                          <a:ln>
                            <a:noFill/>
                          </a:ln>
                          <a:solidFill>
                            <a:srgbClr val="000099"/>
                          </a:solidFill>
                          <a:effectLst/>
                          <a:latin typeface="Calibri" panose="020F0502020204030204" charset="0"/>
                          <a:ea typeface="宋体" panose="02010600030101010101" pitchFamily="2" charset="-122"/>
                        </a:rPr>
                        <a:t>—</a:t>
                      </a:r>
                      <a:endParaRPr kumimoji="0" lang="zh-CN" altLang="zh-CN" sz="1400" b="1" i="0" u="none" strike="noStrike" cap="none" normalizeH="0" baseline="0" smtClean="0">
                        <a:ln>
                          <a:noFill/>
                        </a:ln>
                        <a:solidFill>
                          <a:srgbClr val="000099"/>
                        </a:solidFill>
                        <a:effectLst/>
                        <a:latin typeface="Calibri" panose="020F0502020204030204" charset="0"/>
                        <a:ea typeface="宋体" panose="02010600030101010101" pitchFamily="2" charset="-122"/>
                        <a:cs typeface="Times New Roman" panose="02020603050405020304" pitchFamily="18" charset="0"/>
                      </a:endParaRPr>
                    </a:p>
                  </a:txBody>
                  <a:tcPr marL="38973" marR="38973"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zh-CN" sz="1400" b="1" i="0" u="none" strike="noStrike" cap="none" normalizeH="0" baseline="0" smtClean="0">
                          <a:ln>
                            <a:noFill/>
                          </a:ln>
                          <a:solidFill>
                            <a:srgbClr val="000099"/>
                          </a:solidFill>
                          <a:effectLst/>
                          <a:latin typeface="Calibri" panose="020F0502020204030204" charset="0"/>
                          <a:ea typeface="宋体" panose="02010600030101010101" pitchFamily="2" charset="-122"/>
                        </a:rPr>
                        <a:t>（</a:t>
                      </a:r>
                      <a:r>
                        <a:rPr kumimoji="0" lang="en-US" altLang="zh-CN" sz="1400" b="1" i="1" u="none" strike="noStrike" cap="none" normalizeH="0" baseline="0" smtClean="0">
                          <a:ln>
                            <a:noFill/>
                          </a:ln>
                          <a:solidFill>
                            <a:srgbClr val="000099"/>
                          </a:solidFill>
                          <a:effectLst/>
                          <a:latin typeface="Times New Roman" panose="02020603050405020304" pitchFamily="18" charset="0"/>
                          <a:ea typeface="宋体" panose="02010600030101010101" pitchFamily="2" charset="-122"/>
                          <a:cs typeface="Times New Roman" panose="02020603050405020304" pitchFamily="18" charset="0"/>
                        </a:rPr>
                        <a:t>e</a:t>
                      </a:r>
                      <a:r>
                        <a:rPr kumimoji="0" lang="zh-CN" sz="1400" b="1" i="0" u="none" strike="noStrike" cap="none" normalizeH="0" baseline="0" smtClean="0">
                          <a:ln>
                            <a:noFill/>
                          </a:ln>
                          <a:solidFill>
                            <a:srgbClr val="000099"/>
                          </a:solidFill>
                          <a:effectLst/>
                          <a:latin typeface="Times New Roman" panose="02020603050405020304" pitchFamily="18" charset="0"/>
                          <a:ea typeface="宋体" panose="02010600030101010101" pitchFamily="2" charset="-122"/>
                          <a:cs typeface="Times New Roman" panose="02020603050405020304" pitchFamily="18" charset="0"/>
                        </a:rPr>
                        <a:t>）</a:t>
                      </a:r>
                      <a:endParaRPr kumimoji="0" lang="zh-CN" sz="1400" b="1" i="0" u="none" strike="noStrike" cap="none" normalizeH="0" baseline="0" smtClean="0">
                        <a:ln>
                          <a:noFill/>
                        </a:ln>
                        <a:solidFill>
                          <a:srgbClr val="000099"/>
                        </a:solidFill>
                        <a:effectLst/>
                        <a:latin typeface="Calibri" panose="020F0502020204030204" charset="0"/>
                        <a:ea typeface="宋体" panose="02010600030101010101" pitchFamily="2" charset="-122"/>
                        <a:cs typeface="Times New Roman" panose="02020603050405020304" pitchFamily="18" charset="0"/>
                      </a:endParaRPr>
                    </a:p>
                  </a:txBody>
                  <a:tcPr marL="38973" marR="38973"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smtClean="0">
                          <a:ln>
                            <a:noFill/>
                          </a:ln>
                          <a:solidFill>
                            <a:srgbClr val="000099"/>
                          </a:solidFill>
                          <a:effectLst/>
                          <a:latin typeface="宋体" panose="02010600030101010101" pitchFamily="2" charset="-122"/>
                          <a:ea typeface="宋体" panose="02010600030101010101" pitchFamily="2" charset="-122"/>
                        </a:rPr>
                        <a:t>1</a:t>
                      </a:r>
                      <a:endParaRPr kumimoji="0" lang="zh-CN" altLang="zh-CN" sz="1400" b="1" i="0" u="none" strike="noStrike" cap="none" normalizeH="0" baseline="0" smtClean="0">
                        <a:ln>
                          <a:noFill/>
                        </a:ln>
                        <a:solidFill>
                          <a:srgbClr val="000099"/>
                        </a:solidFill>
                        <a:effectLst/>
                        <a:latin typeface="Calibri" panose="020F0502020204030204" charset="0"/>
                        <a:ea typeface="宋体" panose="02010600030101010101" pitchFamily="2" charset="-122"/>
                        <a:cs typeface="Times New Roman" panose="02020603050405020304" pitchFamily="18" charset="0"/>
                      </a:endParaRPr>
                    </a:p>
                  </a:txBody>
                  <a:tcPr marL="38973" marR="38973"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zh-CN" sz="1400" b="1" i="0" u="none" strike="noStrike" cap="none" normalizeH="0" baseline="0" smtClean="0">
                          <a:ln>
                            <a:noFill/>
                          </a:ln>
                          <a:solidFill>
                            <a:srgbClr val="000099"/>
                          </a:solidFill>
                          <a:effectLst/>
                          <a:latin typeface="Calibri" panose="020F0502020204030204" charset="0"/>
                          <a:ea typeface="宋体" panose="02010600030101010101" pitchFamily="2" charset="-122"/>
                        </a:rPr>
                        <a:t>（</a:t>
                      </a:r>
                      <a:r>
                        <a:rPr kumimoji="0" lang="en-US" altLang="zh-CN" sz="1400" b="1" i="1" u="none" strike="noStrike" cap="none" normalizeH="0" baseline="0" smtClean="0">
                          <a:ln>
                            <a:noFill/>
                          </a:ln>
                          <a:solidFill>
                            <a:srgbClr val="000099"/>
                          </a:solidFill>
                          <a:effectLst/>
                          <a:latin typeface="Times New Roman" panose="02020603050405020304" pitchFamily="18" charset="0"/>
                          <a:ea typeface="宋体" panose="02010600030101010101" pitchFamily="2" charset="-122"/>
                          <a:cs typeface="Times New Roman" panose="02020603050405020304" pitchFamily="18" charset="0"/>
                        </a:rPr>
                        <a:t>Y</a:t>
                      </a:r>
                      <a:r>
                        <a:rPr kumimoji="0" lang="en-US" altLang="zh-CN" sz="1400" b="1" i="0" u="none" strike="noStrike" cap="none" normalizeH="0" baseline="-25000" smtClean="0">
                          <a:ln>
                            <a:noFill/>
                          </a:ln>
                          <a:solidFill>
                            <a:srgbClr val="000099"/>
                          </a:solidFill>
                          <a:effectLst/>
                          <a:latin typeface="Times New Roman" panose="02020603050405020304" pitchFamily="18" charset="0"/>
                          <a:ea typeface="宋体" panose="02010600030101010101" pitchFamily="2" charset="-122"/>
                          <a:cs typeface="Times New Roman" panose="02020603050405020304" pitchFamily="18" charset="0"/>
                        </a:rPr>
                        <a:t>1</a:t>
                      </a:r>
                      <a:r>
                        <a:rPr kumimoji="0" lang="zh-CN" sz="1400" b="1" i="0" u="none" strike="noStrike" cap="none" normalizeH="0" baseline="0" smtClean="0">
                          <a:ln>
                            <a:noFill/>
                          </a:ln>
                          <a:solidFill>
                            <a:srgbClr val="000099"/>
                          </a:solidFill>
                          <a:effectLst/>
                          <a:latin typeface="Calibri" panose="020F0502020204030204" charset="0"/>
                          <a:ea typeface="宋体" panose="02010600030101010101" pitchFamily="2" charset="-122"/>
                        </a:rPr>
                        <a:t>）</a:t>
                      </a:r>
                      <a:endParaRPr kumimoji="0" lang="zh-CN" sz="1400" b="1" i="0" u="none" strike="noStrike" cap="none" normalizeH="0" baseline="0" smtClean="0">
                        <a:ln>
                          <a:noFill/>
                        </a:ln>
                        <a:solidFill>
                          <a:srgbClr val="000099"/>
                        </a:solidFill>
                        <a:effectLst/>
                        <a:latin typeface="Calibri" panose="020F0502020204030204" charset="0"/>
                        <a:ea typeface="宋体" panose="02010600030101010101" pitchFamily="2" charset="-122"/>
                      </a:endParaRPr>
                    </a:p>
                  </a:txBody>
                  <a:tcPr marL="38973" marR="38973"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smtClean="0">
                          <a:ln>
                            <a:noFill/>
                          </a:ln>
                          <a:solidFill>
                            <a:srgbClr val="000099"/>
                          </a:solidFill>
                          <a:effectLst/>
                          <a:latin typeface="宋体" panose="02010600030101010101" pitchFamily="2" charset="-122"/>
                          <a:ea typeface="宋体" panose="02010600030101010101" pitchFamily="2" charset="-122"/>
                        </a:rPr>
                        <a:t>0.67</a:t>
                      </a:r>
                      <a:endParaRPr kumimoji="0" lang="zh-CN" altLang="zh-CN" sz="1400" b="1" i="0" u="none" strike="noStrike" cap="none" normalizeH="0" baseline="0" smtClean="0">
                        <a:ln>
                          <a:noFill/>
                        </a:ln>
                        <a:solidFill>
                          <a:srgbClr val="000099"/>
                        </a:solidFill>
                        <a:effectLst/>
                        <a:latin typeface="Calibri" panose="020F0502020204030204" charset="0"/>
                        <a:ea typeface="宋体" panose="02010600030101010101" pitchFamily="2" charset="-122"/>
                        <a:cs typeface="Times New Roman" panose="02020603050405020304" pitchFamily="18" charset="0"/>
                      </a:endParaRPr>
                    </a:p>
                  </a:txBody>
                  <a:tcPr marL="38973" marR="38973"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zh-CN" sz="1400" b="1" i="0" u="none" strike="noStrike" cap="none" normalizeH="0" baseline="0" dirty="0" smtClean="0">
                          <a:ln>
                            <a:noFill/>
                          </a:ln>
                          <a:solidFill>
                            <a:srgbClr val="000099"/>
                          </a:solidFill>
                          <a:effectLst/>
                          <a:latin typeface="Calibri" panose="020F0502020204030204" charset="0"/>
                          <a:ea typeface="宋体" panose="02010600030101010101" pitchFamily="2" charset="-122"/>
                        </a:rPr>
                        <a:t>（</a:t>
                      </a:r>
                      <a:r>
                        <a:rPr kumimoji="0" lang="en-US" altLang="zh-CN" sz="1400" b="1" i="1" u="none" strike="noStrike" cap="none" normalizeH="0" baseline="0" dirty="0" smtClean="0">
                          <a:ln>
                            <a:noFill/>
                          </a:ln>
                          <a:solidFill>
                            <a:srgbClr val="000099"/>
                          </a:solidFill>
                          <a:effectLst/>
                          <a:latin typeface="Times New Roman" panose="02020603050405020304" pitchFamily="18" charset="0"/>
                          <a:ea typeface="宋体" panose="02010600030101010101" pitchFamily="2" charset="-122"/>
                          <a:cs typeface="Times New Roman" panose="02020603050405020304" pitchFamily="18" charset="0"/>
                        </a:rPr>
                        <a:t>Y</a:t>
                      </a:r>
                      <a:r>
                        <a:rPr kumimoji="0" lang="en-US" altLang="zh-CN" sz="1400" b="1" i="0" u="none" strike="noStrike" cap="none" normalizeH="0" baseline="-25000" dirty="0" smtClean="0">
                          <a:ln>
                            <a:noFill/>
                          </a:ln>
                          <a:solidFill>
                            <a:srgbClr val="000099"/>
                          </a:solidFill>
                          <a:effectLst/>
                          <a:latin typeface="Times New Roman" panose="02020603050405020304" pitchFamily="18" charset="0"/>
                          <a:ea typeface="宋体" panose="02010600030101010101" pitchFamily="2" charset="-122"/>
                          <a:cs typeface="Times New Roman" panose="02020603050405020304" pitchFamily="18" charset="0"/>
                        </a:rPr>
                        <a:t>2</a:t>
                      </a:r>
                      <a:r>
                        <a:rPr kumimoji="0" lang="zh-CN" sz="1400" b="1" i="0" u="none" strike="noStrike" cap="none" normalizeH="0" baseline="0" dirty="0" smtClean="0">
                          <a:ln>
                            <a:noFill/>
                          </a:ln>
                          <a:solidFill>
                            <a:srgbClr val="000099"/>
                          </a:solidFill>
                          <a:effectLst/>
                          <a:latin typeface="Calibri" panose="020F0502020204030204" charset="0"/>
                          <a:ea typeface="宋体" panose="02010600030101010101" pitchFamily="2" charset="-122"/>
                        </a:rPr>
                        <a:t>）</a:t>
                      </a:r>
                      <a:endParaRPr kumimoji="0" lang="zh-CN" sz="1400" b="1" i="0" u="none" strike="noStrike" cap="none" normalizeH="0" baseline="0" dirty="0" smtClean="0">
                        <a:ln>
                          <a:noFill/>
                        </a:ln>
                        <a:solidFill>
                          <a:srgbClr val="000099"/>
                        </a:solidFill>
                        <a:effectLst/>
                        <a:latin typeface="Calibri" panose="020F0502020204030204" charset="0"/>
                        <a:ea typeface="宋体" panose="02010600030101010101" pitchFamily="2" charset="-122"/>
                      </a:endParaRPr>
                    </a:p>
                  </a:txBody>
                  <a:tcPr marL="38973" marR="38973" marT="0" marB="0" anchor="ctr" horzOverflow="overflow">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lnTlToBr>
                      <a:noFill/>
                    </a:lnTlToBr>
                    <a:lnBlToTr>
                      <a:noFill/>
                    </a:lnBlToTr>
                    <a:noFill/>
                  </a:tcPr>
                </a:tc>
              </a:tr>
            </a:tbl>
          </a:graphicData>
        </a:graphic>
      </p:graphicFrame>
      <p:graphicFrame>
        <p:nvGraphicFramePr>
          <p:cNvPr id="9218" name="Object 2"/>
          <p:cNvGraphicFramePr>
            <a:graphicFrameLocks noChangeAspect="1"/>
          </p:cNvGraphicFramePr>
          <p:nvPr/>
        </p:nvGraphicFramePr>
        <p:xfrm>
          <a:off x="3595688" y="285750"/>
          <a:ext cx="592137" cy="285750"/>
        </p:xfrm>
        <a:graphic>
          <a:graphicData uri="http://schemas.openxmlformats.org/presentationml/2006/ole">
            <mc:AlternateContent xmlns:mc="http://schemas.openxmlformats.org/markup-compatibility/2006">
              <mc:Choice xmlns:v="urn:schemas-microsoft-com:vml" Requires="v">
                <p:oleObj spid="_x0000_s9492" name="公式" r:id="rId1" imgW="11277600" imgH="5486400" progId="Equation.3">
                  <p:embed/>
                </p:oleObj>
              </mc:Choice>
              <mc:Fallback>
                <p:oleObj name="公式" r:id="rId1" imgW="11277600" imgH="5486400" progId="Equation.3">
                  <p:embed/>
                  <p:pic>
                    <p:nvPicPr>
                      <p:cNvPr id="0" name="Object 2"/>
                      <p:cNvPicPr>
                        <a:picLocks noChangeAspect="1" noChangeArrowheads="1"/>
                      </p:cNvPicPr>
                      <p:nvPr/>
                    </p:nvPicPr>
                    <p:blipFill>
                      <a:blip r:embed="rId2"/>
                      <a:srcRect/>
                      <a:stretch>
                        <a:fillRect/>
                      </a:stretch>
                    </p:blipFill>
                    <p:spPr bwMode="auto">
                      <a:xfrm>
                        <a:off x="3595688" y="285750"/>
                        <a:ext cx="592137" cy="2857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9219" name="Object 3"/>
          <p:cNvGraphicFramePr>
            <a:graphicFrameLocks noChangeAspect="1"/>
          </p:cNvGraphicFramePr>
          <p:nvPr/>
        </p:nvGraphicFramePr>
        <p:xfrm>
          <a:off x="5643563" y="0"/>
          <a:ext cx="871537" cy="285750"/>
        </p:xfrm>
        <a:graphic>
          <a:graphicData uri="http://schemas.openxmlformats.org/presentationml/2006/ole">
            <mc:AlternateContent xmlns:mc="http://schemas.openxmlformats.org/markup-compatibility/2006">
              <mc:Choice xmlns:v="urn:schemas-microsoft-com:vml" Requires="v">
                <p:oleObj spid="_x0000_s9493" name="公式" r:id="rId3" imgW="685800" imgH="228600" progId="Equation.3">
                  <p:embed/>
                </p:oleObj>
              </mc:Choice>
              <mc:Fallback>
                <p:oleObj name="公式" r:id="rId3" imgW="685800" imgH="228600" progId="Equation.3">
                  <p:embed/>
                  <p:pic>
                    <p:nvPicPr>
                      <p:cNvPr id="0"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643563" y="0"/>
                        <a:ext cx="871537" cy="2857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9220" name="Object 4"/>
          <p:cNvGraphicFramePr>
            <a:graphicFrameLocks noChangeAspect="1"/>
          </p:cNvGraphicFramePr>
          <p:nvPr/>
        </p:nvGraphicFramePr>
        <p:xfrm>
          <a:off x="7000875" y="0"/>
          <a:ext cx="857250" cy="285750"/>
        </p:xfrm>
        <a:graphic>
          <a:graphicData uri="http://schemas.openxmlformats.org/presentationml/2006/ole">
            <mc:AlternateContent xmlns:mc="http://schemas.openxmlformats.org/markup-compatibility/2006">
              <mc:Choice xmlns:v="urn:schemas-microsoft-com:vml" Requires="v">
                <p:oleObj spid="_x0000_s9494" name="公式" r:id="rId5" imgW="685800" imgH="228600" progId="Equation.3">
                  <p:embed/>
                </p:oleObj>
              </mc:Choice>
              <mc:Fallback>
                <p:oleObj name="公式" r:id="rId5" imgW="685800" imgH="228600" progId="Equation.3">
                  <p:embed/>
                  <p:pic>
                    <p:nvPicPr>
                      <p:cNvPr id="0" name="Object 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000875" y="0"/>
                        <a:ext cx="857250" cy="2857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9380" name="Text Box 129"/>
          <p:cNvSpPr txBox="1">
            <a:spLocks noChangeArrowheads="1"/>
          </p:cNvSpPr>
          <p:nvPr/>
        </p:nvSpPr>
        <p:spPr bwMode="auto">
          <a:xfrm>
            <a:off x="8286750" y="6488113"/>
            <a:ext cx="103505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000">
                <a:solidFill>
                  <a:srgbClr val="000099"/>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rgbClr val="000099"/>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rgbClr val="000099"/>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rgbClr val="000099"/>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lnSpc>
                <a:spcPct val="100000"/>
              </a:lnSpc>
              <a:buClr>
                <a:srgbClr val="EB6623"/>
              </a:buClr>
              <a:buSzPct val="70000"/>
              <a:buFontTx/>
              <a:buNone/>
            </a:pPr>
            <a:r>
              <a:rPr lang="en-US" altLang="zh-CN">
                <a:latin typeface="Tahoma" panose="020B0604030504040204" pitchFamily="34" charset="0"/>
              </a:rPr>
              <a:t> </a:t>
            </a:r>
            <a:r>
              <a:rPr lang="zh-CN" altLang="en-US" b="1">
                <a:latin typeface="Tahoma" panose="020B0604030504040204" pitchFamily="34" charset="0"/>
                <a:hlinkClick r:id="rId7" action="ppaction://hlinksldjump"/>
              </a:rPr>
              <a:t>返回</a:t>
            </a:r>
            <a:r>
              <a:rPr lang="zh-CN" altLang="en-US">
                <a:latin typeface="Tahoma" panose="020B0604030504040204" pitchFamily="34" charset="0"/>
              </a:rPr>
              <a:t>　</a:t>
            </a:r>
            <a:endParaRPr lang="zh-CN" altLang="en-US">
              <a:latin typeface="Tahoma" panose="020B0604030504040204" pitchFamily="34" charset="0"/>
            </a:endParaRPr>
          </a:p>
        </p:txBody>
      </p:sp>
    </p:spTree>
  </p:cSld>
  <p:clrMapOvr>
    <a:masterClrMapping/>
  </p:clrMapOvr>
  <p:transition>
    <p:wipe dir="r"/>
  </p:transition>
  <p:timing>
    <p:tnLst>
      <p:par>
        <p:cTn id="1" dur="indefinite" restart="never" nodeType="tmRoot"/>
      </p:par>
    </p:tnLst>
  </p:timing>
</p:sld>
</file>

<file path=ppt/slides/slide1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4"/>
          <p:cNvSpPr>
            <a:spLocks noGrp="1" noChangeArrowheads="1"/>
          </p:cNvSpPr>
          <p:nvPr>
            <p:ph type="title"/>
          </p:nvPr>
        </p:nvSpPr>
        <p:spPr bwMode="auto">
          <a:xfrm>
            <a:off x="5486400" y="673100"/>
            <a:ext cx="1854200" cy="177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eaLnBrk="1" hangingPunct="1"/>
            <a:r>
              <a:rPr lang="en-US" altLang="zh-CN" sz="800" smtClean="0">
                <a:solidFill>
                  <a:schemeClr val="bg1"/>
                </a:solidFill>
                <a:latin typeface="华文中宋" panose="02010600040101010101" pitchFamily="2" charset="-122"/>
                <a:ea typeface="华文中宋" panose="02010600040101010101" pitchFamily="2" charset="-122"/>
              </a:rPr>
              <a:t>Dn</a:t>
            </a:r>
            <a:r>
              <a:rPr lang="zh-CN" altLang="en-US" sz="800" smtClean="0">
                <a:solidFill>
                  <a:schemeClr val="bg1"/>
                </a:solidFill>
                <a:latin typeface="华文中宋" panose="02010600040101010101" pitchFamily="2" charset="-122"/>
                <a:ea typeface="华文中宋" panose="02010600040101010101" pitchFamily="2" charset="-122"/>
              </a:rPr>
              <a:t>值界限</a:t>
            </a:r>
            <a:endParaRPr lang="en-US" altLang="zh-CN" sz="800" smtClean="0">
              <a:solidFill>
                <a:schemeClr val="bg1"/>
              </a:solidFill>
              <a:latin typeface="华文中宋" panose="02010600040101010101" pitchFamily="2" charset="-122"/>
              <a:ea typeface="华文中宋" panose="02010600040101010101" pitchFamily="2" charset="-122"/>
            </a:endParaRPr>
          </a:p>
        </p:txBody>
      </p:sp>
      <p:sp>
        <p:nvSpPr>
          <p:cNvPr id="44035" name="Text Box 37"/>
          <p:cNvSpPr txBox="1">
            <a:spLocks noChangeArrowheads="1"/>
          </p:cNvSpPr>
          <p:nvPr/>
        </p:nvSpPr>
        <p:spPr bwMode="auto">
          <a:xfrm>
            <a:off x="7505700" y="5908675"/>
            <a:ext cx="9271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57150">
                <a:solidFill>
                  <a:srgbClr val="000000"/>
                </a:solidFill>
                <a:miter lim="800000"/>
                <a:headEnd/>
                <a:tailEnd/>
              </a14:hiddenLine>
            </a:ext>
          </a:extLst>
        </p:spPr>
        <p:txBody>
          <a:bodyPr>
            <a:spAutoFit/>
          </a:bodyPr>
          <a:lstStyle>
            <a:lvl1pPr eaLnBrk="0" hangingPunct="0">
              <a:defRPr kumimoji="1" sz="2000">
                <a:solidFill>
                  <a:srgbClr val="000099"/>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rgbClr val="000099"/>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rgbClr val="000099"/>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rgbClr val="000099"/>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9pPr>
          </a:lstStyle>
          <a:p>
            <a:pPr algn="ctr" eaLnBrk="1" hangingPunct="1">
              <a:lnSpc>
                <a:spcPct val="100000"/>
              </a:lnSpc>
              <a:spcBef>
                <a:spcPct val="50000"/>
              </a:spcBef>
              <a:buFontTx/>
              <a:buNone/>
            </a:pPr>
            <a:r>
              <a:rPr lang="en-US" altLang="zh-CN" sz="1800">
                <a:latin typeface="华文中宋" panose="02010600040101010101" pitchFamily="2" charset="-122"/>
              </a:rPr>
              <a:t>  </a:t>
            </a:r>
            <a:endParaRPr lang="en-US" altLang="zh-CN" sz="1800">
              <a:latin typeface="华文中宋" panose="02010600040101010101" pitchFamily="2" charset="-122"/>
            </a:endParaRPr>
          </a:p>
        </p:txBody>
      </p:sp>
      <p:sp>
        <p:nvSpPr>
          <p:cNvPr id="44036" name="Text Box 129"/>
          <p:cNvSpPr txBox="1">
            <a:spLocks noChangeArrowheads="1"/>
          </p:cNvSpPr>
          <p:nvPr/>
        </p:nvSpPr>
        <p:spPr bwMode="auto">
          <a:xfrm>
            <a:off x="8286750" y="6488113"/>
            <a:ext cx="103505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000">
                <a:solidFill>
                  <a:srgbClr val="000099"/>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rgbClr val="000099"/>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rgbClr val="000099"/>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rgbClr val="000099"/>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lnSpc>
                <a:spcPct val="100000"/>
              </a:lnSpc>
              <a:buClr>
                <a:srgbClr val="EB6623"/>
              </a:buClr>
              <a:buSzPct val="70000"/>
              <a:buFontTx/>
              <a:buNone/>
            </a:pPr>
            <a:r>
              <a:rPr lang="en-US" altLang="zh-CN">
                <a:latin typeface="Tahoma" panose="020B0604030504040204" pitchFamily="34" charset="0"/>
              </a:rPr>
              <a:t> </a:t>
            </a:r>
            <a:r>
              <a:rPr lang="zh-CN" altLang="en-US" b="1">
                <a:latin typeface="Tahoma" panose="020B0604030504040204" pitchFamily="34" charset="0"/>
                <a:hlinkClick r:id="rId1" action="ppaction://hlinksldjump"/>
              </a:rPr>
              <a:t>返回</a:t>
            </a:r>
            <a:r>
              <a:rPr lang="zh-CN" altLang="en-US">
                <a:latin typeface="Tahoma" panose="020B0604030504040204" pitchFamily="34" charset="0"/>
              </a:rPr>
              <a:t>　</a:t>
            </a:r>
            <a:endParaRPr lang="zh-CN" altLang="en-US">
              <a:latin typeface="Tahoma" panose="020B0604030504040204" pitchFamily="34" charset="0"/>
            </a:endParaRPr>
          </a:p>
        </p:txBody>
      </p:sp>
      <p:graphicFrame>
        <p:nvGraphicFramePr>
          <p:cNvPr id="9" name="表格 8"/>
          <p:cNvGraphicFramePr>
            <a:graphicFrameLocks noGrp="1"/>
          </p:cNvGraphicFramePr>
          <p:nvPr>
            <p:custDataLst>
              <p:tags r:id="rId2"/>
            </p:custDataLst>
          </p:nvPr>
        </p:nvGraphicFramePr>
        <p:xfrm>
          <a:off x="863600" y="863600"/>
          <a:ext cx="7835900" cy="5449891"/>
        </p:xfrm>
        <a:graphic>
          <a:graphicData uri="http://schemas.openxmlformats.org/drawingml/2006/table">
            <a:tbl>
              <a:tblPr/>
              <a:tblGrid>
                <a:gridCol w="1376363"/>
                <a:gridCol w="1071562"/>
                <a:gridCol w="1374775"/>
                <a:gridCol w="1376363"/>
                <a:gridCol w="1374775"/>
                <a:gridCol w="1262062"/>
              </a:tblGrid>
              <a:tr h="554038">
                <a:tc rowSpan="2">
                  <a:txBody>
                    <a:bodyPr/>
                    <a:lstStyle/>
                    <a:p>
                      <a:pPr marL="0" marR="0" lvl="0" indent="0" algn="ctr" defTabSz="914400" rtl="0" eaLnBrk="1" fontAlgn="base" latinLnBrk="0" hangingPunct="1">
                        <a:lnSpc>
                          <a:spcPct val="150000"/>
                        </a:lnSpc>
                        <a:spcBef>
                          <a:spcPct val="0"/>
                        </a:spcBef>
                        <a:spcAft>
                          <a:spcPct val="0"/>
                        </a:spcAft>
                        <a:buClrTx/>
                        <a:buSzTx/>
                        <a:buFontTx/>
                        <a:buNone/>
                      </a:pPr>
                      <a:r>
                        <a:rPr kumimoji="0" lang="zh-CN" sz="1600" b="0" i="0" u="none" strike="noStrike" cap="none" normalizeH="0" baseline="0" dirty="0" smtClean="0">
                          <a:ln>
                            <a:noFill/>
                          </a:ln>
                          <a:solidFill>
                            <a:srgbClr val="0000B2"/>
                          </a:solidFill>
                          <a:effectLst/>
                          <a:latin typeface="华文中宋" panose="02010600040101010101" pitchFamily="2" charset="-122"/>
                          <a:ea typeface="华文中宋" panose="02010600040101010101" pitchFamily="2" charset="-122"/>
                        </a:rPr>
                        <a:t>轴承类型</a:t>
                      </a:r>
                      <a:endParaRPr kumimoji="0" lang="zh-CN" sz="1600" b="0" i="0" u="none" strike="noStrike" cap="none" normalizeH="0" baseline="0" dirty="0" smtClean="0">
                        <a:ln>
                          <a:noFill/>
                        </a:ln>
                        <a:solidFill>
                          <a:srgbClr val="0000B2"/>
                        </a:solidFill>
                        <a:effectLst/>
                        <a:latin typeface="华文中宋" panose="02010600040101010101" pitchFamily="2" charset="-122"/>
                        <a:ea typeface="华文中宋" panose="02010600040101010101" pitchFamily="2" charset="-122"/>
                        <a:cs typeface="Times New Roman" panose="02020603050405020304" pitchFamily="18" charset="0"/>
                      </a:endParaRPr>
                    </a:p>
                  </a:txBody>
                  <a:tcPr marL="68580" marR="68580" marT="0" marB="0" anchor="ctr" horzOverflow="overflow">
                    <a:lnL>
                      <a:noFill/>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rowSpan="2">
                  <a:txBody>
                    <a:bodyPr/>
                    <a:lstStyle/>
                    <a:p>
                      <a:pPr marL="0" marR="0" lvl="0" indent="0" algn="ctr" defTabSz="914400" rtl="0" eaLnBrk="1" fontAlgn="base" latinLnBrk="0" hangingPunct="1">
                        <a:lnSpc>
                          <a:spcPct val="150000"/>
                        </a:lnSpc>
                        <a:spcBef>
                          <a:spcPct val="0"/>
                        </a:spcBef>
                        <a:spcAft>
                          <a:spcPct val="0"/>
                        </a:spcAft>
                        <a:buClrTx/>
                        <a:buSzTx/>
                        <a:buFontTx/>
                        <a:buNone/>
                      </a:pPr>
                      <a:r>
                        <a:rPr kumimoji="0" lang="zh-CN" sz="1600" b="0" i="0" u="none" strike="noStrike" cap="none" normalizeH="0" baseline="0" dirty="0" smtClean="0">
                          <a:ln>
                            <a:noFill/>
                          </a:ln>
                          <a:solidFill>
                            <a:srgbClr val="0000B2"/>
                          </a:solidFill>
                          <a:effectLst/>
                          <a:latin typeface="华文中宋" panose="02010600040101010101" pitchFamily="2" charset="-122"/>
                          <a:ea typeface="华文中宋" panose="02010600040101010101" pitchFamily="2" charset="-122"/>
                        </a:rPr>
                        <a:t>脂润滑</a:t>
                      </a:r>
                      <a:endParaRPr kumimoji="0" lang="zh-CN" sz="1600" b="0" i="0" u="none" strike="noStrike" cap="none" normalizeH="0" baseline="0" dirty="0" smtClean="0">
                        <a:ln>
                          <a:noFill/>
                        </a:ln>
                        <a:solidFill>
                          <a:srgbClr val="0000B2"/>
                        </a:solidFill>
                        <a:effectLst/>
                        <a:latin typeface="华文中宋" panose="02010600040101010101" pitchFamily="2" charset="-122"/>
                        <a:ea typeface="华文中宋" panose="02010600040101010101" pitchFamily="2" charset="-122"/>
                        <a:cs typeface="Times New Roman" panose="02020603050405020304" pitchFamily="18" charset="0"/>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gridSpan="4">
                  <a:txBody>
                    <a:bodyPr/>
                    <a:lstStyle/>
                    <a:p>
                      <a:pPr marL="0" marR="0" lvl="0" indent="0" algn="ctr" defTabSz="914400" rtl="0" eaLnBrk="1" fontAlgn="base" latinLnBrk="0" hangingPunct="1">
                        <a:lnSpc>
                          <a:spcPct val="150000"/>
                        </a:lnSpc>
                        <a:spcBef>
                          <a:spcPct val="0"/>
                        </a:spcBef>
                        <a:spcAft>
                          <a:spcPct val="0"/>
                        </a:spcAft>
                        <a:buClrTx/>
                        <a:buSzTx/>
                        <a:buFontTx/>
                        <a:buNone/>
                      </a:pPr>
                      <a:r>
                        <a:rPr kumimoji="0" lang="zh-CN" sz="1600" b="0" i="0" u="none" strike="noStrike" cap="none" normalizeH="0" baseline="0" smtClean="0">
                          <a:ln>
                            <a:noFill/>
                          </a:ln>
                          <a:solidFill>
                            <a:srgbClr val="0000B2"/>
                          </a:solidFill>
                          <a:effectLst/>
                          <a:latin typeface="华文中宋" panose="02010600040101010101" pitchFamily="2" charset="-122"/>
                          <a:ea typeface="华文中宋" panose="02010600040101010101" pitchFamily="2" charset="-122"/>
                        </a:rPr>
                        <a:t>油润滑</a:t>
                      </a:r>
                      <a:endParaRPr kumimoji="0" lang="zh-CN" sz="1600" b="0" i="0" u="none" strike="noStrike" cap="none" normalizeH="0" baseline="0" smtClean="0">
                        <a:ln>
                          <a:noFill/>
                        </a:ln>
                        <a:solidFill>
                          <a:srgbClr val="0000B2"/>
                        </a:solidFill>
                        <a:effectLst/>
                        <a:latin typeface="华文中宋" panose="02010600040101010101" pitchFamily="2" charset="-122"/>
                        <a:ea typeface="华文中宋" panose="02010600040101010101" pitchFamily="2" charset="-122"/>
                        <a:cs typeface="Times New Roman" panose="02020603050405020304" pitchFamily="18" charset="0"/>
                      </a:endParaRPr>
                    </a:p>
                  </a:txBody>
                  <a:tcPr marL="68580" marR="68580" marT="0" marB="0" anchor="ctr" horzOverflow="overflow">
                    <a:lnL w="12700" cap="flat" cmpd="sng" algn="ctr">
                      <a:solidFill>
                        <a:srgbClr val="000000"/>
                      </a:solidFill>
                      <a:prstDash val="solid"/>
                      <a:round/>
                      <a:headEnd type="none" w="med" len="med"/>
                      <a:tailEnd type="none" w="med" len="med"/>
                    </a:lnL>
                    <a:lnR>
                      <a:noFill/>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hMerge="1">
                  <a:tcPr/>
                </a:tc>
                <a:tc hMerge="1">
                  <a:tcPr/>
                </a:tc>
                <a:tc hMerge="1">
                  <a:tcPr/>
                </a:tc>
              </a:tr>
              <a:tr h="554038">
                <a:tc vMerge="1">
                  <a:tcPr/>
                </a:tc>
                <a:tc vMerge="1">
                  <a:tcPr/>
                </a:tc>
                <a:tc>
                  <a:txBody>
                    <a:bodyPr/>
                    <a:lstStyle/>
                    <a:p>
                      <a:pPr marL="0" marR="0" lvl="0" indent="0" algn="ctr" defTabSz="914400" rtl="0" eaLnBrk="1" fontAlgn="base" latinLnBrk="0" hangingPunct="1">
                        <a:lnSpc>
                          <a:spcPct val="150000"/>
                        </a:lnSpc>
                        <a:spcBef>
                          <a:spcPct val="0"/>
                        </a:spcBef>
                        <a:spcAft>
                          <a:spcPct val="0"/>
                        </a:spcAft>
                        <a:buClrTx/>
                        <a:buSzTx/>
                        <a:buFontTx/>
                        <a:buNone/>
                      </a:pPr>
                      <a:r>
                        <a:rPr kumimoji="0" lang="zh-CN" sz="1600" b="0" i="0" u="none" strike="noStrike" cap="none" normalizeH="0" baseline="0" smtClean="0">
                          <a:ln>
                            <a:noFill/>
                          </a:ln>
                          <a:solidFill>
                            <a:srgbClr val="0000B2"/>
                          </a:solidFill>
                          <a:effectLst/>
                          <a:latin typeface="华文中宋" panose="02010600040101010101" pitchFamily="2" charset="-122"/>
                          <a:ea typeface="华文中宋" panose="02010600040101010101" pitchFamily="2" charset="-122"/>
                        </a:rPr>
                        <a:t>油浴</a:t>
                      </a:r>
                      <a:endParaRPr kumimoji="0" lang="zh-CN" sz="1600" b="0" i="0" u="none" strike="noStrike" cap="none" normalizeH="0" baseline="0" smtClean="0">
                        <a:ln>
                          <a:noFill/>
                        </a:ln>
                        <a:solidFill>
                          <a:srgbClr val="0000B2"/>
                        </a:solidFill>
                        <a:effectLst/>
                        <a:latin typeface="华文中宋" panose="02010600040101010101" pitchFamily="2" charset="-122"/>
                        <a:ea typeface="华文中宋" panose="02010600040101010101" pitchFamily="2" charset="-122"/>
                        <a:cs typeface="Times New Roman" panose="02020603050405020304" pitchFamily="18" charset="0"/>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50000"/>
                        </a:lnSpc>
                        <a:spcBef>
                          <a:spcPct val="0"/>
                        </a:spcBef>
                        <a:spcAft>
                          <a:spcPct val="0"/>
                        </a:spcAft>
                        <a:buClrTx/>
                        <a:buSzTx/>
                        <a:buFontTx/>
                        <a:buNone/>
                      </a:pPr>
                      <a:r>
                        <a:rPr kumimoji="0" lang="zh-CN" sz="1600" b="0" i="0" u="none" strike="noStrike" cap="none" normalizeH="0" baseline="0" smtClean="0">
                          <a:ln>
                            <a:noFill/>
                          </a:ln>
                          <a:solidFill>
                            <a:srgbClr val="0000B2"/>
                          </a:solidFill>
                          <a:effectLst/>
                          <a:latin typeface="华文中宋" panose="02010600040101010101" pitchFamily="2" charset="-122"/>
                          <a:ea typeface="华文中宋" panose="02010600040101010101" pitchFamily="2" charset="-122"/>
                        </a:rPr>
                        <a:t>滴油</a:t>
                      </a:r>
                      <a:endParaRPr kumimoji="0" lang="zh-CN" sz="1600" b="0" i="0" u="none" strike="noStrike" cap="none" normalizeH="0" baseline="0" smtClean="0">
                        <a:ln>
                          <a:noFill/>
                        </a:ln>
                        <a:solidFill>
                          <a:srgbClr val="0000B2"/>
                        </a:solidFill>
                        <a:effectLst/>
                        <a:latin typeface="华文中宋" panose="02010600040101010101" pitchFamily="2" charset="-122"/>
                        <a:ea typeface="华文中宋" panose="02010600040101010101" pitchFamily="2" charset="-122"/>
                        <a:cs typeface="Times New Roman" panose="02020603050405020304" pitchFamily="18" charset="0"/>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50000"/>
                        </a:lnSpc>
                        <a:spcBef>
                          <a:spcPct val="0"/>
                        </a:spcBef>
                        <a:spcAft>
                          <a:spcPct val="0"/>
                        </a:spcAft>
                        <a:buClrTx/>
                        <a:buSzTx/>
                        <a:buFontTx/>
                        <a:buNone/>
                      </a:pPr>
                      <a:r>
                        <a:rPr kumimoji="0" lang="zh-CN" sz="1600" b="0" i="0" u="none" strike="noStrike" cap="none" normalizeH="0" baseline="0" smtClean="0">
                          <a:ln>
                            <a:noFill/>
                          </a:ln>
                          <a:solidFill>
                            <a:srgbClr val="0000B2"/>
                          </a:solidFill>
                          <a:effectLst/>
                          <a:latin typeface="华文中宋" panose="02010600040101010101" pitchFamily="2" charset="-122"/>
                          <a:ea typeface="华文中宋" panose="02010600040101010101" pitchFamily="2" charset="-122"/>
                        </a:rPr>
                        <a:t>循环油（喷油）</a:t>
                      </a:r>
                      <a:endParaRPr kumimoji="0" lang="zh-CN" sz="1600" b="0" i="0" u="none" strike="noStrike" cap="none" normalizeH="0" baseline="0" smtClean="0">
                        <a:ln>
                          <a:noFill/>
                        </a:ln>
                        <a:solidFill>
                          <a:srgbClr val="0000B2"/>
                        </a:solidFill>
                        <a:effectLst/>
                        <a:latin typeface="华文中宋" panose="02010600040101010101" pitchFamily="2" charset="-122"/>
                        <a:ea typeface="华文中宋" panose="02010600040101010101" pitchFamily="2" charset="-122"/>
                        <a:cs typeface="Times New Roman" panose="02020603050405020304" pitchFamily="18" charset="0"/>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50000"/>
                        </a:lnSpc>
                        <a:spcBef>
                          <a:spcPct val="0"/>
                        </a:spcBef>
                        <a:spcAft>
                          <a:spcPct val="0"/>
                        </a:spcAft>
                        <a:buClrTx/>
                        <a:buSzTx/>
                        <a:buFontTx/>
                        <a:buNone/>
                      </a:pPr>
                      <a:r>
                        <a:rPr kumimoji="0" lang="zh-CN" sz="1600" b="0" i="0" u="none" strike="noStrike" cap="none" normalizeH="0" baseline="0" smtClean="0">
                          <a:ln>
                            <a:noFill/>
                          </a:ln>
                          <a:solidFill>
                            <a:srgbClr val="0000B2"/>
                          </a:solidFill>
                          <a:effectLst/>
                          <a:latin typeface="华文中宋" panose="02010600040101010101" pitchFamily="2" charset="-122"/>
                          <a:ea typeface="华文中宋" panose="02010600040101010101" pitchFamily="2" charset="-122"/>
                        </a:rPr>
                        <a:t>油雾</a:t>
                      </a:r>
                      <a:endParaRPr kumimoji="0" lang="zh-CN" sz="1600" b="0" i="0" u="none" strike="noStrike" cap="none" normalizeH="0" baseline="0" smtClean="0">
                        <a:ln>
                          <a:noFill/>
                        </a:ln>
                        <a:solidFill>
                          <a:srgbClr val="0000B2"/>
                        </a:solidFill>
                        <a:effectLst/>
                        <a:latin typeface="华文中宋" panose="02010600040101010101" pitchFamily="2" charset="-122"/>
                        <a:ea typeface="华文中宋" panose="02010600040101010101" pitchFamily="2" charset="-122"/>
                        <a:cs typeface="Times New Roman" panose="02020603050405020304" pitchFamily="18" charset="0"/>
                      </a:endParaRPr>
                    </a:p>
                  </a:txBody>
                  <a:tcPr marL="68580" marR="68580" marT="0" marB="0" anchor="ctr" horzOverflow="overflow">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554038">
                <a:tc>
                  <a:txBody>
                    <a:bodyPr/>
                    <a:lstStyle/>
                    <a:p>
                      <a:pPr marL="0" marR="0" lvl="0" indent="0" algn="ctr" defTabSz="914400" rtl="0" eaLnBrk="1" fontAlgn="base" latinLnBrk="0" hangingPunct="1">
                        <a:lnSpc>
                          <a:spcPct val="150000"/>
                        </a:lnSpc>
                        <a:spcBef>
                          <a:spcPct val="0"/>
                        </a:spcBef>
                        <a:spcAft>
                          <a:spcPct val="0"/>
                        </a:spcAft>
                        <a:buClrTx/>
                        <a:buSzTx/>
                        <a:buFontTx/>
                        <a:buNone/>
                      </a:pPr>
                      <a:r>
                        <a:rPr kumimoji="0" lang="zh-CN" sz="1600" b="0" i="0" u="none" strike="noStrike" cap="none" normalizeH="0" baseline="0" smtClean="0">
                          <a:ln>
                            <a:noFill/>
                          </a:ln>
                          <a:solidFill>
                            <a:srgbClr val="0000B2"/>
                          </a:solidFill>
                          <a:effectLst/>
                          <a:latin typeface="华文中宋" panose="02010600040101010101" pitchFamily="2" charset="-122"/>
                          <a:ea typeface="华文中宋" panose="02010600040101010101" pitchFamily="2" charset="-122"/>
                        </a:rPr>
                        <a:t>深沟球轴承</a:t>
                      </a:r>
                      <a:endParaRPr kumimoji="0" lang="zh-CN" sz="1600" b="0" i="0" u="none" strike="noStrike" cap="none" normalizeH="0" baseline="0" smtClean="0">
                        <a:ln>
                          <a:noFill/>
                        </a:ln>
                        <a:solidFill>
                          <a:srgbClr val="0000B2"/>
                        </a:solidFill>
                        <a:effectLst/>
                        <a:latin typeface="华文中宋" panose="02010600040101010101" pitchFamily="2" charset="-122"/>
                        <a:ea typeface="华文中宋" panose="02010600040101010101" pitchFamily="2" charset="-122"/>
                        <a:cs typeface="Times New Roman" panose="02020603050405020304" pitchFamily="18" charset="0"/>
                      </a:endParaRPr>
                    </a:p>
                  </a:txBody>
                  <a:tcPr marL="68580" marR="68580" marT="0" marB="0" anchor="ctr" horzOverflow="overflow">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50000"/>
                        </a:lnSpc>
                        <a:spcBef>
                          <a:spcPct val="0"/>
                        </a:spcBef>
                        <a:spcAft>
                          <a:spcPct val="0"/>
                        </a:spcAft>
                        <a:buClrTx/>
                        <a:buSzTx/>
                        <a:buFontTx/>
                        <a:buNone/>
                      </a:pPr>
                      <a:r>
                        <a:rPr kumimoji="0" lang="en-US" altLang="zh-CN" sz="1600" b="0" i="0" u="none" strike="noStrike" cap="none" normalizeH="0" baseline="0" dirty="0" smtClean="0">
                          <a:ln>
                            <a:noFill/>
                          </a:ln>
                          <a:solidFill>
                            <a:srgbClr val="0000B2"/>
                          </a:solidFill>
                          <a:effectLst/>
                          <a:latin typeface="华文中宋" panose="02010600040101010101" pitchFamily="2" charset="-122"/>
                          <a:ea typeface="华文中宋" panose="02010600040101010101" pitchFamily="2" charset="-122"/>
                          <a:cs typeface="Times New Roman" panose="02020603050405020304" pitchFamily="18" charset="0"/>
                        </a:rPr>
                        <a:t>≤16</a:t>
                      </a:r>
                      <a:endParaRPr kumimoji="0" lang="zh-CN" altLang="zh-CN" sz="1600" b="0" i="0" u="none" strike="noStrike" cap="none" normalizeH="0" baseline="0" dirty="0" smtClean="0">
                        <a:ln>
                          <a:noFill/>
                        </a:ln>
                        <a:solidFill>
                          <a:srgbClr val="0000B2"/>
                        </a:solidFill>
                        <a:effectLst/>
                        <a:latin typeface="华文中宋" panose="02010600040101010101" pitchFamily="2" charset="-122"/>
                        <a:ea typeface="华文中宋" panose="02010600040101010101" pitchFamily="2" charset="-122"/>
                        <a:cs typeface="Times New Roman" panose="02020603050405020304" pitchFamily="18" charset="0"/>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50000"/>
                        </a:lnSpc>
                        <a:spcBef>
                          <a:spcPct val="0"/>
                        </a:spcBef>
                        <a:spcAft>
                          <a:spcPct val="0"/>
                        </a:spcAft>
                        <a:buClrTx/>
                        <a:buSzTx/>
                        <a:buFontTx/>
                        <a:buNone/>
                      </a:pPr>
                      <a:r>
                        <a:rPr kumimoji="0" lang="en-US" altLang="zh-CN" sz="1600" b="0" i="0" u="none" strike="noStrike" cap="none" normalizeH="0" baseline="0" dirty="0" smtClean="0">
                          <a:ln>
                            <a:noFill/>
                          </a:ln>
                          <a:solidFill>
                            <a:srgbClr val="0000B2"/>
                          </a:solidFill>
                          <a:effectLst/>
                          <a:latin typeface="华文中宋" panose="02010600040101010101" pitchFamily="2" charset="-122"/>
                          <a:ea typeface="华文中宋" panose="02010600040101010101" pitchFamily="2" charset="-122"/>
                        </a:rPr>
                        <a:t>25</a:t>
                      </a:r>
                      <a:endParaRPr kumimoji="0" lang="zh-CN" altLang="zh-CN" sz="1600" b="0" i="0" u="none" strike="noStrike" cap="none" normalizeH="0" baseline="0" dirty="0" smtClean="0">
                        <a:ln>
                          <a:noFill/>
                        </a:ln>
                        <a:solidFill>
                          <a:srgbClr val="0000B2"/>
                        </a:solidFill>
                        <a:effectLst/>
                        <a:latin typeface="华文中宋" panose="02010600040101010101" pitchFamily="2" charset="-122"/>
                        <a:ea typeface="华文中宋" panose="02010600040101010101" pitchFamily="2" charset="-122"/>
                        <a:cs typeface="Times New Roman" panose="02020603050405020304" pitchFamily="18" charset="0"/>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50000"/>
                        </a:lnSpc>
                        <a:spcBef>
                          <a:spcPct val="0"/>
                        </a:spcBef>
                        <a:spcAft>
                          <a:spcPct val="0"/>
                        </a:spcAft>
                        <a:buClrTx/>
                        <a:buSzTx/>
                        <a:buFontTx/>
                        <a:buNone/>
                      </a:pPr>
                      <a:r>
                        <a:rPr kumimoji="0" lang="en-US" altLang="zh-CN" sz="1600" b="0" i="0" u="none" strike="noStrike" cap="none" normalizeH="0" baseline="0" smtClean="0">
                          <a:ln>
                            <a:noFill/>
                          </a:ln>
                          <a:solidFill>
                            <a:srgbClr val="0000B2"/>
                          </a:solidFill>
                          <a:effectLst/>
                          <a:latin typeface="华文中宋" panose="02010600040101010101" pitchFamily="2" charset="-122"/>
                          <a:ea typeface="华文中宋" panose="02010600040101010101" pitchFamily="2" charset="-122"/>
                        </a:rPr>
                        <a:t>40</a:t>
                      </a:r>
                      <a:endParaRPr kumimoji="0" lang="zh-CN" altLang="zh-CN" sz="1600" b="0" i="0" u="none" strike="noStrike" cap="none" normalizeH="0" baseline="0" smtClean="0">
                        <a:ln>
                          <a:noFill/>
                        </a:ln>
                        <a:solidFill>
                          <a:srgbClr val="0000B2"/>
                        </a:solidFill>
                        <a:effectLst/>
                        <a:latin typeface="华文中宋" panose="02010600040101010101" pitchFamily="2" charset="-122"/>
                        <a:ea typeface="华文中宋" panose="02010600040101010101" pitchFamily="2" charset="-122"/>
                        <a:cs typeface="Times New Roman" panose="02020603050405020304" pitchFamily="18" charset="0"/>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50000"/>
                        </a:lnSpc>
                        <a:spcBef>
                          <a:spcPct val="0"/>
                        </a:spcBef>
                        <a:spcAft>
                          <a:spcPct val="0"/>
                        </a:spcAft>
                        <a:buClrTx/>
                        <a:buSzTx/>
                        <a:buFontTx/>
                        <a:buNone/>
                      </a:pPr>
                      <a:r>
                        <a:rPr kumimoji="0" lang="en-US" altLang="zh-CN" sz="1600" b="0" i="0" u="none" strike="noStrike" cap="none" normalizeH="0" baseline="0" smtClean="0">
                          <a:ln>
                            <a:noFill/>
                          </a:ln>
                          <a:solidFill>
                            <a:srgbClr val="0000B2"/>
                          </a:solidFill>
                          <a:effectLst/>
                          <a:latin typeface="华文中宋" panose="02010600040101010101" pitchFamily="2" charset="-122"/>
                          <a:ea typeface="华文中宋" panose="02010600040101010101" pitchFamily="2" charset="-122"/>
                        </a:rPr>
                        <a:t>60</a:t>
                      </a:r>
                      <a:endParaRPr kumimoji="0" lang="zh-CN" altLang="zh-CN" sz="1600" b="0" i="0" u="none" strike="noStrike" cap="none" normalizeH="0" baseline="0" smtClean="0">
                        <a:ln>
                          <a:noFill/>
                        </a:ln>
                        <a:solidFill>
                          <a:srgbClr val="0000B2"/>
                        </a:solidFill>
                        <a:effectLst/>
                        <a:latin typeface="华文中宋" panose="02010600040101010101" pitchFamily="2" charset="-122"/>
                        <a:ea typeface="华文中宋" panose="02010600040101010101" pitchFamily="2" charset="-122"/>
                        <a:cs typeface="Times New Roman" panose="02020603050405020304" pitchFamily="18" charset="0"/>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50000"/>
                        </a:lnSpc>
                        <a:spcBef>
                          <a:spcPct val="0"/>
                        </a:spcBef>
                        <a:spcAft>
                          <a:spcPct val="0"/>
                        </a:spcAft>
                        <a:buClrTx/>
                        <a:buSzTx/>
                        <a:buFontTx/>
                        <a:buNone/>
                      </a:pPr>
                      <a:r>
                        <a:rPr kumimoji="0" lang="zh-CN" sz="1600" b="0" i="0" u="none" strike="noStrike" cap="none" normalizeH="0" baseline="0" dirty="0" smtClean="0">
                          <a:ln>
                            <a:noFill/>
                          </a:ln>
                          <a:solidFill>
                            <a:srgbClr val="0000B2"/>
                          </a:solidFill>
                          <a:effectLst/>
                          <a:latin typeface="华文中宋" panose="02010600040101010101" pitchFamily="2" charset="-122"/>
                          <a:ea typeface="华文中宋" panose="02010600040101010101" pitchFamily="2" charset="-122"/>
                        </a:rPr>
                        <a:t>＞</a:t>
                      </a:r>
                      <a:r>
                        <a:rPr kumimoji="0" lang="en-US" altLang="zh-CN" sz="1600" b="0" i="0" u="none" strike="noStrike" cap="none" normalizeH="0" baseline="0" dirty="0" smtClean="0">
                          <a:ln>
                            <a:noFill/>
                          </a:ln>
                          <a:solidFill>
                            <a:srgbClr val="0000B2"/>
                          </a:solidFill>
                          <a:effectLst/>
                          <a:latin typeface="华文中宋" panose="02010600040101010101" pitchFamily="2" charset="-122"/>
                          <a:ea typeface="华文中宋" panose="02010600040101010101" pitchFamily="2" charset="-122"/>
                        </a:rPr>
                        <a:t>60</a:t>
                      </a:r>
                      <a:endParaRPr kumimoji="0" lang="zh-CN" altLang="zh-CN" sz="1600" b="0" i="0" u="none" strike="noStrike" cap="none" normalizeH="0" baseline="0" dirty="0" smtClean="0">
                        <a:ln>
                          <a:noFill/>
                        </a:ln>
                        <a:solidFill>
                          <a:srgbClr val="0000B2"/>
                        </a:solidFill>
                        <a:effectLst/>
                        <a:latin typeface="华文中宋" panose="02010600040101010101" pitchFamily="2" charset="-122"/>
                        <a:ea typeface="华文中宋" panose="02010600040101010101" pitchFamily="2" charset="-122"/>
                        <a:cs typeface="Times New Roman" panose="02020603050405020304" pitchFamily="18" charset="0"/>
                      </a:endParaRPr>
                    </a:p>
                  </a:txBody>
                  <a:tcPr marL="68580" marR="68580" marT="0" marB="0" anchor="ctr" horzOverflow="overflow">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554038">
                <a:tc>
                  <a:txBody>
                    <a:bodyPr/>
                    <a:lstStyle/>
                    <a:p>
                      <a:pPr marL="0" marR="0" lvl="0" indent="0" algn="ctr" defTabSz="914400" rtl="0" eaLnBrk="1" fontAlgn="base" latinLnBrk="0" hangingPunct="1">
                        <a:lnSpc>
                          <a:spcPct val="150000"/>
                        </a:lnSpc>
                        <a:spcBef>
                          <a:spcPct val="0"/>
                        </a:spcBef>
                        <a:spcAft>
                          <a:spcPct val="0"/>
                        </a:spcAft>
                        <a:buClrTx/>
                        <a:buSzTx/>
                        <a:buFontTx/>
                        <a:buNone/>
                      </a:pPr>
                      <a:r>
                        <a:rPr kumimoji="0" lang="zh-CN" sz="1600" b="0" i="0" u="none" strike="noStrike" cap="none" normalizeH="0" baseline="0" smtClean="0">
                          <a:ln>
                            <a:noFill/>
                          </a:ln>
                          <a:solidFill>
                            <a:srgbClr val="0000B2"/>
                          </a:solidFill>
                          <a:effectLst/>
                          <a:latin typeface="华文中宋" panose="02010600040101010101" pitchFamily="2" charset="-122"/>
                          <a:ea typeface="华文中宋" panose="02010600040101010101" pitchFamily="2" charset="-122"/>
                        </a:rPr>
                        <a:t>调心球轴承</a:t>
                      </a:r>
                      <a:endParaRPr kumimoji="0" lang="zh-CN" sz="1600" b="0" i="0" u="none" strike="noStrike" cap="none" normalizeH="0" baseline="0" smtClean="0">
                        <a:ln>
                          <a:noFill/>
                        </a:ln>
                        <a:solidFill>
                          <a:srgbClr val="0000B2"/>
                        </a:solidFill>
                        <a:effectLst/>
                        <a:latin typeface="华文中宋" panose="02010600040101010101" pitchFamily="2" charset="-122"/>
                        <a:ea typeface="华文中宋" panose="02010600040101010101" pitchFamily="2" charset="-122"/>
                        <a:cs typeface="Times New Roman" panose="02020603050405020304" pitchFamily="18" charset="0"/>
                      </a:endParaRPr>
                    </a:p>
                  </a:txBody>
                  <a:tcPr marL="68580" marR="68580" marT="0" marB="0" anchor="ctr" horzOverflow="overflow">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50000"/>
                        </a:lnSpc>
                        <a:spcBef>
                          <a:spcPct val="0"/>
                        </a:spcBef>
                        <a:spcAft>
                          <a:spcPct val="0"/>
                        </a:spcAft>
                        <a:buClrTx/>
                        <a:buSzTx/>
                        <a:buFontTx/>
                        <a:buNone/>
                      </a:pPr>
                      <a:r>
                        <a:rPr kumimoji="0" lang="en-US" altLang="zh-CN" sz="1600" b="0" i="0" u="none" strike="noStrike" cap="none" normalizeH="0" baseline="0" smtClean="0">
                          <a:ln>
                            <a:noFill/>
                          </a:ln>
                          <a:solidFill>
                            <a:srgbClr val="0000B2"/>
                          </a:solidFill>
                          <a:effectLst/>
                          <a:latin typeface="华文中宋" panose="02010600040101010101" pitchFamily="2" charset="-122"/>
                          <a:ea typeface="华文中宋" panose="02010600040101010101" pitchFamily="2" charset="-122"/>
                          <a:cs typeface="Times New Roman" panose="02020603050405020304" pitchFamily="18" charset="0"/>
                        </a:rPr>
                        <a:t>≤16</a:t>
                      </a:r>
                      <a:endParaRPr kumimoji="0" lang="zh-CN" altLang="zh-CN" sz="1600" b="0" i="0" u="none" strike="noStrike" cap="none" normalizeH="0" baseline="0" smtClean="0">
                        <a:ln>
                          <a:noFill/>
                        </a:ln>
                        <a:solidFill>
                          <a:srgbClr val="0000B2"/>
                        </a:solidFill>
                        <a:effectLst/>
                        <a:latin typeface="华文中宋" panose="02010600040101010101" pitchFamily="2" charset="-122"/>
                        <a:ea typeface="华文中宋" panose="02010600040101010101" pitchFamily="2" charset="-122"/>
                        <a:cs typeface="Times New Roman" panose="02020603050405020304" pitchFamily="18" charset="0"/>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50000"/>
                        </a:lnSpc>
                        <a:spcBef>
                          <a:spcPct val="0"/>
                        </a:spcBef>
                        <a:spcAft>
                          <a:spcPct val="0"/>
                        </a:spcAft>
                        <a:buClrTx/>
                        <a:buSzTx/>
                        <a:buFontTx/>
                        <a:buNone/>
                      </a:pPr>
                      <a:r>
                        <a:rPr kumimoji="0" lang="en-US" altLang="zh-CN" sz="1600" b="0" i="0" u="none" strike="noStrike" cap="none" normalizeH="0" baseline="0" dirty="0" smtClean="0">
                          <a:ln>
                            <a:noFill/>
                          </a:ln>
                          <a:solidFill>
                            <a:srgbClr val="0000B2"/>
                          </a:solidFill>
                          <a:effectLst/>
                          <a:latin typeface="华文中宋" panose="02010600040101010101" pitchFamily="2" charset="-122"/>
                          <a:ea typeface="华文中宋" panose="02010600040101010101" pitchFamily="2" charset="-122"/>
                        </a:rPr>
                        <a:t>25</a:t>
                      </a:r>
                      <a:endParaRPr kumimoji="0" lang="zh-CN" altLang="zh-CN" sz="1600" b="0" i="0" u="none" strike="noStrike" cap="none" normalizeH="0" baseline="0" dirty="0" smtClean="0">
                        <a:ln>
                          <a:noFill/>
                        </a:ln>
                        <a:solidFill>
                          <a:srgbClr val="0000B2"/>
                        </a:solidFill>
                        <a:effectLst/>
                        <a:latin typeface="华文中宋" panose="02010600040101010101" pitchFamily="2" charset="-122"/>
                        <a:ea typeface="华文中宋" panose="02010600040101010101" pitchFamily="2" charset="-122"/>
                        <a:cs typeface="Times New Roman" panose="02020603050405020304" pitchFamily="18" charset="0"/>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50000"/>
                        </a:lnSpc>
                        <a:spcBef>
                          <a:spcPct val="0"/>
                        </a:spcBef>
                        <a:spcAft>
                          <a:spcPct val="0"/>
                        </a:spcAft>
                        <a:buClrTx/>
                        <a:buSzTx/>
                        <a:buFontTx/>
                        <a:buNone/>
                      </a:pPr>
                      <a:r>
                        <a:rPr kumimoji="0" lang="en-US" altLang="zh-CN" sz="1600" b="0" i="0" u="none" strike="noStrike" cap="none" normalizeH="0" baseline="0" dirty="0" smtClean="0">
                          <a:ln>
                            <a:noFill/>
                          </a:ln>
                          <a:solidFill>
                            <a:srgbClr val="0000B2"/>
                          </a:solidFill>
                          <a:effectLst/>
                          <a:latin typeface="华文中宋" panose="02010600040101010101" pitchFamily="2" charset="-122"/>
                          <a:ea typeface="华文中宋" panose="02010600040101010101" pitchFamily="2" charset="-122"/>
                        </a:rPr>
                        <a:t>40</a:t>
                      </a:r>
                      <a:endParaRPr kumimoji="0" lang="zh-CN" altLang="zh-CN" sz="1600" b="0" i="0" u="none" strike="noStrike" cap="none" normalizeH="0" baseline="0" dirty="0" smtClean="0">
                        <a:ln>
                          <a:noFill/>
                        </a:ln>
                        <a:solidFill>
                          <a:srgbClr val="0000B2"/>
                        </a:solidFill>
                        <a:effectLst/>
                        <a:latin typeface="华文中宋" panose="02010600040101010101" pitchFamily="2" charset="-122"/>
                        <a:ea typeface="华文中宋" panose="02010600040101010101" pitchFamily="2" charset="-122"/>
                        <a:cs typeface="Times New Roman" panose="02020603050405020304" pitchFamily="18" charset="0"/>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50000"/>
                        </a:lnSpc>
                        <a:spcBef>
                          <a:spcPct val="0"/>
                        </a:spcBef>
                        <a:spcAft>
                          <a:spcPct val="0"/>
                        </a:spcAft>
                        <a:buClrTx/>
                        <a:buSzTx/>
                        <a:buFontTx/>
                        <a:buNone/>
                      </a:pPr>
                      <a:r>
                        <a:rPr kumimoji="0" lang="en-US" altLang="zh-CN" sz="1600" b="0" i="0" u="none" strike="noStrike" cap="none" normalizeH="0" baseline="0" smtClean="0">
                          <a:ln>
                            <a:noFill/>
                          </a:ln>
                          <a:solidFill>
                            <a:srgbClr val="0000B2"/>
                          </a:solidFill>
                          <a:effectLst/>
                          <a:latin typeface="华文中宋" panose="02010600040101010101" pitchFamily="2" charset="-122"/>
                          <a:ea typeface="华文中宋" panose="02010600040101010101" pitchFamily="2" charset="-122"/>
                        </a:rPr>
                        <a:t>50</a:t>
                      </a:r>
                      <a:endParaRPr kumimoji="0" lang="zh-CN" altLang="zh-CN" sz="1600" b="0" i="0" u="none" strike="noStrike" cap="none" normalizeH="0" baseline="0" smtClean="0">
                        <a:ln>
                          <a:noFill/>
                        </a:ln>
                        <a:solidFill>
                          <a:srgbClr val="0000B2"/>
                        </a:solidFill>
                        <a:effectLst/>
                        <a:latin typeface="华文中宋" panose="02010600040101010101" pitchFamily="2" charset="-122"/>
                        <a:ea typeface="华文中宋" panose="02010600040101010101" pitchFamily="2" charset="-122"/>
                        <a:cs typeface="Times New Roman" panose="02020603050405020304" pitchFamily="18" charset="0"/>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50000"/>
                        </a:lnSpc>
                        <a:spcBef>
                          <a:spcPct val="0"/>
                        </a:spcBef>
                        <a:spcAft>
                          <a:spcPct val="0"/>
                        </a:spcAft>
                        <a:buClrTx/>
                        <a:buSzTx/>
                        <a:buFontTx/>
                        <a:buNone/>
                      </a:pPr>
                      <a:endParaRPr kumimoji="0" lang="en-US" altLang="zh-CN" sz="1600" b="0" i="0" u="none" strike="noStrike" cap="none" normalizeH="0" baseline="0" smtClean="0">
                        <a:ln>
                          <a:noFill/>
                        </a:ln>
                        <a:solidFill>
                          <a:srgbClr val="0000B2"/>
                        </a:solidFill>
                        <a:effectLst/>
                        <a:latin typeface="华文中宋" panose="02010600040101010101" pitchFamily="2" charset="-122"/>
                        <a:ea typeface="华文中宋" panose="02010600040101010101" pitchFamily="2" charset="-122"/>
                      </a:endParaRPr>
                    </a:p>
                  </a:txBody>
                  <a:tcPr marL="68580" marR="68580" marT="0" marB="0" anchor="ctr" horzOverflow="overflow">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641350">
                <a:tc>
                  <a:txBody>
                    <a:bodyPr/>
                    <a:lstStyle/>
                    <a:p>
                      <a:pPr marL="0" marR="0" lvl="0" indent="0" algn="ctr" defTabSz="914400" rtl="0" eaLnBrk="1" fontAlgn="base" latinLnBrk="0" hangingPunct="1">
                        <a:lnSpc>
                          <a:spcPct val="150000"/>
                        </a:lnSpc>
                        <a:spcBef>
                          <a:spcPct val="0"/>
                        </a:spcBef>
                        <a:spcAft>
                          <a:spcPct val="0"/>
                        </a:spcAft>
                        <a:buClrTx/>
                        <a:buSzTx/>
                        <a:buFontTx/>
                        <a:buNone/>
                      </a:pPr>
                      <a:r>
                        <a:rPr kumimoji="0" lang="zh-CN" sz="1600" b="0" i="0" u="none" strike="noStrike" cap="none" normalizeH="0" baseline="0" smtClean="0">
                          <a:ln>
                            <a:noFill/>
                          </a:ln>
                          <a:solidFill>
                            <a:srgbClr val="0000B2"/>
                          </a:solidFill>
                          <a:effectLst/>
                          <a:latin typeface="华文中宋" panose="02010600040101010101" pitchFamily="2" charset="-122"/>
                          <a:ea typeface="华文中宋" panose="02010600040101010101" pitchFamily="2" charset="-122"/>
                        </a:rPr>
                        <a:t>角接触球轴承</a:t>
                      </a:r>
                      <a:endParaRPr kumimoji="0" lang="zh-CN" sz="1600" b="0" i="0" u="none" strike="noStrike" cap="none" normalizeH="0" baseline="0" smtClean="0">
                        <a:ln>
                          <a:noFill/>
                        </a:ln>
                        <a:solidFill>
                          <a:srgbClr val="0000B2"/>
                        </a:solidFill>
                        <a:effectLst/>
                        <a:latin typeface="华文中宋" panose="02010600040101010101" pitchFamily="2" charset="-122"/>
                        <a:ea typeface="华文中宋" panose="02010600040101010101" pitchFamily="2" charset="-122"/>
                        <a:cs typeface="Times New Roman" panose="02020603050405020304" pitchFamily="18" charset="0"/>
                      </a:endParaRPr>
                    </a:p>
                  </a:txBody>
                  <a:tcPr marL="68580" marR="68580" marT="0" marB="0" anchor="ctr" horzOverflow="overflow">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50000"/>
                        </a:lnSpc>
                        <a:spcBef>
                          <a:spcPct val="0"/>
                        </a:spcBef>
                        <a:spcAft>
                          <a:spcPct val="0"/>
                        </a:spcAft>
                        <a:buClrTx/>
                        <a:buSzTx/>
                        <a:buFontTx/>
                        <a:buNone/>
                      </a:pPr>
                      <a:r>
                        <a:rPr kumimoji="0" lang="en-US" altLang="zh-CN" sz="1600" b="0" i="0" u="none" strike="noStrike" cap="none" normalizeH="0" baseline="0" smtClean="0">
                          <a:ln>
                            <a:noFill/>
                          </a:ln>
                          <a:solidFill>
                            <a:srgbClr val="0000B2"/>
                          </a:solidFill>
                          <a:effectLst/>
                          <a:latin typeface="华文中宋" panose="02010600040101010101" pitchFamily="2" charset="-122"/>
                          <a:ea typeface="华文中宋" panose="02010600040101010101" pitchFamily="2" charset="-122"/>
                          <a:cs typeface="Times New Roman" panose="02020603050405020304" pitchFamily="18" charset="0"/>
                        </a:rPr>
                        <a:t>≤16</a:t>
                      </a:r>
                      <a:endParaRPr kumimoji="0" lang="zh-CN" altLang="zh-CN" sz="1600" b="0" i="0" u="none" strike="noStrike" cap="none" normalizeH="0" baseline="0" smtClean="0">
                        <a:ln>
                          <a:noFill/>
                        </a:ln>
                        <a:solidFill>
                          <a:srgbClr val="0000B2"/>
                        </a:solidFill>
                        <a:effectLst/>
                        <a:latin typeface="华文中宋" panose="02010600040101010101" pitchFamily="2" charset="-122"/>
                        <a:ea typeface="华文中宋" panose="02010600040101010101" pitchFamily="2" charset="-122"/>
                        <a:cs typeface="Times New Roman" panose="02020603050405020304" pitchFamily="18" charset="0"/>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50000"/>
                        </a:lnSpc>
                        <a:spcBef>
                          <a:spcPct val="0"/>
                        </a:spcBef>
                        <a:spcAft>
                          <a:spcPct val="0"/>
                        </a:spcAft>
                        <a:buClrTx/>
                        <a:buSzTx/>
                        <a:buFontTx/>
                        <a:buNone/>
                      </a:pPr>
                      <a:r>
                        <a:rPr kumimoji="0" lang="en-US" altLang="zh-CN" sz="1600" b="0" i="0" u="none" strike="noStrike" cap="none" normalizeH="0" baseline="0" smtClean="0">
                          <a:ln>
                            <a:noFill/>
                          </a:ln>
                          <a:solidFill>
                            <a:srgbClr val="0000B2"/>
                          </a:solidFill>
                          <a:effectLst/>
                          <a:latin typeface="华文中宋" panose="02010600040101010101" pitchFamily="2" charset="-122"/>
                          <a:ea typeface="华文中宋" panose="02010600040101010101" pitchFamily="2" charset="-122"/>
                        </a:rPr>
                        <a:t>25</a:t>
                      </a:r>
                      <a:endParaRPr kumimoji="0" lang="zh-CN" altLang="zh-CN" sz="1600" b="0" i="0" u="none" strike="noStrike" cap="none" normalizeH="0" baseline="0" smtClean="0">
                        <a:ln>
                          <a:noFill/>
                        </a:ln>
                        <a:solidFill>
                          <a:srgbClr val="0000B2"/>
                        </a:solidFill>
                        <a:effectLst/>
                        <a:latin typeface="华文中宋" panose="02010600040101010101" pitchFamily="2" charset="-122"/>
                        <a:ea typeface="华文中宋" panose="02010600040101010101" pitchFamily="2" charset="-122"/>
                        <a:cs typeface="Times New Roman" panose="02020603050405020304" pitchFamily="18" charset="0"/>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50000"/>
                        </a:lnSpc>
                        <a:spcBef>
                          <a:spcPct val="0"/>
                        </a:spcBef>
                        <a:spcAft>
                          <a:spcPct val="0"/>
                        </a:spcAft>
                        <a:buClrTx/>
                        <a:buSzTx/>
                        <a:buFontTx/>
                        <a:buNone/>
                      </a:pPr>
                      <a:r>
                        <a:rPr kumimoji="0" lang="en-US" altLang="zh-CN" sz="1600" b="0" i="0" u="none" strike="noStrike" cap="none" normalizeH="0" baseline="0" dirty="0" smtClean="0">
                          <a:ln>
                            <a:noFill/>
                          </a:ln>
                          <a:solidFill>
                            <a:srgbClr val="0000B2"/>
                          </a:solidFill>
                          <a:effectLst/>
                          <a:latin typeface="华文中宋" panose="02010600040101010101" pitchFamily="2" charset="-122"/>
                          <a:ea typeface="华文中宋" panose="02010600040101010101" pitchFamily="2" charset="-122"/>
                        </a:rPr>
                        <a:t>40</a:t>
                      </a:r>
                      <a:endParaRPr kumimoji="0" lang="zh-CN" altLang="zh-CN" sz="1600" b="0" i="0" u="none" strike="noStrike" cap="none" normalizeH="0" baseline="0" dirty="0" smtClean="0">
                        <a:ln>
                          <a:noFill/>
                        </a:ln>
                        <a:solidFill>
                          <a:srgbClr val="0000B2"/>
                        </a:solidFill>
                        <a:effectLst/>
                        <a:latin typeface="华文中宋" panose="02010600040101010101" pitchFamily="2" charset="-122"/>
                        <a:ea typeface="华文中宋" panose="02010600040101010101" pitchFamily="2" charset="-122"/>
                        <a:cs typeface="Times New Roman" panose="02020603050405020304" pitchFamily="18" charset="0"/>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50000"/>
                        </a:lnSpc>
                        <a:spcBef>
                          <a:spcPct val="0"/>
                        </a:spcBef>
                        <a:spcAft>
                          <a:spcPct val="0"/>
                        </a:spcAft>
                        <a:buClrTx/>
                        <a:buSzTx/>
                        <a:buFontTx/>
                        <a:buNone/>
                      </a:pPr>
                      <a:r>
                        <a:rPr kumimoji="0" lang="en-US" altLang="zh-CN" sz="1600" b="0" i="0" u="none" strike="noStrike" cap="none" normalizeH="0" baseline="0" dirty="0" smtClean="0">
                          <a:ln>
                            <a:noFill/>
                          </a:ln>
                          <a:solidFill>
                            <a:srgbClr val="0000B2"/>
                          </a:solidFill>
                          <a:effectLst/>
                          <a:latin typeface="华文中宋" panose="02010600040101010101" pitchFamily="2" charset="-122"/>
                          <a:ea typeface="华文中宋" panose="02010600040101010101" pitchFamily="2" charset="-122"/>
                        </a:rPr>
                        <a:t>60</a:t>
                      </a:r>
                      <a:endParaRPr kumimoji="0" lang="zh-CN" altLang="zh-CN" sz="1600" b="0" i="0" u="none" strike="noStrike" cap="none" normalizeH="0" baseline="0" dirty="0" smtClean="0">
                        <a:ln>
                          <a:noFill/>
                        </a:ln>
                        <a:solidFill>
                          <a:srgbClr val="0000B2"/>
                        </a:solidFill>
                        <a:effectLst/>
                        <a:latin typeface="华文中宋" panose="02010600040101010101" pitchFamily="2" charset="-122"/>
                        <a:ea typeface="华文中宋" panose="02010600040101010101" pitchFamily="2" charset="-122"/>
                        <a:cs typeface="Times New Roman" panose="02020603050405020304" pitchFamily="18" charset="0"/>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50000"/>
                        </a:lnSpc>
                        <a:spcBef>
                          <a:spcPct val="0"/>
                        </a:spcBef>
                        <a:spcAft>
                          <a:spcPct val="0"/>
                        </a:spcAft>
                        <a:buClrTx/>
                        <a:buSzTx/>
                        <a:buFontTx/>
                        <a:buNone/>
                      </a:pPr>
                      <a:r>
                        <a:rPr kumimoji="0" lang="zh-CN" sz="1600" b="0" i="0" u="none" strike="noStrike" cap="none" normalizeH="0" baseline="0" smtClean="0">
                          <a:ln>
                            <a:noFill/>
                          </a:ln>
                          <a:solidFill>
                            <a:srgbClr val="0000B2"/>
                          </a:solidFill>
                          <a:effectLst/>
                          <a:latin typeface="华文中宋" panose="02010600040101010101" pitchFamily="2" charset="-122"/>
                          <a:ea typeface="华文中宋" panose="02010600040101010101" pitchFamily="2" charset="-122"/>
                        </a:rPr>
                        <a:t>＞</a:t>
                      </a:r>
                      <a:r>
                        <a:rPr kumimoji="0" lang="en-US" altLang="zh-CN" sz="1600" b="0" i="0" u="none" strike="noStrike" cap="none" normalizeH="0" baseline="0" smtClean="0">
                          <a:ln>
                            <a:noFill/>
                          </a:ln>
                          <a:solidFill>
                            <a:srgbClr val="0000B2"/>
                          </a:solidFill>
                          <a:effectLst/>
                          <a:latin typeface="华文中宋" panose="02010600040101010101" pitchFamily="2" charset="-122"/>
                          <a:ea typeface="华文中宋" panose="02010600040101010101" pitchFamily="2" charset="-122"/>
                        </a:rPr>
                        <a:t>60</a:t>
                      </a:r>
                      <a:endParaRPr kumimoji="0" lang="zh-CN" altLang="zh-CN" sz="1600" b="0" i="0" u="none" strike="noStrike" cap="none" normalizeH="0" baseline="0" smtClean="0">
                        <a:ln>
                          <a:noFill/>
                        </a:ln>
                        <a:solidFill>
                          <a:srgbClr val="0000B2"/>
                        </a:solidFill>
                        <a:effectLst/>
                        <a:latin typeface="华文中宋" panose="02010600040101010101" pitchFamily="2" charset="-122"/>
                        <a:ea typeface="华文中宋" panose="02010600040101010101" pitchFamily="2" charset="-122"/>
                        <a:cs typeface="Times New Roman" panose="02020603050405020304" pitchFamily="18" charset="0"/>
                      </a:endParaRPr>
                    </a:p>
                  </a:txBody>
                  <a:tcPr marL="68580" marR="68580" marT="0" marB="0" anchor="ctr" horzOverflow="overflow">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712788">
                <a:tc>
                  <a:txBody>
                    <a:bodyPr/>
                    <a:lstStyle/>
                    <a:p>
                      <a:pPr marL="0" marR="0" lvl="0" indent="0" algn="ctr" defTabSz="914400" rtl="0" eaLnBrk="1" fontAlgn="base" latinLnBrk="0" hangingPunct="1">
                        <a:lnSpc>
                          <a:spcPct val="150000"/>
                        </a:lnSpc>
                        <a:spcBef>
                          <a:spcPct val="0"/>
                        </a:spcBef>
                        <a:spcAft>
                          <a:spcPct val="0"/>
                        </a:spcAft>
                        <a:buClrTx/>
                        <a:buSzTx/>
                        <a:buFontTx/>
                        <a:buNone/>
                      </a:pPr>
                      <a:r>
                        <a:rPr kumimoji="0" lang="zh-CN" sz="1600" b="0" i="0" u="none" strike="noStrike" cap="none" normalizeH="0" baseline="0" smtClean="0">
                          <a:ln>
                            <a:noFill/>
                          </a:ln>
                          <a:solidFill>
                            <a:srgbClr val="0000B2"/>
                          </a:solidFill>
                          <a:effectLst/>
                          <a:latin typeface="华文中宋" panose="02010600040101010101" pitchFamily="2" charset="-122"/>
                          <a:ea typeface="华文中宋" panose="02010600040101010101" pitchFamily="2" charset="-122"/>
                        </a:rPr>
                        <a:t>圆柱滚子轴承</a:t>
                      </a:r>
                      <a:endParaRPr kumimoji="0" lang="zh-CN" sz="1600" b="0" i="0" u="none" strike="noStrike" cap="none" normalizeH="0" baseline="0" smtClean="0">
                        <a:ln>
                          <a:noFill/>
                        </a:ln>
                        <a:solidFill>
                          <a:srgbClr val="0000B2"/>
                        </a:solidFill>
                        <a:effectLst/>
                        <a:latin typeface="华文中宋" panose="02010600040101010101" pitchFamily="2" charset="-122"/>
                        <a:ea typeface="华文中宋" panose="02010600040101010101" pitchFamily="2" charset="-122"/>
                        <a:cs typeface="Times New Roman" panose="02020603050405020304" pitchFamily="18" charset="0"/>
                      </a:endParaRPr>
                    </a:p>
                  </a:txBody>
                  <a:tcPr marL="68580" marR="68580" marT="0" marB="0" anchor="ctr" horzOverflow="overflow">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50000"/>
                        </a:lnSpc>
                        <a:spcBef>
                          <a:spcPct val="0"/>
                        </a:spcBef>
                        <a:spcAft>
                          <a:spcPct val="0"/>
                        </a:spcAft>
                        <a:buClrTx/>
                        <a:buSzTx/>
                        <a:buFontTx/>
                        <a:buNone/>
                      </a:pPr>
                      <a:r>
                        <a:rPr kumimoji="0" lang="en-US" altLang="zh-CN" sz="1600" b="0" i="0" u="none" strike="noStrike" cap="none" normalizeH="0" baseline="0" smtClean="0">
                          <a:ln>
                            <a:noFill/>
                          </a:ln>
                          <a:solidFill>
                            <a:srgbClr val="0000B2"/>
                          </a:solidFill>
                          <a:effectLst/>
                          <a:latin typeface="华文中宋" panose="02010600040101010101" pitchFamily="2" charset="-122"/>
                          <a:ea typeface="华文中宋" panose="02010600040101010101" pitchFamily="2" charset="-122"/>
                          <a:cs typeface="Times New Roman" panose="02020603050405020304" pitchFamily="18" charset="0"/>
                        </a:rPr>
                        <a:t>≤16</a:t>
                      </a:r>
                      <a:endParaRPr kumimoji="0" lang="zh-CN" altLang="zh-CN" sz="1600" b="0" i="0" u="none" strike="noStrike" cap="none" normalizeH="0" baseline="0" smtClean="0">
                        <a:ln>
                          <a:noFill/>
                        </a:ln>
                        <a:solidFill>
                          <a:srgbClr val="0000B2"/>
                        </a:solidFill>
                        <a:effectLst/>
                        <a:latin typeface="华文中宋" panose="02010600040101010101" pitchFamily="2" charset="-122"/>
                        <a:ea typeface="华文中宋" panose="02010600040101010101" pitchFamily="2" charset="-122"/>
                        <a:cs typeface="Times New Roman" panose="02020603050405020304" pitchFamily="18" charset="0"/>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50000"/>
                        </a:lnSpc>
                        <a:spcBef>
                          <a:spcPct val="0"/>
                        </a:spcBef>
                        <a:spcAft>
                          <a:spcPct val="0"/>
                        </a:spcAft>
                        <a:buClrTx/>
                        <a:buSzTx/>
                        <a:buFontTx/>
                        <a:buNone/>
                      </a:pPr>
                      <a:r>
                        <a:rPr kumimoji="0" lang="en-US" altLang="zh-CN" sz="1600" b="0" i="0" u="none" strike="noStrike" cap="none" normalizeH="0" baseline="0" smtClean="0">
                          <a:ln>
                            <a:noFill/>
                          </a:ln>
                          <a:solidFill>
                            <a:srgbClr val="0000B2"/>
                          </a:solidFill>
                          <a:effectLst/>
                          <a:latin typeface="华文中宋" panose="02010600040101010101" pitchFamily="2" charset="-122"/>
                          <a:ea typeface="华文中宋" panose="02010600040101010101" pitchFamily="2" charset="-122"/>
                        </a:rPr>
                        <a:t>25</a:t>
                      </a:r>
                      <a:endParaRPr kumimoji="0" lang="zh-CN" altLang="zh-CN" sz="1600" b="0" i="0" u="none" strike="noStrike" cap="none" normalizeH="0" baseline="0" smtClean="0">
                        <a:ln>
                          <a:noFill/>
                        </a:ln>
                        <a:solidFill>
                          <a:srgbClr val="0000B2"/>
                        </a:solidFill>
                        <a:effectLst/>
                        <a:latin typeface="华文中宋" panose="02010600040101010101" pitchFamily="2" charset="-122"/>
                        <a:ea typeface="华文中宋" panose="02010600040101010101" pitchFamily="2" charset="-122"/>
                        <a:cs typeface="Times New Roman" panose="02020603050405020304" pitchFamily="18" charset="0"/>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50000"/>
                        </a:lnSpc>
                        <a:spcBef>
                          <a:spcPct val="0"/>
                        </a:spcBef>
                        <a:spcAft>
                          <a:spcPct val="0"/>
                        </a:spcAft>
                        <a:buClrTx/>
                        <a:buSzTx/>
                        <a:buFontTx/>
                        <a:buNone/>
                      </a:pPr>
                      <a:r>
                        <a:rPr kumimoji="0" lang="en-US" altLang="zh-CN" sz="1600" b="0" i="0" u="none" strike="noStrike" cap="none" normalizeH="0" baseline="0" smtClean="0">
                          <a:ln>
                            <a:noFill/>
                          </a:ln>
                          <a:solidFill>
                            <a:srgbClr val="0000B2"/>
                          </a:solidFill>
                          <a:effectLst/>
                          <a:latin typeface="华文中宋" panose="02010600040101010101" pitchFamily="2" charset="-122"/>
                          <a:ea typeface="华文中宋" panose="02010600040101010101" pitchFamily="2" charset="-122"/>
                        </a:rPr>
                        <a:t>40</a:t>
                      </a:r>
                      <a:endParaRPr kumimoji="0" lang="zh-CN" altLang="zh-CN" sz="1600" b="0" i="0" u="none" strike="noStrike" cap="none" normalizeH="0" baseline="0" smtClean="0">
                        <a:ln>
                          <a:noFill/>
                        </a:ln>
                        <a:solidFill>
                          <a:srgbClr val="0000B2"/>
                        </a:solidFill>
                        <a:effectLst/>
                        <a:latin typeface="华文中宋" panose="02010600040101010101" pitchFamily="2" charset="-122"/>
                        <a:ea typeface="华文中宋" panose="02010600040101010101" pitchFamily="2" charset="-122"/>
                        <a:cs typeface="Times New Roman" panose="02020603050405020304" pitchFamily="18" charset="0"/>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50000"/>
                        </a:lnSpc>
                        <a:spcBef>
                          <a:spcPct val="0"/>
                        </a:spcBef>
                        <a:spcAft>
                          <a:spcPct val="0"/>
                        </a:spcAft>
                        <a:buClrTx/>
                        <a:buSzTx/>
                        <a:buFontTx/>
                        <a:buNone/>
                      </a:pPr>
                      <a:r>
                        <a:rPr kumimoji="0" lang="en-US" altLang="zh-CN" sz="1600" b="0" i="0" u="none" strike="noStrike" cap="none" normalizeH="0" baseline="0" dirty="0" smtClean="0">
                          <a:ln>
                            <a:noFill/>
                          </a:ln>
                          <a:solidFill>
                            <a:srgbClr val="0000B2"/>
                          </a:solidFill>
                          <a:effectLst/>
                          <a:latin typeface="华文中宋" panose="02010600040101010101" pitchFamily="2" charset="-122"/>
                          <a:ea typeface="华文中宋" panose="02010600040101010101" pitchFamily="2" charset="-122"/>
                        </a:rPr>
                        <a:t>60</a:t>
                      </a:r>
                      <a:endParaRPr kumimoji="0" lang="zh-CN" altLang="zh-CN" sz="1600" b="0" i="0" u="none" strike="noStrike" cap="none" normalizeH="0" baseline="0" dirty="0" smtClean="0">
                        <a:ln>
                          <a:noFill/>
                        </a:ln>
                        <a:solidFill>
                          <a:srgbClr val="0000B2"/>
                        </a:solidFill>
                        <a:effectLst/>
                        <a:latin typeface="华文中宋" panose="02010600040101010101" pitchFamily="2" charset="-122"/>
                        <a:ea typeface="华文中宋" panose="02010600040101010101" pitchFamily="2" charset="-122"/>
                        <a:cs typeface="Times New Roman" panose="02020603050405020304" pitchFamily="18" charset="0"/>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50000"/>
                        </a:lnSpc>
                        <a:spcBef>
                          <a:spcPct val="0"/>
                        </a:spcBef>
                        <a:spcAft>
                          <a:spcPct val="0"/>
                        </a:spcAft>
                        <a:buClrTx/>
                        <a:buSzTx/>
                        <a:buFontTx/>
                        <a:buNone/>
                      </a:pPr>
                      <a:r>
                        <a:rPr kumimoji="0" lang="zh-CN" sz="1600" b="0" i="0" u="none" strike="noStrike" cap="none" normalizeH="0" baseline="0" dirty="0" smtClean="0">
                          <a:ln>
                            <a:noFill/>
                          </a:ln>
                          <a:solidFill>
                            <a:srgbClr val="0000B2"/>
                          </a:solidFill>
                          <a:effectLst/>
                          <a:latin typeface="华文中宋" panose="02010600040101010101" pitchFamily="2" charset="-122"/>
                          <a:ea typeface="华文中宋" panose="02010600040101010101" pitchFamily="2" charset="-122"/>
                        </a:rPr>
                        <a:t>＞</a:t>
                      </a:r>
                      <a:r>
                        <a:rPr kumimoji="0" lang="en-US" altLang="zh-CN" sz="1600" b="0" i="0" u="none" strike="noStrike" cap="none" normalizeH="0" baseline="0" dirty="0" smtClean="0">
                          <a:ln>
                            <a:noFill/>
                          </a:ln>
                          <a:solidFill>
                            <a:srgbClr val="0000B2"/>
                          </a:solidFill>
                          <a:effectLst/>
                          <a:latin typeface="华文中宋" panose="02010600040101010101" pitchFamily="2" charset="-122"/>
                          <a:ea typeface="华文中宋" panose="02010600040101010101" pitchFamily="2" charset="-122"/>
                        </a:rPr>
                        <a:t>60</a:t>
                      </a:r>
                      <a:endParaRPr kumimoji="0" lang="zh-CN" altLang="zh-CN" sz="1600" b="0" i="0" u="none" strike="noStrike" cap="none" normalizeH="0" baseline="0" dirty="0" smtClean="0">
                        <a:ln>
                          <a:noFill/>
                        </a:ln>
                        <a:solidFill>
                          <a:srgbClr val="0000B2"/>
                        </a:solidFill>
                        <a:effectLst/>
                        <a:latin typeface="华文中宋" panose="02010600040101010101" pitchFamily="2" charset="-122"/>
                        <a:ea typeface="华文中宋" panose="02010600040101010101" pitchFamily="2" charset="-122"/>
                        <a:cs typeface="Times New Roman" panose="02020603050405020304" pitchFamily="18" charset="0"/>
                      </a:endParaRPr>
                    </a:p>
                  </a:txBody>
                  <a:tcPr marL="68580" marR="68580" marT="0" marB="0" anchor="ctr" horzOverflow="overflow">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604838">
                <a:tc>
                  <a:txBody>
                    <a:bodyPr/>
                    <a:lstStyle/>
                    <a:p>
                      <a:pPr marL="0" marR="0" lvl="0" indent="0" algn="ctr" defTabSz="914400" rtl="0" eaLnBrk="1" fontAlgn="base" latinLnBrk="0" hangingPunct="1">
                        <a:lnSpc>
                          <a:spcPct val="150000"/>
                        </a:lnSpc>
                        <a:spcBef>
                          <a:spcPct val="0"/>
                        </a:spcBef>
                        <a:spcAft>
                          <a:spcPct val="0"/>
                        </a:spcAft>
                        <a:buClrTx/>
                        <a:buSzTx/>
                        <a:buFontTx/>
                        <a:buNone/>
                      </a:pPr>
                      <a:r>
                        <a:rPr kumimoji="0" lang="zh-CN" sz="1600" b="0" i="0" u="none" strike="noStrike" cap="none" normalizeH="0" baseline="0" smtClean="0">
                          <a:ln>
                            <a:noFill/>
                          </a:ln>
                          <a:solidFill>
                            <a:srgbClr val="0000B2"/>
                          </a:solidFill>
                          <a:effectLst/>
                          <a:latin typeface="华文中宋" panose="02010600040101010101" pitchFamily="2" charset="-122"/>
                          <a:ea typeface="华文中宋" panose="02010600040101010101" pitchFamily="2" charset="-122"/>
                        </a:rPr>
                        <a:t>圆锥滚子轴承</a:t>
                      </a:r>
                      <a:endParaRPr kumimoji="0" lang="zh-CN" sz="1600" b="0" i="0" u="none" strike="noStrike" cap="none" normalizeH="0" baseline="0" smtClean="0">
                        <a:ln>
                          <a:noFill/>
                        </a:ln>
                        <a:solidFill>
                          <a:srgbClr val="0000B2"/>
                        </a:solidFill>
                        <a:effectLst/>
                        <a:latin typeface="华文中宋" panose="02010600040101010101" pitchFamily="2" charset="-122"/>
                        <a:ea typeface="华文中宋" panose="02010600040101010101" pitchFamily="2" charset="-122"/>
                        <a:cs typeface="Times New Roman" panose="02020603050405020304" pitchFamily="18" charset="0"/>
                      </a:endParaRPr>
                    </a:p>
                  </a:txBody>
                  <a:tcPr marL="68580" marR="68580" marT="0" marB="0" anchor="ctr" horzOverflow="overflow">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50000"/>
                        </a:lnSpc>
                        <a:spcBef>
                          <a:spcPct val="0"/>
                        </a:spcBef>
                        <a:spcAft>
                          <a:spcPct val="0"/>
                        </a:spcAft>
                        <a:buClrTx/>
                        <a:buSzTx/>
                        <a:buFontTx/>
                        <a:buNone/>
                      </a:pPr>
                      <a:r>
                        <a:rPr kumimoji="0" lang="en-US" altLang="zh-CN" sz="1600" b="0" i="0" u="none" strike="noStrike" cap="none" normalizeH="0" baseline="0" smtClean="0">
                          <a:ln>
                            <a:noFill/>
                          </a:ln>
                          <a:solidFill>
                            <a:srgbClr val="0000B2"/>
                          </a:solidFill>
                          <a:effectLst/>
                          <a:latin typeface="华文中宋" panose="02010600040101010101" pitchFamily="2" charset="-122"/>
                          <a:ea typeface="华文中宋" panose="02010600040101010101" pitchFamily="2" charset="-122"/>
                          <a:cs typeface="Times New Roman" panose="02020603050405020304" pitchFamily="18" charset="0"/>
                        </a:rPr>
                        <a:t>≤10</a:t>
                      </a:r>
                      <a:endParaRPr kumimoji="0" lang="zh-CN" altLang="zh-CN" sz="1600" b="0" i="0" u="none" strike="noStrike" cap="none" normalizeH="0" baseline="0" smtClean="0">
                        <a:ln>
                          <a:noFill/>
                        </a:ln>
                        <a:solidFill>
                          <a:srgbClr val="0000B2"/>
                        </a:solidFill>
                        <a:effectLst/>
                        <a:latin typeface="华文中宋" panose="02010600040101010101" pitchFamily="2" charset="-122"/>
                        <a:ea typeface="华文中宋" panose="02010600040101010101" pitchFamily="2" charset="-122"/>
                        <a:cs typeface="Times New Roman" panose="02020603050405020304" pitchFamily="18" charset="0"/>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50000"/>
                        </a:lnSpc>
                        <a:spcBef>
                          <a:spcPct val="0"/>
                        </a:spcBef>
                        <a:spcAft>
                          <a:spcPct val="0"/>
                        </a:spcAft>
                        <a:buClrTx/>
                        <a:buSzTx/>
                        <a:buFontTx/>
                        <a:buNone/>
                      </a:pPr>
                      <a:r>
                        <a:rPr kumimoji="0" lang="en-US" altLang="zh-CN" sz="1600" b="0" i="0" u="none" strike="noStrike" cap="none" normalizeH="0" baseline="0" smtClean="0">
                          <a:ln>
                            <a:noFill/>
                          </a:ln>
                          <a:solidFill>
                            <a:srgbClr val="0000B2"/>
                          </a:solidFill>
                          <a:effectLst/>
                          <a:latin typeface="华文中宋" panose="02010600040101010101" pitchFamily="2" charset="-122"/>
                          <a:ea typeface="华文中宋" panose="02010600040101010101" pitchFamily="2" charset="-122"/>
                        </a:rPr>
                        <a:t>16</a:t>
                      </a:r>
                      <a:endParaRPr kumimoji="0" lang="zh-CN" altLang="zh-CN" sz="1600" b="0" i="0" u="none" strike="noStrike" cap="none" normalizeH="0" baseline="0" smtClean="0">
                        <a:ln>
                          <a:noFill/>
                        </a:ln>
                        <a:solidFill>
                          <a:srgbClr val="0000B2"/>
                        </a:solidFill>
                        <a:effectLst/>
                        <a:latin typeface="华文中宋" panose="02010600040101010101" pitchFamily="2" charset="-122"/>
                        <a:ea typeface="华文中宋" panose="02010600040101010101" pitchFamily="2" charset="-122"/>
                        <a:cs typeface="Times New Roman" panose="02020603050405020304" pitchFamily="18" charset="0"/>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50000"/>
                        </a:lnSpc>
                        <a:spcBef>
                          <a:spcPct val="0"/>
                        </a:spcBef>
                        <a:spcAft>
                          <a:spcPct val="0"/>
                        </a:spcAft>
                        <a:buClrTx/>
                        <a:buSzTx/>
                        <a:buFontTx/>
                        <a:buNone/>
                      </a:pPr>
                      <a:r>
                        <a:rPr kumimoji="0" lang="en-US" altLang="zh-CN" sz="1600" b="0" i="0" u="none" strike="noStrike" cap="none" normalizeH="0" baseline="0" smtClean="0">
                          <a:ln>
                            <a:noFill/>
                          </a:ln>
                          <a:solidFill>
                            <a:srgbClr val="0000B2"/>
                          </a:solidFill>
                          <a:effectLst/>
                          <a:latin typeface="华文中宋" panose="02010600040101010101" pitchFamily="2" charset="-122"/>
                          <a:ea typeface="华文中宋" panose="02010600040101010101" pitchFamily="2" charset="-122"/>
                        </a:rPr>
                        <a:t>23</a:t>
                      </a:r>
                      <a:endParaRPr kumimoji="0" lang="zh-CN" altLang="zh-CN" sz="1600" b="0" i="0" u="none" strike="noStrike" cap="none" normalizeH="0" baseline="0" smtClean="0">
                        <a:ln>
                          <a:noFill/>
                        </a:ln>
                        <a:solidFill>
                          <a:srgbClr val="0000B2"/>
                        </a:solidFill>
                        <a:effectLst/>
                        <a:latin typeface="华文中宋" panose="02010600040101010101" pitchFamily="2" charset="-122"/>
                        <a:ea typeface="华文中宋" panose="02010600040101010101" pitchFamily="2" charset="-122"/>
                        <a:cs typeface="Times New Roman" panose="02020603050405020304" pitchFamily="18" charset="0"/>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50000"/>
                        </a:lnSpc>
                        <a:spcBef>
                          <a:spcPct val="0"/>
                        </a:spcBef>
                        <a:spcAft>
                          <a:spcPct val="0"/>
                        </a:spcAft>
                        <a:buClrTx/>
                        <a:buSzTx/>
                        <a:buFontTx/>
                        <a:buNone/>
                      </a:pPr>
                      <a:r>
                        <a:rPr kumimoji="0" lang="en-US" altLang="zh-CN" sz="1600" b="0" i="0" u="none" strike="noStrike" cap="none" normalizeH="0" baseline="0" smtClean="0">
                          <a:ln>
                            <a:noFill/>
                          </a:ln>
                          <a:solidFill>
                            <a:srgbClr val="0000B2"/>
                          </a:solidFill>
                          <a:effectLst/>
                          <a:latin typeface="华文中宋" panose="02010600040101010101" pitchFamily="2" charset="-122"/>
                          <a:ea typeface="华文中宋" panose="02010600040101010101" pitchFamily="2" charset="-122"/>
                        </a:rPr>
                        <a:t>30</a:t>
                      </a:r>
                      <a:endParaRPr kumimoji="0" lang="zh-CN" altLang="zh-CN" sz="1600" b="0" i="0" u="none" strike="noStrike" cap="none" normalizeH="0" baseline="0" smtClean="0">
                        <a:ln>
                          <a:noFill/>
                        </a:ln>
                        <a:solidFill>
                          <a:srgbClr val="0000B2"/>
                        </a:solidFill>
                        <a:effectLst/>
                        <a:latin typeface="华文中宋" panose="02010600040101010101" pitchFamily="2" charset="-122"/>
                        <a:ea typeface="华文中宋" panose="02010600040101010101" pitchFamily="2" charset="-122"/>
                        <a:cs typeface="Times New Roman" panose="02020603050405020304" pitchFamily="18" charset="0"/>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50000"/>
                        </a:lnSpc>
                        <a:spcBef>
                          <a:spcPct val="0"/>
                        </a:spcBef>
                        <a:spcAft>
                          <a:spcPct val="0"/>
                        </a:spcAft>
                        <a:buClrTx/>
                        <a:buSzTx/>
                        <a:buFontTx/>
                        <a:buNone/>
                      </a:pPr>
                      <a:endParaRPr kumimoji="0" lang="en-US" altLang="zh-CN" sz="1600" b="0" i="0" u="none" strike="noStrike" cap="none" normalizeH="0" baseline="0" dirty="0" smtClean="0">
                        <a:ln>
                          <a:noFill/>
                        </a:ln>
                        <a:solidFill>
                          <a:srgbClr val="0000B2"/>
                        </a:solidFill>
                        <a:effectLst/>
                        <a:latin typeface="华文中宋" panose="02010600040101010101" pitchFamily="2" charset="-122"/>
                        <a:ea typeface="华文中宋" panose="02010600040101010101" pitchFamily="2" charset="-122"/>
                      </a:endParaRPr>
                    </a:p>
                  </a:txBody>
                  <a:tcPr marL="68580" marR="68580" marT="0" marB="0" anchor="ctr" horzOverflow="overflow">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696913">
                <a:tc>
                  <a:txBody>
                    <a:bodyPr/>
                    <a:lstStyle/>
                    <a:p>
                      <a:pPr marL="0" marR="0" lvl="0" indent="0" algn="ctr" defTabSz="914400" rtl="0" eaLnBrk="1" fontAlgn="base" latinLnBrk="0" hangingPunct="1">
                        <a:lnSpc>
                          <a:spcPct val="150000"/>
                        </a:lnSpc>
                        <a:spcBef>
                          <a:spcPct val="0"/>
                        </a:spcBef>
                        <a:spcAft>
                          <a:spcPct val="0"/>
                        </a:spcAft>
                        <a:buClrTx/>
                        <a:buSzTx/>
                        <a:buFontTx/>
                        <a:buNone/>
                      </a:pPr>
                      <a:r>
                        <a:rPr kumimoji="0" lang="zh-CN" sz="1600" b="0" i="0" u="none" strike="noStrike" cap="none" normalizeH="0" baseline="0" smtClean="0">
                          <a:ln>
                            <a:noFill/>
                          </a:ln>
                          <a:solidFill>
                            <a:srgbClr val="0000B2"/>
                          </a:solidFill>
                          <a:effectLst/>
                          <a:latin typeface="华文中宋" panose="02010600040101010101" pitchFamily="2" charset="-122"/>
                          <a:ea typeface="华文中宋" panose="02010600040101010101" pitchFamily="2" charset="-122"/>
                        </a:rPr>
                        <a:t>调心滚子轴承</a:t>
                      </a:r>
                      <a:endParaRPr kumimoji="0" lang="zh-CN" sz="1600" b="0" i="0" u="none" strike="noStrike" cap="none" normalizeH="0" baseline="0" smtClean="0">
                        <a:ln>
                          <a:noFill/>
                        </a:ln>
                        <a:solidFill>
                          <a:srgbClr val="0000B2"/>
                        </a:solidFill>
                        <a:effectLst/>
                        <a:latin typeface="华文中宋" panose="02010600040101010101" pitchFamily="2" charset="-122"/>
                        <a:ea typeface="华文中宋" panose="02010600040101010101" pitchFamily="2" charset="-122"/>
                        <a:cs typeface="Times New Roman" panose="02020603050405020304" pitchFamily="18" charset="0"/>
                      </a:endParaRPr>
                    </a:p>
                  </a:txBody>
                  <a:tcPr marL="68580" marR="68580" marT="0" marB="0" anchor="ctr" horzOverflow="overflow">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50000"/>
                        </a:lnSpc>
                        <a:spcBef>
                          <a:spcPct val="0"/>
                        </a:spcBef>
                        <a:spcAft>
                          <a:spcPct val="0"/>
                        </a:spcAft>
                        <a:buClrTx/>
                        <a:buSzTx/>
                        <a:buFontTx/>
                        <a:buNone/>
                      </a:pPr>
                      <a:r>
                        <a:rPr kumimoji="0" lang="en-US" altLang="zh-CN" sz="1600" b="0" i="0" u="none" strike="noStrike" cap="none" normalizeH="0" baseline="0" smtClean="0">
                          <a:ln>
                            <a:noFill/>
                          </a:ln>
                          <a:solidFill>
                            <a:srgbClr val="0000B2"/>
                          </a:solidFill>
                          <a:effectLst/>
                          <a:latin typeface="华文中宋" panose="02010600040101010101" pitchFamily="2" charset="-122"/>
                          <a:ea typeface="华文中宋" panose="02010600040101010101" pitchFamily="2" charset="-122"/>
                          <a:cs typeface="Times New Roman" panose="02020603050405020304" pitchFamily="18" charset="0"/>
                        </a:rPr>
                        <a:t>≤8</a:t>
                      </a:r>
                      <a:endParaRPr kumimoji="0" lang="zh-CN" altLang="zh-CN" sz="1600" b="0" i="0" u="none" strike="noStrike" cap="none" normalizeH="0" baseline="0" smtClean="0">
                        <a:ln>
                          <a:noFill/>
                        </a:ln>
                        <a:solidFill>
                          <a:srgbClr val="0000B2"/>
                        </a:solidFill>
                        <a:effectLst/>
                        <a:latin typeface="华文中宋" panose="02010600040101010101" pitchFamily="2" charset="-122"/>
                        <a:ea typeface="华文中宋" panose="02010600040101010101" pitchFamily="2" charset="-122"/>
                        <a:cs typeface="Times New Roman" panose="02020603050405020304" pitchFamily="18" charset="0"/>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50000"/>
                        </a:lnSpc>
                        <a:spcBef>
                          <a:spcPct val="0"/>
                        </a:spcBef>
                        <a:spcAft>
                          <a:spcPct val="0"/>
                        </a:spcAft>
                        <a:buClrTx/>
                        <a:buSzTx/>
                        <a:buFontTx/>
                        <a:buNone/>
                      </a:pPr>
                      <a:r>
                        <a:rPr kumimoji="0" lang="en-US" altLang="zh-CN" sz="1600" b="0" i="0" u="none" strike="noStrike" cap="none" normalizeH="0" baseline="0" smtClean="0">
                          <a:ln>
                            <a:noFill/>
                          </a:ln>
                          <a:solidFill>
                            <a:srgbClr val="0000B2"/>
                          </a:solidFill>
                          <a:effectLst/>
                          <a:latin typeface="华文中宋" panose="02010600040101010101" pitchFamily="2" charset="-122"/>
                          <a:ea typeface="华文中宋" panose="02010600040101010101" pitchFamily="2" charset="-122"/>
                        </a:rPr>
                        <a:t>12</a:t>
                      </a:r>
                      <a:endParaRPr kumimoji="0" lang="zh-CN" altLang="zh-CN" sz="1600" b="0" i="0" u="none" strike="noStrike" cap="none" normalizeH="0" baseline="0" smtClean="0">
                        <a:ln>
                          <a:noFill/>
                        </a:ln>
                        <a:solidFill>
                          <a:srgbClr val="0000B2"/>
                        </a:solidFill>
                        <a:effectLst/>
                        <a:latin typeface="华文中宋" panose="02010600040101010101" pitchFamily="2" charset="-122"/>
                        <a:ea typeface="华文中宋" panose="02010600040101010101" pitchFamily="2" charset="-122"/>
                        <a:cs typeface="Times New Roman" panose="02020603050405020304" pitchFamily="18" charset="0"/>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50000"/>
                        </a:lnSpc>
                        <a:spcBef>
                          <a:spcPct val="0"/>
                        </a:spcBef>
                        <a:spcAft>
                          <a:spcPct val="0"/>
                        </a:spcAft>
                        <a:buClrTx/>
                        <a:buSzTx/>
                        <a:buFontTx/>
                        <a:buNone/>
                      </a:pPr>
                      <a:r>
                        <a:rPr kumimoji="0" lang="en-US" altLang="zh-CN" sz="1600" b="0" i="0" u="none" strike="noStrike" cap="none" normalizeH="0" baseline="0" smtClean="0">
                          <a:ln>
                            <a:noFill/>
                          </a:ln>
                          <a:solidFill>
                            <a:srgbClr val="0000B2"/>
                          </a:solidFill>
                          <a:effectLst/>
                          <a:latin typeface="华文中宋" panose="02010600040101010101" pitchFamily="2" charset="-122"/>
                          <a:ea typeface="华文中宋" panose="02010600040101010101" pitchFamily="2" charset="-122"/>
                        </a:rPr>
                        <a:t>20</a:t>
                      </a:r>
                      <a:endParaRPr kumimoji="0" lang="zh-CN" altLang="zh-CN" sz="1600" b="0" i="0" u="none" strike="noStrike" cap="none" normalizeH="0" baseline="0" smtClean="0">
                        <a:ln>
                          <a:noFill/>
                        </a:ln>
                        <a:solidFill>
                          <a:srgbClr val="0000B2"/>
                        </a:solidFill>
                        <a:effectLst/>
                        <a:latin typeface="华文中宋" panose="02010600040101010101" pitchFamily="2" charset="-122"/>
                        <a:ea typeface="华文中宋" panose="02010600040101010101" pitchFamily="2" charset="-122"/>
                        <a:cs typeface="Times New Roman" panose="02020603050405020304" pitchFamily="18" charset="0"/>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50000"/>
                        </a:lnSpc>
                        <a:spcBef>
                          <a:spcPct val="0"/>
                        </a:spcBef>
                        <a:spcAft>
                          <a:spcPct val="0"/>
                        </a:spcAft>
                        <a:buClrTx/>
                        <a:buSzTx/>
                        <a:buFontTx/>
                        <a:buNone/>
                      </a:pPr>
                      <a:r>
                        <a:rPr kumimoji="0" lang="en-US" altLang="zh-CN" sz="1600" b="0" i="0" u="none" strike="noStrike" cap="none" normalizeH="0" baseline="0" smtClean="0">
                          <a:ln>
                            <a:noFill/>
                          </a:ln>
                          <a:solidFill>
                            <a:srgbClr val="0000B2"/>
                          </a:solidFill>
                          <a:effectLst/>
                          <a:latin typeface="华文中宋" panose="02010600040101010101" pitchFamily="2" charset="-122"/>
                          <a:ea typeface="华文中宋" panose="02010600040101010101" pitchFamily="2" charset="-122"/>
                        </a:rPr>
                        <a:t>25</a:t>
                      </a:r>
                      <a:endParaRPr kumimoji="0" lang="zh-CN" altLang="zh-CN" sz="1600" b="0" i="0" u="none" strike="noStrike" cap="none" normalizeH="0" baseline="0" smtClean="0">
                        <a:ln>
                          <a:noFill/>
                        </a:ln>
                        <a:solidFill>
                          <a:srgbClr val="0000B2"/>
                        </a:solidFill>
                        <a:effectLst/>
                        <a:latin typeface="华文中宋" panose="02010600040101010101" pitchFamily="2" charset="-122"/>
                        <a:ea typeface="华文中宋" panose="02010600040101010101" pitchFamily="2" charset="-122"/>
                        <a:cs typeface="Times New Roman" panose="02020603050405020304" pitchFamily="18" charset="0"/>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50000"/>
                        </a:lnSpc>
                        <a:spcBef>
                          <a:spcPct val="0"/>
                        </a:spcBef>
                        <a:spcAft>
                          <a:spcPct val="0"/>
                        </a:spcAft>
                        <a:buClrTx/>
                        <a:buSzTx/>
                        <a:buFontTx/>
                        <a:buNone/>
                      </a:pPr>
                      <a:endParaRPr kumimoji="0" lang="en-US" altLang="zh-CN" sz="1600" b="0" i="0" u="none" strike="noStrike" cap="none" normalizeH="0" baseline="0" dirty="0" smtClean="0">
                        <a:ln>
                          <a:noFill/>
                        </a:ln>
                        <a:solidFill>
                          <a:srgbClr val="0000B2"/>
                        </a:solidFill>
                        <a:effectLst/>
                        <a:latin typeface="华文中宋" panose="02010600040101010101" pitchFamily="2" charset="-122"/>
                        <a:ea typeface="华文中宋" panose="02010600040101010101" pitchFamily="2" charset="-122"/>
                      </a:endParaRPr>
                    </a:p>
                  </a:txBody>
                  <a:tcPr marL="68580" marR="68580" marT="0" marB="0" anchor="ctr" horzOverflow="overflow">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577850">
                <a:tc>
                  <a:txBody>
                    <a:bodyPr/>
                    <a:lstStyle/>
                    <a:p>
                      <a:pPr marL="0" marR="0" lvl="0" indent="0" algn="ctr" defTabSz="914400" rtl="0" eaLnBrk="1" fontAlgn="base" latinLnBrk="0" hangingPunct="1">
                        <a:lnSpc>
                          <a:spcPct val="150000"/>
                        </a:lnSpc>
                        <a:spcBef>
                          <a:spcPct val="0"/>
                        </a:spcBef>
                        <a:spcAft>
                          <a:spcPct val="0"/>
                        </a:spcAft>
                        <a:buClrTx/>
                        <a:buSzTx/>
                        <a:buFontTx/>
                        <a:buNone/>
                      </a:pPr>
                      <a:r>
                        <a:rPr kumimoji="0" lang="zh-CN" sz="1600" b="0" i="0" u="none" strike="noStrike" cap="none" normalizeH="0" baseline="0" smtClean="0">
                          <a:ln>
                            <a:noFill/>
                          </a:ln>
                          <a:solidFill>
                            <a:srgbClr val="0000B2"/>
                          </a:solidFill>
                          <a:effectLst/>
                          <a:latin typeface="华文中宋" panose="02010600040101010101" pitchFamily="2" charset="-122"/>
                          <a:ea typeface="华文中宋" panose="02010600040101010101" pitchFamily="2" charset="-122"/>
                        </a:rPr>
                        <a:t>推力球轴承</a:t>
                      </a:r>
                      <a:endParaRPr kumimoji="0" lang="zh-CN" sz="1600" b="0" i="0" u="none" strike="noStrike" cap="none" normalizeH="0" baseline="0" smtClean="0">
                        <a:ln>
                          <a:noFill/>
                        </a:ln>
                        <a:solidFill>
                          <a:srgbClr val="0000B2"/>
                        </a:solidFill>
                        <a:effectLst/>
                        <a:latin typeface="华文中宋" panose="02010600040101010101" pitchFamily="2" charset="-122"/>
                        <a:ea typeface="华文中宋" panose="02010600040101010101" pitchFamily="2" charset="-122"/>
                        <a:cs typeface="Times New Roman" panose="02020603050405020304" pitchFamily="18" charset="0"/>
                      </a:endParaRPr>
                    </a:p>
                  </a:txBody>
                  <a:tcPr marL="68580" marR="68580" marT="0" marB="0" anchor="ctr" horzOverflow="overflow">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50000"/>
                        </a:lnSpc>
                        <a:spcBef>
                          <a:spcPct val="0"/>
                        </a:spcBef>
                        <a:spcAft>
                          <a:spcPct val="0"/>
                        </a:spcAft>
                        <a:buClrTx/>
                        <a:buSzTx/>
                        <a:buFontTx/>
                        <a:buNone/>
                      </a:pPr>
                      <a:r>
                        <a:rPr kumimoji="0" lang="en-US" altLang="zh-CN" sz="1600" b="0" i="0" u="none" strike="noStrike" cap="none" normalizeH="0" baseline="0" smtClean="0">
                          <a:ln>
                            <a:noFill/>
                          </a:ln>
                          <a:solidFill>
                            <a:srgbClr val="0000B2"/>
                          </a:solidFill>
                          <a:effectLst/>
                          <a:latin typeface="华文中宋" panose="02010600040101010101" pitchFamily="2" charset="-122"/>
                          <a:ea typeface="华文中宋" panose="02010600040101010101" pitchFamily="2" charset="-122"/>
                          <a:cs typeface="Times New Roman" panose="02020603050405020304" pitchFamily="18" charset="0"/>
                        </a:rPr>
                        <a:t>≤4</a:t>
                      </a:r>
                      <a:endParaRPr kumimoji="0" lang="zh-CN" altLang="zh-CN" sz="1600" b="0" i="0" u="none" strike="noStrike" cap="none" normalizeH="0" baseline="0" smtClean="0">
                        <a:ln>
                          <a:noFill/>
                        </a:ln>
                        <a:solidFill>
                          <a:srgbClr val="0000B2"/>
                        </a:solidFill>
                        <a:effectLst/>
                        <a:latin typeface="华文中宋" panose="02010600040101010101" pitchFamily="2" charset="-122"/>
                        <a:ea typeface="华文中宋" panose="02010600040101010101" pitchFamily="2" charset="-122"/>
                        <a:cs typeface="Times New Roman" panose="02020603050405020304" pitchFamily="18" charset="0"/>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50000"/>
                        </a:lnSpc>
                        <a:spcBef>
                          <a:spcPct val="0"/>
                        </a:spcBef>
                        <a:spcAft>
                          <a:spcPct val="0"/>
                        </a:spcAft>
                        <a:buClrTx/>
                        <a:buSzTx/>
                        <a:buFontTx/>
                        <a:buNone/>
                      </a:pPr>
                      <a:r>
                        <a:rPr kumimoji="0" lang="en-US" altLang="zh-CN" sz="1600" b="0" i="0" u="none" strike="noStrike" cap="none" normalizeH="0" baseline="0" smtClean="0">
                          <a:ln>
                            <a:noFill/>
                          </a:ln>
                          <a:solidFill>
                            <a:srgbClr val="0000B2"/>
                          </a:solidFill>
                          <a:effectLst/>
                          <a:latin typeface="华文中宋" panose="02010600040101010101" pitchFamily="2" charset="-122"/>
                          <a:ea typeface="华文中宋" panose="02010600040101010101" pitchFamily="2" charset="-122"/>
                        </a:rPr>
                        <a:t>6</a:t>
                      </a:r>
                      <a:endParaRPr kumimoji="0" lang="zh-CN" altLang="zh-CN" sz="1600" b="0" i="0" u="none" strike="noStrike" cap="none" normalizeH="0" baseline="0" smtClean="0">
                        <a:ln>
                          <a:noFill/>
                        </a:ln>
                        <a:solidFill>
                          <a:srgbClr val="0000B2"/>
                        </a:solidFill>
                        <a:effectLst/>
                        <a:latin typeface="华文中宋" panose="02010600040101010101" pitchFamily="2" charset="-122"/>
                        <a:ea typeface="华文中宋" panose="02010600040101010101" pitchFamily="2" charset="-122"/>
                        <a:cs typeface="Times New Roman" panose="02020603050405020304" pitchFamily="18" charset="0"/>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50000"/>
                        </a:lnSpc>
                        <a:spcBef>
                          <a:spcPct val="0"/>
                        </a:spcBef>
                        <a:spcAft>
                          <a:spcPct val="0"/>
                        </a:spcAft>
                        <a:buClrTx/>
                        <a:buSzTx/>
                        <a:buFontTx/>
                        <a:buNone/>
                      </a:pPr>
                      <a:r>
                        <a:rPr kumimoji="0" lang="en-US" altLang="zh-CN" sz="1600" b="0" i="0" u="none" strike="noStrike" cap="none" normalizeH="0" baseline="0" smtClean="0">
                          <a:ln>
                            <a:noFill/>
                          </a:ln>
                          <a:solidFill>
                            <a:srgbClr val="0000B2"/>
                          </a:solidFill>
                          <a:effectLst/>
                          <a:latin typeface="华文中宋" panose="02010600040101010101" pitchFamily="2" charset="-122"/>
                          <a:ea typeface="华文中宋" panose="02010600040101010101" pitchFamily="2" charset="-122"/>
                        </a:rPr>
                        <a:t>12</a:t>
                      </a:r>
                      <a:endParaRPr kumimoji="0" lang="zh-CN" altLang="zh-CN" sz="1600" b="0" i="0" u="none" strike="noStrike" cap="none" normalizeH="0" baseline="0" smtClean="0">
                        <a:ln>
                          <a:noFill/>
                        </a:ln>
                        <a:solidFill>
                          <a:srgbClr val="0000B2"/>
                        </a:solidFill>
                        <a:effectLst/>
                        <a:latin typeface="华文中宋" panose="02010600040101010101" pitchFamily="2" charset="-122"/>
                        <a:ea typeface="华文中宋" panose="02010600040101010101" pitchFamily="2" charset="-122"/>
                        <a:cs typeface="Times New Roman" panose="02020603050405020304" pitchFamily="18" charset="0"/>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50000"/>
                        </a:lnSpc>
                        <a:spcBef>
                          <a:spcPct val="0"/>
                        </a:spcBef>
                        <a:spcAft>
                          <a:spcPct val="0"/>
                        </a:spcAft>
                        <a:buClrTx/>
                        <a:buSzTx/>
                        <a:buFontTx/>
                        <a:buNone/>
                      </a:pPr>
                      <a:r>
                        <a:rPr kumimoji="0" lang="en-US" altLang="zh-CN" sz="1600" b="0" i="0" u="none" strike="noStrike" cap="none" normalizeH="0" baseline="0" smtClean="0">
                          <a:ln>
                            <a:noFill/>
                          </a:ln>
                          <a:solidFill>
                            <a:srgbClr val="0000B2"/>
                          </a:solidFill>
                          <a:effectLst/>
                          <a:latin typeface="华文中宋" panose="02010600040101010101" pitchFamily="2" charset="-122"/>
                          <a:ea typeface="华文中宋" panose="02010600040101010101" pitchFamily="2" charset="-122"/>
                        </a:rPr>
                        <a:t>15</a:t>
                      </a:r>
                      <a:endParaRPr kumimoji="0" lang="zh-CN" altLang="zh-CN" sz="1600" b="0" i="0" u="none" strike="noStrike" cap="none" normalizeH="0" baseline="0" smtClean="0">
                        <a:ln>
                          <a:noFill/>
                        </a:ln>
                        <a:solidFill>
                          <a:srgbClr val="0000B2"/>
                        </a:solidFill>
                        <a:effectLst/>
                        <a:latin typeface="华文中宋" panose="02010600040101010101" pitchFamily="2" charset="-122"/>
                        <a:ea typeface="华文中宋" panose="02010600040101010101" pitchFamily="2" charset="-122"/>
                        <a:cs typeface="Times New Roman" panose="02020603050405020304" pitchFamily="18" charset="0"/>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50000"/>
                        </a:lnSpc>
                        <a:spcBef>
                          <a:spcPct val="0"/>
                        </a:spcBef>
                        <a:spcAft>
                          <a:spcPct val="0"/>
                        </a:spcAft>
                        <a:buClrTx/>
                        <a:buSzTx/>
                        <a:buFontTx/>
                        <a:buNone/>
                      </a:pPr>
                      <a:endParaRPr kumimoji="0" lang="en-US" altLang="zh-CN" sz="1600" b="0" i="0" u="none" strike="noStrike" cap="none" normalizeH="0" baseline="0" dirty="0" smtClean="0">
                        <a:ln>
                          <a:noFill/>
                        </a:ln>
                        <a:solidFill>
                          <a:srgbClr val="0000B2"/>
                        </a:solidFill>
                        <a:effectLst/>
                        <a:latin typeface="华文中宋" panose="02010600040101010101" pitchFamily="2" charset="-122"/>
                        <a:ea typeface="华文中宋" panose="02010600040101010101" pitchFamily="2" charset="-122"/>
                      </a:endParaRPr>
                    </a:p>
                  </a:txBody>
                  <a:tcPr marL="68580" marR="68580" marT="0" marB="0" anchor="ctr" horzOverflow="overflow">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lnTlToBr>
                      <a:noFill/>
                    </a:lnTlToBr>
                    <a:lnBlToTr>
                      <a:noFill/>
                    </a:lnBlToTr>
                    <a:noFill/>
                  </a:tcPr>
                </a:tc>
              </a:tr>
            </a:tbl>
          </a:graphicData>
        </a:graphic>
      </p:graphicFrame>
      <p:sp>
        <p:nvSpPr>
          <p:cNvPr id="44102" name="Rectangle 5"/>
          <p:cNvSpPr>
            <a:spLocks noChangeArrowheads="1"/>
          </p:cNvSpPr>
          <p:nvPr/>
        </p:nvSpPr>
        <p:spPr bwMode="auto">
          <a:xfrm>
            <a:off x="952500" y="279400"/>
            <a:ext cx="71501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eaLnBrk="0" hangingPunct="0">
              <a:defRPr kumimoji="1" sz="2000">
                <a:solidFill>
                  <a:srgbClr val="000099"/>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rgbClr val="000099"/>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rgbClr val="000099"/>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rgbClr val="000099"/>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lnSpc>
                <a:spcPct val="120000"/>
              </a:lnSpc>
              <a:spcBef>
                <a:spcPct val="0"/>
              </a:spcBef>
              <a:spcAft>
                <a:spcPct val="0"/>
              </a:spcAft>
              <a:buChar char="•"/>
              <a:defRPr kumimoji="1" sz="2000">
                <a:solidFill>
                  <a:srgbClr val="000099"/>
                </a:solidFill>
                <a:latin typeface="Times New Roman" panose="02020603050405020304" pitchFamily="18" charset="0"/>
                <a:ea typeface="华文中宋" panose="02010600040101010101" pitchFamily="2" charset="-122"/>
              </a:defRPr>
            </a:lvl9pPr>
          </a:lstStyle>
          <a:p>
            <a:pPr algn="r">
              <a:buFontTx/>
              <a:buNone/>
            </a:pPr>
            <a:r>
              <a:rPr lang="zh-CN" sz="1800">
                <a:solidFill>
                  <a:srgbClr val="CC3300"/>
                </a:solidFill>
                <a:latin typeface="华文中宋" panose="02010600040101010101" pitchFamily="2" charset="-122"/>
                <a:ea typeface="宋体" panose="02010600030101010101" pitchFamily="2" charset="-122"/>
              </a:rPr>
              <a:t>适用于脂润滑和油润滑的</a:t>
            </a:r>
            <a:r>
              <a:rPr lang="en-US" altLang="zh-CN" sz="1800" i="1">
                <a:solidFill>
                  <a:srgbClr val="CC3300"/>
                </a:solidFill>
                <a:cs typeface="Times New Roman" panose="02020603050405020304" pitchFamily="18" charset="0"/>
              </a:rPr>
              <a:t>dn</a:t>
            </a:r>
            <a:r>
              <a:rPr lang="zh-CN" altLang="en-US" sz="1800">
                <a:solidFill>
                  <a:srgbClr val="CC3300"/>
                </a:solidFill>
                <a:latin typeface="华文中宋" panose="02010600040101010101" pitchFamily="2" charset="-122"/>
                <a:cs typeface="Times New Roman" panose="02020603050405020304" pitchFamily="18" charset="0"/>
              </a:rPr>
              <a:t>值界限（表值</a:t>
            </a:r>
            <a:r>
              <a:rPr lang="en-US" altLang="zh-CN" sz="1800">
                <a:solidFill>
                  <a:srgbClr val="CC3300"/>
                </a:solidFill>
                <a:latin typeface="华文中宋" panose="02010600040101010101" pitchFamily="2" charset="-122"/>
                <a:cs typeface="Times New Roman" panose="02020603050405020304" pitchFamily="18" charset="0"/>
              </a:rPr>
              <a:t>×10</a:t>
            </a:r>
            <a:r>
              <a:rPr lang="en-US" altLang="zh-CN" sz="1800" baseline="30000">
                <a:solidFill>
                  <a:srgbClr val="CC3300"/>
                </a:solidFill>
                <a:latin typeface="华文中宋" panose="02010600040101010101" pitchFamily="2" charset="-122"/>
                <a:cs typeface="Times New Roman" panose="02020603050405020304" pitchFamily="18" charset="0"/>
              </a:rPr>
              <a:t>4</a:t>
            </a:r>
            <a:r>
              <a:rPr lang="zh-CN" altLang="en-US" sz="1800">
                <a:solidFill>
                  <a:srgbClr val="CC3300"/>
                </a:solidFill>
                <a:latin typeface="华文中宋" panose="02010600040101010101" pitchFamily="2" charset="-122"/>
                <a:cs typeface="Times New Roman" panose="02020603050405020304" pitchFamily="18" charset="0"/>
              </a:rPr>
              <a:t>）     </a:t>
            </a:r>
            <a:r>
              <a:rPr lang="en-US" altLang="zh-CN" sz="1800" b="1">
                <a:solidFill>
                  <a:srgbClr val="CC3300"/>
                </a:solidFill>
                <a:cs typeface="Times New Roman" panose="02020603050405020304" pitchFamily="18" charset="0"/>
              </a:rPr>
              <a:t>mm·</a:t>
            </a:r>
            <a:r>
              <a:rPr lang="en-US" altLang="zh-CN" sz="1800">
                <a:solidFill>
                  <a:srgbClr val="CC3300"/>
                </a:solidFill>
                <a:cs typeface="Times New Roman" panose="02020603050405020304" pitchFamily="18" charset="0"/>
              </a:rPr>
              <a:t>r/min</a:t>
            </a:r>
            <a:endParaRPr lang="en-US" altLang="zh-CN" sz="1800">
              <a:solidFill>
                <a:srgbClr val="CC3300"/>
              </a:solidFill>
              <a:cs typeface="Times New Roman" panose="02020603050405020304" pitchFamily="18" charset="0"/>
            </a:endParaRPr>
          </a:p>
        </p:txBody>
      </p:sp>
    </p:spTree>
  </p:cSld>
  <p:clrMapOvr>
    <a:masterClrMapping/>
  </p:clrMapOvr>
  <p:transition>
    <p:wipe dir="r"/>
  </p:transition>
  <p:timing>
    <p:tnLst>
      <p:par>
        <p:cTn id="1" dur="indefinite" restart="never" nodeType="tmRoot"/>
      </p:par>
    </p:tnLst>
  </p:timing>
</p:sld>
</file>

<file path=ppt/tags/tag1.xml><?xml version="1.0" encoding="utf-8"?>
<p:tagLst xmlns:p="http://schemas.openxmlformats.org/presentationml/2006/main">
  <p:tag name="KSO_WM_UNIT_PLACING_PICTURE_USER_VIEWPORT" val="{&quot;height&quot;:7815,&quot;width&quot;:14175}"/>
</p:tagLst>
</file>

<file path=ppt/tags/tag2.xml><?xml version="1.0" encoding="utf-8"?>
<p:tagLst xmlns:p="http://schemas.openxmlformats.org/presentationml/2006/main">
  <p:tag name="KSO_WM_DIAGRAM_VIRTUALLY_FRAME" val="{&quot;height&quot;:241.16685039370077,&quot;left&quot;:32.45448818897638,&quot;top&quot;:114.36362204724409,&quot;width&quot;:643.5341732283465}"/>
</p:tagLst>
</file>

<file path=ppt/tags/tag3.xml><?xml version="1.0" encoding="utf-8"?>
<p:tagLst xmlns:p="http://schemas.openxmlformats.org/presentationml/2006/main">
  <p:tag name="KSO_WM_DIAGRAM_VIRTUALLY_FRAME" val="{&quot;height&quot;:241.16685039370077,&quot;left&quot;:32.45448818897638,&quot;top&quot;:114.36362204724409,&quot;width&quot;:643.5341732283465}"/>
</p:tagLst>
</file>

<file path=ppt/tags/tag4.xml><?xml version="1.0" encoding="utf-8"?>
<p:tagLst xmlns:p="http://schemas.openxmlformats.org/presentationml/2006/main">
  <p:tag name="KSO_WM_DIAGRAM_VIRTUALLY_FRAME" val="{&quot;height&quot;:241.16685039370077,&quot;left&quot;:32.45448818897638,&quot;top&quot;:114.36362204724409,&quot;width&quot;:643.5341732283465}"/>
</p:tagLst>
</file>

<file path=ppt/tags/tag5.xml><?xml version="1.0" encoding="utf-8"?>
<p:tagLst xmlns:p="http://schemas.openxmlformats.org/presentationml/2006/main">
  <p:tag name="KSO_WM_DIAGRAM_VIRTUALLY_FRAME" val="{&quot;height&quot;:241.16685039370077,&quot;left&quot;:32.45448818897638,&quot;top&quot;:114.36362204724409,&quot;width&quot;:643.5341732283465}"/>
</p:tagLst>
</file>

<file path=ppt/tags/tag6.xml><?xml version="1.0" encoding="utf-8"?>
<p:tagLst xmlns:p="http://schemas.openxmlformats.org/presentationml/2006/main">
  <p:tag name="KSO_WM_UNIT_TABLE_BEAUTIFY" val="smartTable{65b0b37d-3261-461c-8f4e-838cd11a193e}"/>
</p:tagLst>
</file>

<file path=ppt/tags/tag7.xml><?xml version="1.0" encoding="utf-8"?>
<p:tagLst xmlns:p="http://schemas.openxmlformats.org/presentationml/2006/main">
  <p:tag name="RAINPROBLEM" val="ProblemBody"/>
</p:tagLst>
</file>

<file path=ppt/tags/tag8.xml><?xml version="1.0" encoding="utf-8"?>
<p:tagLst xmlns:p="http://schemas.openxmlformats.org/presentationml/2006/main">
  <p:tag name="RAINPROBLEM" val="ProblemItem"/>
</p:tagLst>
</file>

<file path=ppt/tags/tag9.xml><?xml version="1.0" encoding="utf-8"?>
<p:tagLst xmlns:p="http://schemas.openxmlformats.org/presentationml/2006/main">
  <p:tag name="RAINPROBLEM" val="ProblemItem"/>
</p:tagLst>
</file>

<file path=ppt/tags/tag10.xml><?xml version="1.0" encoding="utf-8"?>
<p:tagLst xmlns:p="http://schemas.openxmlformats.org/presentationml/2006/main">
  <p:tag name="RAINPROBLEM" val="ProblemItem"/>
</p:tagLst>
</file>

<file path=ppt/tags/tag11.xml><?xml version="1.0" encoding="utf-8"?>
<p:tagLst xmlns:p="http://schemas.openxmlformats.org/presentationml/2006/main">
  <p:tag name="RAINPROBLEM" val="ProblemItem"/>
</p:tagLst>
</file>

<file path=ppt/tags/tag12.xml><?xml version="1.0" encoding="utf-8"?>
<p:tagLst xmlns:p="http://schemas.openxmlformats.org/presentationml/2006/main">
  <p:tag name="RAINPROBLEM" val="ProblemBullet"/>
  <p:tag name="RAINPROBLEMTYPE" val="MultipleChoice"/>
  <p:tag name="RAINBULLET" val="Wrong"/>
</p:tagLst>
</file>

<file path=ppt/tags/tag13.xml><?xml version="1.0" encoding="utf-8"?>
<p:tagLst xmlns:p="http://schemas.openxmlformats.org/presentationml/2006/main">
  <p:tag name="RAINPROBLEM" val="ProblemBullet"/>
  <p:tag name="RAINPROBLEMTYPE" val="MultipleChoice"/>
  <p:tag name="RAINBULLET" val="Wrong"/>
</p:tagLst>
</file>

<file path=ppt/tags/tag14.xml><?xml version="1.0" encoding="utf-8"?>
<p:tagLst xmlns:p="http://schemas.openxmlformats.org/presentationml/2006/main">
  <p:tag name="RAINPROBLEM" val="ProblemBullet"/>
  <p:tag name="RAINPROBLEMTYPE" val="MultipleChoice"/>
  <p:tag name="RAINBULLET" val="Wrong"/>
</p:tagLst>
</file>

<file path=ppt/tags/tag15.xml><?xml version="1.0" encoding="utf-8"?>
<p:tagLst xmlns:p="http://schemas.openxmlformats.org/presentationml/2006/main">
  <p:tag name="RAINPROBLEM" val="ProblemBullet"/>
  <p:tag name="RAINPROBLEMTYPE" val="MultipleChoice"/>
  <p:tag name="RAINBULLET" val="Correct"/>
</p:tagLst>
</file>

<file path=ppt/tags/tag16.xml><?xml version="1.0" encoding="utf-8"?>
<p:tagLst xmlns:p="http://schemas.openxmlformats.org/presentationml/2006/main">
  <p:tag name="RAINPROBLEM" val="ProblemSubmit"/>
  <p:tag name="RAINPROBLEMTYPE" val="MultipleChoice"/>
</p:tagLst>
</file>

<file path=ppt/tags/tag17.xml><?xml version="1.0" encoding="utf-8"?>
<p:tagLst xmlns:p="http://schemas.openxmlformats.org/presentationml/2006/main">
  <p:tag name="RAINPROBLEMTYPE" val="ProblemTypeMarker"/>
</p:tagLst>
</file>

<file path=ppt/tags/tag18.xml><?xml version="1.0" encoding="utf-8"?>
<p:tagLst xmlns:p="http://schemas.openxmlformats.org/presentationml/2006/main">
  <p:tag name="RAINPROBLEMTYPE" val="ProblemTypeMarker"/>
</p:tagLst>
</file>

<file path=ppt/tags/tag19.xml><?xml version="1.0" encoding="utf-8"?>
<p:tagLst xmlns:p="http://schemas.openxmlformats.org/presentationml/2006/main">
  <p:tag name="RAINPROBLEMTYPE" val="ProblemTypeMarker"/>
</p:tagLst>
</file>

<file path=ppt/tags/tag20.xml><?xml version="1.0" encoding="utf-8"?>
<p:tagLst xmlns:p="http://schemas.openxmlformats.org/presentationml/2006/main">
  <p:tag name="RAINPROBLEMTYPE" val="ProblemTypeMarker"/>
</p:tagLst>
</file>

<file path=ppt/tags/tag21.xml><?xml version="1.0" encoding="utf-8"?>
<p:tagLst xmlns:p="http://schemas.openxmlformats.org/presentationml/2006/main">
  <p:tag name="RAINPROBLEMTYPE" val="ProblemTypeMarker"/>
</p:tagLst>
</file>

<file path=ppt/tags/tag22.xml><?xml version="1.0" encoding="utf-8"?>
<p:tagLst xmlns:p="http://schemas.openxmlformats.org/presentationml/2006/main">
  <p:tag name="RAINPROBLEM" val="ProblemSetting"/>
  <p:tag name="RAINPROBLEMTYPE" val="MultipleChoice"/>
</p:tagLst>
</file>

<file path=ppt/tags/tag23.xml><?xml version="1.0" encoding="utf-8"?>
<p:tagLst xmlns:p="http://schemas.openxmlformats.org/presentationml/2006/main">
  <p:tag name="RAINPROBLEM" val="MultipleChoice"/>
  <p:tag name="PROBLEMSCORE" val="2.0"/>
</p:tagLst>
</file>

<file path=ppt/tags/tag24.xml><?xml version="1.0" encoding="utf-8"?>
<p:tagLst xmlns:p="http://schemas.openxmlformats.org/presentationml/2006/main">
  <p:tag name="RAINPROBLEM" val="ProblemBody"/>
</p:tagLst>
</file>

<file path=ppt/tags/tag25.xml><?xml version="1.0" encoding="utf-8"?>
<p:tagLst xmlns:p="http://schemas.openxmlformats.org/presentationml/2006/main">
  <p:tag name="RAINPROBLEM" val="ProblemItem"/>
</p:tagLst>
</file>

<file path=ppt/tags/tag26.xml><?xml version="1.0" encoding="utf-8"?>
<p:tagLst xmlns:p="http://schemas.openxmlformats.org/presentationml/2006/main">
  <p:tag name="RAINPROBLEM" val="ProblemItem"/>
</p:tagLst>
</file>

<file path=ppt/tags/tag27.xml><?xml version="1.0" encoding="utf-8"?>
<p:tagLst xmlns:p="http://schemas.openxmlformats.org/presentationml/2006/main">
  <p:tag name="RAINPROBLEM" val="ProblemItem"/>
</p:tagLst>
</file>

<file path=ppt/tags/tag28.xml><?xml version="1.0" encoding="utf-8"?>
<p:tagLst xmlns:p="http://schemas.openxmlformats.org/presentationml/2006/main">
  <p:tag name="RAINPROBLEM" val="ProblemItem"/>
</p:tagLst>
</file>

<file path=ppt/tags/tag29.xml><?xml version="1.0" encoding="utf-8"?>
<p:tagLst xmlns:p="http://schemas.openxmlformats.org/presentationml/2006/main">
  <p:tag name="RAINPROBLEM" val="ProblemBullet"/>
  <p:tag name="RAINPROBLEMTYPE" val="MultipleChoice"/>
  <p:tag name="RAINBULLET" val="Wrong"/>
</p:tagLst>
</file>

<file path=ppt/tags/tag30.xml><?xml version="1.0" encoding="utf-8"?>
<p:tagLst xmlns:p="http://schemas.openxmlformats.org/presentationml/2006/main">
  <p:tag name="RAINPROBLEM" val="ProblemBullet"/>
  <p:tag name="RAINPROBLEMTYPE" val="MultipleChoice"/>
  <p:tag name="RAINBULLET" val="Wrong"/>
</p:tagLst>
</file>

<file path=ppt/tags/tag31.xml><?xml version="1.0" encoding="utf-8"?>
<p:tagLst xmlns:p="http://schemas.openxmlformats.org/presentationml/2006/main">
  <p:tag name="RAINPROBLEM" val="ProblemBullet"/>
  <p:tag name="RAINPROBLEMTYPE" val="MultipleChoice"/>
  <p:tag name="RAINBULLET" val="Correct"/>
</p:tagLst>
</file>

<file path=ppt/tags/tag32.xml><?xml version="1.0" encoding="utf-8"?>
<p:tagLst xmlns:p="http://schemas.openxmlformats.org/presentationml/2006/main">
  <p:tag name="RAINPROBLEM" val="ProblemBullet"/>
  <p:tag name="RAINPROBLEMTYPE" val="MultipleChoice"/>
  <p:tag name="RAINBULLET" val="Wrong"/>
</p:tagLst>
</file>

<file path=ppt/tags/tag33.xml><?xml version="1.0" encoding="utf-8"?>
<p:tagLst xmlns:p="http://schemas.openxmlformats.org/presentationml/2006/main">
  <p:tag name="RAINPROBLEM" val="ProblemSubmit"/>
  <p:tag name="RAINPROBLEMTYPE" val="MultipleChoice"/>
</p:tagLst>
</file>

<file path=ppt/tags/tag34.xml><?xml version="1.0" encoding="utf-8"?>
<p:tagLst xmlns:p="http://schemas.openxmlformats.org/presentationml/2006/main">
  <p:tag name="RAINPROBLEMTYPE" val="ProblemTypeMarker"/>
</p:tagLst>
</file>

<file path=ppt/tags/tag35.xml><?xml version="1.0" encoding="utf-8"?>
<p:tagLst xmlns:p="http://schemas.openxmlformats.org/presentationml/2006/main">
  <p:tag name="RAINPROBLEMTYPE" val="ProblemTypeMarker"/>
</p:tagLst>
</file>

<file path=ppt/tags/tag36.xml><?xml version="1.0" encoding="utf-8"?>
<p:tagLst xmlns:p="http://schemas.openxmlformats.org/presentationml/2006/main">
  <p:tag name="RAINPROBLEMTYPE" val="ProblemTypeMarker"/>
</p:tagLst>
</file>

<file path=ppt/tags/tag37.xml><?xml version="1.0" encoding="utf-8"?>
<p:tagLst xmlns:p="http://schemas.openxmlformats.org/presentationml/2006/main">
  <p:tag name="RAINPROBLEMTYPE" val="ProblemTypeMarker"/>
</p:tagLst>
</file>

<file path=ppt/tags/tag38.xml><?xml version="1.0" encoding="utf-8"?>
<p:tagLst xmlns:p="http://schemas.openxmlformats.org/presentationml/2006/main">
  <p:tag name="RAINPROBLEMTYPE" val="ProblemTypeMarker"/>
</p:tagLst>
</file>

<file path=ppt/tags/tag39.xml><?xml version="1.0" encoding="utf-8"?>
<p:tagLst xmlns:p="http://schemas.openxmlformats.org/presentationml/2006/main">
  <p:tag name="RAINPROBLEM" val="ProblemSetting"/>
  <p:tag name="RAINPROBLEMTYPE" val="MultipleChoice"/>
</p:tagLst>
</file>

<file path=ppt/tags/tag40.xml><?xml version="1.0" encoding="utf-8"?>
<p:tagLst xmlns:p="http://schemas.openxmlformats.org/presentationml/2006/main">
  <p:tag name="KSO_WM_BEAUTIFY_FLAG" val=""/>
</p:tagLst>
</file>

<file path=ppt/tags/tag41.xml><?xml version="1.0" encoding="utf-8"?>
<p:tagLst xmlns:p="http://schemas.openxmlformats.org/presentationml/2006/main">
  <p:tag name="RAINPROBLEM" val="MultipleChoice"/>
  <p:tag name="PROBLEMSCORE" val="2.0"/>
</p:tagLst>
</file>

<file path=ppt/tags/tag42.xml><?xml version="1.0" encoding="utf-8"?>
<p:tagLst xmlns:p="http://schemas.openxmlformats.org/presentationml/2006/main">
  <p:tag name="RAINPROBLEM" val="ProblemBody"/>
</p:tagLst>
</file>

<file path=ppt/tags/tag43.xml><?xml version="1.0" encoding="utf-8"?>
<p:tagLst xmlns:p="http://schemas.openxmlformats.org/presentationml/2006/main">
  <p:tag name="RAINPROBLEM" val="ProblemItem"/>
</p:tagLst>
</file>

<file path=ppt/tags/tag44.xml><?xml version="1.0" encoding="utf-8"?>
<p:tagLst xmlns:p="http://schemas.openxmlformats.org/presentationml/2006/main">
  <p:tag name="RAINPROBLEM" val="ProblemItem"/>
</p:tagLst>
</file>

<file path=ppt/tags/tag45.xml><?xml version="1.0" encoding="utf-8"?>
<p:tagLst xmlns:p="http://schemas.openxmlformats.org/presentationml/2006/main">
  <p:tag name="RAINPROBLEM" val="ProblemItem"/>
</p:tagLst>
</file>

<file path=ppt/tags/tag46.xml><?xml version="1.0" encoding="utf-8"?>
<p:tagLst xmlns:p="http://schemas.openxmlformats.org/presentationml/2006/main">
  <p:tag name="RAINPROBLEM" val="ProblemItem"/>
</p:tagLst>
</file>

<file path=ppt/tags/tag47.xml><?xml version="1.0" encoding="utf-8"?>
<p:tagLst xmlns:p="http://schemas.openxmlformats.org/presentationml/2006/main">
  <p:tag name="RAINPROBLEM" val="ProblemBullet"/>
  <p:tag name="RAINPROBLEMTYPE" val="MultipleChoice"/>
  <p:tag name="RAINBULLET" val="Wrong"/>
</p:tagLst>
</file>

<file path=ppt/tags/tag48.xml><?xml version="1.0" encoding="utf-8"?>
<p:tagLst xmlns:p="http://schemas.openxmlformats.org/presentationml/2006/main">
  <p:tag name="RAINPROBLEM" val="ProblemBullet"/>
  <p:tag name="RAINPROBLEMTYPE" val="MultipleChoice"/>
  <p:tag name="RAINBULLET" val="Correct"/>
</p:tagLst>
</file>

<file path=ppt/tags/tag49.xml><?xml version="1.0" encoding="utf-8"?>
<p:tagLst xmlns:p="http://schemas.openxmlformats.org/presentationml/2006/main">
  <p:tag name="RAINPROBLEM" val="ProblemBullet"/>
  <p:tag name="RAINPROBLEMTYPE" val="MultipleChoice"/>
  <p:tag name="RAINBULLET" val="Wrong"/>
</p:tagLst>
</file>

<file path=ppt/tags/tag50.xml><?xml version="1.0" encoding="utf-8"?>
<p:tagLst xmlns:p="http://schemas.openxmlformats.org/presentationml/2006/main">
  <p:tag name="RAINPROBLEM" val="ProblemBullet"/>
  <p:tag name="RAINPROBLEMTYPE" val="MultipleChoice"/>
  <p:tag name="RAINBULLET" val="Wrong"/>
</p:tagLst>
</file>

<file path=ppt/tags/tag51.xml><?xml version="1.0" encoding="utf-8"?>
<p:tagLst xmlns:p="http://schemas.openxmlformats.org/presentationml/2006/main">
  <p:tag name="RAINPROBLEM" val="ProblemSubmit"/>
  <p:tag name="RAINPROBLEMTYPE" val="MultipleChoice"/>
</p:tagLst>
</file>

<file path=ppt/tags/tag52.xml><?xml version="1.0" encoding="utf-8"?>
<p:tagLst xmlns:p="http://schemas.openxmlformats.org/presentationml/2006/main">
  <p:tag name="KSO_WM_BEAUTIFY_FLAG" val=""/>
</p:tagLst>
</file>

<file path=ppt/tags/tag53.xml><?xml version="1.0" encoding="utf-8"?>
<p:tagLst xmlns:p="http://schemas.openxmlformats.org/presentationml/2006/main">
  <p:tag name="RAINPROBLEMTYPE" val="ProblemTypeMarker"/>
</p:tagLst>
</file>

<file path=ppt/tags/tag54.xml><?xml version="1.0" encoding="utf-8"?>
<p:tagLst xmlns:p="http://schemas.openxmlformats.org/presentationml/2006/main">
  <p:tag name="RAINPROBLEMTYPE" val="ProblemTypeMarker"/>
</p:tagLst>
</file>

<file path=ppt/tags/tag55.xml><?xml version="1.0" encoding="utf-8"?>
<p:tagLst xmlns:p="http://schemas.openxmlformats.org/presentationml/2006/main">
  <p:tag name="RAINPROBLEMTYPE" val="ProblemTypeMarker"/>
</p:tagLst>
</file>

<file path=ppt/tags/tag56.xml><?xml version="1.0" encoding="utf-8"?>
<p:tagLst xmlns:p="http://schemas.openxmlformats.org/presentationml/2006/main">
  <p:tag name="RAINPROBLEMTYPE" val="ProblemTypeMarker"/>
</p:tagLst>
</file>

<file path=ppt/tags/tag57.xml><?xml version="1.0" encoding="utf-8"?>
<p:tagLst xmlns:p="http://schemas.openxmlformats.org/presentationml/2006/main">
  <p:tag name="RAINPROBLEMTYPE" val="ProblemTypeMarker"/>
</p:tagLst>
</file>

<file path=ppt/tags/tag58.xml><?xml version="1.0" encoding="utf-8"?>
<p:tagLst xmlns:p="http://schemas.openxmlformats.org/presentationml/2006/main">
  <p:tag name="RAINPROBLEM" val="ProblemSetting"/>
  <p:tag name="RAINPROBLEMTYPE" val="MultipleChoice"/>
</p:tagLst>
</file>

<file path=ppt/tags/tag59.xml><?xml version="1.0" encoding="utf-8"?>
<p:tagLst xmlns:p="http://schemas.openxmlformats.org/presentationml/2006/main">
  <p:tag name="RAINPROBLEM" val="MultipleChoice"/>
  <p:tag name="PROBLEMSCORE" val="2.0"/>
</p:tagLst>
</file>

<file path=ppt/tags/tag60.xml><?xml version="1.0" encoding="utf-8"?>
<p:tagLst xmlns:p="http://schemas.openxmlformats.org/presentationml/2006/main">
  <p:tag name="RAINPROBLEM" val="ProblemBody"/>
</p:tagLst>
</file>

<file path=ppt/tags/tag61.xml><?xml version="1.0" encoding="utf-8"?>
<p:tagLst xmlns:p="http://schemas.openxmlformats.org/presentationml/2006/main">
  <p:tag name="RAINPROBLEM" val="ProblemItem"/>
</p:tagLst>
</file>

<file path=ppt/tags/tag62.xml><?xml version="1.0" encoding="utf-8"?>
<p:tagLst xmlns:p="http://schemas.openxmlformats.org/presentationml/2006/main">
  <p:tag name="RAINPROBLEM" val="ProblemItem"/>
</p:tagLst>
</file>

<file path=ppt/tags/tag63.xml><?xml version="1.0" encoding="utf-8"?>
<p:tagLst xmlns:p="http://schemas.openxmlformats.org/presentationml/2006/main">
  <p:tag name="RAINPROBLEM" val="ProblemItem"/>
</p:tagLst>
</file>

<file path=ppt/tags/tag64.xml><?xml version="1.0" encoding="utf-8"?>
<p:tagLst xmlns:p="http://schemas.openxmlformats.org/presentationml/2006/main">
  <p:tag name="RAINPROBLEM" val="ProblemItem"/>
</p:tagLst>
</file>

<file path=ppt/tags/tag65.xml><?xml version="1.0" encoding="utf-8"?>
<p:tagLst xmlns:p="http://schemas.openxmlformats.org/presentationml/2006/main">
  <p:tag name="RAINPROBLEM" val="ProblemBullet"/>
  <p:tag name="RAINPROBLEMTYPE" val="MultipleChoice"/>
  <p:tag name="RAINBULLET" val="Wrong"/>
</p:tagLst>
</file>

<file path=ppt/tags/tag66.xml><?xml version="1.0" encoding="utf-8"?>
<p:tagLst xmlns:p="http://schemas.openxmlformats.org/presentationml/2006/main">
  <p:tag name="RAINPROBLEM" val="ProblemBullet"/>
  <p:tag name="RAINPROBLEMTYPE" val="MultipleChoice"/>
  <p:tag name="RAINBULLET" val="Correct"/>
</p:tagLst>
</file>

<file path=ppt/tags/tag67.xml><?xml version="1.0" encoding="utf-8"?>
<p:tagLst xmlns:p="http://schemas.openxmlformats.org/presentationml/2006/main">
  <p:tag name="RAINPROBLEM" val="ProblemBullet"/>
  <p:tag name="RAINPROBLEMTYPE" val="MultipleChoice"/>
  <p:tag name="RAINBULLET" val="Wrong"/>
</p:tagLst>
</file>

<file path=ppt/tags/tag68.xml><?xml version="1.0" encoding="utf-8"?>
<p:tagLst xmlns:p="http://schemas.openxmlformats.org/presentationml/2006/main">
  <p:tag name="RAINPROBLEM" val="ProblemBullet"/>
  <p:tag name="RAINPROBLEMTYPE" val="MultipleChoice"/>
  <p:tag name="RAINBULLET" val="Wrong"/>
</p:tagLst>
</file>

<file path=ppt/tags/tag69.xml><?xml version="1.0" encoding="utf-8"?>
<p:tagLst xmlns:p="http://schemas.openxmlformats.org/presentationml/2006/main">
  <p:tag name="RAINPROBLEM" val="ProblemSubmit"/>
  <p:tag name="RAINPROBLEMTYPE" val="MultipleChoice"/>
</p:tagLst>
</file>

<file path=ppt/tags/tag70.xml><?xml version="1.0" encoding="utf-8"?>
<p:tagLst xmlns:p="http://schemas.openxmlformats.org/presentationml/2006/main">
  <p:tag name="KSO_WM_BEAUTIFY_FLAG" val=""/>
</p:tagLst>
</file>

<file path=ppt/tags/tag71.xml><?xml version="1.0" encoding="utf-8"?>
<p:tagLst xmlns:p="http://schemas.openxmlformats.org/presentationml/2006/main">
  <p:tag name="RAINPROBLEMTYPE" val="ProblemTypeMarker"/>
</p:tagLst>
</file>

<file path=ppt/tags/tag72.xml><?xml version="1.0" encoding="utf-8"?>
<p:tagLst xmlns:p="http://schemas.openxmlformats.org/presentationml/2006/main">
  <p:tag name="RAINPROBLEMTYPE" val="ProblemTypeMarker"/>
</p:tagLst>
</file>

<file path=ppt/tags/tag73.xml><?xml version="1.0" encoding="utf-8"?>
<p:tagLst xmlns:p="http://schemas.openxmlformats.org/presentationml/2006/main">
  <p:tag name="RAINPROBLEMTYPE" val="ProblemTypeMarker"/>
</p:tagLst>
</file>

<file path=ppt/tags/tag74.xml><?xml version="1.0" encoding="utf-8"?>
<p:tagLst xmlns:p="http://schemas.openxmlformats.org/presentationml/2006/main">
  <p:tag name="RAINPROBLEMTYPE" val="ProblemTypeMarker"/>
</p:tagLst>
</file>

<file path=ppt/tags/tag75.xml><?xml version="1.0" encoding="utf-8"?>
<p:tagLst xmlns:p="http://schemas.openxmlformats.org/presentationml/2006/main">
  <p:tag name="RAINPROBLEMTYPE" val="ProblemTypeMarker"/>
</p:tagLst>
</file>

<file path=ppt/tags/tag76.xml><?xml version="1.0" encoding="utf-8"?>
<p:tagLst xmlns:p="http://schemas.openxmlformats.org/presentationml/2006/main">
  <p:tag name="RAINPROBLEM" val="ProblemSetting"/>
  <p:tag name="RAINPROBLEMTYPE" val="MultipleChoice"/>
</p:tagLst>
</file>

<file path=ppt/tags/tag77.xml><?xml version="1.0" encoding="utf-8"?>
<p:tagLst xmlns:p="http://schemas.openxmlformats.org/presentationml/2006/main">
  <p:tag name="RAINPROBLEM" val="MultipleChoice"/>
  <p:tag name="PROBLEMSCORE" val="2.0"/>
</p:tagLst>
</file>

<file path=ppt/tags/tag78.xml><?xml version="1.0" encoding="utf-8"?>
<p:tagLst xmlns:p="http://schemas.openxmlformats.org/presentationml/2006/main">
  <p:tag name="RAINPROBLEM" val="ProblemBody"/>
</p:tagLst>
</file>

<file path=ppt/tags/tag79.xml><?xml version="1.0" encoding="utf-8"?>
<p:tagLst xmlns:p="http://schemas.openxmlformats.org/presentationml/2006/main">
  <p:tag name="RAINPROBLEM" val="ProblemItem"/>
</p:tagLst>
</file>

<file path=ppt/tags/tag80.xml><?xml version="1.0" encoding="utf-8"?>
<p:tagLst xmlns:p="http://schemas.openxmlformats.org/presentationml/2006/main">
  <p:tag name="RAINPROBLEM" val="ProblemItem"/>
</p:tagLst>
</file>

<file path=ppt/tags/tag81.xml><?xml version="1.0" encoding="utf-8"?>
<p:tagLst xmlns:p="http://schemas.openxmlformats.org/presentationml/2006/main">
  <p:tag name="RAINPROBLEM" val="ProblemItem"/>
</p:tagLst>
</file>

<file path=ppt/tags/tag82.xml><?xml version="1.0" encoding="utf-8"?>
<p:tagLst xmlns:p="http://schemas.openxmlformats.org/presentationml/2006/main">
  <p:tag name="RAINPROBLEM" val="ProblemItem"/>
</p:tagLst>
</file>

<file path=ppt/tags/tag83.xml><?xml version="1.0" encoding="utf-8"?>
<p:tagLst xmlns:p="http://schemas.openxmlformats.org/presentationml/2006/main">
  <p:tag name="RAINPROBLEM" val="ProblemBullet"/>
  <p:tag name="RAINPROBLEMTYPE" val="MultipleChoice"/>
  <p:tag name="RAINBULLET" val="Wrong"/>
</p:tagLst>
</file>

<file path=ppt/tags/tag84.xml><?xml version="1.0" encoding="utf-8"?>
<p:tagLst xmlns:p="http://schemas.openxmlformats.org/presentationml/2006/main">
  <p:tag name="RAINPROBLEM" val="ProblemBullet"/>
  <p:tag name="RAINPROBLEMTYPE" val="MultipleChoice"/>
  <p:tag name="RAINBULLET" val="Wrong"/>
</p:tagLst>
</file>

<file path=ppt/tags/tag85.xml><?xml version="1.0" encoding="utf-8"?>
<p:tagLst xmlns:p="http://schemas.openxmlformats.org/presentationml/2006/main">
  <p:tag name="RAINPROBLEM" val="ProblemBullet"/>
  <p:tag name="RAINPROBLEMTYPE" val="MultipleChoice"/>
  <p:tag name="RAINBULLET" val="Correct"/>
</p:tagLst>
</file>

<file path=ppt/tags/tag86.xml><?xml version="1.0" encoding="utf-8"?>
<p:tagLst xmlns:p="http://schemas.openxmlformats.org/presentationml/2006/main">
  <p:tag name="RAINPROBLEM" val="ProblemBullet"/>
  <p:tag name="RAINPROBLEMTYPE" val="MultipleChoice"/>
  <p:tag name="RAINBULLET" val="Wrong"/>
</p:tagLst>
</file>

<file path=ppt/tags/tag87.xml><?xml version="1.0" encoding="utf-8"?>
<p:tagLst xmlns:p="http://schemas.openxmlformats.org/presentationml/2006/main">
  <p:tag name="RAINPROBLEM" val="ProblemSubmit"/>
  <p:tag name="RAINPROBLEMTYPE" val="MultipleChoice"/>
</p:tagLst>
</file>

<file path=ppt/tags/tag88.xml><?xml version="1.0" encoding="utf-8"?>
<p:tagLst xmlns:p="http://schemas.openxmlformats.org/presentationml/2006/main">
  <p:tag name="RAINPROBLEMTYPE" val="ProblemTypeMarker"/>
</p:tagLst>
</file>

<file path=ppt/tags/tag89.xml><?xml version="1.0" encoding="utf-8"?>
<p:tagLst xmlns:p="http://schemas.openxmlformats.org/presentationml/2006/main">
  <p:tag name="RAINPROBLEMTYPE" val="ProblemTypeMarker"/>
</p:tagLst>
</file>

<file path=ppt/tags/tag90.xml><?xml version="1.0" encoding="utf-8"?>
<p:tagLst xmlns:p="http://schemas.openxmlformats.org/presentationml/2006/main">
  <p:tag name="RAINPROBLEMTYPE" val="ProblemTypeMarker"/>
</p:tagLst>
</file>

<file path=ppt/tags/tag91.xml><?xml version="1.0" encoding="utf-8"?>
<p:tagLst xmlns:p="http://schemas.openxmlformats.org/presentationml/2006/main">
  <p:tag name="RAINPROBLEMTYPE" val="ProblemTypeMarker"/>
</p:tagLst>
</file>

<file path=ppt/tags/tag92.xml><?xml version="1.0" encoding="utf-8"?>
<p:tagLst xmlns:p="http://schemas.openxmlformats.org/presentationml/2006/main">
  <p:tag name="RAINPROBLEMTYPE" val="ProblemTypeMarker"/>
</p:tagLst>
</file>

<file path=ppt/tags/tag93.xml><?xml version="1.0" encoding="utf-8"?>
<p:tagLst xmlns:p="http://schemas.openxmlformats.org/presentationml/2006/main">
  <p:tag name="RAINPROBLEM" val="ProblemSetting"/>
  <p:tag name="RAINPROBLEMTYPE" val="MultipleChoice"/>
</p:tagLst>
</file>

<file path=ppt/tags/tag94.xml><?xml version="1.0" encoding="utf-8"?>
<p:tagLst xmlns:p="http://schemas.openxmlformats.org/presentationml/2006/main">
  <p:tag name="KSO_WM_BEAUTIFY_FLAG" val=""/>
</p:tagLst>
</file>

<file path=ppt/tags/tag95.xml><?xml version="1.0" encoding="utf-8"?>
<p:tagLst xmlns:p="http://schemas.openxmlformats.org/presentationml/2006/main">
  <p:tag name="RAINPROBLEM" val="MultipleChoice"/>
  <p:tag name="PROBLEMSCORE" val="2.0"/>
</p:tagLst>
</file>

<file path=ppt/tags/tag96.xml><?xml version="1.0" encoding="utf-8"?>
<p:tagLst xmlns:p="http://schemas.openxmlformats.org/presentationml/2006/main">
  <p:tag name="KSO_WM_BEAUTIFY_FLAG" val=""/>
</p:tagLst>
</file>

<file path=ppt/tags/tag97.xml><?xml version="1.0" encoding="utf-8"?>
<p:tagLst xmlns:p="http://schemas.openxmlformats.org/presentationml/2006/main">
  <p:tag name="KSO_WM_BEAUTIFY_FLAG" val=""/>
</p:tagLst>
</file>

<file path=ppt/tags/tag98.xml><?xml version="1.0" encoding="utf-8"?>
<p:tagLst xmlns:p="http://schemas.openxmlformats.org/presentationml/2006/main">
  <p:tag name="KSO_WM_BEAUTIFY_FLAG" val=""/>
</p:tagLst>
</file>

<file path=ppt/tags/tag99.xml><?xml version="1.0" encoding="utf-8"?>
<p:tagLst xmlns:p="http://schemas.openxmlformats.org/presentationml/2006/main">
  <p:tag name="KSO_WM_BEAUTIFY_FLAG" val=""/>
</p:tagLst>
</file>

<file path=ppt/tags/tag100.xml><?xml version="1.0" encoding="utf-8"?>
<p:tagLst xmlns:p="http://schemas.openxmlformats.org/presentationml/2006/main">
  <p:tag name="KSO_WM_BEAUTIFY_FLAG" val=""/>
</p:tagLst>
</file>

<file path=ppt/tags/tag101.xml><?xml version="1.0" encoding="utf-8"?>
<p:tagLst xmlns:p="http://schemas.openxmlformats.org/presentationml/2006/main">
  <p:tag name="KSO_WM_BEAUTIFY_FLAG" val=""/>
</p:tagLst>
</file>

<file path=ppt/tags/tag102.xml><?xml version="1.0" encoding="utf-8"?>
<p:tagLst xmlns:p="http://schemas.openxmlformats.org/presentationml/2006/main">
  <p:tag name="KSO_WM_BEAUTIFY_FLAG" val=""/>
</p:tagLst>
</file>

<file path=ppt/tags/tag103.xml><?xml version="1.0" encoding="utf-8"?>
<p:tagLst xmlns:p="http://schemas.openxmlformats.org/presentationml/2006/main">
  <p:tag name="KSO_WM_BEAUTIFY_FLAG" val=""/>
</p:tagLst>
</file>

<file path=ppt/tags/tag104.xml><?xml version="1.0" encoding="utf-8"?>
<p:tagLst xmlns:p="http://schemas.openxmlformats.org/presentationml/2006/main">
  <p:tag name="KSO_WM_BEAUTIFY_FLAG" val=""/>
</p:tagLst>
</file>

<file path=ppt/tags/tag105.xml><?xml version="1.0" encoding="utf-8"?>
<p:tagLst xmlns:p="http://schemas.openxmlformats.org/presentationml/2006/main">
  <p:tag name="KSO_WM_BEAUTIFY_FLAG" val=""/>
</p:tagLst>
</file>

<file path=ppt/tags/tag106.xml><?xml version="1.0" encoding="utf-8"?>
<p:tagLst xmlns:p="http://schemas.openxmlformats.org/presentationml/2006/main">
  <p:tag name="KSO_WM_BEAUTIFY_FLAG" val=""/>
</p:tagLst>
</file>

<file path=ppt/tags/tag107.xml><?xml version="1.0" encoding="utf-8"?>
<p:tagLst xmlns:p="http://schemas.openxmlformats.org/presentationml/2006/main">
  <p:tag name="KSO_WM_BEAUTIFY_FLAG" val=""/>
</p:tagLst>
</file>

<file path=ppt/tags/tag108.xml><?xml version="1.0" encoding="utf-8"?>
<p:tagLst xmlns:p="http://schemas.openxmlformats.org/presentationml/2006/main">
  <p:tag name="KSO_WM_BEAUTIFY_FLAG" val=""/>
</p:tagLst>
</file>

<file path=ppt/tags/tag109.xml><?xml version="1.0" encoding="utf-8"?>
<p:tagLst xmlns:p="http://schemas.openxmlformats.org/presentationml/2006/main">
  <p:tag name="KSO_WM_BEAUTIFY_FLAG" val=""/>
</p:tagLst>
</file>

<file path=ppt/tags/tag110.xml><?xml version="1.0" encoding="utf-8"?>
<p:tagLst xmlns:p="http://schemas.openxmlformats.org/presentationml/2006/main">
  <p:tag name="KSO_WM_BEAUTIFY_FLAG" val=""/>
</p:tagLst>
</file>

<file path=ppt/tags/tag111.xml><?xml version="1.0" encoding="utf-8"?>
<p:tagLst xmlns:p="http://schemas.openxmlformats.org/presentationml/2006/main">
  <p:tag name="KSO_WM_BEAUTIFY_FLAG" val=""/>
</p:tagLst>
</file>

<file path=ppt/tags/tag112.xml><?xml version="1.0" encoding="utf-8"?>
<p:tagLst xmlns:p="http://schemas.openxmlformats.org/presentationml/2006/main">
  <p:tag name="KSO_WM_BEAUTIFY_FLAG" val=""/>
</p:tagLst>
</file>

<file path=ppt/tags/tag113.xml><?xml version="1.0" encoding="utf-8"?>
<p:tagLst xmlns:p="http://schemas.openxmlformats.org/presentationml/2006/main">
  <p:tag name="KSO_WM_BEAUTIFY_FLAG" val=""/>
</p:tagLst>
</file>

<file path=ppt/tags/tag114.xml><?xml version="1.0" encoding="utf-8"?>
<p:tagLst xmlns:p="http://schemas.openxmlformats.org/presentationml/2006/main">
  <p:tag name="KSO_WM_BEAUTIFY_FLAG" val=""/>
</p:tagLst>
</file>

<file path=ppt/tags/tag115.xml><?xml version="1.0" encoding="utf-8"?>
<p:tagLst xmlns:p="http://schemas.openxmlformats.org/presentationml/2006/main">
  <p:tag name="KSO_WM_BEAUTIFY_FLAG" val=""/>
</p:tagLst>
</file>

<file path=ppt/tags/tag116.xml><?xml version="1.0" encoding="utf-8"?>
<p:tagLst xmlns:p="http://schemas.openxmlformats.org/presentationml/2006/main">
  <p:tag name="KSO_WM_BEAUTIFY_FLAG" val=""/>
</p:tagLst>
</file>

<file path=ppt/tags/tag117.xml><?xml version="1.0" encoding="utf-8"?>
<p:tagLst xmlns:p="http://schemas.openxmlformats.org/presentationml/2006/main">
  <p:tag name="KSO_WM_BEAUTIFY_FLAG" val=""/>
</p:tagLst>
</file>

<file path=ppt/tags/tag118.xml><?xml version="1.0" encoding="utf-8"?>
<p:tagLst xmlns:p="http://schemas.openxmlformats.org/presentationml/2006/main">
  <p:tag name="KSO_WM_BEAUTIFY_FLAG" val=""/>
  <p:tag name="KSO_WM_DIAGRAM_VIRTUALLY_FRAME" val="{&quot;height&quot;:281.5249606299213,&quot;left&quot;:23.8,&quot;top&quot;:161.27503937007873,&quot;width&quot;:723}"/>
</p:tagLst>
</file>

<file path=ppt/tags/tag119.xml><?xml version="1.0" encoding="utf-8"?>
<p:tagLst xmlns:p="http://schemas.openxmlformats.org/presentationml/2006/main">
  <p:tag name="KSO_WM_BEAUTIFY_FLAG" val=""/>
  <p:tag name="KSO_WM_DIAGRAM_VIRTUALLY_FRAME" val="{&quot;height&quot;:281.5249606299213,&quot;left&quot;:23.8,&quot;top&quot;:161.27503937007873,&quot;width&quot;:723}"/>
</p:tagLst>
</file>

<file path=ppt/tags/tag120.xml><?xml version="1.0" encoding="utf-8"?>
<p:tagLst xmlns:p="http://schemas.openxmlformats.org/presentationml/2006/main">
  <p:tag name="KSO_WM_BEAUTIFY_FLAG" val=""/>
  <p:tag name="KSO_WM_DIAGRAM_VIRTUALLY_FRAME" val="{&quot;height&quot;:281.5249606299213,&quot;left&quot;:23.8,&quot;top&quot;:161.27503937007873,&quot;width&quot;:723}"/>
</p:tagLst>
</file>

<file path=ppt/tags/tag121.xml><?xml version="1.0" encoding="utf-8"?>
<p:tagLst xmlns:p="http://schemas.openxmlformats.org/presentationml/2006/main">
  <p:tag name="KSO_WM_BEAUTIFY_FLAG" val=""/>
  <p:tag name="KSO_WM_DIAGRAM_VIRTUALLY_FRAME" val="{&quot;height&quot;:281.5249606299213,&quot;left&quot;:23.8,&quot;top&quot;:161.27503937007873,&quot;width&quot;:723}"/>
</p:tagLst>
</file>

<file path=ppt/tags/tag122.xml><?xml version="1.0" encoding="utf-8"?>
<p:tagLst xmlns:p="http://schemas.openxmlformats.org/presentationml/2006/main">
  <p:tag name="KSO_WM_BEAUTIFY_FLAG" val=""/>
  <p:tag name="KSO_WM_DIAGRAM_VIRTUALLY_FRAME" val="{&quot;height&quot;:281.5249606299213,&quot;left&quot;:23.8,&quot;top&quot;:161.27503937007873,&quot;width&quot;:723}"/>
</p:tagLst>
</file>

<file path=ppt/tags/tag123.xml><?xml version="1.0" encoding="utf-8"?>
<p:tagLst xmlns:p="http://schemas.openxmlformats.org/presentationml/2006/main">
  <p:tag name="KSO_WM_BEAUTIFY_FLAG" val=""/>
  <p:tag name="KSO_WM_DIAGRAM_VIRTUALLY_FRAME" val="{&quot;height&quot;:281.5249606299213,&quot;left&quot;:23.8,&quot;top&quot;:161.27503937007873,&quot;width&quot;:723}"/>
</p:tagLst>
</file>

<file path=ppt/tags/tag124.xml><?xml version="1.0" encoding="utf-8"?>
<p:tagLst xmlns:p="http://schemas.openxmlformats.org/presentationml/2006/main">
  <p:tag name="KSO_WM_BEAUTIFY_FLAG" val=""/>
</p:tagLst>
</file>

<file path=ppt/tags/tag125.xml><?xml version="1.0" encoding="utf-8"?>
<p:tagLst xmlns:p="http://schemas.openxmlformats.org/presentationml/2006/main">
  <p:tag name="KSO_WM_BEAUTIFY_FLAG" val=""/>
</p:tagLst>
</file>

<file path=ppt/tags/tag126.xml><?xml version="1.0" encoding="utf-8"?>
<p:tagLst xmlns:p="http://schemas.openxmlformats.org/presentationml/2006/main">
  <p:tag name="KSO_WM_BEAUTIFY_FLAG" val=""/>
</p:tagLst>
</file>

<file path=ppt/tags/tag127.xml><?xml version="1.0" encoding="utf-8"?>
<p:tagLst xmlns:p="http://schemas.openxmlformats.org/presentationml/2006/main">
  <p:tag name="KSO_WM_BEAUTIFY_FLAG" val=""/>
</p:tagLst>
</file>

<file path=ppt/tags/tag128.xml><?xml version="1.0" encoding="utf-8"?>
<p:tagLst xmlns:p="http://schemas.openxmlformats.org/presentationml/2006/main">
  <p:tag name="KSO_WM_BEAUTIFY_FLAG" val=""/>
</p:tagLst>
</file>

<file path=ppt/tags/tag129.xml><?xml version="1.0" encoding="utf-8"?>
<p:tagLst xmlns:p="http://schemas.openxmlformats.org/presentationml/2006/main">
  <p:tag name="KSO_WM_BEAUTIFY_FLAG" val=""/>
</p:tagLst>
</file>

<file path=ppt/tags/tag130.xml><?xml version="1.0" encoding="utf-8"?>
<p:tagLst xmlns:p="http://schemas.openxmlformats.org/presentationml/2006/main">
  <p:tag name="KSO_WM_BEAUTIFY_FLAG" val=""/>
</p:tagLst>
</file>

<file path=ppt/tags/tag131.xml><?xml version="1.0" encoding="utf-8"?>
<p:tagLst xmlns:p="http://schemas.openxmlformats.org/presentationml/2006/main">
  <p:tag name="KSO_WM_BEAUTIFY_FLAG" val=""/>
</p:tagLst>
</file>

<file path=ppt/tags/tag132.xml><?xml version="1.0" encoding="utf-8"?>
<p:tagLst xmlns:p="http://schemas.openxmlformats.org/presentationml/2006/main">
  <p:tag name="KSO_WM_BEAUTIFY_FLAG" val=""/>
</p:tagLst>
</file>

<file path=ppt/tags/tag133.xml><?xml version="1.0" encoding="utf-8"?>
<p:tagLst xmlns:p="http://schemas.openxmlformats.org/presentationml/2006/main">
  <p:tag name="KSO_WM_BEAUTIFY_FLAG" val=""/>
</p:tagLst>
</file>

<file path=ppt/tags/tag134.xml><?xml version="1.0" encoding="utf-8"?>
<p:tagLst xmlns:p="http://schemas.openxmlformats.org/presentationml/2006/main">
  <p:tag name="KSO_WM_BEAUTIFY_FLAG" val=""/>
</p:tagLst>
</file>

<file path=ppt/tags/tag135.xml><?xml version="1.0" encoding="utf-8"?>
<p:tagLst xmlns:p="http://schemas.openxmlformats.org/presentationml/2006/main">
  <p:tag name="KSO_WM_BEAUTIFY_FLAG" val=""/>
</p:tagLst>
</file>

<file path=ppt/tags/tag136.xml><?xml version="1.0" encoding="utf-8"?>
<p:tagLst xmlns:p="http://schemas.openxmlformats.org/presentationml/2006/main">
  <p:tag name="KSO_WM_BEAUTIFY_FLAG" val=""/>
</p:tagLst>
</file>

<file path=ppt/tags/tag137.xml><?xml version="1.0" encoding="utf-8"?>
<p:tagLst xmlns:p="http://schemas.openxmlformats.org/presentationml/2006/main">
  <p:tag name="KSO_WM_BEAUTIFY_FLAG" val=""/>
</p:tagLst>
</file>

<file path=ppt/tags/tag138.xml><?xml version="1.0" encoding="utf-8"?>
<p:tagLst xmlns:p="http://schemas.openxmlformats.org/presentationml/2006/main">
  <p:tag name="KSO_WM_UNIT_PLACING_PICTURE_USER_VIEWPORT" val="{&quot;height&quot;:1301.2850393700787,&quot;width&quot;:12881.053543307087}"/>
</p:tagLst>
</file>

<file path=ppt/tags/tag139.xml><?xml version="1.0" encoding="utf-8"?>
<p:tagLst xmlns:p="http://schemas.openxmlformats.org/presentationml/2006/main">
  <p:tag name="KSO_WM_UNIT_TABLE_BEAUTIFY" val="smartTable{984ada20-4c20-4222-a6fc-5722488f6996}"/>
</p:tagLst>
</file>

<file path=ppt/tags/tag140.xml><?xml version="1.0" encoding="utf-8"?>
<p:tagLst xmlns:p="http://schemas.openxmlformats.org/presentationml/2006/main">
  <p:tag name="RAINPROBLEM" val="ProblemBody"/>
</p:tagLst>
</file>

<file path=ppt/tags/tag141.xml><?xml version="1.0" encoding="utf-8"?>
<p:tagLst xmlns:p="http://schemas.openxmlformats.org/presentationml/2006/main">
  <p:tag name="RAINPROBLEM" val="ProblemItem"/>
</p:tagLst>
</file>

<file path=ppt/tags/tag142.xml><?xml version="1.0" encoding="utf-8"?>
<p:tagLst xmlns:p="http://schemas.openxmlformats.org/presentationml/2006/main">
  <p:tag name="RAINPROBLEM" val="ProblemItem"/>
</p:tagLst>
</file>

<file path=ppt/tags/tag143.xml><?xml version="1.0" encoding="utf-8"?>
<p:tagLst xmlns:p="http://schemas.openxmlformats.org/presentationml/2006/main">
  <p:tag name="RAINPROBLEM" val="ProblemItem"/>
</p:tagLst>
</file>

<file path=ppt/tags/tag144.xml><?xml version="1.0" encoding="utf-8"?>
<p:tagLst xmlns:p="http://schemas.openxmlformats.org/presentationml/2006/main">
  <p:tag name="RAINPROBLEM" val="ProblemBullet"/>
  <p:tag name="RAINPROBLEMTYPE" val="MultipleChoice"/>
  <p:tag name="RAINBULLET" val="Wrong"/>
</p:tagLst>
</file>

<file path=ppt/tags/tag145.xml><?xml version="1.0" encoding="utf-8"?>
<p:tagLst xmlns:p="http://schemas.openxmlformats.org/presentationml/2006/main">
  <p:tag name="RAINPROBLEM" val="ProblemBullet"/>
  <p:tag name="RAINPROBLEMTYPE" val="MultipleChoice"/>
  <p:tag name="RAINBULLET" val="Correct"/>
</p:tagLst>
</file>

<file path=ppt/tags/tag146.xml><?xml version="1.0" encoding="utf-8"?>
<p:tagLst xmlns:p="http://schemas.openxmlformats.org/presentationml/2006/main">
  <p:tag name="RAINPROBLEM" val="ProblemBullet"/>
  <p:tag name="RAINPROBLEMTYPE" val="MultipleChoice"/>
  <p:tag name="RAINBULLET" val="Wrong"/>
</p:tagLst>
</file>

<file path=ppt/tags/tag147.xml><?xml version="1.0" encoding="utf-8"?>
<p:tagLst xmlns:p="http://schemas.openxmlformats.org/presentationml/2006/main">
  <p:tag name="RAINPROBLEM" val="ProblemSubmit"/>
  <p:tag name="RAINPROBLEMTYPE" val="MultipleChoice"/>
</p:tagLst>
</file>

<file path=ppt/tags/tag148.xml><?xml version="1.0" encoding="utf-8"?>
<p:tagLst xmlns:p="http://schemas.openxmlformats.org/presentationml/2006/main">
  <p:tag name="RAINPROBLEMTYPE" val="ProblemTypeMarker"/>
</p:tagLst>
</file>

<file path=ppt/tags/tag149.xml><?xml version="1.0" encoding="utf-8"?>
<p:tagLst xmlns:p="http://schemas.openxmlformats.org/presentationml/2006/main">
  <p:tag name="RAINPROBLEMTYPE" val="ProblemTypeMarker"/>
</p:tagLst>
</file>

<file path=ppt/tags/tag150.xml><?xml version="1.0" encoding="utf-8"?>
<p:tagLst xmlns:p="http://schemas.openxmlformats.org/presentationml/2006/main">
  <p:tag name="RAINPROBLEMTYPE" val="ProblemTypeMarker"/>
</p:tagLst>
</file>

<file path=ppt/tags/tag151.xml><?xml version="1.0" encoding="utf-8"?>
<p:tagLst xmlns:p="http://schemas.openxmlformats.org/presentationml/2006/main">
  <p:tag name="RAINPROBLEMTYPE" val="ProblemTypeMarker"/>
</p:tagLst>
</file>

<file path=ppt/tags/tag152.xml><?xml version="1.0" encoding="utf-8"?>
<p:tagLst xmlns:p="http://schemas.openxmlformats.org/presentationml/2006/main">
  <p:tag name="RAINPROBLEMTYPE" val="ProblemTypeMarker"/>
</p:tagLst>
</file>

<file path=ppt/tags/tag153.xml><?xml version="1.0" encoding="utf-8"?>
<p:tagLst xmlns:p="http://schemas.openxmlformats.org/presentationml/2006/main">
  <p:tag name="RAINPROBLEM" val="ProblemSetting"/>
  <p:tag name="RAINPROBLEMTYPE" val="MultipleChoice"/>
</p:tagLst>
</file>

<file path=ppt/tags/tag154.xml><?xml version="1.0" encoding="utf-8"?>
<p:tagLst xmlns:p="http://schemas.openxmlformats.org/presentationml/2006/main">
  <p:tag name="RAINPROBLEM" val="MultipleChoice"/>
  <p:tag name="PROBLEMSCORE" val="2.0"/>
</p:tagLst>
</file>

<file path=ppt/tags/tag155.xml><?xml version="1.0" encoding="utf-8"?>
<p:tagLst xmlns:p="http://schemas.openxmlformats.org/presentationml/2006/main">
  <p:tag name="RAINPROBLEM" val="ProblemBody"/>
</p:tagLst>
</file>

<file path=ppt/tags/tag156.xml><?xml version="1.0" encoding="utf-8"?>
<p:tagLst xmlns:p="http://schemas.openxmlformats.org/presentationml/2006/main">
  <p:tag name="RAINPROBLEM" val="ProblemItem"/>
</p:tagLst>
</file>

<file path=ppt/tags/tag157.xml><?xml version="1.0" encoding="utf-8"?>
<p:tagLst xmlns:p="http://schemas.openxmlformats.org/presentationml/2006/main">
  <p:tag name="RAINPROBLEM" val="ProblemItem"/>
</p:tagLst>
</file>

<file path=ppt/tags/tag158.xml><?xml version="1.0" encoding="utf-8"?>
<p:tagLst xmlns:p="http://schemas.openxmlformats.org/presentationml/2006/main">
  <p:tag name="RAINPROBLEM" val="ProblemItem"/>
</p:tagLst>
</file>

<file path=ppt/tags/tag159.xml><?xml version="1.0" encoding="utf-8"?>
<p:tagLst xmlns:p="http://schemas.openxmlformats.org/presentationml/2006/main">
  <p:tag name="RAINPROBLEM" val="ProblemItem"/>
</p:tagLst>
</file>

<file path=ppt/tags/tag160.xml><?xml version="1.0" encoding="utf-8"?>
<p:tagLst xmlns:p="http://schemas.openxmlformats.org/presentationml/2006/main">
  <p:tag name="RAINPROBLEM" val="ProblemBullet"/>
  <p:tag name="RAINPROBLEMTYPE" val="MultipleChoice"/>
  <p:tag name="RAINBULLET" val="Wrong"/>
</p:tagLst>
</file>

<file path=ppt/tags/tag161.xml><?xml version="1.0" encoding="utf-8"?>
<p:tagLst xmlns:p="http://schemas.openxmlformats.org/presentationml/2006/main">
  <p:tag name="RAINPROBLEM" val="ProblemBullet"/>
  <p:tag name="RAINPROBLEMTYPE" val="MultipleChoice"/>
  <p:tag name="RAINBULLET" val="Wrong"/>
</p:tagLst>
</file>

<file path=ppt/tags/tag162.xml><?xml version="1.0" encoding="utf-8"?>
<p:tagLst xmlns:p="http://schemas.openxmlformats.org/presentationml/2006/main">
  <p:tag name="RAINPROBLEM" val="ProblemBullet"/>
  <p:tag name="RAINPROBLEMTYPE" val="MultipleChoice"/>
  <p:tag name="RAINBULLET" val="Wrong"/>
</p:tagLst>
</file>

<file path=ppt/tags/tag163.xml><?xml version="1.0" encoding="utf-8"?>
<p:tagLst xmlns:p="http://schemas.openxmlformats.org/presentationml/2006/main">
  <p:tag name="RAINPROBLEM" val="ProblemBullet"/>
  <p:tag name="RAINPROBLEMTYPE" val="MultipleChoice"/>
  <p:tag name="RAINBULLET" val="Correct"/>
</p:tagLst>
</file>

<file path=ppt/tags/tag164.xml><?xml version="1.0" encoding="utf-8"?>
<p:tagLst xmlns:p="http://schemas.openxmlformats.org/presentationml/2006/main">
  <p:tag name="RAINPROBLEM" val="ProblemSubmit"/>
  <p:tag name="RAINPROBLEMTYPE" val="MultipleChoice"/>
</p:tagLst>
</file>

<file path=ppt/tags/tag165.xml><?xml version="1.0" encoding="utf-8"?>
<p:tagLst xmlns:p="http://schemas.openxmlformats.org/presentationml/2006/main">
  <p:tag name="RAINPROBLEMTYPE" val="ProblemTypeMarker"/>
</p:tagLst>
</file>

<file path=ppt/tags/tag166.xml><?xml version="1.0" encoding="utf-8"?>
<p:tagLst xmlns:p="http://schemas.openxmlformats.org/presentationml/2006/main">
  <p:tag name="RAINPROBLEMTYPE" val="ProblemTypeMarker"/>
</p:tagLst>
</file>

<file path=ppt/tags/tag167.xml><?xml version="1.0" encoding="utf-8"?>
<p:tagLst xmlns:p="http://schemas.openxmlformats.org/presentationml/2006/main">
  <p:tag name="RAINPROBLEMTYPE" val="ProblemTypeMarker"/>
</p:tagLst>
</file>

<file path=ppt/tags/tag168.xml><?xml version="1.0" encoding="utf-8"?>
<p:tagLst xmlns:p="http://schemas.openxmlformats.org/presentationml/2006/main">
  <p:tag name="RAINPROBLEMTYPE" val="ProblemTypeMarker"/>
</p:tagLst>
</file>

<file path=ppt/tags/tag169.xml><?xml version="1.0" encoding="utf-8"?>
<p:tagLst xmlns:p="http://schemas.openxmlformats.org/presentationml/2006/main">
  <p:tag name="RAINPROBLEMTYPE" val="ProblemTypeMarker"/>
</p:tagLst>
</file>

<file path=ppt/tags/tag170.xml><?xml version="1.0" encoding="utf-8"?>
<p:tagLst xmlns:p="http://schemas.openxmlformats.org/presentationml/2006/main">
  <p:tag name="RAINPROBLEM" val="ProblemSetting"/>
  <p:tag name="RAINPROBLEMTYPE" val="MultipleChoice"/>
</p:tagLst>
</file>

<file path=ppt/tags/tag171.xml><?xml version="1.0" encoding="utf-8"?>
<p:tagLst xmlns:p="http://schemas.openxmlformats.org/presentationml/2006/main">
  <p:tag name="RAINPROBLEM" val="MultipleChoice"/>
  <p:tag name="PROBLEMSCORE" val="2.0"/>
</p:tagLst>
</file>

<file path=ppt/tags/tag172.xml><?xml version="1.0" encoding="utf-8"?>
<p:tagLst xmlns:p="http://schemas.openxmlformats.org/presentationml/2006/main">
  <p:tag name="RAINPROBLEM" val="ProblemBody"/>
</p:tagLst>
</file>

<file path=ppt/tags/tag173.xml><?xml version="1.0" encoding="utf-8"?>
<p:tagLst xmlns:p="http://schemas.openxmlformats.org/presentationml/2006/main">
  <p:tag name="RAINPROBLEM" val="ProblemItem"/>
</p:tagLst>
</file>

<file path=ppt/tags/tag174.xml><?xml version="1.0" encoding="utf-8"?>
<p:tagLst xmlns:p="http://schemas.openxmlformats.org/presentationml/2006/main">
  <p:tag name="RAINPROBLEM" val="ProblemItem"/>
</p:tagLst>
</file>

<file path=ppt/tags/tag175.xml><?xml version="1.0" encoding="utf-8"?>
<p:tagLst xmlns:p="http://schemas.openxmlformats.org/presentationml/2006/main">
  <p:tag name="RAINPROBLEM" val="ProblemItem"/>
</p:tagLst>
</file>

<file path=ppt/tags/tag176.xml><?xml version="1.0" encoding="utf-8"?>
<p:tagLst xmlns:p="http://schemas.openxmlformats.org/presentationml/2006/main">
  <p:tag name="RAINPROBLEM" val="ProblemBullet"/>
  <p:tag name="RAINPROBLEMTYPE" val="MultipleChoice"/>
  <p:tag name="RAINBULLET" val="Wrong"/>
</p:tagLst>
</file>

<file path=ppt/tags/tag177.xml><?xml version="1.0" encoding="utf-8"?>
<p:tagLst xmlns:p="http://schemas.openxmlformats.org/presentationml/2006/main">
  <p:tag name="RAINPROBLEM" val="ProblemBullet"/>
  <p:tag name="RAINPROBLEMTYPE" val="MultipleChoice"/>
  <p:tag name="RAINBULLET" val="Correct"/>
</p:tagLst>
</file>

<file path=ppt/tags/tag178.xml><?xml version="1.0" encoding="utf-8"?>
<p:tagLst xmlns:p="http://schemas.openxmlformats.org/presentationml/2006/main">
  <p:tag name="RAINPROBLEM" val="ProblemBullet"/>
  <p:tag name="RAINPROBLEMTYPE" val="MultipleChoice"/>
  <p:tag name="RAINBULLET" val="Wrong"/>
</p:tagLst>
</file>

<file path=ppt/tags/tag179.xml><?xml version="1.0" encoding="utf-8"?>
<p:tagLst xmlns:p="http://schemas.openxmlformats.org/presentationml/2006/main">
  <p:tag name="RAINPROBLEM" val="ProblemSubmit"/>
  <p:tag name="RAINPROBLEMTYPE" val="MultipleChoice"/>
</p:tagLst>
</file>

<file path=ppt/tags/tag180.xml><?xml version="1.0" encoding="utf-8"?>
<p:tagLst xmlns:p="http://schemas.openxmlformats.org/presentationml/2006/main">
  <p:tag name="RAINPROBLEMTYPE" val="ProblemTypeMarker"/>
</p:tagLst>
</file>

<file path=ppt/tags/tag181.xml><?xml version="1.0" encoding="utf-8"?>
<p:tagLst xmlns:p="http://schemas.openxmlformats.org/presentationml/2006/main">
  <p:tag name="RAINPROBLEMTYPE" val="ProblemTypeMarker"/>
</p:tagLst>
</file>

<file path=ppt/tags/tag182.xml><?xml version="1.0" encoding="utf-8"?>
<p:tagLst xmlns:p="http://schemas.openxmlformats.org/presentationml/2006/main">
  <p:tag name="RAINPROBLEMTYPE" val="ProblemTypeMarker"/>
</p:tagLst>
</file>

<file path=ppt/tags/tag183.xml><?xml version="1.0" encoding="utf-8"?>
<p:tagLst xmlns:p="http://schemas.openxmlformats.org/presentationml/2006/main">
  <p:tag name="RAINPROBLEMTYPE" val="ProblemTypeMarker"/>
</p:tagLst>
</file>

<file path=ppt/tags/tag184.xml><?xml version="1.0" encoding="utf-8"?>
<p:tagLst xmlns:p="http://schemas.openxmlformats.org/presentationml/2006/main">
  <p:tag name="RAINPROBLEMTYPE" val="ProblemTypeMarker"/>
</p:tagLst>
</file>

<file path=ppt/tags/tag185.xml><?xml version="1.0" encoding="utf-8"?>
<p:tagLst xmlns:p="http://schemas.openxmlformats.org/presentationml/2006/main">
  <p:tag name="RAINPROBLEM" val="ProblemSetting"/>
  <p:tag name="RAINPROBLEMTYPE" val="MultipleChoice"/>
</p:tagLst>
</file>

<file path=ppt/tags/tag186.xml><?xml version="1.0" encoding="utf-8"?>
<p:tagLst xmlns:p="http://schemas.openxmlformats.org/presentationml/2006/main">
  <p:tag name="RAINPROBLEM" val="MultipleChoice"/>
  <p:tag name="PROBLEMSCORE" val="2.0"/>
</p:tagLst>
</file>

<file path=ppt/tags/tag187.xml><?xml version="1.0" encoding="utf-8"?>
<p:tagLst xmlns:p="http://schemas.openxmlformats.org/presentationml/2006/main">
  <p:tag name="KSO_WM_UNIT_PLACING_PICTURE_USER_VIEWPORT" val="{&quot;height&quot;:2490,&quot;width&quot;:5640}"/>
</p:tagLst>
</file>

<file path=ppt/tags/tag188.xml><?xml version="1.0" encoding="utf-8"?>
<p:tagLst xmlns:p="http://schemas.openxmlformats.org/presentationml/2006/main">
  <p:tag name="KSO_WM_UNIT_TABLE_BEAUTIFY" val="smartTable{b4b6b289-7c80-40f9-b421-abfa5544bf44}"/>
</p:tagLst>
</file>

<file path=ppt/tags/tag189.xml><?xml version="1.0" encoding="utf-8"?>
<p:tagLst xmlns:p="http://schemas.openxmlformats.org/presentationml/2006/main">
  <p:tag name="KSO_WPP_MARK_KEY" val="f28b0cc0-ecd1-4bb7-ac68-d4a7fb1a498d"/>
  <p:tag name="COMMONDATA" val="eyJoZGlkIjoiZmYwY2UxNzI0ODdjMTkzYTM2NmQ4OTdkNGYwMzJlYmMifQ=="/>
  <p:tag name="commondata" val="eyJoZGlkIjoiNDFlMTNlOGUzMzA2YWFjZWU2YmQ1ZmM4Zjg4ZjUxOWYifQ=="/>
  <p:tag name="resource_record_key" val="{&quot;13&quot;:[4364912,4364947,4364907]}"/>
</p:tagLst>
</file>

<file path=ppt/theme/_rels/theme1.xml.rels><?xml version="1.0" encoding="UTF-8" standalone="yes"?>
<Relationships xmlns="http://schemas.openxmlformats.org/package/2006/relationships"><Relationship Id="rId1" Type="http://schemas.openxmlformats.org/officeDocument/2006/relationships/image" Target="../media/image2.png"/></Relationships>
</file>

<file path=ppt/theme/_rels/theme2.xml.rels><?xml version="1.0" encoding="UTF-8" standalone="yes"?>
<Relationships xmlns="http://schemas.openxmlformats.org/package/2006/relationships"><Relationship Id="rId1" Type="http://schemas.openxmlformats.org/officeDocument/2006/relationships/image" Target="../media/image2.png"/></Relationships>
</file>

<file path=ppt/theme/_rels/theme3.xml.rels><?xml version="1.0" encoding="UTF-8" standalone="yes"?>
<Relationships xmlns="http://schemas.openxmlformats.org/package/2006/relationships"><Relationship Id="rId1" Type="http://schemas.openxmlformats.org/officeDocument/2006/relationships/image" Target="../media/image2.png"/></Relationships>
</file>

<file path=ppt/theme/_rels/theme4.xml.rels><?xml version="1.0" encoding="UTF-8" standalone="yes"?>
<Relationships xmlns="http://schemas.openxmlformats.org/package/2006/relationships"><Relationship Id="rId1" Type="http://schemas.openxmlformats.org/officeDocument/2006/relationships/image" Target="../media/image2.png"/></Relationships>
</file>

<file path=ppt/theme/_rels/theme5.xml.rels><?xml version="1.0" encoding="UTF-8" standalone="yes"?>
<Relationships xmlns="http://schemas.openxmlformats.org/package/2006/relationships"><Relationship Id="rId1" Type="http://schemas.openxmlformats.org/officeDocument/2006/relationships/image" Target="../media/image2.png"/></Relationships>
</file>

<file path=ppt/theme/_rels/theme6.xml.rels><?xml version="1.0" encoding="UTF-8" standalone="yes"?>
<Relationships xmlns="http://schemas.openxmlformats.org/package/2006/relationships"><Relationship Id="rId1" Type="http://schemas.openxmlformats.org/officeDocument/2006/relationships/image" Target="../media/image2.png"/></Relationships>
</file>

<file path=ppt/theme/_rels/theme7.xml.rels><?xml version="1.0" encoding="UTF-8" standalone="yes"?>
<Relationships xmlns="http://schemas.openxmlformats.org/package/2006/relationships"><Relationship Id="rId1" Type="http://schemas.openxmlformats.org/officeDocument/2006/relationships/image" Target="../media/image2.png"/></Relationships>
</file>

<file path=ppt/theme/_rels/theme8.xml.rels><?xml version="1.0" encoding="UTF-8" standalone="yes"?>
<Relationships xmlns="http://schemas.openxmlformats.org/package/2006/relationships"><Relationship Id="rId1" Type="http://schemas.openxmlformats.org/officeDocument/2006/relationships/image" Target="../media/image2.png"/></Relationships>
</file>

<file path=ppt/theme/theme1.xml><?xml version="1.0" encoding="utf-8"?>
<a:theme xmlns:a="http://schemas.openxmlformats.org/drawingml/2006/main" name="Blueprint">
  <a:themeElements>
    <a:clrScheme name="">
      <a:dk1>
        <a:srgbClr val="40458C"/>
      </a:dk1>
      <a:lt1>
        <a:srgbClr val="FFFFFF"/>
      </a:lt1>
      <a:dk2>
        <a:srgbClr val="660066"/>
      </a:dk2>
      <a:lt2>
        <a:srgbClr val="B7C1EB"/>
      </a:lt2>
      <a:accent1>
        <a:srgbClr val="ECD882"/>
      </a:accent1>
      <a:accent2>
        <a:srgbClr val="B2B2B2"/>
      </a:accent2>
      <a:accent3>
        <a:srgbClr val="FFFFFF"/>
      </a:accent3>
      <a:accent4>
        <a:srgbClr val="353A77"/>
      </a:accent4>
      <a:accent5>
        <a:srgbClr val="F4E9C1"/>
      </a:accent5>
      <a:accent6>
        <a:srgbClr val="A1A1A1"/>
      </a:accent6>
      <a:hlink>
        <a:srgbClr val="0000FF"/>
      </a:hlink>
      <a:folHlink>
        <a:srgbClr val="3333FF"/>
      </a:folHlink>
    </a:clrScheme>
    <a:fontScheme name="Blueprint">
      <a:majorFont>
        <a:latin typeface="Tahoma"/>
        <a:ea typeface="宋体"/>
        <a:cs typeface=""/>
      </a:majorFont>
      <a:minorFont>
        <a:latin typeface="Tahoma"/>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noFill/>
          <a:prstDash val="solid"/>
          <a:round/>
          <a:headEnd type="none" w="med" len="med"/>
          <a:tailEnd type="none" w="med" len="med"/>
        </a:ln>
      </a:spPr>
      <a:bodyPr vert="horz" wrap="none" lIns="91440" tIns="45720" rIns="91440" bIns="45720" numCol="1" anchor="t" anchorCtr="0" compatLnSpc="1">
        <a:spAutoFit/>
      </a:bodyPr>
      <a:lstStyle>
        <a:defPPr marL="0" marR="0" indent="0" algn="l" defTabSz="914400" rtl="0" eaLnBrk="1" fontAlgn="base" latinLnBrk="0" hangingPunct="1">
          <a:lnSpc>
            <a:spcPct val="120000"/>
          </a:lnSpc>
          <a:spcBef>
            <a:spcPct val="0"/>
          </a:spcBef>
          <a:spcAft>
            <a:spcPct val="0"/>
          </a:spcAft>
          <a:buClrTx/>
          <a:buSzTx/>
          <a:buFontTx/>
          <a:buBlip>
            <a:blip xmlns:r="http://schemas.openxmlformats.org/officeDocument/2006/relationships" r:embed="rId1"/>
          </a:buBlip>
          <a:defRPr kumimoji="1" lang="zh-CN" altLang="en-US" sz="2000" b="0" i="0" u="none" strike="noStrike" cap="none" normalizeH="0" baseline="0" smtClean="0">
            <a:ln>
              <a:noFill/>
            </a:ln>
            <a:solidFill>
              <a:srgbClr val="000099"/>
            </a:solidFill>
            <a:effectLst/>
            <a:latin typeface="Times New Roman" panose="02020603050405020304" pitchFamily="18" charset="0"/>
            <a:ea typeface="华文中宋" panose="02010600040101010101" pitchFamily="2" charset="-122"/>
          </a:defRPr>
        </a:defPPr>
      </a:lstStyle>
    </a:spDef>
    <a:lnDef>
      <a:spPr bwMode="auto">
        <a:xfrm>
          <a:off x="0" y="0"/>
          <a:ext cx="1" cy="1"/>
        </a:xfrm>
        <a:custGeom>
          <a:avLst/>
          <a:gdLst/>
          <a:ahLst/>
          <a:cxnLst/>
          <a:rect l="0" t="0" r="0" b="0"/>
          <a:pathLst/>
        </a:custGeom>
        <a:noFill/>
        <a:ln w="9525" cap="flat" cmpd="sng" algn="ctr">
          <a:noFill/>
          <a:prstDash val="solid"/>
          <a:round/>
          <a:headEnd type="none" w="med" len="med"/>
          <a:tailEnd type="none" w="med" len="med"/>
        </a:ln>
      </a:spPr>
      <a:bodyPr vert="horz" wrap="none" lIns="91440" tIns="45720" rIns="91440" bIns="45720" numCol="1" anchor="t" anchorCtr="0" compatLnSpc="1">
        <a:spAutoFit/>
      </a:bodyPr>
      <a:lstStyle>
        <a:defPPr marL="0" marR="0" indent="0" algn="l" defTabSz="914400" rtl="0" eaLnBrk="1" fontAlgn="base" latinLnBrk="0" hangingPunct="1">
          <a:lnSpc>
            <a:spcPct val="120000"/>
          </a:lnSpc>
          <a:spcBef>
            <a:spcPct val="0"/>
          </a:spcBef>
          <a:spcAft>
            <a:spcPct val="0"/>
          </a:spcAft>
          <a:buClrTx/>
          <a:buSzTx/>
          <a:buFontTx/>
          <a:buBlip>
            <a:blip xmlns:r="http://schemas.openxmlformats.org/officeDocument/2006/relationships" r:embed="rId1"/>
          </a:buBlip>
          <a:defRPr kumimoji="1" lang="zh-CN" altLang="en-US" sz="2000" b="0" i="0" u="none" strike="noStrike" cap="none" normalizeH="0" baseline="0" smtClean="0">
            <a:ln>
              <a:noFill/>
            </a:ln>
            <a:solidFill>
              <a:srgbClr val="000099"/>
            </a:solidFill>
            <a:effectLst/>
            <a:latin typeface="Times New Roman" panose="02020603050405020304" pitchFamily="18" charset="0"/>
            <a:ea typeface="华文中宋" panose="02010600040101010101" pitchFamily="2" charset="-122"/>
          </a:defRPr>
        </a:defPPr>
      </a:lstStyle>
    </a:lnDef>
  </a:objectDefaults>
  <a:extraClrSchemeLst>
    <a:extraClrScheme>
      <a:clrScheme name="Blueprint 1">
        <a:dk1>
          <a:srgbClr val="000000"/>
        </a:dk1>
        <a:lt1>
          <a:srgbClr val="FFFFFF"/>
        </a:lt1>
        <a:dk2>
          <a:srgbClr val="40458C"/>
        </a:dk2>
        <a:lt2>
          <a:srgbClr val="FFFFCC"/>
        </a:lt2>
        <a:accent1>
          <a:srgbClr val="8D8DB3"/>
        </a:accent1>
        <a:accent2>
          <a:srgbClr val="B2B2B2"/>
        </a:accent2>
        <a:accent3>
          <a:srgbClr val="AFB0C5"/>
        </a:accent3>
        <a:accent4>
          <a:srgbClr val="DADADA"/>
        </a:accent4>
        <a:accent5>
          <a:srgbClr val="C5C5D6"/>
        </a:accent5>
        <a:accent6>
          <a:srgbClr val="A1A1A1"/>
        </a:accent6>
        <a:hlink>
          <a:srgbClr val="6F89F7"/>
        </a:hlink>
        <a:folHlink>
          <a:srgbClr val="4F56AD"/>
        </a:folHlink>
      </a:clrScheme>
      <a:clrMap bg1="dk2" tx1="lt1" bg2="dk1" tx2="lt2" accent1="accent1" accent2="accent2" accent3="accent3" accent4="accent4" accent5="accent5" accent6="accent6" hlink="hlink" folHlink="folHlink"/>
    </a:extraClrScheme>
    <a:extraClrScheme>
      <a:clrScheme name="Blueprint 2">
        <a:dk1>
          <a:srgbClr val="40458C"/>
        </a:dk1>
        <a:lt1>
          <a:srgbClr val="FFFFFF"/>
        </a:lt1>
        <a:dk2>
          <a:srgbClr val="660066"/>
        </a:dk2>
        <a:lt2>
          <a:srgbClr val="B7C1EB"/>
        </a:lt2>
        <a:accent1>
          <a:srgbClr val="ECD882"/>
        </a:accent1>
        <a:accent2>
          <a:srgbClr val="B2B2B2"/>
        </a:accent2>
        <a:accent3>
          <a:srgbClr val="FFFFFF"/>
        </a:accent3>
        <a:accent4>
          <a:srgbClr val="353A77"/>
        </a:accent4>
        <a:accent5>
          <a:srgbClr val="F4E9C1"/>
        </a:accent5>
        <a:accent6>
          <a:srgbClr val="A1A1A1"/>
        </a:accent6>
        <a:hlink>
          <a:srgbClr val="6F89F7"/>
        </a:hlink>
        <a:folHlink>
          <a:srgbClr val="CFDBFD"/>
        </a:folHlink>
      </a:clrScheme>
      <a:clrMap bg1="lt1" tx1="dk1" bg2="lt2" tx2="dk2" accent1="accent1" accent2="accent2" accent3="accent3" accent4="accent4" accent5="accent5" accent6="accent6" hlink="hlink" folHlink="folHlink"/>
    </a:extraClrScheme>
    <a:extraClrScheme>
      <a:clrScheme name="Blueprint 3">
        <a:dk1>
          <a:srgbClr val="000000"/>
        </a:dk1>
        <a:lt1>
          <a:srgbClr val="FFFFFF"/>
        </a:lt1>
        <a:dk2>
          <a:srgbClr val="4D4D4D"/>
        </a:dk2>
        <a:lt2>
          <a:srgbClr val="B2B2B2"/>
        </a:lt2>
        <a:accent1>
          <a:srgbClr val="969696"/>
        </a:accent1>
        <a:accent2>
          <a:srgbClr val="EAEAEA"/>
        </a:accent2>
        <a:accent3>
          <a:srgbClr val="FFFFFF"/>
        </a:accent3>
        <a:accent4>
          <a:srgbClr val="000000"/>
        </a:accent4>
        <a:accent5>
          <a:srgbClr val="C9C9C9"/>
        </a:accent5>
        <a:accent6>
          <a:srgbClr val="D4D4D4"/>
        </a:accent6>
        <a:hlink>
          <a:srgbClr val="777777"/>
        </a:hlink>
        <a:folHlink>
          <a:srgbClr val="C0C0C0"/>
        </a:folHlink>
      </a:clrScheme>
      <a:clrMap bg1="lt1" tx1="dk1" bg2="lt2" tx2="dk2" accent1="accent1" accent2="accent2" accent3="accent3" accent4="accent4" accent5="accent5" accent6="accent6" hlink="hlink" folHlink="folHlink"/>
    </a:extraClrScheme>
    <a:extraClrScheme>
      <a:clrScheme name="Blueprint 4">
        <a:dk1>
          <a:srgbClr val="333300"/>
        </a:dk1>
        <a:lt1>
          <a:srgbClr val="FFFFFF"/>
        </a:lt1>
        <a:dk2>
          <a:srgbClr val="663300"/>
        </a:dk2>
        <a:lt2>
          <a:srgbClr val="B2B2B2"/>
        </a:lt2>
        <a:accent1>
          <a:srgbClr val="DDC6A7"/>
        </a:accent1>
        <a:accent2>
          <a:srgbClr val="D9C167"/>
        </a:accent2>
        <a:accent3>
          <a:srgbClr val="FFFFFF"/>
        </a:accent3>
        <a:accent4>
          <a:srgbClr val="2A2A00"/>
        </a:accent4>
        <a:accent5>
          <a:srgbClr val="EBDFD0"/>
        </a:accent5>
        <a:accent6>
          <a:srgbClr val="C4AF5D"/>
        </a:accent6>
        <a:hlink>
          <a:srgbClr val="8A7A66"/>
        </a:hlink>
        <a:folHlink>
          <a:srgbClr val="C0AE9E"/>
        </a:folHlink>
      </a:clrScheme>
      <a:clrMap bg1="lt1" tx1="dk1" bg2="lt2" tx2="dk2" accent1="accent1" accent2="accent2" accent3="accent3" accent4="accent4" accent5="accent5" accent6="accent6" hlink="hlink" folHlink="folHlink"/>
    </a:extraClrScheme>
    <a:extraClrScheme>
      <a:clrScheme name="Blueprint 5">
        <a:dk1>
          <a:srgbClr val="000000"/>
        </a:dk1>
        <a:lt1>
          <a:srgbClr val="FFFFFF"/>
        </a:lt1>
        <a:dk2>
          <a:srgbClr val="003366"/>
        </a:dk2>
        <a:lt2>
          <a:srgbClr val="CCFFCC"/>
        </a:lt2>
        <a:accent1>
          <a:srgbClr val="006699"/>
        </a:accent1>
        <a:accent2>
          <a:srgbClr val="009999"/>
        </a:accent2>
        <a:accent3>
          <a:srgbClr val="AAADB8"/>
        </a:accent3>
        <a:accent4>
          <a:srgbClr val="DADADA"/>
        </a:accent4>
        <a:accent5>
          <a:srgbClr val="AAB8CA"/>
        </a:accent5>
        <a:accent6>
          <a:srgbClr val="008A8A"/>
        </a:accent6>
        <a:hlink>
          <a:srgbClr val="0099CC"/>
        </a:hlink>
        <a:folHlink>
          <a:srgbClr val="00458A"/>
        </a:folHlink>
      </a:clrScheme>
      <a:clrMap bg1="dk2" tx1="lt1" bg2="dk1" tx2="lt2" accent1="accent1" accent2="accent2" accent3="accent3" accent4="accent4" accent5="accent5" accent6="accent6" hlink="hlink" folHlink="folHlink"/>
    </a:extraClrScheme>
    <a:extraClrScheme>
      <a:clrScheme name="Blueprint 6">
        <a:dk1>
          <a:srgbClr val="000000"/>
        </a:dk1>
        <a:lt1>
          <a:srgbClr val="FFFFFF"/>
        </a:lt1>
        <a:dk2>
          <a:srgbClr val="004A48"/>
        </a:dk2>
        <a:lt2>
          <a:srgbClr val="33CCCC"/>
        </a:lt2>
        <a:accent1>
          <a:srgbClr val="006699"/>
        </a:accent1>
        <a:accent2>
          <a:srgbClr val="009999"/>
        </a:accent2>
        <a:accent3>
          <a:srgbClr val="AAB1B1"/>
        </a:accent3>
        <a:accent4>
          <a:srgbClr val="DADADA"/>
        </a:accent4>
        <a:accent5>
          <a:srgbClr val="AAB8CA"/>
        </a:accent5>
        <a:accent6>
          <a:srgbClr val="008A8A"/>
        </a:accent6>
        <a:hlink>
          <a:srgbClr val="00CC99"/>
        </a:hlink>
        <a:folHlink>
          <a:srgbClr val="006666"/>
        </a:folHlink>
      </a:clrScheme>
      <a:clrMap bg1="dk2" tx1="lt1" bg2="dk1" tx2="lt2" accent1="accent1" accent2="accent2" accent3="accent3" accent4="accent4" accent5="accent5" accent6="accent6" hlink="hlink" folHlink="folHlink"/>
    </a:extraClrScheme>
    <a:extraClrScheme>
      <a:clrScheme name="Blueprint 7">
        <a:dk1>
          <a:srgbClr val="000000"/>
        </a:dk1>
        <a:lt1>
          <a:srgbClr val="FFFFFF"/>
        </a:lt1>
        <a:dk2>
          <a:srgbClr val="333300"/>
        </a:dk2>
        <a:lt2>
          <a:srgbClr val="FFFFCC"/>
        </a:lt2>
        <a:accent1>
          <a:srgbClr val="CC9900"/>
        </a:accent1>
        <a:accent2>
          <a:srgbClr val="CC6600"/>
        </a:accent2>
        <a:accent3>
          <a:srgbClr val="ADADAA"/>
        </a:accent3>
        <a:accent4>
          <a:srgbClr val="DADADA"/>
        </a:accent4>
        <a:accent5>
          <a:srgbClr val="E2CAAA"/>
        </a:accent5>
        <a:accent6>
          <a:srgbClr val="B95C00"/>
        </a:accent6>
        <a:hlink>
          <a:srgbClr val="808000"/>
        </a:hlink>
        <a:folHlink>
          <a:srgbClr val="525000"/>
        </a:folHlink>
      </a:clrScheme>
      <a:clrMap bg1="dk2" tx1="lt1" bg2="dk1" tx2="lt2" accent1="accent1" accent2="accent2" accent3="accent3" accent4="accent4" accent5="accent5" accent6="accent6" hlink="hlink" folHlink="folHlink"/>
    </a:extraClrScheme>
    <a:extraClrScheme>
      <a:clrScheme name="Blueprint 8">
        <a:dk1>
          <a:srgbClr val="003D62"/>
        </a:dk1>
        <a:lt1>
          <a:srgbClr val="FFFFFF"/>
        </a:lt1>
        <a:dk2>
          <a:srgbClr val="006699"/>
        </a:dk2>
        <a:lt2>
          <a:srgbClr val="C8D1DA"/>
        </a:lt2>
        <a:accent1>
          <a:srgbClr val="9AC0EA"/>
        </a:accent1>
        <a:accent2>
          <a:srgbClr val="80C3C8"/>
        </a:accent2>
        <a:accent3>
          <a:srgbClr val="FFFFFF"/>
        </a:accent3>
        <a:accent4>
          <a:srgbClr val="003353"/>
        </a:accent4>
        <a:accent5>
          <a:srgbClr val="CADCF3"/>
        </a:accent5>
        <a:accent6>
          <a:srgbClr val="73B0B5"/>
        </a:accent6>
        <a:hlink>
          <a:srgbClr val="81ABCB"/>
        </a:hlink>
        <a:folHlink>
          <a:srgbClr val="B6CBD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Blueprint">
  <a:themeElements>
    <a:clrScheme name="">
      <a:dk1>
        <a:srgbClr val="40458C"/>
      </a:dk1>
      <a:lt1>
        <a:srgbClr val="FFFFFF"/>
      </a:lt1>
      <a:dk2>
        <a:srgbClr val="660066"/>
      </a:dk2>
      <a:lt2>
        <a:srgbClr val="B7C1EB"/>
      </a:lt2>
      <a:accent1>
        <a:srgbClr val="ECD882"/>
      </a:accent1>
      <a:accent2>
        <a:srgbClr val="B2B2B2"/>
      </a:accent2>
      <a:accent3>
        <a:srgbClr val="FFFFFF"/>
      </a:accent3>
      <a:accent4>
        <a:srgbClr val="353A77"/>
      </a:accent4>
      <a:accent5>
        <a:srgbClr val="F4E9C1"/>
      </a:accent5>
      <a:accent6>
        <a:srgbClr val="A1A1A1"/>
      </a:accent6>
      <a:hlink>
        <a:srgbClr val="0000FF"/>
      </a:hlink>
      <a:folHlink>
        <a:srgbClr val="3333FF"/>
      </a:folHlink>
    </a:clrScheme>
    <a:fontScheme name="Blueprint">
      <a:majorFont>
        <a:latin typeface="Tahoma"/>
        <a:ea typeface="宋体"/>
        <a:cs typeface=""/>
      </a:majorFont>
      <a:minorFont>
        <a:latin typeface="Tahoma"/>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noFill/>
          <a:prstDash val="solid"/>
          <a:round/>
          <a:headEnd type="none" w="med" len="med"/>
          <a:tailEnd type="none" w="med" len="med"/>
        </a:ln>
      </a:spPr>
      <a:bodyPr vert="horz" wrap="none" lIns="91440" tIns="45720" rIns="91440" bIns="45720" numCol="1" anchor="t" anchorCtr="0" compatLnSpc="1">
        <a:spAutoFit/>
      </a:bodyPr>
      <a:lstStyle>
        <a:defPPr marL="0" marR="0" indent="0" algn="l" defTabSz="914400" rtl="0" eaLnBrk="1" fontAlgn="base" latinLnBrk="0" hangingPunct="1">
          <a:lnSpc>
            <a:spcPct val="120000"/>
          </a:lnSpc>
          <a:spcBef>
            <a:spcPct val="0"/>
          </a:spcBef>
          <a:spcAft>
            <a:spcPct val="0"/>
          </a:spcAft>
          <a:buClrTx/>
          <a:buSzTx/>
          <a:buFontTx/>
          <a:buBlip>
            <a:blip xmlns:r="http://schemas.openxmlformats.org/officeDocument/2006/relationships" r:embed="rId1"/>
          </a:buBlip>
          <a:defRPr kumimoji="1" lang="zh-CN" altLang="en-US" sz="2000" b="0" i="0" u="none" strike="noStrike" cap="none" normalizeH="0" baseline="0" smtClean="0">
            <a:ln>
              <a:noFill/>
            </a:ln>
            <a:solidFill>
              <a:srgbClr val="000099"/>
            </a:solidFill>
            <a:effectLst/>
            <a:latin typeface="Times New Roman" panose="02020603050405020304" pitchFamily="18" charset="0"/>
            <a:ea typeface="华文中宋" panose="02010600040101010101" pitchFamily="2" charset="-122"/>
          </a:defRPr>
        </a:defPPr>
      </a:lstStyle>
    </a:spDef>
    <a:lnDef>
      <a:spPr bwMode="auto">
        <a:xfrm>
          <a:off x="0" y="0"/>
          <a:ext cx="1" cy="1"/>
        </a:xfrm>
        <a:custGeom>
          <a:avLst/>
          <a:gdLst/>
          <a:ahLst/>
          <a:cxnLst/>
          <a:rect l="0" t="0" r="0" b="0"/>
          <a:pathLst/>
        </a:custGeom>
        <a:noFill/>
        <a:ln w="9525" cap="flat" cmpd="sng" algn="ctr">
          <a:noFill/>
          <a:prstDash val="solid"/>
          <a:round/>
          <a:headEnd type="none" w="med" len="med"/>
          <a:tailEnd type="none" w="med" len="med"/>
        </a:ln>
      </a:spPr>
      <a:bodyPr vert="horz" wrap="none" lIns="91440" tIns="45720" rIns="91440" bIns="45720" numCol="1" anchor="t" anchorCtr="0" compatLnSpc="1">
        <a:spAutoFit/>
      </a:bodyPr>
      <a:lstStyle>
        <a:defPPr marL="0" marR="0" indent="0" algn="l" defTabSz="914400" rtl="0" eaLnBrk="1" fontAlgn="base" latinLnBrk="0" hangingPunct="1">
          <a:lnSpc>
            <a:spcPct val="120000"/>
          </a:lnSpc>
          <a:spcBef>
            <a:spcPct val="0"/>
          </a:spcBef>
          <a:spcAft>
            <a:spcPct val="0"/>
          </a:spcAft>
          <a:buClrTx/>
          <a:buSzTx/>
          <a:buFontTx/>
          <a:buBlip>
            <a:blip xmlns:r="http://schemas.openxmlformats.org/officeDocument/2006/relationships" r:embed="rId1"/>
          </a:buBlip>
          <a:defRPr kumimoji="1" lang="zh-CN" altLang="en-US" sz="2000" b="0" i="0" u="none" strike="noStrike" cap="none" normalizeH="0" baseline="0" smtClean="0">
            <a:ln>
              <a:noFill/>
            </a:ln>
            <a:solidFill>
              <a:srgbClr val="000099"/>
            </a:solidFill>
            <a:effectLst/>
            <a:latin typeface="Times New Roman" panose="02020603050405020304" pitchFamily="18" charset="0"/>
            <a:ea typeface="华文中宋" panose="02010600040101010101" pitchFamily="2" charset="-122"/>
          </a:defRPr>
        </a:defPPr>
      </a:lstStyle>
    </a:lnDef>
  </a:objectDefaults>
  <a:extraClrSchemeLst>
    <a:extraClrScheme>
      <a:clrScheme name="Blueprint 1">
        <a:dk1>
          <a:srgbClr val="000000"/>
        </a:dk1>
        <a:lt1>
          <a:srgbClr val="FFFFFF"/>
        </a:lt1>
        <a:dk2>
          <a:srgbClr val="40458C"/>
        </a:dk2>
        <a:lt2>
          <a:srgbClr val="FFFFCC"/>
        </a:lt2>
        <a:accent1>
          <a:srgbClr val="8D8DB3"/>
        </a:accent1>
        <a:accent2>
          <a:srgbClr val="B2B2B2"/>
        </a:accent2>
        <a:accent3>
          <a:srgbClr val="AFB0C5"/>
        </a:accent3>
        <a:accent4>
          <a:srgbClr val="DADADA"/>
        </a:accent4>
        <a:accent5>
          <a:srgbClr val="C5C5D6"/>
        </a:accent5>
        <a:accent6>
          <a:srgbClr val="A1A1A1"/>
        </a:accent6>
        <a:hlink>
          <a:srgbClr val="6F89F7"/>
        </a:hlink>
        <a:folHlink>
          <a:srgbClr val="4F56AD"/>
        </a:folHlink>
      </a:clrScheme>
      <a:clrMap bg1="dk2" tx1="lt1" bg2="dk1" tx2="lt2" accent1="accent1" accent2="accent2" accent3="accent3" accent4="accent4" accent5="accent5" accent6="accent6" hlink="hlink" folHlink="folHlink"/>
    </a:extraClrScheme>
    <a:extraClrScheme>
      <a:clrScheme name="Blueprint 2">
        <a:dk1>
          <a:srgbClr val="40458C"/>
        </a:dk1>
        <a:lt1>
          <a:srgbClr val="FFFFFF"/>
        </a:lt1>
        <a:dk2>
          <a:srgbClr val="660066"/>
        </a:dk2>
        <a:lt2>
          <a:srgbClr val="B7C1EB"/>
        </a:lt2>
        <a:accent1>
          <a:srgbClr val="ECD882"/>
        </a:accent1>
        <a:accent2>
          <a:srgbClr val="B2B2B2"/>
        </a:accent2>
        <a:accent3>
          <a:srgbClr val="FFFFFF"/>
        </a:accent3>
        <a:accent4>
          <a:srgbClr val="353A77"/>
        </a:accent4>
        <a:accent5>
          <a:srgbClr val="F4E9C1"/>
        </a:accent5>
        <a:accent6>
          <a:srgbClr val="A1A1A1"/>
        </a:accent6>
        <a:hlink>
          <a:srgbClr val="6F89F7"/>
        </a:hlink>
        <a:folHlink>
          <a:srgbClr val="CFDBFD"/>
        </a:folHlink>
      </a:clrScheme>
      <a:clrMap bg1="lt1" tx1="dk1" bg2="lt2" tx2="dk2" accent1="accent1" accent2="accent2" accent3="accent3" accent4="accent4" accent5="accent5" accent6="accent6" hlink="hlink" folHlink="folHlink"/>
    </a:extraClrScheme>
    <a:extraClrScheme>
      <a:clrScheme name="Blueprint 3">
        <a:dk1>
          <a:srgbClr val="000000"/>
        </a:dk1>
        <a:lt1>
          <a:srgbClr val="FFFFFF"/>
        </a:lt1>
        <a:dk2>
          <a:srgbClr val="4D4D4D"/>
        </a:dk2>
        <a:lt2>
          <a:srgbClr val="B2B2B2"/>
        </a:lt2>
        <a:accent1>
          <a:srgbClr val="969696"/>
        </a:accent1>
        <a:accent2>
          <a:srgbClr val="EAEAEA"/>
        </a:accent2>
        <a:accent3>
          <a:srgbClr val="FFFFFF"/>
        </a:accent3>
        <a:accent4>
          <a:srgbClr val="000000"/>
        </a:accent4>
        <a:accent5>
          <a:srgbClr val="C9C9C9"/>
        </a:accent5>
        <a:accent6>
          <a:srgbClr val="D4D4D4"/>
        </a:accent6>
        <a:hlink>
          <a:srgbClr val="777777"/>
        </a:hlink>
        <a:folHlink>
          <a:srgbClr val="C0C0C0"/>
        </a:folHlink>
      </a:clrScheme>
      <a:clrMap bg1="lt1" tx1="dk1" bg2="lt2" tx2="dk2" accent1="accent1" accent2="accent2" accent3="accent3" accent4="accent4" accent5="accent5" accent6="accent6" hlink="hlink" folHlink="folHlink"/>
    </a:extraClrScheme>
    <a:extraClrScheme>
      <a:clrScheme name="Blueprint 4">
        <a:dk1>
          <a:srgbClr val="333300"/>
        </a:dk1>
        <a:lt1>
          <a:srgbClr val="FFFFFF"/>
        </a:lt1>
        <a:dk2>
          <a:srgbClr val="663300"/>
        </a:dk2>
        <a:lt2>
          <a:srgbClr val="B2B2B2"/>
        </a:lt2>
        <a:accent1>
          <a:srgbClr val="DDC6A7"/>
        </a:accent1>
        <a:accent2>
          <a:srgbClr val="D9C167"/>
        </a:accent2>
        <a:accent3>
          <a:srgbClr val="FFFFFF"/>
        </a:accent3>
        <a:accent4>
          <a:srgbClr val="2A2A00"/>
        </a:accent4>
        <a:accent5>
          <a:srgbClr val="EBDFD0"/>
        </a:accent5>
        <a:accent6>
          <a:srgbClr val="C4AF5D"/>
        </a:accent6>
        <a:hlink>
          <a:srgbClr val="8A7A66"/>
        </a:hlink>
        <a:folHlink>
          <a:srgbClr val="C0AE9E"/>
        </a:folHlink>
      </a:clrScheme>
      <a:clrMap bg1="lt1" tx1="dk1" bg2="lt2" tx2="dk2" accent1="accent1" accent2="accent2" accent3="accent3" accent4="accent4" accent5="accent5" accent6="accent6" hlink="hlink" folHlink="folHlink"/>
    </a:extraClrScheme>
    <a:extraClrScheme>
      <a:clrScheme name="Blueprint 5">
        <a:dk1>
          <a:srgbClr val="000000"/>
        </a:dk1>
        <a:lt1>
          <a:srgbClr val="FFFFFF"/>
        </a:lt1>
        <a:dk2>
          <a:srgbClr val="003366"/>
        </a:dk2>
        <a:lt2>
          <a:srgbClr val="CCFFCC"/>
        </a:lt2>
        <a:accent1>
          <a:srgbClr val="006699"/>
        </a:accent1>
        <a:accent2>
          <a:srgbClr val="009999"/>
        </a:accent2>
        <a:accent3>
          <a:srgbClr val="AAADB8"/>
        </a:accent3>
        <a:accent4>
          <a:srgbClr val="DADADA"/>
        </a:accent4>
        <a:accent5>
          <a:srgbClr val="AAB8CA"/>
        </a:accent5>
        <a:accent6>
          <a:srgbClr val="008A8A"/>
        </a:accent6>
        <a:hlink>
          <a:srgbClr val="0099CC"/>
        </a:hlink>
        <a:folHlink>
          <a:srgbClr val="00458A"/>
        </a:folHlink>
      </a:clrScheme>
      <a:clrMap bg1="dk2" tx1="lt1" bg2="dk1" tx2="lt2" accent1="accent1" accent2="accent2" accent3="accent3" accent4="accent4" accent5="accent5" accent6="accent6" hlink="hlink" folHlink="folHlink"/>
    </a:extraClrScheme>
    <a:extraClrScheme>
      <a:clrScheme name="Blueprint 6">
        <a:dk1>
          <a:srgbClr val="000000"/>
        </a:dk1>
        <a:lt1>
          <a:srgbClr val="FFFFFF"/>
        </a:lt1>
        <a:dk2>
          <a:srgbClr val="004A48"/>
        </a:dk2>
        <a:lt2>
          <a:srgbClr val="33CCCC"/>
        </a:lt2>
        <a:accent1>
          <a:srgbClr val="006699"/>
        </a:accent1>
        <a:accent2>
          <a:srgbClr val="009999"/>
        </a:accent2>
        <a:accent3>
          <a:srgbClr val="AAB1B1"/>
        </a:accent3>
        <a:accent4>
          <a:srgbClr val="DADADA"/>
        </a:accent4>
        <a:accent5>
          <a:srgbClr val="AAB8CA"/>
        </a:accent5>
        <a:accent6>
          <a:srgbClr val="008A8A"/>
        </a:accent6>
        <a:hlink>
          <a:srgbClr val="00CC99"/>
        </a:hlink>
        <a:folHlink>
          <a:srgbClr val="006666"/>
        </a:folHlink>
      </a:clrScheme>
      <a:clrMap bg1="dk2" tx1="lt1" bg2="dk1" tx2="lt2" accent1="accent1" accent2="accent2" accent3="accent3" accent4="accent4" accent5="accent5" accent6="accent6" hlink="hlink" folHlink="folHlink"/>
    </a:extraClrScheme>
    <a:extraClrScheme>
      <a:clrScheme name="Blueprint 7">
        <a:dk1>
          <a:srgbClr val="000000"/>
        </a:dk1>
        <a:lt1>
          <a:srgbClr val="FFFFFF"/>
        </a:lt1>
        <a:dk2>
          <a:srgbClr val="333300"/>
        </a:dk2>
        <a:lt2>
          <a:srgbClr val="FFFFCC"/>
        </a:lt2>
        <a:accent1>
          <a:srgbClr val="CC9900"/>
        </a:accent1>
        <a:accent2>
          <a:srgbClr val="CC6600"/>
        </a:accent2>
        <a:accent3>
          <a:srgbClr val="ADADAA"/>
        </a:accent3>
        <a:accent4>
          <a:srgbClr val="DADADA"/>
        </a:accent4>
        <a:accent5>
          <a:srgbClr val="E2CAAA"/>
        </a:accent5>
        <a:accent6>
          <a:srgbClr val="B95C00"/>
        </a:accent6>
        <a:hlink>
          <a:srgbClr val="808000"/>
        </a:hlink>
        <a:folHlink>
          <a:srgbClr val="525000"/>
        </a:folHlink>
      </a:clrScheme>
      <a:clrMap bg1="dk2" tx1="lt1" bg2="dk1" tx2="lt2" accent1="accent1" accent2="accent2" accent3="accent3" accent4="accent4" accent5="accent5" accent6="accent6" hlink="hlink" folHlink="folHlink"/>
    </a:extraClrScheme>
    <a:extraClrScheme>
      <a:clrScheme name="Blueprint 8">
        <a:dk1>
          <a:srgbClr val="003D62"/>
        </a:dk1>
        <a:lt1>
          <a:srgbClr val="FFFFFF"/>
        </a:lt1>
        <a:dk2>
          <a:srgbClr val="006699"/>
        </a:dk2>
        <a:lt2>
          <a:srgbClr val="C8D1DA"/>
        </a:lt2>
        <a:accent1>
          <a:srgbClr val="9AC0EA"/>
        </a:accent1>
        <a:accent2>
          <a:srgbClr val="80C3C8"/>
        </a:accent2>
        <a:accent3>
          <a:srgbClr val="FFFFFF"/>
        </a:accent3>
        <a:accent4>
          <a:srgbClr val="003353"/>
        </a:accent4>
        <a:accent5>
          <a:srgbClr val="CADCF3"/>
        </a:accent5>
        <a:accent6>
          <a:srgbClr val="73B0B5"/>
        </a:accent6>
        <a:hlink>
          <a:srgbClr val="81ABCB"/>
        </a:hlink>
        <a:folHlink>
          <a:srgbClr val="B6CBD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2_Blueprint">
  <a:themeElements>
    <a:clrScheme name="">
      <a:dk1>
        <a:srgbClr val="40458C"/>
      </a:dk1>
      <a:lt1>
        <a:srgbClr val="FFFFFF"/>
      </a:lt1>
      <a:dk2>
        <a:srgbClr val="660066"/>
      </a:dk2>
      <a:lt2>
        <a:srgbClr val="B7C1EB"/>
      </a:lt2>
      <a:accent1>
        <a:srgbClr val="ECD882"/>
      </a:accent1>
      <a:accent2>
        <a:srgbClr val="B2B2B2"/>
      </a:accent2>
      <a:accent3>
        <a:srgbClr val="FFFFFF"/>
      </a:accent3>
      <a:accent4>
        <a:srgbClr val="353A77"/>
      </a:accent4>
      <a:accent5>
        <a:srgbClr val="F4E9C1"/>
      </a:accent5>
      <a:accent6>
        <a:srgbClr val="A1A1A1"/>
      </a:accent6>
      <a:hlink>
        <a:srgbClr val="0000FF"/>
      </a:hlink>
      <a:folHlink>
        <a:srgbClr val="3333FF"/>
      </a:folHlink>
    </a:clrScheme>
    <a:fontScheme name="Blueprint">
      <a:majorFont>
        <a:latin typeface="Tahoma"/>
        <a:ea typeface="宋体"/>
        <a:cs typeface=""/>
      </a:majorFont>
      <a:minorFont>
        <a:latin typeface="Tahoma"/>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noFill/>
          <a:prstDash val="solid"/>
          <a:round/>
          <a:headEnd type="none" w="med" len="med"/>
          <a:tailEnd type="none" w="med" len="med"/>
        </a:ln>
      </a:spPr>
      <a:bodyPr vert="horz" wrap="none" lIns="91440" tIns="45720" rIns="91440" bIns="45720" numCol="1" anchor="t" anchorCtr="0" compatLnSpc="1">
        <a:spAutoFit/>
      </a:bodyPr>
      <a:lstStyle>
        <a:defPPr marL="0" marR="0" indent="0" algn="l" defTabSz="914400" rtl="0" eaLnBrk="1" fontAlgn="base" latinLnBrk="0" hangingPunct="1">
          <a:lnSpc>
            <a:spcPct val="120000"/>
          </a:lnSpc>
          <a:spcBef>
            <a:spcPct val="0"/>
          </a:spcBef>
          <a:spcAft>
            <a:spcPct val="0"/>
          </a:spcAft>
          <a:buClrTx/>
          <a:buSzTx/>
          <a:buFontTx/>
          <a:buBlip>
            <a:blip xmlns:r="http://schemas.openxmlformats.org/officeDocument/2006/relationships" r:embed="rId1"/>
          </a:buBlip>
          <a:defRPr kumimoji="1" lang="zh-CN" altLang="en-US" sz="2000" b="0" i="0" u="none" strike="noStrike" cap="none" normalizeH="0" baseline="0" smtClean="0">
            <a:ln>
              <a:noFill/>
            </a:ln>
            <a:solidFill>
              <a:srgbClr val="000099"/>
            </a:solidFill>
            <a:effectLst/>
            <a:latin typeface="Times New Roman" panose="02020603050405020304" pitchFamily="18" charset="0"/>
            <a:ea typeface="华文中宋" panose="02010600040101010101" pitchFamily="2" charset="-122"/>
          </a:defRPr>
        </a:defPPr>
      </a:lstStyle>
    </a:spDef>
    <a:lnDef>
      <a:spPr bwMode="auto">
        <a:xfrm>
          <a:off x="0" y="0"/>
          <a:ext cx="1" cy="1"/>
        </a:xfrm>
        <a:custGeom>
          <a:avLst/>
          <a:gdLst/>
          <a:ahLst/>
          <a:cxnLst/>
          <a:rect l="0" t="0" r="0" b="0"/>
          <a:pathLst/>
        </a:custGeom>
        <a:noFill/>
        <a:ln w="9525" cap="flat" cmpd="sng" algn="ctr">
          <a:noFill/>
          <a:prstDash val="solid"/>
          <a:round/>
          <a:headEnd type="none" w="med" len="med"/>
          <a:tailEnd type="none" w="med" len="med"/>
        </a:ln>
      </a:spPr>
      <a:bodyPr vert="horz" wrap="none" lIns="91440" tIns="45720" rIns="91440" bIns="45720" numCol="1" anchor="t" anchorCtr="0" compatLnSpc="1">
        <a:spAutoFit/>
      </a:bodyPr>
      <a:lstStyle>
        <a:defPPr marL="0" marR="0" indent="0" algn="l" defTabSz="914400" rtl="0" eaLnBrk="1" fontAlgn="base" latinLnBrk="0" hangingPunct="1">
          <a:lnSpc>
            <a:spcPct val="120000"/>
          </a:lnSpc>
          <a:spcBef>
            <a:spcPct val="0"/>
          </a:spcBef>
          <a:spcAft>
            <a:spcPct val="0"/>
          </a:spcAft>
          <a:buClrTx/>
          <a:buSzTx/>
          <a:buFontTx/>
          <a:buBlip>
            <a:blip xmlns:r="http://schemas.openxmlformats.org/officeDocument/2006/relationships" r:embed="rId1"/>
          </a:buBlip>
          <a:defRPr kumimoji="1" lang="zh-CN" altLang="en-US" sz="2000" b="0" i="0" u="none" strike="noStrike" cap="none" normalizeH="0" baseline="0" smtClean="0">
            <a:ln>
              <a:noFill/>
            </a:ln>
            <a:solidFill>
              <a:srgbClr val="000099"/>
            </a:solidFill>
            <a:effectLst/>
            <a:latin typeface="Times New Roman" panose="02020603050405020304" pitchFamily="18" charset="0"/>
            <a:ea typeface="华文中宋" panose="02010600040101010101" pitchFamily="2" charset="-122"/>
          </a:defRPr>
        </a:defPPr>
      </a:lstStyle>
    </a:lnDef>
  </a:objectDefaults>
  <a:extraClrSchemeLst>
    <a:extraClrScheme>
      <a:clrScheme name="Blueprint 1">
        <a:dk1>
          <a:srgbClr val="000000"/>
        </a:dk1>
        <a:lt1>
          <a:srgbClr val="FFFFFF"/>
        </a:lt1>
        <a:dk2>
          <a:srgbClr val="40458C"/>
        </a:dk2>
        <a:lt2>
          <a:srgbClr val="FFFFCC"/>
        </a:lt2>
        <a:accent1>
          <a:srgbClr val="8D8DB3"/>
        </a:accent1>
        <a:accent2>
          <a:srgbClr val="B2B2B2"/>
        </a:accent2>
        <a:accent3>
          <a:srgbClr val="AFB0C5"/>
        </a:accent3>
        <a:accent4>
          <a:srgbClr val="DADADA"/>
        </a:accent4>
        <a:accent5>
          <a:srgbClr val="C5C5D6"/>
        </a:accent5>
        <a:accent6>
          <a:srgbClr val="A1A1A1"/>
        </a:accent6>
        <a:hlink>
          <a:srgbClr val="6F89F7"/>
        </a:hlink>
        <a:folHlink>
          <a:srgbClr val="4F56AD"/>
        </a:folHlink>
      </a:clrScheme>
      <a:clrMap bg1="dk2" tx1="lt1" bg2="dk1" tx2="lt2" accent1="accent1" accent2="accent2" accent3="accent3" accent4="accent4" accent5="accent5" accent6="accent6" hlink="hlink" folHlink="folHlink"/>
    </a:extraClrScheme>
    <a:extraClrScheme>
      <a:clrScheme name="Blueprint 2">
        <a:dk1>
          <a:srgbClr val="40458C"/>
        </a:dk1>
        <a:lt1>
          <a:srgbClr val="FFFFFF"/>
        </a:lt1>
        <a:dk2>
          <a:srgbClr val="660066"/>
        </a:dk2>
        <a:lt2>
          <a:srgbClr val="B7C1EB"/>
        </a:lt2>
        <a:accent1>
          <a:srgbClr val="ECD882"/>
        </a:accent1>
        <a:accent2>
          <a:srgbClr val="B2B2B2"/>
        </a:accent2>
        <a:accent3>
          <a:srgbClr val="FFFFFF"/>
        </a:accent3>
        <a:accent4>
          <a:srgbClr val="353A77"/>
        </a:accent4>
        <a:accent5>
          <a:srgbClr val="F4E9C1"/>
        </a:accent5>
        <a:accent6>
          <a:srgbClr val="A1A1A1"/>
        </a:accent6>
        <a:hlink>
          <a:srgbClr val="6F89F7"/>
        </a:hlink>
        <a:folHlink>
          <a:srgbClr val="CFDBFD"/>
        </a:folHlink>
      </a:clrScheme>
      <a:clrMap bg1="lt1" tx1="dk1" bg2="lt2" tx2="dk2" accent1="accent1" accent2="accent2" accent3="accent3" accent4="accent4" accent5="accent5" accent6="accent6" hlink="hlink" folHlink="folHlink"/>
    </a:extraClrScheme>
    <a:extraClrScheme>
      <a:clrScheme name="Blueprint 3">
        <a:dk1>
          <a:srgbClr val="000000"/>
        </a:dk1>
        <a:lt1>
          <a:srgbClr val="FFFFFF"/>
        </a:lt1>
        <a:dk2>
          <a:srgbClr val="4D4D4D"/>
        </a:dk2>
        <a:lt2>
          <a:srgbClr val="B2B2B2"/>
        </a:lt2>
        <a:accent1>
          <a:srgbClr val="969696"/>
        </a:accent1>
        <a:accent2>
          <a:srgbClr val="EAEAEA"/>
        </a:accent2>
        <a:accent3>
          <a:srgbClr val="FFFFFF"/>
        </a:accent3>
        <a:accent4>
          <a:srgbClr val="000000"/>
        </a:accent4>
        <a:accent5>
          <a:srgbClr val="C9C9C9"/>
        </a:accent5>
        <a:accent6>
          <a:srgbClr val="D4D4D4"/>
        </a:accent6>
        <a:hlink>
          <a:srgbClr val="777777"/>
        </a:hlink>
        <a:folHlink>
          <a:srgbClr val="C0C0C0"/>
        </a:folHlink>
      </a:clrScheme>
      <a:clrMap bg1="lt1" tx1="dk1" bg2="lt2" tx2="dk2" accent1="accent1" accent2="accent2" accent3="accent3" accent4="accent4" accent5="accent5" accent6="accent6" hlink="hlink" folHlink="folHlink"/>
    </a:extraClrScheme>
    <a:extraClrScheme>
      <a:clrScheme name="Blueprint 4">
        <a:dk1>
          <a:srgbClr val="333300"/>
        </a:dk1>
        <a:lt1>
          <a:srgbClr val="FFFFFF"/>
        </a:lt1>
        <a:dk2>
          <a:srgbClr val="663300"/>
        </a:dk2>
        <a:lt2>
          <a:srgbClr val="B2B2B2"/>
        </a:lt2>
        <a:accent1>
          <a:srgbClr val="DDC6A7"/>
        </a:accent1>
        <a:accent2>
          <a:srgbClr val="D9C167"/>
        </a:accent2>
        <a:accent3>
          <a:srgbClr val="FFFFFF"/>
        </a:accent3>
        <a:accent4>
          <a:srgbClr val="2A2A00"/>
        </a:accent4>
        <a:accent5>
          <a:srgbClr val="EBDFD0"/>
        </a:accent5>
        <a:accent6>
          <a:srgbClr val="C4AF5D"/>
        </a:accent6>
        <a:hlink>
          <a:srgbClr val="8A7A66"/>
        </a:hlink>
        <a:folHlink>
          <a:srgbClr val="C0AE9E"/>
        </a:folHlink>
      </a:clrScheme>
      <a:clrMap bg1="lt1" tx1="dk1" bg2="lt2" tx2="dk2" accent1="accent1" accent2="accent2" accent3="accent3" accent4="accent4" accent5="accent5" accent6="accent6" hlink="hlink" folHlink="folHlink"/>
    </a:extraClrScheme>
    <a:extraClrScheme>
      <a:clrScheme name="Blueprint 5">
        <a:dk1>
          <a:srgbClr val="000000"/>
        </a:dk1>
        <a:lt1>
          <a:srgbClr val="FFFFFF"/>
        </a:lt1>
        <a:dk2>
          <a:srgbClr val="003366"/>
        </a:dk2>
        <a:lt2>
          <a:srgbClr val="CCFFCC"/>
        </a:lt2>
        <a:accent1>
          <a:srgbClr val="006699"/>
        </a:accent1>
        <a:accent2>
          <a:srgbClr val="009999"/>
        </a:accent2>
        <a:accent3>
          <a:srgbClr val="AAADB8"/>
        </a:accent3>
        <a:accent4>
          <a:srgbClr val="DADADA"/>
        </a:accent4>
        <a:accent5>
          <a:srgbClr val="AAB8CA"/>
        </a:accent5>
        <a:accent6>
          <a:srgbClr val="008A8A"/>
        </a:accent6>
        <a:hlink>
          <a:srgbClr val="0099CC"/>
        </a:hlink>
        <a:folHlink>
          <a:srgbClr val="00458A"/>
        </a:folHlink>
      </a:clrScheme>
      <a:clrMap bg1="dk2" tx1="lt1" bg2="dk1" tx2="lt2" accent1="accent1" accent2="accent2" accent3="accent3" accent4="accent4" accent5="accent5" accent6="accent6" hlink="hlink" folHlink="folHlink"/>
    </a:extraClrScheme>
    <a:extraClrScheme>
      <a:clrScheme name="Blueprint 6">
        <a:dk1>
          <a:srgbClr val="000000"/>
        </a:dk1>
        <a:lt1>
          <a:srgbClr val="FFFFFF"/>
        </a:lt1>
        <a:dk2>
          <a:srgbClr val="004A48"/>
        </a:dk2>
        <a:lt2>
          <a:srgbClr val="33CCCC"/>
        </a:lt2>
        <a:accent1>
          <a:srgbClr val="006699"/>
        </a:accent1>
        <a:accent2>
          <a:srgbClr val="009999"/>
        </a:accent2>
        <a:accent3>
          <a:srgbClr val="AAB1B1"/>
        </a:accent3>
        <a:accent4>
          <a:srgbClr val="DADADA"/>
        </a:accent4>
        <a:accent5>
          <a:srgbClr val="AAB8CA"/>
        </a:accent5>
        <a:accent6>
          <a:srgbClr val="008A8A"/>
        </a:accent6>
        <a:hlink>
          <a:srgbClr val="00CC99"/>
        </a:hlink>
        <a:folHlink>
          <a:srgbClr val="006666"/>
        </a:folHlink>
      </a:clrScheme>
      <a:clrMap bg1="dk2" tx1="lt1" bg2="dk1" tx2="lt2" accent1="accent1" accent2="accent2" accent3="accent3" accent4="accent4" accent5="accent5" accent6="accent6" hlink="hlink" folHlink="folHlink"/>
    </a:extraClrScheme>
    <a:extraClrScheme>
      <a:clrScheme name="Blueprint 7">
        <a:dk1>
          <a:srgbClr val="000000"/>
        </a:dk1>
        <a:lt1>
          <a:srgbClr val="FFFFFF"/>
        </a:lt1>
        <a:dk2>
          <a:srgbClr val="333300"/>
        </a:dk2>
        <a:lt2>
          <a:srgbClr val="FFFFCC"/>
        </a:lt2>
        <a:accent1>
          <a:srgbClr val="CC9900"/>
        </a:accent1>
        <a:accent2>
          <a:srgbClr val="CC6600"/>
        </a:accent2>
        <a:accent3>
          <a:srgbClr val="ADADAA"/>
        </a:accent3>
        <a:accent4>
          <a:srgbClr val="DADADA"/>
        </a:accent4>
        <a:accent5>
          <a:srgbClr val="E2CAAA"/>
        </a:accent5>
        <a:accent6>
          <a:srgbClr val="B95C00"/>
        </a:accent6>
        <a:hlink>
          <a:srgbClr val="808000"/>
        </a:hlink>
        <a:folHlink>
          <a:srgbClr val="525000"/>
        </a:folHlink>
      </a:clrScheme>
      <a:clrMap bg1="dk2" tx1="lt1" bg2="dk1" tx2="lt2" accent1="accent1" accent2="accent2" accent3="accent3" accent4="accent4" accent5="accent5" accent6="accent6" hlink="hlink" folHlink="folHlink"/>
    </a:extraClrScheme>
    <a:extraClrScheme>
      <a:clrScheme name="Blueprint 8">
        <a:dk1>
          <a:srgbClr val="003D62"/>
        </a:dk1>
        <a:lt1>
          <a:srgbClr val="FFFFFF"/>
        </a:lt1>
        <a:dk2>
          <a:srgbClr val="006699"/>
        </a:dk2>
        <a:lt2>
          <a:srgbClr val="C8D1DA"/>
        </a:lt2>
        <a:accent1>
          <a:srgbClr val="9AC0EA"/>
        </a:accent1>
        <a:accent2>
          <a:srgbClr val="80C3C8"/>
        </a:accent2>
        <a:accent3>
          <a:srgbClr val="FFFFFF"/>
        </a:accent3>
        <a:accent4>
          <a:srgbClr val="003353"/>
        </a:accent4>
        <a:accent5>
          <a:srgbClr val="CADCF3"/>
        </a:accent5>
        <a:accent6>
          <a:srgbClr val="73B0B5"/>
        </a:accent6>
        <a:hlink>
          <a:srgbClr val="81ABCB"/>
        </a:hlink>
        <a:folHlink>
          <a:srgbClr val="B6CBD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3_Blueprint">
  <a:themeElements>
    <a:clrScheme name="">
      <a:dk1>
        <a:srgbClr val="40458C"/>
      </a:dk1>
      <a:lt1>
        <a:srgbClr val="FFFFFF"/>
      </a:lt1>
      <a:dk2>
        <a:srgbClr val="660066"/>
      </a:dk2>
      <a:lt2>
        <a:srgbClr val="B7C1EB"/>
      </a:lt2>
      <a:accent1>
        <a:srgbClr val="ECD882"/>
      </a:accent1>
      <a:accent2>
        <a:srgbClr val="B2B2B2"/>
      </a:accent2>
      <a:accent3>
        <a:srgbClr val="FFFFFF"/>
      </a:accent3>
      <a:accent4>
        <a:srgbClr val="353A77"/>
      </a:accent4>
      <a:accent5>
        <a:srgbClr val="F4E9C1"/>
      </a:accent5>
      <a:accent6>
        <a:srgbClr val="A1A1A1"/>
      </a:accent6>
      <a:hlink>
        <a:srgbClr val="0000FF"/>
      </a:hlink>
      <a:folHlink>
        <a:srgbClr val="3333FF"/>
      </a:folHlink>
    </a:clrScheme>
    <a:fontScheme name="Blueprint">
      <a:majorFont>
        <a:latin typeface="Tahoma"/>
        <a:ea typeface="宋体"/>
        <a:cs typeface=""/>
      </a:majorFont>
      <a:minorFont>
        <a:latin typeface="Tahoma"/>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noFill/>
          <a:prstDash val="solid"/>
          <a:round/>
          <a:headEnd type="none" w="med" len="med"/>
          <a:tailEnd type="none" w="med" len="med"/>
        </a:ln>
      </a:spPr>
      <a:bodyPr vert="horz" wrap="none" lIns="91440" tIns="45720" rIns="91440" bIns="45720" numCol="1" anchor="t" anchorCtr="0" compatLnSpc="1">
        <a:spAutoFit/>
      </a:bodyPr>
      <a:lstStyle>
        <a:defPPr marL="0" marR="0" indent="0" algn="l" defTabSz="914400" rtl="0" eaLnBrk="1" fontAlgn="base" latinLnBrk="0" hangingPunct="1">
          <a:lnSpc>
            <a:spcPct val="120000"/>
          </a:lnSpc>
          <a:spcBef>
            <a:spcPct val="0"/>
          </a:spcBef>
          <a:spcAft>
            <a:spcPct val="0"/>
          </a:spcAft>
          <a:buClrTx/>
          <a:buSzTx/>
          <a:buFontTx/>
          <a:buBlip>
            <a:blip xmlns:r="http://schemas.openxmlformats.org/officeDocument/2006/relationships" r:embed="rId1"/>
          </a:buBlip>
          <a:defRPr kumimoji="1" lang="zh-CN" altLang="en-US" sz="2000" b="0" i="0" u="none" strike="noStrike" cap="none" normalizeH="0" baseline="0" smtClean="0">
            <a:ln>
              <a:noFill/>
            </a:ln>
            <a:solidFill>
              <a:srgbClr val="000099"/>
            </a:solidFill>
            <a:effectLst/>
            <a:latin typeface="Times New Roman" panose="02020603050405020304" pitchFamily="18" charset="0"/>
            <a:ea typeface="华文中宋" panose="02010600040101010101" pitchFamily="2" charset="-122"/>
          </a:defRPr>
        </a:defPPr>
      </a:lstStyle>
    </a:spDef>
    <a:lnDef>
      <a:spPr bwMode="auto">
        <a:xfrm>
          <a:off x="0" y="0"/>
          <a:ext cx="1" cy="1"/>
        </a:xfrm>
        <a:custGeom>
          <a:avLst/>
          <a:gdLst/>
          <a:ahLst/>
          <a:cxnLst/>
          <a:rect l="0" t="0" r="0" b="0"/>
          <a:pathLst/>
        </a:custGeom>
        <a:noFill/>
        <a:ln w="9525" cap="flat" cmpd="sng" algn="ctr">
          <a:noFill/>
          <a:prstDash val="solid"/>
          <a:round/>
          <a:headEnd type="none" w="med" len="med"/>
          <a:tailEnd type="none" w="med" len="med"/>
        </a:ln>
      </a:spPr>
      <a:bodyPr vert="horz" wrap="none" lIns="91440" tIns="45720" rIns="91440" bIns="45720" numCol="1" anchor="t" anchorCtr="0" compatLnSpc="1">
        <a:spAutoFit/>
      </a:bodyPr>
      <a:lstStyle>
        <a:defPPr marL="0" marR="0" indent="0" algn="l" defTabSz="914400" rtl="0" eaLnBrk="1" fontAlgn="base" latinLnBrk="0" hangingPunct="1">
          <a:lnSpc>
            <a:spcPct val="120000"/>
          </a:lnSpc>
          <a:spcBef>
            <a:spcPct val="0"/>
          </a:spcBef>
          <a:spcAft>
            <a:spcPct val="0"/>
          </a:spcAft>
          <a:buClrTx/>
          <a:buSzTx/>
          <a:buFontTx/>
          <a:buBlip>
            <a:blip xmlns:r="http://schemas.openxmlformats.org/officeDocument/2006/relationships" r:embed="rId1"/>
          </a:buBlip>
          <a:defRPr kumimoji="1" lang="zh-CN" altLang="en-US" sz="2000" b="0" i="0" u="none" strike="noStrike" cap="none" normalizeH="0" baseline="0" smtClean="0">
            <a:ln>
              <a:noFill/>
            </a:ln>
            <a:solidFill>
              <a:srgbClr val="000099"/>
            </a:solidFill>
            <a:effectLst/>
            <a:latin typeface="Times New Roman" panose="02020603050405020304" pitchFamily="18" charset="0"/>
            <a:ea typeface="华文中宋" panose="02010600040101010101" pitchFamily="2" charset="-122"/>
          </a:defRPr>
        </a:defPPr>
      </a:lstStyle>
    </a:lnDef>
  </a:objectDefaults>
  <a:extraClrSchemeLst>
    <a:extraClrScheme>
      <a:clrScheme name="Blueprint 1">
        <a:dk1>
          <a:srgbClr val="000000"/>
        </a:dk1>
        <a:lt1>
          <a:srgbClr val="FFFFFF"/>
        </a:lt1>
        <a:dk2>
          <a:srgbClr val="40458C"/>
        </a:dk2>
        <a:lt2>
          <a:srgbClr val="FFFFCC"/>
        </a:lt2>
        <a:accent1>
          <a:srgbClr val="8D8DB3"/>
        </a:accent1>
        <a:accent2>
          <a:srgbClr val="B2B2B2"/>
        </a:accent2>
        <a:accent3>
          <a:srgbClr val="AFB0C5"/>
        </a:accent3>
        <a:accent4>
          <a:srgbClr val="DADADA"/>
        </a:accent4>
        <a:accent5>
          <a:srgbClr val="C5C5D6"/>
        </a:accent5>
        <a:accent6>
          <a:srgbClr val="A1A1A1"/>
        </a:accent6>
        <a:hlink>
          <a:srgbClr val="6F89F7"/>
        </a:hlink>
        <a:folHlink>
          <a:srgbClr val="4F56AD"/>
        </a:folHlink>
      </a:clrScheme>
      <a:clrMap bg1="dk2" tx1="lt1" bg2="dk1" tx2="lt2" accent1="accent1" accent2="accent2" accent3="accent3" accent4="accent4" accent5="accent5" accent6="accent6" hlink="hlink" folHlink="folHlink"/>
    </a:extraClrScheme>
    <a:extraClrScheme>
      <a:clrScheme name="Blueprint 2">
        <a:dk1>
          <a:srgbClr val="40458C"/>
        </a:dk1>
        <a:lt1>
          <a:srgbClr val="FFFFFF"/>
        </a:lt1>
        <a:dk2>
          <a:srgbClr val="660066"/>
        </a:dk2>
        <a:lt2>
          <a:srgbClr val="B7C1EB"/>
        </a:lt2>
        <a:accent1>
          <a:srgbClr val="ECD882"/>
        </a:accent1>
        <a:accent2>
          <a:srgbClr val="B2B2B2"/>
        </a:accent2>
        <a:accent3>
          <a:srgbClr val="FFFFFF"/>
        </a:accent3>
        <a:accent4>
          <a:srgbClr val="353A77"/>
        </a:accent4>
        <a:accent5>
          <a:srgbClr val="F4E9C1"/>
        </a:accent5>
        <a:accent6>
          <a:srgbClr val="A1A1A1"/>
        </a:accent6>
        <a:hlink>
          <a:srgbClr val="6F89F7"/>
        </a:hlink>
        <a:folHlink>
          <a:srgbClr val="CFDBFD"/>
        </a:folHlink>
      </a:clrScheme>
      <a:clrMap bg1="lt1" tx1="dk1" bg2="lt2" tx2="dk2" accent1="accent1" accent2="accent2" accent3="accent3" accent4="accent4" accent5="accent5" accent6="accent6" hlink="hlink" folHlink="folHlink"/>
    </a:extraClrScheme>
    <a:extraClrScheme>
      <a:clrScheme name="Blueprint 3">
        <a:dk1>
          <a:srgbClr val="000000"/>
        </a:dk1>
        <a:lt1>
          <a:srgbClr val="FFFFFF"/>
        </a:lt1>
        <a:dk2>
          <a:srgbClr val="4D4D4D"/>
        </a:dk2>
        <a:lt2>
          <a:srgbClr val="B2B2B2"/>
        </a:lt2>
        <a:accent1>
          <a:srgbClr val="969696"/>
        </a:accent1>
        <a:accent2>
          <a:srgbClr val="EAEAEA"/>
        </a:accent2>
        <a:accent3>
          <a:srgbClr val="FFFFFF"/>
        </a:accent3>
        <a:accent4>
          <a:srgbClr val="000000"/>
        </a:accent4>
        <a:accent5>
          <a:srgbClr val="C9C9C9"/>
        </a:accent5>
        <a:accent6>
          <a:srgbClr val="D4D4D4"/>
        </a:accent6>
        <a:hlink>
          <a:srgbClr val="777777"/>
        </a:hlink>
        <a:folHlink>
          <a:srgbClr val="C0C0C0"/>
        </a:folHlink>
      </a:clrScheme>
      <a:clrMap bg1="lt1" tx1="dk1" bg2="lt2" tx2="dk2" accent1="accent1" accent2="accent2" accent3="accent3" accent4="accent4" accent5="accent5" accent6="accent6" hlink="hlink" folHlink="folHlink"/>
    </a:extraClrScheme>
    <a:extraClrScheme>
      <a:clrScheme name="Blueprint 4">
        <a:dk1>
          <a:srgbClr val="333300"/>
        </a:dk1>
        <a:lt1>
          <a:srgbClr val="FFFFFF"/>
        </a:lt1>
        <a:dk2>
          <a:srgbClr val="663300"/>
        </a:dk2>
        <a:lt2>
          <a:srgbClr val="B2B2B2"/>
        </a:lt2>
        <a:accent1>
          <a:srgbClr val="DDC6A7"/>
        </a:accent1>
        <a:accent2>
          <a:srgbClr val="D9C167"/>
        </a:accent2>
        <a:accent3>
          <a:srgbClr val="FFFFFF"/>
        </a:accent3>
        <a:accent4>
          <a:srgbClr val="2A2A00"/>
        </a:accent4>
        <a:accent5>
          <a:srgbClr val="EBDFD0"/>
        </a:accent5>
        <a:accent6>
          <a:srgbClr val="C4AF5D"/>
        </a:accent6>
        <a:hlink>
          <a:srgbClr val="8A7A66"/>
        </a:hlink>
        <a:folHlink>
          <a:srgbClr val="C0AE9E"/>
        </a:folHlink>
      </a:clrScheme>
      <a:clrMap bg1="lt1" tx1="dk1" bg2="lt2" tx2="dk2" accent1="accent1" accent2="accent2" accent3="accent3" accent4="accent4" accent5="accent5" accent6="accent6" hlink="hlink" folHlink="folHlink"/>
    </a:extraClrScheme>
    <a:extraClrScheme>
      <a:clrScheme name="Blueprint 5">
        <a:dk1>
          <a:srgbClr val="000000"/>
        </a:dk1>
        <a:lt1>
          <a:srgbClr val="FFFFFF"/>
        </a:lt1>
        <a:dk2>
          <a:srgbClr val="003366"/>
        </a:dk2>
        <a:lt2>
          <a:srgbClr val="CCFFCC"/>
        </a:lt2>
        <a:accent1>
          <a:srgbClr val="006699"/>
        </a:accent1>
        <a:accent2>
          <a:srgbClr val="009999"/>
        </a:accent2>
        <a:accent3>
          <a:srgbClr val="AAADB8"/>
        </a:accent3>
        <a:accent4>
          <a:srgbClr val="DADADA"/>
        </a:accent4>
        <a:accent5>
          <a:srgbClr val="AAB8CA"/>
        </a:accent5>
        <a:accent6>
          <a:srgbClr val="008A8A"/>
        </a:accent6>
        <a:hlink>
          <a:srgbClr val="0099CC"/>
        </a:hlink>
        <a:folHlink>
          <a:srgbClr val="00458A"/>
        </a:folHlink>
      </a:clrScheme>
      <a:clrMap bg1="dk2" tx1="lt1" bg2="dk1" tx2="lt2" accent1="accent1" accent2="accent2" accent3="accent3" accent4="accent4" accent5="accent5" accent6="accent6" hlink="hlink" folHlink="folHlink"/>
    </a:extraClrScheme>
    <a:extraClrScheme>
      <a:clrScheme name="Blueprint 6">
        <a:dk1>
          <a:srgbClr val="000000"/>
        </a:dk1>
        <a:lt1>
          <a:srgbClr val="FFFFFF"/>
        </a:lt1>
        <a:dk2>
          <a:srgbClr val="004A48"/>
        </a:dk2>
        <a:lt2>
          <a:srgbClr val="33CCCC"/>
        </a:lt2>
        <a:accent1>
          <a:srgbClr val="006699"/>
        </a:accent1>
        <a:accent2>
          <a:srgbClr val="009999"/>
        </a:accent2>
        <a:accent3>
          <a:srgbClr val="AAB1B1"/>
        </a:accent3>
        <a:accent4>
          <a:srgbClr val="DADADA"/>
        </a:accent4>
        <a:accent5>
          <a:srgbClr val="AAB8CA"/>
        </a:accent5>
        <a:accent6>
          <a:srgbClr val="008A8A"/>
        </a:accent6>
        <a:hlink>
          <a:srgbClr val="00CC99"/>
        </a:hlink>
        <a:folHlink>
          <a:srgbClr val="006666"/>
        </a:folHlink>
      </a:clrScheme>
      <a:clrMap bg1="dk2" tx1="lt1" bg2="dk1" tx2="lt2" accent1="accent1" accent2="accent2" accent3="accent3" accent4="accent4" accent5="accent5" accent6="accent6" hlink="hlink" folHlink="folHlink"/>
    </a:extraClrScheme>
    <a:extraClrScheme>
      <a:clrScheme name="Blueprint 7">
        <a:dk1>
          <a:srgbClr val="000000"/>
        </a:dk1>
        <a:lt1>
          <a:srgbClr val="FFFFFF"/>
        </a:lt1>
        <a:dk2>
          <a:srgbClr val="333300"/>
        </a:dk2>
        <a:lt2>
          <a:srgbClr val="FFFFCC"/>
        </a:lt2>
        <a:accent1>
          <a:srgbClr val="CC9900"/>
        </a:accent1>
        <a:accent2>
          <a:srgbClr val="CC6600"/>
        </a:accent2>
        <a:accent3>
          <a:srgbClr val="ADADAA"/>
        </a:accent3>
        <a:accent4>
          <a:srgbClr val="DADADA"/>
        </a:accent4>
        <a:accent5>
          <a:srgbClr val="E2CAAA"/>
        </a:accent5>
        <a:accent6>
          <a:srgbClr val="B95C00"/>
        </a:accent6>
        <a:hlink>
          <a:srgbClr val="808000"/>
        </a:hlink>
        <a:folHlink>
          <a:srgbClr val="525000"/>
        </a:folHlink>
      </a:clrScheme>
      <a:clrMap bg1="dk2" tx1="lt1" bg2="dk1" tx2="lt2" accent1="accent1" accent2="accent2" accent3="accent3" accent4="accent4" accent5="accent5" accent6="accent6" hlink="hlink" folHlink="folHlink"/>
    </a:extraClrScheme>
    <a:extraClrScheme>
      <a:clrScheme name="Blueprint 8">
        <a:dk1>
          <a:srgbClr val="003D62"/>
        </a:dk1>
        <a:lt1>
          <a:srgbClr val="FFFFFF"/>
        </a:lt1>
        <a:dk2>
          <a:srgbClr val="006699"/>
        </a:dk2>
        <a:lt2>
          <a:srgbClr val="C8D1DA"/>
        </a:lt2>
        <a:accent1>
          <a:srgbClr val="9AC0EA"/>
        </a:accent1>
        <a:accent2>
          <a:srgbClr val="80C3C8"/>
        </a:accent2>
        <a:accent3>
          <a:srgbClr val="FFFFFF"/>
        </a:accent3>
        <a:accent4>
          <a:srgbClr val="003353"/>
        </a:accent4>
        <a:accent5>
          <a:srgbClr val="CADCF3"/>
        </a:accent5>
        <a:accent6>
          <a:srgbClr val="73B0B5"/>
        </a:accent6>
        <a:hlink>
          <a:srgbClr val="81ABCB"/>
        </a:hlink>
        <a:folHlink>
          <a:srgbClr val="B6CBD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4_Blueprint">
  <a:themeElements>
    <a:clrScheme name="">
      <a:dk1>
        <a:srgbClr val="40458C"/>
      </a:dk1>
      <a:lt1>
        <a:srgbClr val="FFFFFF"/>
      </a:lt1>
      <a:dk2>
        <a:srgbClr val="660066"/>
      </a:dk2>
      <a:lt2>
        <a:srgbClr val="B7C1EB"/>
      </a:lt2>
      <a:accent1>
        <a:srgbClr val="ECD882"/>
      </a:accent1>
      <a:accent2>
        <a:srgbClr val="B2B2B2"/>
      </a:accent2>
      <a:accent3>
        <a:srgbClr val="FFFFFF"/>
      </a:accent3>
      <a:accent4>
        <a:srgbClr val="353A77"/>
      </a:accent4>
      <a:accent5>
        <a:srgbClr val="F4E9C1"/>
      </a:accent5>
      <a:accent6>
        <a:srgbClr val="A1A1A1"/>
      </a:accent6>
      <a:hlink>
        <a:srgbClr val="0000FF"/>
      </a:hlink>
      <a:folHlink>
        <a:srgbClr val="3333FF"/>
      </a:folHlink>
    </a:clrScheme>
    <a:fontScheme name="Blueprint">
      <a:majorFont>
        <a:latin typeface="Tahoma"/>
        <a:ea typeface="宋体"/>
        <a:cs typeface=""/>
      </a:majorFont>
      <a:minorFont>
        <a:latin typeface="Tahoma"/>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noFill/>
          <a:prstDash val="solid"/>
          <a:round/>
          <a:headEnd type="none" w="med" len="med"/>
          <a:tailEnd type="none" w="med" len="med"/>
        </a:ln>
      </a:spPr>
      <a:bodyPr vert="horz" wrap="none" lIns="91440" tIns="45720" rIns="91440" bIns="45720" numCol="1" anchor="t" anchorCtr="0" compatLnSpc="1">
        <a:spAutoFit/>
      </a:bodyPr>
      <a:lstStyle>
        <a:defPPr marL="0" marR="0" indent="0" algn="l" defTabSz="914400" rtl="0" eaLnBrk="1" fontAlgn="base" latinLnBrk="0" hangingPunct="1">
          <a:lnSpc>
            <a:spcPct val="120000"/>
          </a:lnSpc>
          <a:spcBef>
            <a:spcPct val="0"/>
          </a:spcBef>
          <a:spcAft>
            <a:spcPct val="0"/>
          </a:spcAft>
          <a:buClrTx/>
          <a:buSzTx/>
          <a:buFontTx/>
          <a:buBlip>
            <a:blip xmlns:r="http://schemas.openxmlformats.org/officeDocument/2006/relationships" r:embed="rId1"/>
          </a:buBlip>
          <a:defRPr kumimoji="1" lang="zh-CN" altLang="en-US" sz="2000" b="0" i="0" u="none" strike="noStrike" cap="none" normalizeH="0" baseline="0" smtClean="0">
            <a:ln>
              <a:noFill/>
            </a:ln>
            <a:solidFill>
              <a:srgbClr val="000099"/>
            </a:solidFill>
            <a:effectLst/>
            <a:latin typeface="Times New Roman" panose="02020603050405020304" pitchFamily="18" charset="0"/>
            <a:ea typeface="华文中宋" panose="02010600040101010101" pitchFamily="2" charset="-122"/>
          </a:defRPr>
        </a:defPPr>
      </a:lstStyle>
    </a:spDef>
    <a:lnDef>
      <a:spPr bwMode="auto">
        <a:xfrm>
          <a:off x="0" y="0"/>
          <a:ext cx="1" cy="1"/>
        </a:xfrm>
        <a:custGeom>
          <a:avLst/>
          <a:gdLst/>
          <a:ahLst/>
          <a:cxnLst/>
          <a:rect l="0" t="0" r="0" b="0"/>
          <a:pathLst/>
        </a:custGeom>
        <a:noFill/>
        <a:ln w="9525" cap="flat" cmpd="sng" algn="ctr">
          <a:noFill/>
          <a:prstDash val="solid"/>
          <a:round/>
          <a:headEnd type="none" w="med" len="med"/>
          <a:tailEnd type="none" w="med" len="med"/>
        </a:ln>
      </a:spPr>
      <a:bodyPr vert="horz" wrap="none" lIns="91440" tIns="45720" rIns="91440" bIns="45720" numCol="1" anchor="t" anchorCtr="0" compatLnSpc="1">
        <a:spAutoFit/>
      </a:bodyPr>
      <a:lstStyle>
        <a:defPPr marL="0" marR="0" indent="0" algn="l" defTabSz="914400" rtl="0" eaLnBrk="1" fontAlgn="base" latinLnBrk="0" hangingPunct="1">
          <a:lnSpc>
            <a:spcPct val="120000"/>
          </a:lnSpc>
          <a:spcBef>
            <a:spcPct val="0"/>
          </a:spcBef>
          <a:spcAft>
            <a:spcPct val="0"/>
          </a:spcAft>
          <a:buClrTx/>
          <a:buSzTx/>
          <a:buFontTx/>
          <a:buBlip>
            <a:blip xmlns:r="http://schemas.openxmlformats.org/officeDocument/2006/relationships" r:embed="rId1"/>
          </a:buBlip>
          <a:defRPr kumimoji="1" lang="zh-CN" altLang="en-US" sz="2000" b="0" i="0" u="none" strike="noStrike" cap="none" normalizeH="0" baseline="0" smtClean="0">
            <a:ln>
              <a:noFill/>
            </a:ln>
            <a:solidFill>
              <a:srgbClr val="000099"/>
            </a:solidFill>
            <a:effectLst/>
            <a:latin typeface="Times New Roman" panose="02020603050405020304" pitchFamily="18" charset="0"/>
            <a:ea typeface="华文中宋" panose="02010600040101010101" pitchFamily="2" charset="-122"/>
          </a:defRPr>
        </a:defPPr>
      </a:lstStyle>
    </a:lnDef>
  </a:objectDefaults>
  <a:extraClrSchemeLst>
    <a:extraClrScheme>
      <a:clrScheme name="Blueprint 1">
        <a:dk1>
          <a:srgbClr val="000000"/>
        </a:dk1>
        <a:lt1>
          <a:srgbClr val="FFFFFF"/>
        </a:lt1>
        <a:dk2>
          <a:srgbClr val="40458C"/>
        </a:dk2>
        <a:lt2>
          <a:srgbClr val="FFFFCC"/>
        </a:lt2>
        <a:accent1>
          <a:srgbClr val="8D8DB3"/>
        </a:accent1>
        <a:accent2>
          <a:srgbClr val="B2B2B2"/>
        </a:accent2>
        <a:accent3>
          <a:srgbClr val="AFB0C5"/>
        </a:accent3>
        <a:accent4>
          <a:srgbClr val="DADADA"/>
        </a:accent4>
        <a:accent5>
          <a:srgbClr val="C5C5D6"/>
        </a:accent5>
        <a:accent6>
          <a:srgbClr val="A1A1A1"/>
        </a:accent6>
        <a:hlink>
          <a:srgbClr val="6F89F7"/>
        </a:hlink>
        <a:folHlink>
          <a:srgbClr val="4F56AD"/>
        </a:folHlink>
      </a:clrScheme>
      <a:clrMap bg1="dk2" tx1="lt1" bg2="dk1" tx2="lt2" accent1="accent1" accent2="accent2" accent3="accent3" accent4="accent4" accent5="accent5" accent6="accent6" hlink="hlink" folHlink="folHlink"/>
    </a:extraClrScheme>
    <a:extraClrScheme>
      <a:clrScheme name="Blueprint 2">
        <a:dk1>
          <a:srgbClr val="40458C"/>
        </a:dk1>
        <a:lt1>
          <a:srgbClr val="FFFFFF"/>
        </a:lt1>
        <a:dk2>
          <a:srgbClr val="660066"/>
        </a:dk2>
        <a:lt2>
          <a:srgbClr val="B7C1EB"/>
        </a:lt2>
        <a:accent1>
          <a:srgbClr val="ECD882"/>
        </a:accent1>
        <a:accent2>
          <a:srgbClr val="B2B2B2"/>
        </a:accent2>
        <a:accent3>
          <a:srgbClr val="FFFFFF"/>
        </a:accent3>
        <a:accent4>
          <a:srgbClr val="353A77"/>
        </a:accent4>
        <a:accent5>
          <a:srgbClr val="F4E9C1"/>
        </a:accent5>
        <a:accent6>
          <a:srgbClr val="A1A1A1"/>
        </a:accent6>
        <a:hlink>
          <a:srgbClr val="6F89F7"/>
        </a:hlink>
        <a:folHlink>
          <a:srgbClr val="CFDBFD"/>
        </a:folHlink>
      </a:clrScheme>
      <a:clrMap bg1="lt1" tx1="dk1" bg2="lt2" tx2="dk2" accent1="accent1" accent2="accent2" accent3="accent3" accent4="accent4" accent5="accent5" accent6="accent6" hlink="hlink" folHlink="folHlink"/>
    </a:extraClrScheme>
    <a:extraClrScheme>
      <a:clrScheme name="Blueprint 3">
        <a:dk1>
          <a:srgbClr val="000000"/>
        </a:dk1>
        <a:lt1>
          <a:srgbClr val="FFFFFF"/>
        </a:lt1>
        <a:dk2>
          <a:srgbClr val="4D4D4D"/>
        </a:dk2>
        <a:lt2>
          <a:srgbClr val="B2B2B2"/>
        </a:lt2>
        <a:accent1>
          <a:srgbClr val="969696"/>
        </a:accent1>
        <a:accent2>
          <a:srgbClr val="EAEAEA"/>
        </a:accent2>
        <a:accent3>
          <a:srgbClr val="FFFFFF"/>
        </a:accent3>
        <a:accent4>
          <a:srgbClr val="000000"/>
        </a:accent4>
        <a:accent5>
          <a:srgbClr val="C9C9C9"/>
        </a:accent5>
        <a:accent6>
          <a:srgbClr val="D4D4D4"/>
        </a:accent6>
        <a:hlink>
          <a:srgbClr val="777777"/>
        </a:hlink>
        <a:folHlink>
          <a:srgbClr val="C0C0C0"/>
        </a:folHlink>
      </a:clrScheme>
      <a:clrMap bg1="lt1" tx1="dk1" bg2="lt2" tx2="dk2" accent1="accent1" accent2="accent2" accent3="accent3" accent4="accent4" accent5="accent5" accent6="accent6" hlink="hlink" folHlink="folHlink"/>
    </a:extraClrScheme>
    <a:extraClrScheme>
      <a:clrScheme name="Blueprint 4">
        <a:dk1>
          <a:srgbClr val="333300"/>
        </a:dk1>
        <a:lt1>
          <a:srgbClr val="FFFFFF"/>
        </a:lt1>
        <a:dk2>
          <a:srgbClr val="663300"/>
        </a:dk2>
        <a:lt2>
          <a:srgbClr val="B2B2B2"/>
        </a:lt2>
        <a:accent1>
          <a:srgbClr val="DDC6A7"/>
        </a:accent1>
        <a:accent2>
          <a:srgbClr val="D9C167"/>
        </a:accent2>
        <a:accent3>
          <a:srgbClr val="FFFFFF"/>
        </a:accent3>
        <a:accent4>
          <a:srgbClr val="2A2A00"/>
        </a:accent4>
        <a:accent5>
          <a:srgbClr val="EBDFD0"/>
        </a:accent5>
        <a:accent6>
          <a:srgbClr val="C4AF5D"/>
        </a:accent6>
        <a:hlink>
          <a:srgbClr val="8A7A66"/>
        </a:hlink>
        <a:folHlink>
          <a:srgbClr val="C0AE9E"/>
        </a:folHlink>
      </a:clrScheme>
      <a:clrMap bg1="lt1" tx1="dk1" bg2="lt2" tx2="dk2" accent1="accent1" accent2="accent2" accent3="accent3" accent4="accent4" accent5="accent5" accent6="accent6" hlink="hlink" folHlink="folHlink"/>
    </a:extraClrScheme>
    <a:extraClrScheme>
      <a:clrScheme name="Blueprint 5">
        <a:dk1>
          <a:srgbClr val="000000"/>
        </a:dk1>
        <a:lt1>
          <a:srgbClr val="FFFFFF"/>
        </a:lt1>
        <a:dk2>
          <a:srgbClr val="003366"/>
        </a:dk2>
        <a:lt2>
          <a:srgbClr val="CCFFCC"/>
        </a:lt2>
        <a:accent1>
          <a:srgbClr val="006699"/>
        </a:accent1>
        <a:accent2>
          <a:srgbClr val="009999"/>
        </a:accent2>
        <a:accent3>
          <a:srgbClr val="AAADB8"/>
        </a:accent3>
        <a:accent4>
          <a:srgbClr val="DADADA"/>
        </a:accent4>
        <a:accent5>
          <a:srgbClr val="AAB8CA"/>
        </a:accent5>
        <a:accent6>
          <a:srgbClr val="008A8A"/>
        </a:accent6>
        <a:hlink>
          <a:srgbClr val="0099CC"/>
        </a:hlink>
        <a:folHlink>
          <a:srgbClr val="00458A"/>
        </a:folHlink>
      </a:clrScheme>
      <a:clrMap bg1="dk2" tx1="lt1" bg2="dk1" tx2="lt2" accent1="accent1" accent2="accent2" accent3="accent3" accent4="accent4" accent5="accent5" accent6="accent6" hlink="hlink" folHlink="folHlink"/>
    </a:extraClrScheme>
    <a:extraClrScheme>
      <a:clrScheme name="Blueprint 6">
        <a:dk1>
          <a:srgbClr val="000000"/>
        </a:dk1>
        <a:lt1>
          <a:srgbClr val="FFFFFF"/>
        </a:lt1>
        <a:dk2>
          <a:srgbClr val="004A48"/>
        </a:dk2>
        <a:lt2>
          <a:srgbClr val="33CCCC"/>
        </a:lt2>
        <a:accent1>
          <a:srgbClr val="006699"/>
        </a:accent1>
        <a:accent2>
          <a:srgbClr val="009999"/>
        </a:accent2>
        <a:accent3>
          <a:srgbClr val="AAB1B1"/>
        </a:accent3>
        <a:accent4>
          <a:srgbClr val="DADADA"/>
        </a:accent4>
        <a:accent5>
          <a:srgbClr val="AAB8CA"/>
        </a:accent5>
        <a:accent6>
          <a:srgbClr val="008A8A"/>
        </a:accent6>
        <a:hlink>
          <a:srgbClr val="00CC99"/>
        </a:hlink>
        <a:folHlink>
          <a:srgbClr val="006666"/>
        </a:folHlink>
      </a:clrScheme>
      <a:clrMap bg1="dk2" tx1="lt1" bg2="dk1" tx2="lt2" accent1="accent1" accent2="accent2" accent3="accent3" accent4="accent4" accent5="accent5" accent6="accent6" hlink="hlink" folHlink="folHlink"/>
    </a:extraClrScheme>
    <a:extraClrScheme>
      <a:clrScheme name="Blueprint 7">
        <a:dk1>
          <a:srgbClr val="000000"/>
        </a:dk1>
        <a:lt1>
          <a:srgbClr val="FFFFFF"/>
        </a:lt1>
        <a:dk2>
          <a:srgbClr val="333300"/>
        </a:dk2>
        <a:lt2>
          <a:srgbClr val="FFFFCC"/>
        </a:lt2>
        <a:accent1>
          <a:srgbClr val="CC9900"/>
        </a:accent1>
        <a:accent2>
          <a:srgbClr val="CC6600"/>
        </a:accent2>
        <a:accent3>
          <a:srgbClr val="ADADAA"/>
        </a:accent3>
        <a:accent4>
          <a:srgbClr val="DADADA"/>
        </a:accent4>
        <a:accent5>
          <a:srgbClr val="E2CAAA"/>
        </a:accent5>
        <a:accent6>
          <a:srgbClr val="B95C00"/>
        </a:accent6>
        <a:hlink>
          <a:srgbClr val="808000"/>
        </a:hlink>
        <a:folHlink>
          <a:srgbClr val="525000"/>
        </a:folHlink>
      </a:clrScheme>
      <a:clrMap bg1="dk2" tx1="lt1" bg2="dk1" tx2="lt2" accent1="accent1" accent2="accent2" accent3="accent3" accent4="accent4" accent5="accent5" accent6="accent6" hlink="hlink" folHlink="folHlink"/>
    </a:extraClrScheme>
    <a:extraClrScheme>
      <a:clrScheme name="Blueprint 8">
        <a:dk1>
          <a:srgbClr val="003D62"/>
        </a:dk1>
        <a:lt1>
          <a:srgbClr val="FFFFFF"/>
        </a:lt1>
        <a:dk2>
          <a:srgbClr val="006699"/>
        </a:dk2>
        <a:lt2>
          <a:srgbClr val="C8D1DA"/>
        </a:lt2>
        <a:accent1>
          <a:srgbClr val="9AC0EA"/>
        </a:accent1>
        <a:accent2>
          <a:srgbClr val="80C3C8"/>
        </a:accent2>
        <a:accent3>
          <a:srgbClr val="FFFFFF"/>
        </a:accent3>
        <a:accent4>
          <a:srgbClr val="003353"/>
        </a:accent4>
        <a:accent5>
          <a:srgbClr val="CADCF3"/>
        </a:accent5>
        <a:accent6>
          <a:srgbClr val="73B0B5"/>
        </a:accent6>
        <a:hlink>
          <a:srgbClr val="81ABCB"/>
        </a:hlink>
        <a:folHlink>
          <a:srgbClr val="B6CBD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5_Blueprint">
  <a:themeElements>
    <a:clrScheme name="">
      <a:dk1>
        <a:srgbClr val="40458C"/>
      </a:dk1>
      <a:lt1>
        <a:srgbClr val="FFFFFF"/>
      </a:lt1>
      <a:dk2>
        <a:srgbClr val="660066"/>
      </a:dk2>
      <a:lt2>
        <a:srgbClr val="B7C1EB"/>
      </a:lt2>
      <a:accent1>
        <a:srgbClr val="ECD882"/>
      </a:accent1>
      <a:accent2>
        <a:srgbClr val="B2B2B2"/>
      </a:accent2>
      <a:accent3>
        <a:srgbClr val="FFFFFF"/>
      </a:accent3>
      <a:accent4>
        <a:srgbClr val="353A77"/>
      </a:accent4>
      <a:accent5>
        <a:srgbClr val="F4E9C1"/>
      </a:accent5>
      <a:accent6>
        <a:srgbClr val="A1A1A1"/>
      </a:accent6>
      <a:hlink>
        <a:srgbClr val="0000FF"/>
      </a:hlink>
      <a:folHlink>
        <a:srgbClr val="3333FF"/>
      </a:folHlink>
    </a:clrScheme>
    <a:fontScheme name="Blueprint">
      <a:majorFont>
        <a:latin typeface="Tahoma"/>
        <a:ea typeface="宋体"/>
        <a:cs typeface=""/>
      </a:majorFont>
      <a:minorFont>
        <a:latin typeface="Tahoma"/>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noFill/>
          <a:prstDash val="solid"/>
          <a:round/>
          <a:headEnd type="none" w="med" len="med"/>
          <a:tailEnd type="none" w="med" len="med"/>
        </a:ln>
      </a:spPr>
      <a:bodyPr vert="horz" wrap="none" lIns="91440" tIns="45720" rIns="91440" bIns="45720" numCol="1" anchor="t" anchorCtr="0" compatLnSpc="1">
        <a:spAutoFit/>
      </a:bodyPr>
      <a:lstStyle>
        <a:defPPr marL="0" marR="0" indent="0" algn="l" defTabSz="914400" rtl="0" eaLnBrk="1" fontAlgn="base" latinLnBrk="0" hangingPunct="1">
          <a:lnSpc>
            <a:spcPct val="120000"/>
          </a:lnSpc>
          <a:spcBef>
            <a:spcPct val="0"/>
          </a:spcBef>
          <a:spcAft>
            <a:spcPct val="0"/>
          </a:spcAft>
          <a:buClrTx/>
          <a:buSzTx/>
          <a:buFontTx/>
          <a:buBlip>
            <a:blip xmlns:r="http://schemas.openxmlformats.org/officeDocument/2006/relationships" r:embed="rId1"/>
          </a:buBlip>
          <a:defRPr kumimoji="1" lang="zh-CN" altLang="en-US" sz="2000" b="0" i="0" u="none" strike="noStrike" cap="none" normalizeH="0" baseline="0" smtClean="0">
            <a:ln>
              <a:noFill/>
            </a:ln>
            <a:solidFill>
              <a:srgbClr val="000099"/>
            </a:solidFill>
            <a:effectLst/>
            <a:latin typeface="Times New Roman" panose="02020603050405020304" pitchFamily="18" charset="0"/>
            <a:ea typeface="华文中宋" panose="02010600040101010101" pitchFamily="2" charset="-122"/>
          </a:defRPr>
        </a:defPPr>
      </a:lstStyle>
    </a:spDef>
    <a:lnDef>
      <a:spPr bwMode="auto">
        <a:xfrm>
          <a:off x="0" y="0"/>
          <a:ext cx="1" cy="1"/>
        </a:xfrm>
        <a:custGeom>
          <a:avLst/>
          <a:gdLst/>
          <a:ahLst/>
          <a:cxnLst/>
          <a:rect l="0" t="0" r="0" b="0"/>
          <a:pathLst/>
        </a:custGeom>
        <a:noFill/>
        <a:ln w="9525" cap="flat" cmpd="sng" algn="ctr">
          <a:noFill/>
          <a:prstDash val="solid"/>
          <a:round/>
          <a:headEnd type="none" w="med" len="med"/>
          <a:tailEnd type="none" w="med" len="med"/>
        </a:ln>
      </a:spPr>
      <a:bodyPr vert="horz" wrap="none" lIns="91440" tIns="45720" rIns="91440" bIns="45720" numCol="1" anchor="t" anchorCtr="0" compatLnSpc="1">
        <a:spAutoFit/>
      </a:bodyPr>
      <a:lstStyle>
        <a:defPPr marL="0" marR="0" indent="0" algn="l" defTabSz="914400" rtl="0" eaLnBrk="1" fontAlgn="base" latinLnBrk="0" hangingPunct="1">
          <a:lnSpc>
            <a:spcPct val="120000"/>
          </a:lnSpc>
          <a:spcBef>
            <a:spcPct val="0"/>
          </a:spcBef>
          <a:spcAft>
            <a:spcPct val="0"/>
          </a:spcAft>
          <a:buClrTx/>
          <a:buSzTx/>
          <a:buFontTx/>
          <a:buBlip>
            <a:blip xmlns:r="http://schemas.openxmlformats.org/officeDocument/2006/relationships" r:embed="rId1"/>
          </a:buBlip>
          <a:defRPr kumimoji="1" lang="zh-CN" altLang="en-US" sz="2000" b="0" i="0" u="none" strike="noStrike" cap="none" normalizeH="0" baseline="0" smtClean="0">
            <a:ln>
              <a:noFill/>
            </a:ln>
            <a:solidFill>
              <a:srgbClr val="000099"/>
            </a:solidFill>
            <a:effectLst/>
            <a:latin typeface="Times New Roman" panose="02020603050405020304" pitchFamily="18" charset="0"/>
            <a:ea typeface="华文中宋" panose="02010600040101010101" pitchFamily="2" charset="-122"/>
          </a:defRPr>
        </a:defPPr>
      </a:lstStyle>
    </a:lnDef>
  </a:objectDefaults>
  <a:extraClrSchemeLst>
    <a:extraClrScheme>
      <a:clrScheme name="Blueprint 1">
        <a:dk1>
          <a:srgbClr val="000000"/>
        </a:dk1>
        <a:lt1>
          <a:srgbClr val="FFFFFF"/>
        </a:lt1>
        <a:dk2>
          <a:srgbClr val="40458C"/>
        </a:dk2>
        <a:lt2>
          <a:srgbClr val="FFFFCC"/>
        </a:lt2>
        <a:accent1>
          <a:srgbClr val="8D8DB3"/>
        </a:accent1>
        <a:accent2>
          <a:srgbClr val="B2B2B2"/>
        </a:accent2>
        <a:accent3>
          <a:srgbClr val="AFB0C5"/>
        </a:accent3>
        <a:accent4>
          <a:srgbClr val="DADADA"/>
        </a:accent4>
        <a:accent5>
          <a:srgbClr val="C5C5D6"/>
        </a:accent5>
        <a:accent6>
          <a:srgbClr val="A1A1A1"/>
        </a:accent6>
        <a:hlink>
          <a:srgbClr val="6F89F7"/>
        </a:hlink>
        <a:folHlink>
          <a:srgbClr val="4F56AD"/>
        </a:folHlink>
      </a:clrScheme>
      <a:clrMap bg1="dk2" tx1="lt1" bg2="dk1" tx2="lt2" accent1="accent1" accent2="accent2" accent3="accent3" accent4="accent4" accent5="accent5" accent6="accent6" hlink="hlink" folHlink="folHlink"/>
    </a:extraClrScheme>
    <a:extraClrScheme>
      <a:clrScheme name="Blueprint 2">
        <a:dk1>
          <a:srgbClr val="40458C"/>
        </a:dk1>
        <a:lt1>
          <a:srgbClr val="FFFFFF"/>
        </a:lt1>
        <a:dk2>
          <a:srgbClr val="660066"/>
        </a:dk2>
        <a:lt2>
          <a:srgbClr val="B7C1EB"/>
        </a:lt2>
        <a:accent1>
          <a:srgbClr val="ECD882"/>
        </a:accent1>
        <a:accent2>
          <a:srgbClr val="B2B2B2"/>
        </a:accent2>
        <a:accent3>
          <a:srgbClr val="FFFFFF"/>
        </a:accent3>
        <a:accent4>
          <a:srgbClr val="353A77"/>
        </a:accent4>
        <a:accent5>
          <a:srgbClr val="F4E9C1"/>
        </a:accent5>
        <a:accent6>
          <a:srgbClr val="A1A1A1"/>
        </a:accent6>
        <a:hlink>
          <a:srgbClr val="6F89F7"/>
        </a:hlink>
        <a:folHlink>
          <a:srgbClr val="CFDBFD"/>
        </a:folHlink>
      </a:clrScheme>
      <a:clrMap bg1="lt1" tx1="dk1" bg2="lt2" tx2="dk2" accent1="accent1" accent2="accent2" accent3="accent3" accent4="accent4" accent5="accent5" accent6="accent6" hlink="hlink" folHlink="folHlink"/>
    </a:extraClrScheme>
    <a:extraClrScheme>
      <a:clrScheme name="Blueprint 3">
        <a:dk1>
          <a:srgbClr val="000000"/>
        </a:dk1>
        <a:lt1>
          <a:srgbClr val="FFFFFF"/>
        </a:lt1>
        <a:dk2>
          <a:srgbClr val="4D4D4D"/>
        </a:dk2>
        <a:lt2>
          <a:srgbClr val="B2B2B2"/>
        </a:lt2>
        <a:accent1>
          <a:srgbClr val="969696"/>
        </a:accent1>
        <a:accent2>
          <a:srgbClr val="EAEAEA"/>
        </a:accent2>
        <a:accent3>
          <a:srgbClr val="FFFFFF"/>
        </a:accent3>
        <a:accent4>
          <a:srgbClr val="000000"/>
        </a:accent4>
        <a:accent5>
          <a:srgbClr val="C9C9C9"/>
        </a:accent5>
        <a:accent6>
          <a:srgbClr val="D4D4D4"/>
        </a:accent6>
        <a:hlink>
          <a:srgbClr val="777777"/>
        </a:hlink>
        <a:folHlink>
          <a:srgbClr val="C0C0C0"/>
        </a:folHlink>
      </a:clrScheme>
      <a:clrMap bg1="lt1" tx1="dk1" bg2="lt2" tx2="dk2" accent1="accent1" accent2="accent2" accent3="accent3" accent4="accent4" accent5="accent5" accent6="accent6" hlink="hlink" folHlink="folHlink"/>
    </a:extraClrScheme>
    <a:extraClrScheme>
      <a:clrScheme name="Blueprint 4">
        <a:dk1>
          <a:srgbClr val="333300"/>
        </a:dk1>
        <a:lt1>
          <a:srgbClr val="FFFFFF"/>
        </a:lt1>
        <a:dk2>
          <a:srgbClr val="663300"/>
        </a:dk2>
        <a:lt2>
          <a:srgbClr val="B2B2B2"/>
        </a:lt2>
        <a:accent1>
          <a:srgbClr val="DDC6A7"/>
        </a:accent1>
        <a:accent2>
          <a:srgbClr val="D9C167"/>
        </a:accent2>
        <a:accent3>
          <a:srgbClr val="FFFFFF"/>
        </a:accent3>
        <a:accent4>
          <a:srgbClr val="2A2A00"/>
        </a:accent4>
        <a:accent5>
          <a:srgbClr val="EBDFD0"/>
        </a:accent5>
        <a:accent6>
          <a:srgbClr val="C4AF5D"/>
        </a:accent6>
        <a:hlink>
          <a:srgbClr val="8A7A66"/>
        </a:hlink>
        <a:folHlink>
          <a:srgbClr val="C0AE9E"/>
        </a:folHlink>
      </a:clrScheme>
      <a:clrMap bg1="lt1" tx1="dk1" bg2="lt2" tx2="dk2" accent1="accent1" accent2="accent2" accent3="accent3" accent4="accent4" accent5="accent5" accent6="accent6" hlink="hlink" folHlink="folHlink"/>
    </a:extraClrScheme>
    <a:extraClrScheme>
      <a:clrScheme name="Blueprint 5">
        <a:dk1>
          <a:srgbClr val="000000"/>
        </a:dk1>
        <a:lt1>
          <a:srgbClr val="FFFFFF"/>
        </a:lt1>
        <a:dk2>
          <a:srgbClr val="003366"/>
        </a:dk2>
        <a:lt2>
          <a:srgbClr val="CCFFCC"/>
        </a:lt2>
        <a:accent1>
          <a:srgbClr val="006699"/>
        </a:accent1>
        <a:accent2>
          <a:srgbClr val="009999"/>
        </a:accent2>
        <a:accent3>
          <a:srgbClr val="AAADB8"/>
        </a:accent3>
        <a:accent4>
          <a:srgbClr val="DADADA"/>
        </a:accent4>
        <a:accent5>
          <a:srgbClr val="AAB8CA"/>
        </a:accent5>
        <a:accent6>
          <a:srgbClr val="008A8A"/>
        </a:accent6>
        <a:hlink>
          <a:srgbClr val="0099CC"/>
        </a:hlink>
        <a:folHlink>
          <a:srgbClr val="00458A"/>
        </a:folHlink>
      </a:clrScheme>
      <a:clrMap bg1="dk2" tx1="lt1" bg2="dk1" tx2="lt2" accent1="accent1" accent2="accent2" accent3="accent3" accent4="accent4" accent5="accent5" accent6="accent6" hlink="hlink" folHlink="folHlink"/>
    </a:extraClrScheme>
    <a:extraClrScheme>
      <a:clrScheme name="Blueprint 6">
        <a:dk1>
          <a:srgbClr val="000000"/>
        </a:dk1>
        <a:lt1>
          <a:srgbClr val="FFFFFF"/>
        </a:lt1>
        <a:dk2>
          <a:srgbClr val="004A48"/>
        </a:dk2>
        <a:lt2>
          <a:srgbClr val="33CCCC"/>
        </a:lt2>
        <a:accent1>
          <a:srgbClr val="006699"/>
        </a:accent1>
        <a:accent2>
          <a:srgbClr val="009999"/>
        </a:accent2>
        <a:accent3>
          <a:srgbClr val="AAB1B1"/>
        </a:accent3>
        <a:accent4>
          <a:srgbClr val="DADADA"/>
        </a:accent4>
        <a:accent5>
          <a:srgbClr val="AAB8CA"/>
        </a:accent5>
        <a:accent6>
          <a:srgbClr val="008A8A"/>
        </a:accent6>
        <a:hlink>
          <a:srgbClr val="00CC99"/>
        </a:hlink>
        <a:folHlink>
          <a:srgbClr val="006666"/>
        </a:folHlink>
      </a:clrScheme>
      <a:clrMap bg1="dk2" tx1="lt1" bg2="dk1" tx2="lt2" accent1="accent1" accent2="accent2" accent3="accent3" accent4="accent4" accent5="accent5" accent6="accent6" hlink="hlink" folHlink="folHlink"/>
    </a:extraClrScheme>
    <a:extraClrScheme>
      <a:clrScheme name="Blueprint 7">
        <a:dk1>
          <a:srgbClr val="000000"/>
        </a:dk1>
        <a:lt1>
          <a:srgbClr val="FFFFFF"/>
        </a:lt1>
        <a:dk2>
          <a:srgbClr val="333300"/>
        </a:dk2>
        <a:lt2>
          <a:srgbClr val="FFFFCC"/>
        </a:lt2>
        <a:accent1>
          <a:srgbClr val="CC9900"/>
        </a:accent1>
        <a:accent2>
          <a:srgbClr val="CC6600"/>
        </a:accent2>
        <a:accent3>
          <a:srgbClr val="ADADAA"/>
        </a:accent3>
        <a:accent4>
          <a:srgbClr val="DADADA"/>
        </a:accent4>
        <a:accent5>
          <a:srgbClr val="E2CAAA"/>
        </a:accent5>
        <a:accent6>
          <a:srgbClr val="B95C00"/>
        </a:accent6>
        <a:hlink>
          <a:srgbClr val="808000"/>
        </a:hlink>
        <a:folHlink>
          <a:srgbClr val="525000"/>
        </a:folHlink>
      </a:clrScheme>
      <a:clrMap bg1="dk2" tx1="lt1" bg2="dk1" tx2="lt2" accent1="accent1" accent2="accent2" accent3="accent3" accent4="accent4" accent5="accent5" accent6="accent6" hlink="hlink" folHlink="folHlink"/>
    </a:extraClrScheme>
    <a:extraClrScheme>
      <a:clrScheme name="Blueprint 8">
        <a:dk1>
          <a:srgbClr val="003D62"/>
        </a:dk1>
        <a:lt1>
          <a:srgbClr val="FFFFFF"/>
        </a:lt1>
        <a:dk2>
          <a:srgbClr val="006699"/>
        </a:dk2>
        <a:lt2>
          <a:srgbClr val="C8D1DA"/>
        </a:lt2>
        <a:accent1>
          <a:srgbClr val="9AC0EA"/>
        </a:accent1>
        <a:accent2>
          <a:srgbClr val="80C3C8"/>
        </a:accent2>
        <a:accent3>
          <a:srgbClr val="FFFFFF"/>
        </a:accent3>
        <a:accent4>
          <a:srgbClr val="003353"/>
        </a:accent4>
        <a:accent5>
          <a:srgbClr val="CADCF3"/>
        </a:accent5>
        <a:accent6>
          <a:srgbClr val="73B0B5"/>
        </a:accent6>
        <a:hlink>
          <a:srgbClr val="81ABCB"/>
        </a:hlink>
        <a:folHlink>
          <a:srgbClr val="B6CBD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7.xml><?xml version="1.0" encoding="utf-8"?>
<a:theme xmlns:a="http://schemas.openxmlformats.org/drawingml/2006/main" name="6_Blueprint">
  <a:themeElements>
    <a:clrScheme name="">
      <a:dk1>
        <a:srgbClr val="40458C"/>
      </a:dk1>
      <a:lt1>
        <a:srgbClr val="FFFFFF"/>
      </a:lt1>
      <a:dk2>
        <a:srgbClr val="660066"/>
      </a:dk2>
      <a:lt2>
        <a:srgbClr val="B7C1EB"/>
      </a:lt2>
      <a:accent1>
        <a:srgbClr val="ECD882"/>
      </a:accent1>
      <a:accent2>
        <a:srgbClr val="B2B2B2"/>
      </a:accent2>
      <a:accent3>
        <a:srgbClr val="FFFFFF"/>
      </a:accent3>
      <a:accent4>
        <a:srgbClr val="353A77"/>
      </a:accent4>
      <a:accent5>
        <a:srgbClr val="F4E9C1"/>
      </a:accent5>
      <a:accent6>
        <a:srgbClr val="A1A1A1"/>
      </a:accent6>
      <a:hlink>
        <a:srgbClr val="0000FF"/>
      </a:hlink>
      <a:folHlink>
        <a:srgbClr val="3333FF"/>
      </a:folHlink>
    </a:clrScheme>
    <a:fontScheme name="Blueprint">
      <a:majorFont>
        <a:latin typeface="Tahoma"/>
        <a:ea typeface="宋体"/>
        <a:cs typeface=""/>
      </a:majorFont>
      <a:minorFont>
        <a:latin typeface="Tahoma"/>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noFill/>
          <a:prstDash val="solid"/>
          <a:round/>
          <a:headEnd type="none" w="med" len="med"/>
          <a:tailEnd type="none" w="med" len="med"/>
        </a:ln>
      </a:spPr>
      <a:bodyPr vert="horz" wrap="none" lIns="91440" tIns="45720" rIns="91440" bIns="45720" numCol="1" anchor="t" anchorCtr="0" compatLnSpc="1">
        <a:spAutoFit/>
      </a:bodyPr>
      <a:lstStyle>
        <a:defPPr marL="0" marR="0" indent="0" algn="l" defTabSz="914400" rtl="0" eaLnBrk="1" fontAlgn="base" latinLnBrk="0" hangingPunct="1">
          <a:lnSpc>
            <a:spcPct val="120000"/>
          </a:lnSpc>
          <a:spcBef>
            <a:spcPct val="0"/>
          </a:spcBef>
          <a:spcAft>
            <a:spcPct val="0"/>
          </a:spcAft>
          <a:buClrTx/>
          <a:buSzTx/>
          <a:buFontTx/>
          <a:buBlip>
            <a:blip xmlns:r="http://schemas.openxmlformats.org/officeDocument/2006/relationships" r:embed="rId1"/>
          </a:buBlip>
          <a:defRPr kumimoji="1" lang="zh-CN" altLang="en-US" sz="2000" b="0" i="0" u="none" strike="noStrike" cap="none" normalizeH="0" baseline="0" smtClean="0">
            <a:ln>
              <a:noFill/>
            </a:ln>
            <a:solidFill>
              <a:srgbClr val="000099"/>
            </a:solidFill>
            <a:effectLst/>
            <a:latin typeface="Times New Roman" panose="02020603050405020304" pitchFamily="18" charset="0"/>
            <a:ea typeface="华文中宋" panose="02010600040101010101" pitchFamily="2" charset="-122"/>
          </a:defRPr>
        </a:defPPr>
      </a:lstStyle>
    </a:spDef>
    <a:lnDef>
      <a:spPr bwMode="auto">
        <a:xfrm>
          <a:off x="0" y="0"/>
          <a:ext cx="1" cy="1"/>
        </a:xfrm>
        <a:custGeom>
          <a:avLst/>
          <a:gdLst/>
          <a:ahLst/>
          <a:cxnLst/>
          <a:rect l="0" t="0" r="0" b="0"/>
          <a:pathLst/>
        </a:custGeom>
        <a:noFill/>
        <a:ln w="9525" cap="flat" cmpd="sng" algn="ctr">
          <a:noFill/>
          <a:prstDash val="solid"/>
          <a:round/>
          <a:headEnd type="none" w="med" len="med"/>
          <a:tailEnd type="none" w="med" len="med"/>
        </a:ln>
      </a:spPr>
      <a:bodyPr vert="horz" wrap="none" lIns="91440" tIns="45720" rIns="91440" bIns="45720" numCol="1" anchor="t" anchorCtr="0" compatLnSpc="1">
        <a:spAutoFit/>
      </a:bodyPr>
      <a:lstStyle>
        <a:defPPr marL="0" marR="0" indent="0" algn="l" defTabSz="914400" rtl="0" eaLnBrk="1" fontAlgn="base" latinLnBrk="0" hangingPunct="1">
          <a:lnSpc>
            <a:spcPct val="120000"/>
          </a:lnSpc>
          <a:spcBef>
            <a:spcPct val="0"/>
          </a:spcBef>
          <a:spcAft>
            <a:spcPct val="0"/>
          </a:spcAft>
          <a:buClrTx/>
          <a:buSzTx/>
          <a:buFontTx/>
          <a:buBlip>
            <a:blip xmlns:r="http://schemas.openxmlformats.org/officeDocument/2006/relationships" r:embed="rId1"/>
          </a:buBlip>
          <a:defRPr kumimoji="1" lang="zh-CN" altLang="en-US" sz="2000" b="0" i="0" u="none" strike="noStrike" cap="none" normalizeH="0" baseline="0" smtClean="0">
            <a:ln>
              <a:noFill/>
            </a:ln>
            <a:solidFill>
              <a:srgbClr val="000099"/>
            </a:solidFill>
            <a:effectLst/>
            <a:latin typeface="Times New Roman" panose="02020603050405020304" pitchFamily="18" charset="0"/>
            <a:ea typeface="华文中宋" panose="02010600040101010101" pitchFamily="2" charset="-122"/>
          </a:defRPr>
        </a:defPPr>
      </a:lstStyle>
    </a:lnDef>
  </a:objectDefaults>
  <a:extraClrSchemeLst>
    <a:extraClrScheme>
      <a:clrScheme name="Blueprint 1">
        <a:dk1>
          <a:srgbClr val="000000"/>
        </a:dk1>
        <a:lt1>
          <a:srgbClr val="FFFFFF"/>
        </a:lt1>
        <a:dk2>
          <a:srgbClr val="40458C"/>
        </a:dk2>
        <a:lt2>
          <a:srgbClr val="FFFFCC"/>
        </a:lt2>
        <a:accent1>
          <a:srgbClr val="8D8DB3"/>
        </a:accent1>
        <a:accent2>
          <a:srgbClr val="B2B2B2"/>
        </a:accent2>
        <a:accent3>
          <a:srgbClr val="AFB0C5"/>
        </a:accent3>
        <a:accent4>
          <a:srgbClr val="DADADA"/>
        </a:accent4>
        <a:accent5>
          <a:srgbClr val="C5C5D6"/>
        </a:accent5>
        <a:accent6>
          <a:srgbClr val="A1A1A1"/>
        </a:accent6>
        <a:hlink>
          <a:srgbClr val="6F89F7"/>
        </a:hlink>
        <a:folHlink>
          <a:srgbClr val="4F56AD"/>
        </a:folHlink>
      </a:clrScheme>
      <a:clrMap bg1="dk2" tx1="lt1" bg2="dk1" tx2="lt2" accent1="accent1" accent2="accent2" accent3="accent3" accent4="accent4" accent5="accent5" accent6="accent6" hlink="hlink" folHlink="folHlink"/>
    </a:extraClrScheme>
    <a:extraClrScheme>
      <a:clrScheme name="Blueprint 2">
        <a:dk1>
          <a:srgbClr val="40458C"/>
        </a:dk1>
        <a:lt1>
          <a:srgbClr val="FFFFFF"/>
        </a:lt1>
        <a:dk2>
          <a:srgbClr val="660066"/>
        </a:dk2>
        <a:lt2>
          <a:srgbClr val="B7C1EB"/>
        </a:lt2>
        <a:accent1>
          <a:srgbClr val="ECD882"/>
        </a:accent1>
        <a:accent2>
          <a:srgbClr val="B2B2B2"/>
        </a:accent2>
        <a:accent3>
          <a:srgbClr val="FFFFFF"/>
        </a:accent3>
        <a:accent4>
          <a:srgbClr val="353A77"/>
        </a:accent4>
        <a:accent5>
          <a:srgbClr val="F4E9C1"/>
        </a:accent5>
        <a:accent6>
          <a:srgbClr val="A1A1A1"/>
        </a:accent6>
        <a:hlink>
          <a:srgbClr val="6F89F7"/>
        </a:hlink>
        <a:folHlink>
          <a:srgbClr val="CFDBFD"/>
        </a:folHlink>
      </a:clrScheme>
      <a:clrMap bg1="lt1" tx1="dk1" bg2="lt2" tx2="dk2" accent1="accent1" accent2="accent2" accent3="accent3" accent4="accent4" accent5="accent5" accent6="accent6" hlink="hlink" folHlink="folHlink"/>
    </a:extraClrScheme>
    <a:extraClrScheme>
      <a:clrScheme name="Blueprint 3">
        <a:dk1>
          <a:srgbClr val="000000"/>
        </a:dk1>
        <a:lt1>
          <a:srgbClr val="FFFFFF"/>
        </a:lt1>
        <a:dk2>
          <a:srgbClr val="4D4D4D"/>
        </a:dk2>
        <a:lt2>
          <a:srgbClr val="B2B2B2"/>
        </a:lt2>
        <a:accent1>
          <a:srgbClr val="969696"/>
        </a:accent1>
        <a:accent2>
          <a:srgbClr val="EAEAEA"/>
        </a:accent2>
        <a:accent3>
          <a:srgbClr val="FFFFFF"/>
        </a:accent3>
        <a:accent4>
          <a:srgbClr val="000000"/>
        </a:accent4>
        <a:accent5>
          <a:srgbClr val="C9C9C9"/>
        </a:accent5>
        <a:accent6>
          <a:srgbClr val="D4D4D4"/>
        </a:accent6>
        <a:hlink>
          <a:srgbClr val="777777"/>
        </a:hlink>
        <a:folHlink>
          <a:srgbClr val="C0C0C0"/>
        </a:folHlink>
      </a:clrScheme>
      <a:clrMap bg1="lt1" tx1="dk1" bg2="lt2" tx2="dk2" accent1="accent1" accent2="accent2" accent3="accent3" accent4="accent4" accent5="accent5" accent6="accent6" hlink="hlink" folHlink="folHlink"/>
    </a:extraClrScheme>
    <a:extraClrScheme>
      <a:clrScheme name="Blueprint 4">
        <a:dk1>
          <a:srgbClr val="333300"/>
        </a:dk1>
        <a:lt1>
          <a:srgbClr val="FFFFFF"/>
        </a:lt1>
        <a:dk2>
          <a:srgbClr val="663300"/>
        </a:dk2>
        <a:lt2>
          <a:srgbClr val="B2B2B2"/>
        </a:lt2>
        <a:accent1>
          <a:srgbClr val="DDC6A7"/>
        </a:accent1>
        <a:accent2>
          <a:srgbClr val="D9C167"/>
        </a:accent2>
        <a:accent3>
          <a:srgbClr val="FFFFFF"/>
        </a:accent3>
        <a:accent4>
          <a:srgbClr val="2A2A00"/>
        </a:accent4>
        <a:accent5>
          <a:srgbClr val="EBDFD0"/>
        </a:accent5>
        <a:accent6>
          <a:srgbClr val="C4AF5D"/>
        </a:accent6>
        <a:hlink>
          <a:srgbClr val="8A7A66"/>
        </a:hlink>
        <a:folHlink>
          <a:srgbClr val="C0AE9E"/>
        </a:folHlink>
      </a:clrScheme>
      <a:clrMap bg1="lt1" tx1="dk1" bg2="lt2" tx2="dk2" accent1="accent1" accent2="accent2" accent3="accent3" accent4="accent4" accent5="accent5" accent6="accent6" hlink="hlink" folHlink="folHlink"/>
    </a:extraClrScheme>
    <a:extraClrScheme>
      <a:clrScheme name="Blueprint 5">
        <a:dk1>
          <a:srgbClr val="000000"/>
        </a:dk1>
        <a:lt1>
          <a:srgbClr val="FFFFFF"/>
        </a:lt1>
        <a:dk2>
          <a:srgbClr val="003366"/>
        </a:dk2>
        <a:lt2>
          <a:srgbClr val="CCFFCC"/>
        </a:lt2>
        <a:accent1>
          <a:srgbClr val="006699"/>
        </a:accent1>
        <a:accent2>
          <a:srgbClr val="009999"/>
        </a:accent2>
        <a:accent3>
          <a:srgbClr val="AAADB8"/>
        </a:accent3>
        <a:accent4>
          <a:srgbClr val="DADADA"/>
        </a:accent4>
        <a:accent5>
          <a:srgbClr val="AAB8CA"/>
        </a:accent5>
        <a:accent6>
          <a:srgbClr val="008A8A"/>
        </a:accent6>
        <a:hlink>
          <a:srgbClr val="0099CC"/>
        </a:hlink>
        <a:folHlink>
          <a:srgbClr val="00458A"/>
        </a:folHlink>
      </a:clrScheme>
      <a:clrMap bg1="dk2" tx1="lt1" bg2="dk1" tx2="lt2" accent1="accent1" accent2="accent2" accent3="accent3" accent4="accent4" accent5="accent5" accent6="accent6" hlink="hlink" folHlink="folHlink"/>
    </a:extraClrScheme>
    <a:extraClrScheme>
      <a:clrScheme name="Blueprint 6">
        <a:dk1>
          <a:srgbClr val="000000"/>
        </a:dk1>
        <a:lt1>
          <a:srgbClr val="FFFFFF"/>
        </a:lt1>
        <a:dk2>
          <a:srgbClr val="004A48"/>
        </a:dk2>
        <a:lt2>
          <a:srgbClr val="33CCCC"/>
        </a:lt2>
        <a:accent1>
          <a:srgbClr val="006699"/>
        </a:accent1>
        <a:accent2>
          <a:srgbClr val="009999"/>
        </a:accent2>
        <a:accent3>
          <a:srgbClr val="AAB1B1"/>
        </a:accent3>
        <a:accent4>
          <a:srgbClr val="DADADA"/>
        </a:accent4>
        <a:accent5>
          <a:srgbClr val="AAB8CA"/>
        </a:accent5>
        <a:accent6>
          <a:srgbClr val="008A8A"/>
        </a:accent6>
        <a:hlink>
          <a:srgbClr val="00CC99"/>
        </a:hlink>
        <a:folHlink>
          <a:srgbClr val="006666"/>
        </a:folHlink>
      </a:clrScheme>
      <a:clrMap bg1="dk2" tx1="lt1" bg2="dk1" tx2="lt2" accent1="accent1" accent2="accent2" accent3="accent3" accent4="accent4" accent5="accent5" accent6="accent6" hlink="hlink" folHlink="folHlink"/>
    </a:extraClrScheme>
    <a:extraClrScheme>
      <a:clrScheme name="Blueprint 7">
        <a:dk1>
          <a:srgbClr val="000000"/>
        </a:dk1>
        <a:lt1>
          <a:srgbClr val="FFFFFF"/>
        </a:lt1>
        <a:dk2>
          <a:srgbClr val="333300"/>
        </a:dk2>
        <a:lt2>
          <a:srgbClr val="FFFFCC"/>
        </a:lt2>
        <a:accent1>
          <a:srgbClr val="CC9900"/>
        </a:accent1>
        <a:accent2>
          <a:srgbClr val="CC6600"/>
        </a:accent2>
        <a:accent3>
          <a:srgbClr val="ADADAA"/>
        </a:accent3>
        <a:accent4>
          <a:srgbClr val="DADADA"/>
        </a:accent4>
        <a:accent5>
          <a:srgbClr val="E2CAAA"/>
        </a:accent5>
        <a:accent6>
          <a:srgbClr val="B95C00"/>
        </a:accent6>
        <a:hlink>
          <a:srgbClr val="808000"/>
        </a:hlink>
        <a:folHlink>
          <a:srgbClr val="525000"/>
        </a:folHlink>
      </a:clrScheme>
      <a:clrMap bg1="dk2" tx1="lt1" bg2="dk1" tx2="lt2" accent1="accent1" accent2="accent2" accent3="accent3" accent4="accent4" accent5="accent5" accent6="accent6" hlink="hlink" folHlink="folHlink"/>
    </a:extraClrScheme>
    <a:extraClrScheme>
      <a:clrScheme name="Blueprint 8">
        <a:dk1>
          <a:srgbClr val="003D62"/>
        </a:dk1>
        <a:lt1>
          <a:srgbClr val="FFFFFF"/>
        </a:lt1>
        <a:dk2>
          <a:srgbClr val="006699"/>
        </a:dk2>
        <a:lt2>
          <a:srgbClr val="C8D1DA"/>
        </a:lt2>
        <a:accent1>
          <a:srgbClr val="9AC0EA"/>
        </a:accent1>
        <a:accent2>
          <a:srgbClr val="80C3C8"/>
        </a:accent2>
        <a:accent3>
          <a:srgbClr val="FFFFFF"/>
        </a:accent3>
        <a:accent4>
          <a:srgbClr val="003353"/>
        </a:accent4>
        <a:accent5>
          <a:srgbClr val="CADCF3"/>
        </a:accent5>
        <a:accent6>
          <a:srgbClr val="73B0B5"/>
        </a:accent6>
        <a:hlink>
          <a:srgbClr val="81ABCB"/>
        </a:hlink>
        <a:folHlink>
          <a:srgbClr val="B6CBD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8.xml><?xml version="1.0" encoding="utf-8"?>
<a:theme xmlns:a="http://schemas.openxmlformats.org/drawingml/2006/main" name="7_Blueprint">
  <a:themeElements>
    <a:clrScheme name="">
      <a:dk1>
        <a:srgbClr val="40458C"/>
      </a:dk1>
      <a:lt1>
        <a:srgbClr val="FFFFFF"/>
      </a:lt1>
      <a:dk2>
        <a:srgbClr val="660066"/>
      </a:dk2>
      <a:lt2>
        <a:srgbClr val="B7C1EB"/>
      </a:lt2>
      <a:accent1>
        <a:srgbClr val="ECD882"/>
      </a:accent1>
      <a:accent2>
        <a:srgbClr val="B2B2B2"/>
      </a:accent2>
      <a:accent3>
        <a:srgbClr val="FFFFFF"/>
      </a:accent3>
      <a:accent4>
        <a:srgbClr val="353A77"/>
      </a:accent4>
      <a:accent5>
        <a:srgbClr val="F4E9C1"/>
      </a:accent5>
      <a:accent6>
        <a:srgbClr val="A1A1A1"/>
      </a:accent6>
      <a:hlink>
        <a:srgbClr val="0000FF"/>
      </a:hlink>
      <a:folHlink>
        <a:srgbClr val="3333FF"/>
      </a:folHlink>
    </a:clrScheme>
    <a:fontScheme name="Blueprint">
      <a:majorFont>
        <a:latin typeface="Tahoma"/>
        <a:ea typeface="宋体"/>
        <a:cs typeface=""/>
      </a:majorFont>
      <a:minorFont>
        <a:latin typeface="Tahoma"/>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noFill/>
          <a:prstDash val="solid"/>
          <a:round/>
          <a:headEnd type="none" w="med" len="med"/>
          <a:tailEnd type="none" w="med" len="med"/>
        </a:ln>
      </a:spPr>
      <a:bodyPr vert="horz" wrap="none" lIns="91440" tIns="45720" rIns="91440" bIns="45720" numCol="1" anchor="t" anchorCtr="0" compatLnSpc="1">
        <a:spAutoFit/>
      </a:bodyPr>
      <a:lstStyle>
        <a:defPPr marL="0" marR="0" indent="0" algn="l" defTabSz="914400" rtl="0" eaLnBrk="1" fontAlgn="base" latinLnBrk="0" hangingPunct="1">
          <a:lnSpc>
            <a:spcPct val="120000"/>
          </a:lnSpc>
          <a:spcBef>
            <a:spcPct val="0"/>
          </a:spcBef>
          <a:spcAft>
            <a:spcPct val="0"/>
          </a:spcAft>
          <a:buClrTx/>
          <a:buSzTx/>
          <a:buFontTx/>
          <a:buBlip>
            <a:blip xmlns:r="http://schemas.openxmlformats.org/officeDocument/2006/relationships" r:embed="rId1"/>
          </a:buBlip>
          <a:defRPr kumimoji="1" lang="zh-CN" altLang="en-US" sz="2000" b="0" i="0" u="none" strike="noStrike" cap="none" normalizeH="0" baseline="0" smtClean="0">
            <a:ln>
              <a:noFill/>
            </a:ln>
            <a:solidFill>
              <a:srgbClr val="000099"/>
            </a:solidFill>
            <a:effectLst/>
            <a:latin typeface="Times New Roman" panose="02020603050405020304" pitchFamily="18" charset="0"/>
            <a:ea typeface="华文中宋" panose="02010600040101010101" pitchFamily="2" charset="-122"/>
          </a:defRPr>
        </a:defPPr>
      </a:lstStyle>
    </a:spDef>
    <a:lnDef>
      <a:spPr bwMode="auto">
        <a:xfrm>
          <a:off x="0" y="0"/>
          <a:ext cx="1" cy="1"/>
        </a:xfrm>
        <a:custGeom>
          <a:avLst/>
          <a:gdLst/>
          <a:ahLst/>
          <a:cxnLst/>
          <a:rect l="0" t="0" r="0" b="0"/>
          <a:pathLst/>
        </a:custGeom>
        <a:noFill/>
        <a:ln w="9525" cap="flat" cmpd="sng" algn="ctr">
          <a:noFill/>
          <a:prstDash val="solid"/>
          <a:round/>
          <a:headEnd type="none" w="med" len="med"/>
          <a:tailEnd type="none" w="med" len="med"/>
        </a:ln>
      </a:spPr>
      <a:bodyPr vert="horz" wrap="none" lIns="91440" tIns="45720" rIns="91440" bIns="45720" numCol="1" anchor="t" anchorCtr="0" compatLnSpc="1">
        <a:spAutoFit/>
      </a:bodyPr>
      <a:lstStyle>
        <a:defPPr marL="0" marR="0" indent="0" algn="l" defTabSz="914400" rtl="0" eaLnBrk="1" fontAlgn="base" latinLnBrk="0" hangingPunct="1">
          <a:lnSpc>
            <a:spcPct val="120000"/>
          </a:lnSpc>
          <a:spcBef>
            <a:spcPct val="0"/>
          </a:spcBef>
          <a:spcAft>
            <a:spcPct val="0"/>
          </a:spcAft>
          <a:buClrTx/>
          <a:buSzTx/>
          <a:buFontTx/>
          <a:buBlip>
            <a:blip xmlns:r="http://schemas.openxmlformats.org/officeDocument/2006/relationships" r:embed="rId1"/>
          </a:buBlip>
          <a:defRPr kumimoji="1" lang="zh-CN" altLang="en-US" sz="2000" b="0" i="0" u="none" strike="noStrike" cap="none" normalizeH="0" baseline="0" smtClean="0">
            <a:ln>
              <a:noFill/>
            </a:ln>
            <a:solidFill>
              <a:srgbClr val="000099"/>
            </a:solidFill>
            <a:effectLst/>
            <a:latin typeface="Times New Roman" panose="02020603050405020304" pitchFamily="18" charset="0"/>
            <a:ea typeface="华文中宋" panose="02010600040101010101" pitchFamily="2" charset="-122"/>
          </a:defRPr>
        </a:defPPr>
      </a:lstStyle>
    </a:lnDef>
  </a:objectDefaults>
  <a:extraClrSchemeLst>
    <a:extraClrScheme>
      <a:clrScheme name="Blueprint 1">
        <a:dk1>
          <a:srgbClr val="000000"/>
        </a:dk1>
        <a:lt1>
          <a:srgbClr val="FFFFFF"/>
        </a:lt1>
        <a:dk2>
          <a:srgbClr val="40458C"/>
        </a:dk2>
        <a:lt2>
          <a:srgbClr val="FFFFCC"/>
        </a:lt2>
        <a:accent1>
          <a:srgbClr val="8D8DB3"/>
        </a:accent1>
        <a:accent2>
          <a:srgbClr val="B2B2B2"/>
        </a:accent2>
        <a:accent3>
          <a:srgbClr val="AFB0C5"/>
        </a:accent3>
        <a:accent4>
          <a:srgbClr val="DADADA"/>
        </a:accent4>
        <a:accent5>
          <a:srgbClr val="C5C5D6"/>
        </a:accent5>
        <a:accent6>
          <a:srgbClr val="A1A1A1"/>
        </a:accent6>
        <a:hlink>
          <a:srgbClr val="6F89F7"/>
        </a:hlink>
        <a:folHlink>
          <a:srgbClr val="4F56AD"/>
        </a:folHlink>
      </a:clrScheme>
      <a:clrMap bg1="dk2" tx1="lt1" bg2="dk1" tx2="lt2" accent1="accent1" accent2="accent2" accent3="accent3" accent4="accent4" accent5="accent5" accent6="accent6" hlink="hlink" folHlink="folHlink"/>
    </a:extraClrScheme>
    <a:extraClrScheme>
      <a:clrScheme name="Blueprint 2">
        <a:dk1>
          <a:srgbClr val="40458C"/>
        </a:dk1>
        <a:lt1>
          <a:srgbClr val="FFFFFF"/>
        </a:lt1>
        <a:dk2>
          <a:srgbClr val="660066"/>
        </a:dk2>
        <a:lt2>
          <a:srgbClr val="B7C1EB"/>
        </a:lt2>
        <a:accent1>
          <a:srgbClr val="ECD882"/>
        </a:accent1>
        <a:accent2>
          <a:srgbClr val="B2B2B2"/>
        </a:accent2>
        <a:accent3>
          <a:srgbClr val="FFFFFF"/>
        </a:accent3>
        <a:accent4>
          <a:srgbClr val="353A77"/>
        </a:accent4>
        <a:accent5>
          <a:srgbClr val="F4E9C1"/>
        </a:accent5>
        <a:accent6>
          <a:srgbClr val="A1A1A1"/>
        </a:accent6>
        <a:hlink>
          <a:srgbClr val="6F89F7"/>
        </a:hlink>
        <a:folHlink>
          <a:srgbClr val="CFDBFD"/>
        </a:folHlink>
      </a:clrScheme>
      <a:clrMap bg1="lt1" tx1="dk1" bg2="lt2" tx2="dk2" accent1="accent1" accent2="accent2" accent3="accent3" accent4="accent4" accent5="accent5" accent6="accent6" hlink="hlink" folHlink="folHlink"/>
    </a:extraClrScheme>
    <a:extraClrScheme>
      <a:clrScheme name="Blueprint 3">
        <a:dk1>
          <a:srgbClr val="000000"/>
        </a:dk1>
        <a:lt1>
          <a:srgbClr val="FFFFFF"/>
        </a:lt1>
        <a:dk2>
          <a:srgbClr val="4D4D4D"/>
        </a:dk2>
        <a:lt2>
          <a:srgbClr val="B2B2B2"/>
        </a:lt2>
        <a:accent1>
          <a:srgbClr val="969696"/>
        </a:accent1>
        <a:accent2>
          <a:srgbClr val="EAEAEA"/>
        </a:accent2>
        <a:accent3>
          <a:srgbClr val="FFFFFF"/>
        </a:accent3>
        <a:accent4>
          <a:srgbClr val="000000"/>
        </a:accent4>
        <a:accent5>
          <a:srgbClr val="C9C9C9"/>
        </a:accent5>
        <a:accent6>
          <a:srgbClr val="D4D4D4"/>
        </a:accent6>
        <a:hlink>
          <a:srgbClr val="777777"/>
        </a:hlink>
        <a:folHlink>
          <a:srgbClr val="C0C0C0"/>
        </a:folHlink>
      </a:clrScheme>
      <a:clrMap bg1="lt1" tx1="dk1" bg2="lt2" tx2="dk2" accent1="accent1" accent2="accent2" accent3="accent3" accent4="accent4" accent5="accent5" accent6="accent6" hlink="hlink" folHlink="folHlink"/>
    </a:extraClrScheme>
    <a:extraClrScheme>
      <a:clrScheme name="Blueprint 4">
        <a:dk1>
          <a:srgbClr val="333300"/>
        </a:dk1>
        <a:lt1>
          <a:srgbClr val="FFFFFF"/>
        </a:lt1>
        <a:dk2>
          <a:srgbClr val="663300"/>
        </a:dk2>
        <a:lt2>
          <a:srgbClr val="B2B2B2"/>
        </a:lt2>
        <a:accent1>
          <a:srgbClr val="DDC6A7"/>
        </a:accent1>
        <a:accent2>
          <a:srgbClr val="D9C167"/>
        </a:accent2>
        <a:accent3>
          <a:srgbClr val="FFFFFF"/>
        </a:accent3>
        <a:accent4>
          <a:srgbClr val="2A2A00"/>
        </a:accent4>
        <a:accent5>
          <a:srgbClr val="EBDFD0"/>
        </a:accent5>
        <a:accent6>
          <a:srgbClr val="C4AF5D"/>
        </a:accent6>
        <a:hlink>
          <a:srgbClr val="8A7A66"/>
        </a:hlink>
        <a:folHlink>
          <a:srgbClr val="C0AE9E"/>
        </a:folHlink>
      </a:clrScheme>
      <a:clrMap bg1="lt1" tx1="dk1" bg2="lt2" tx2="dk2" accent1="accent1" accent2="accent2" accent3="accent3" accent4="accent4" accent5="accent5" accent6="accent6" hlink="hlink" folHlink="folHlink"/>
    </a:extraClrScheme>
    <a:extraClrScheme>
      <a:clrScheme name="Blueprint 5">
        <a:dk1>
          <a:srgbClr val="000000"/>
        </a:dk1>
        <a:lt1>
          <a:srgbClr val="FFFFFF"/>
        </a:lt1>
        <a:dk2>
          <a:srgbClr val="003366"/>
        </a:dk2>
        <a:lt2>
          <a:srgbClr val="CCFFCC"/>
        </a:lt2>
        <a:accent1>
          <a:srgbClr val="006699"/>
        </a:accent1>
        <a:accent2>
          <a:srgbClr val="009999"/>
        </a:accent2>
        <a:accent3>
          <a:srgbClr val="AAADB8"/>
        </a:accent3>
        <a:accent4>
          <a:srgbClr val="DADADA"/>
        </a:accent4>
        <a:accent5>
          <a:srgbClr val="AAB8CA"/>
        </a:accent5>
        <a:accent6>
          <a:srgbClr val="008A8A"/>
        </a:accent6>
        <a:hlink>
          <a:srgbClr val="0099CC"/>
        </a:hlink>
        <a:folHlink>
          <a:srgbClr val="00458A"/>
        </a:folHlink>
      </a:clrScheme>
      <a:clrMap bg1="dk2" tx1="lt1" bg2="dk1" tx2="lt2" accent1="accent1" accent2="accent2" accent3="accent3" accent4="accent4" accent5="accent5" accent6="accent6" hlink="hlink" folHlink="folHlink"/>
    </a:extraClrScheme>
    <a:extraClrScheme>
      <a:clrScheme name="Blueprint 6">
        <a:dk1>
          <a:srgbClr val="000000"/>
        </a:dk1>
        <a:lt1>
          <a:srgbClr val="FFFFFF"/>
        </a:lt1>
        <a:dk2>
          <a:srgbClr val="004A48"/>
        </a:dk2>
        <a:lt2>
          <a:srgbClr val="33CCCC"/>
        </a:lt2>
        <a:accent1>
          <a:srgbClr val="006699"/>
        </a:accent1>
        <a:accent2>
          <a:srgbClr val="009999"/>
        </a:accent2>
        <a:accent3>
          <a:srgbClr val="AAB1B1"/>
        </a:accent3>
        <a:accent4>
          <a:srgbClr val="DADADA"/>
        </a:accent4>
        <a:accent5>
          <a:srgbClr val="AAB8CA"/>
        </a:accent5>
        <a:accent6>
          <a:srgbClr val="008A8A"/>
        </a:accent6>
        <a:hlink>
          <a:srgbClr val="00CC99"/>
        </a:hlink>
        <a:folHlink>
          <a:srgbClr val="006666"/>
        </a:folHlink>
      </a:clrScheme>
      <a:clrMap bg1="dk2" tx1="lt1" bg2="dk1" tx2="lt2" accent1="accent1" accent2="accent2" accent3="accent3" accent4="accent4" accent5="accent5" accent6="accent6" hlink="hlink" folHlink="folHlink"/>
    </a:extraClrScheme>
    <a:extraClrScheme>
      <a:clrScheme name="Blueprint 7">
        <a:dk1>
          <a:srgbClr val="000000"/>
        </a:dk1>
        <a:lt1>
          <a:srgbClr val="FFFFFF"/>
        </a:lt1>
        <a:dk2>
          <a:srgbClr val="333300"/>
        </a:dk2>
        <a:lt2>
          <a:srgbClr val="FFFFCC"/>
        </a:lt2>
        <a:accent1>
          <a:srgbClr val="CC9900"/>
        </a:accent1>
        <a:accent2>
          <a:srgbClr val="CC6600"/>
        </a:accent2>
        <a:accent3>
          <a:srgbClr val="ADADAA"/>
        </a:accent3>
        <a:accent4>
          <a:srgbClr val="DADADA"/>
        </a:accent4>
        <a:accent5>
          <a:srgbClr val="E2CAAA"/>
        </a:accent5>
        <a:accent6>
          <a:srgbClr val="B95C00"/>
        </a:accent6>
        <a:hlink>
          <a:srgbClr val="808000"/>
        </a:hlink>
        <a:folHlink>
          <a:srgbClr val="525000"/>
        </a:folHlink>
      </a:clrScheme>
      <a:clrMap bg1="dk2" tx1="lt1" bg2="dk1" tx2="lt2" accent1="accent1" accent2="accent2" accent3="accent3" accent4="accent4" accent5="accent5" accent6="accent6" hlink="hlink" folHlink="folHlink"/>
    </a:extraClrScheme>
    <a:extraClrScheme>
      <a:clrScheme name="Blueprint 8">
        <a:dk1>
          <a:srgbClr val="003D62"/>
        </a:dk1>
        <a:lt1>
          <a:srgbClr val="FFFFFF"/>
        </a:lt1>
        <a:dk2>
          <a:srgbClr val="006699"/>
        </a:dk2>
        <a:lt2>
          <a:srgbClr val="C8D1DA"/>
        </a:lt2>
        <a:accent1>
          <a:srgbClr val="9AC0EA"/>
        </a:accent1>
        <a:accent2>
          <a:srgbClr val="80C3C8"/>
        </a:accent2>
        <a:accent3>
          <a:srgbClr val="FFFFFF"/>
        </a:accent3>
        <a:accent4>
          <a:srgbClr val="003353"/>
        </a:accent4>
        <a:accent5>
          <a:srgbClr val="CADCF3"/>
        </a:accent5>
        <a:accent6>
          <a:srgbClr val="73B0B5"/>
        </a:accent6>
        <a:hlink>
          <a:srgbClr val="81ABCB"/>
        </a:hlink>
        <a:folHlink>
          <a:srgbClr val="B6CBD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9.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C:\Program Files\Microsoft Office\Templates\Presentation Designs\Blueprint.pot</Template>
  <TotalTime>0</TotalTime>
  <Words>21650</Words>
  <Application>WPS 演示</Application>
  <PresentationFormat>全屏显示(4:3)</PresentationFormat>
  <Paragraphs>3373</Paragraphs>
  <Slides>162</Slides>
  <Notes>22</Notes>
  <HiddenSlides>0</HiddenSlides>
  <MMClips>0</MMClips>
  <ScaleCrop>false</ScaleCrop>
  <HeadingPairs>
    <vt:vector size="8" baseType="variant">
      <vt:variant>
        <vt:lpstr>已用的字体</vt:lpstr>
      </vt:variant>
      <vt:variant>
        <vt:i4>26</vt:i4>
      </vt:variant>
      <vt:variant>
        <vt:lpstr>主题</vt:lpstr>
      </vt:variant>
      <vt:variant>
        <vt:i4>8</vt:i4>
      </vt:variant>
      <vt:variant>
        <vt:lpstr>嵌入 OLE 服务器</vt:lpstr>
      </vt:variant>
      <vt:variant>
        <vt:i4>62</vt:i4>
      </vt:variant>
      <vt:variant>
        <vt:lpstr>幻灯片标题</vt:lpstr>
      </vt:variant>
      <vt:variant>
        <vt:i4>162</vt:i4>
      </vt:variant>
    </vt:vector>
  </HeadingPairs>
  <TitlesOfParts>
    <vt:vector size="258" baseType="lpstr">
      <vt:lpstr>Arial</vt:lpstr>
      <vt:lpstr>宋体</vt:lpstr>
      <vt:lpstr>Wingdings</vt:lpstr>
      <vt:lpstr>Times New Roman</vt:lpstr>
      <vt:lpstr>华文中宋</vt:lpstr>
      <vt:lpstr>Tahoma</vt:lpstr>
      <vt:lpstr>黑体</vt:lpstr>
      <vt:lpstr>微软雅黑</vt:lpstr>
      <vt:lpstr>Arial Unicode MS</vt:lpstr>
      <vt:lpstr>Calibri</vt:lpstr>
      <vt:lpstr>Cambria Math</vt:lpstr>
      <vt:lpstr>Calibri</vt:lpstr>
      <vt:lpstr>Times New Roman</vt:lpstr>
      <vt:lpstr>仿宋_GB2312</vt:lpstr>
      <vt:lpstr>仿宋</vt:lpstr>
      <vt:lpstr>楷体_GB2312</vt:lpstr>
      <vt:lpstr>Symbol</vt:lpstr>
      <vt:lpstr>新宋体</vt:lpstr>
      <vt:lpstr>UniversalMath1 BT</vt:lpstr>
      <vt:lpstr>MS Reference Specialty</vt:lpstr>
      <vt:lpstr>幼圆</vt:lpstr>
      <vt:lpstr>Verdana</vt:lpstr>
      <vt:lpstr>Melanie BT Std Roman</vt:lpstr>
      <vt:lpstr>Tw Cen MT</vt:lpstr>
      <vt:lpstr>Tw Cen MT Condensed</vt:lpstr>
      <vt:lpstr>Tw Cen MT Condensed Extra Bold</vt:lpstr>
      <vt:lpstr>Blueprint</vt:lpstr>
      <vt:lpstr>1_Blueprint</vt:lpstr>
      <vt:lpstr>2_Blueprint</vt:lpstr>
      <vt:lpstr>3_Blueprint</vt:lpstr>
      <vt:lpstr>4_Blueprint</vt:lpstr>
      <vt:lpstr>5_Blueprint</vt:lpstr>
      <vt:lpstr>6_Blueprint</vt:lpstr>
      <vt:lpstr>7_Blueprint</vt:lpstr>
      <vt:lpstr>Equation.KSEE3</vt:lpstr>
      <vt:lpstr>Equation.3</vt:lpstr>
      <vt:lpstr>Equation.3</vt:lpstr>
      <vt:lpstr>Equation.3</vt:lpstr>
      <vt:lpstr>Equation.3</vt:lpstr>
      <vt:lpstr>Equation.3</vt:lpstr>
      <vt:lpstr>Equation.3</vt:lpstr>
      <vt:lpstr>Equation.3</vt:lpstr>
      <vt:lpstr>Equation.3</vt:lpstr>
      <vt:lpstr>Equation.3</vt:lpstr>
      <vt:lpstr>Equation.3</vt:lpstr>
      <vt:lpstr>Equation.KSEE3</vt:lpstr>
      <vt:lpstr>Equation.3</vt:lpstr>
      <vt:lpstr>Equation.KSEE3</vt:lpstr>
      <vt:lpstr>Equation.3</vt:lpstr>
      <vt:lpstr>Equation.3</vt:lpstr>
      <vt:lpstr>Equation.3</vt:lpstr>
      <vt:lpstr>Equation.KSEE3</vt:lpstr>
      <vt:lpstr>Equation.KSEE3</vt:lpstr>
      <vt:lpstr>Equation.3</vt:lpstr>
      <vt:lpstr>Equation.KSEE3</vt:lpstr>
      <vt:lpstr>Equation.KSEE3</vt:lpstr>
      <vt:lpstr>Flash.Movie</vt:lpstr>
      <vt:lpstr>Equation.KSEE3</vt:lpstr>
      <vt:lpstr>Equation.KSEE3</vt:lpstr>
      <vt:lpstr>Equation.KSEE3</vt:lpstr>
      <vt:lpstr>Equation.KSEE3</vt:lpstr>
      <vt:lpstr>Equation.KSEE3</vt:lpstr>
      <vt:lpstr>Equation.KSEE3</vt:lpstr>
      <vt:lpstr>Equation.3</vt:lpstr>
      <vt:lpstr>Equation.3</vt:lpstr>
      <vt:lpstr>Equation.KSEE3</vt:lpstr>
      <vt:lpstr>Equation.KSEE3</vt:lpstr>
      <vt:lpstr>Equation.3</vt:lpstr>
      <vt:lpstr>Equation.KSEE3</vt:lpstr>
      <vt:lpstr>Equation.KSEE3</vt:lpstr>
      <vt:lpstr>Equation.KSEE3</vt:lpstr>
      <vt:lpstr>Equation.KSEE3</vt:lpstr>
      <vt:lpstr>Equation.3</vt:lpstr>
      <vt:lpstr>Flash.Movie</vt:lpstr>
      <vt:lpstr>Flash.Movie</vt:lpstr>
      <vt:lpstr>Equation.3</vt:lpstr>
      <vt:lpstr>Equation.3</vt:lpstr>
      <vt:lpstr>Paint.Picture</vt:lpstr>
      <vt:lpstr>Equation.3</vt:lpstr>
      <vt:lpstr>Equation.3</vt:lpstr>
      <vt:lpstr>Paint.Picture</vt:lpstr>
      <vt:lpstr>Paint.Picture</vt:lpstr>
      <vt:lpstr>Paint.Picture</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第3.6章 滚动轴承</vt:lpstr>
      <vt:lpstr>PowerPoint 演示文稿</vt:lpstr>
      <vt:lpstr>概述</vt:lpstr>
      <vt:lpstr>PowerPoint 演示文稿</vt:lpstr>
      <vt:lpstr>PowerPoint 演示文稿</vt:lpstr>
      <vt:lpstr>概述</vt:lpstr>
      <vt:lpstr>PowerPoint 演示文稿</vt:lpstr>
      <vt:lpstr>类型和代号1</vt:lpstr>
      <vt:lpstr>PowerPoint 演示文稿</vt:lpstr>
      <vt:lpstr>PowerPoint 演示文稿</vt:lpstr>
      <vt:lpstr>类型和代号1</vt:lpstr>
      <vt:lpstr>类型和代号2</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类型和代号3</vt:lpstr>
      <vt:lpstr>PowerPoint 演示文稿</vt:lpstr>
      <vt:lpstr>类型和代号4</vt:lpstr>
      <vt:lpstr>类型和代号4</vt:lpstr>
      <vt:lpstr>类型和代号4</vt:lpstr>
      <vt:lpstr>类型和代号4</vt:lpstr>
      <vt:lpstr>PowerPoint 演示文稿</vt:lpstr>
      <vt:lpstr>类型和代号5</vt:lpstr>
      <vt:lpstr>PowerPoint 演示文稿</vt:lpstr>
      <vt:lpstr>类型选择1</vt:lpstr>
      <vt:lpstr>类型选择2</vt:lpstr>
      <vt:lpstr>类型选择2</vt:lpstr>
      <vt:lpstr>工作情况1</vt:lpstr>
      <vt:lpstr>工作情况1</vt:lpstr>
      <vt:lpstr>工作情况1</vt:lpstr>
      <vt:lpstr>工作情况1</vt:lpstr>
      <vt:lpstr>工作情况1</vt:lpstr>
      <vt:lpstr>滚动轴承尺寸的选择2</vt:lpstr>
      <vt:lpstr>滚动轴承尺寸的选择2</vt:lpstr>
      <vt:lpstr>滚动轴承尺寸的选择1</vt:lpstr>
      <vt:lpstr>PowerPoint 演示文稿</vt:lpstr>
      <vt:lpstr>滚动轴承尺寸的选择3</vt:lpstr>
      <vt:lpstr>滚动轴承尺寸的选择4</vt:lpstr>
      <vt:lpstr>PowerPoint 演示文稿</vt:lpstr>
      <vt:lpstr>PowerPoint 演示文稿</vt:lpstr>
      <vt:lpstr>PowerPoint 演示文稿</vt:lpstr>
      <vt:lpstr>PowerPoint 演示文稿</vt:lpstr>
      <vt:lpstr>PowerPoint 演示文稿</vt:lpstr>
      <vt:lpstr>滚动轴承尺寸的选择3</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表12-8系数X和Y</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角接触轴承轴向力计算：</vt:lpstr>
      <vt:lpstr>PowerPoint 演示文稿</vt:lpstr>
      <vt:lpstr>PowerPoint 演示文稿</vt:lpstr>
      <vt:lpstr>例5:</vt:lpstr>
      <vt:lpstr>PowerPoint 演示文稿</vt:lpstr>
      <vt:lpstr>PowerPoint 演示文稿</vt:lpstr>
      <vt:lpstr>PowerPoint 演示文稿</vt:lpstr>
      <vt:lpstr>PowerPoint 演示文稿</vt:lpstr>
      <vt:lpstr>PowerPoint 演示文稿</vt:lpstr>
      <vt:lpstr>滚动轴承尺寸的选择9</vt:lpstr>
      <vt:lpstr>滚动轴承尺寸的选择9</vt:lpstr>
      <vt:lpstr>滚动轴承尺寸的选择9</vt:lpstr>
      <vt:lpstr>滚动轴承尺寸的选择8</vt:lpstr>
      <vt:lpstr>轴承装置的设计1</vt:lpstr>
      <vt:lpstr>轴承装置的设计1</vt:lpstr>
      <vt:lpstr>1、轴承内圈轴向紧固的常用方法</vt:lpstr>
      <vt:lpstr>PowerPoint 演示文稿</vt:lpstr>
      <vt:lpstr>PowerPoint 演示文稿</vt:lpstr>
      <vt:lpstr>PowerPoint 演示文稿</vt:lpstr>
      <vt:lpstr>PowerPoint 演示文稿</vt:lpstr>
      <vt:lpstr>PowerPoint 演示文稿</vt:lpstr>
      <vt:lpstr>2、轴承外圈轴向紧固的常用方法</vt:lpstr>
      <vt:lpstr>PowerPoint 演示文稿</vt:lpstr>
      <vt:lpstr>PowerPoint 演示文稿</vt:lpstr>
      <vt:lpstr>PowerPoint 演示文稿</vt:lpstr>
      <vt:lpstr>轴承装置的设计1</vt:lpstr>
      <vt:lpstr>轴承装置的设计1</vt:lpstr>
      <vt:lpstr>PowerPoint 演示文稿</vt:lpstr>
      <vt:lpstr>轴承装置的设计1</vt:lpstr>
      <vt:lpstr>两端单向固定</vt:lpstr>
      <vt:lpstr>PowerPoint 演示文稿</vt:lpstr>
      <vt:lpstr>轴承装置的设计1</vt:lpstr>
      <vt:lpstr>轴承装置的设计1</vt:lpstr>
      <vt:lpstr>轴承装置的设计1</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轴承装置的设计2</vt:lpstr>
      <vt:lpstr>轴承装置的设计2</vt:lpstr>
      <vt:lpstr>四、滚动轴承的配合</vt:lpstr>
      <vt:lpstr>PowerPoint 演示文稿</vt:lpstr>
      <vt:lpstr>PowerPoint 演示文稿</vt:lpstr>
      <vt:lpstr>PowerPoint 演示文稿</vt:lpstr>
      <vt:lpstr>PowerPoint 演示文稿</vt:lpstr>
      <vt:lpstr>滚动轴承的配合</vt:lpstr>
      <vt:lpstr>PowerPoint 演示文稿</vt:lpstr>
      <vt:lpstr>PowerPoint 演示文稿</vt:lpstr>
      <vt:lpstr>PowerPoint 演示文稿</vt:lpstr>
      <vt:lpstr>PowerPoint 演示文稿</vt:lpstr>
      <vt:lpstr>PowerPoint 演示文稿</vt:lpstr>
      <vt:lpstr>轴承装置的设计4</vt:lpstr>
      <vt:lpstr>轴承装置的设计4</vt:lpstr>
      <vt:lpstr>轴承装置的设计4</vt:lpstr>
      <vt:lpstr>轴承装置的设计4</vt:lpstr>
      <vt:lpstr>轴承装置的设计4</vt:lpstr>
      <vt:lpstr>轴承装置的设计4</vt:lpstr>
      <vt:lpstr>PowerPoint 演示文稿</vt:lpstr>
      <vt:lpstr>PowerPoint 演示文稿</vt:lpstr>
      <vt:lpstr>轴承装置的设计6</vt:lpstr>
      <vt:lpstr>PowerPoint 演示文稿</vt:lpstr>
      <vt:lpstr>PowerPoint 演示文稿</vt:lpstr>
      <vt:lpstr>PowerPoint 演示文稿</vt:lpstr>
      <vt:lpstr>PowerPoint 演示文稿</vt:lpstr>
      <vt:lpstr>PowerPoint 演示文稿</vt:lpstr>
      <vt:lpstr>PowerPoint 演示文稿</vt:lpstr>
      <vt:lpstr>轴承组合设计例题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轴承组合设计例题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主要性能和特点</vt:lpstr>
      <vt:lpstr>表12-8系数X和Y</vt:lpstr>
      <vt:lpstr>Dn值界限</vt:lpstr>
    </vt:vector>
  </TitlesOfParts>
  <Company>nwpu209</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wuliyan</dc:creator>
  <cp:lastModifiedBy>22725</cp:lastModifiedBy>
  <cp:revision>593</cp:revision>
  <dcterms:created xsi:type="dcterms:W3CDTF">2002-03-15T12:39:00Z</dcterms:created>
  <dcterms:modified xsi:type="dcterms:W3CDTF">2025-11-03T12:36:24Z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6932588350C54C5EACA49F99C888F9E6</vt:lpwstr>
  </property>
  <property fmtid="{D5CDD505-2E9C-101B-9397-08002B2CF9AE}" pid="3" name="KSOProductBuildVer">
    <vt:lpwstr>2052-12.1.0.23542</vt:lpwstr>
  </property>
</Properties>
</file>